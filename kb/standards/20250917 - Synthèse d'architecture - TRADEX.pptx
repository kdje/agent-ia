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3.xml" ContentType="application/vnd.openxmlformats-officedocument.them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notesSlides/notesSlide2.xml" ContentType="application/vnd.openxmlformats-officedocument.presentationml.notesSlide+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notesSlides/notesSlide3.xml" ContentType="application/vnd.openxmlformats-officedocument.presentationml.notesSlide+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notesSlides/notesSlide4.xml" ContentType="application/vnd.openxmlformats-officedocument.presentationml.notesSlide+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notesSlides/notesSlide5.xml" ContentType="application/vnd.openxmlformats-officedocument.presentationml.notesSlide+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23" r:id="rId6"/>
    <p:sldMasterId id="2147483750" r:id="rId7"/>
    <p:sldMasterId id="2147483757" r:id="rId8"/>
  </p:sldMasterIdLst>
  <p:notesMasterIdLst>
    <p:notesMasterId r:id="rId32"/>
  </p:notesMasterIdLst>
  <p:handoutMasterIdLst>
    <p:handoutMasterId r:id="rId33"/>
  </p:handoutMasterIdLst>
  <p:sldIdLst>
    <p:sldId id="2142534272" r:id="rId9"/>
    <p:sldId id="2147482865" r:id="rId10"/>
    <p:sldId id="2147480991" r:id="rId11"/>
    <p:sldId id="2147482864" r:id="rId12"/>
    <p:sldId id="2146847708" r:id="rId13"/>
    <p:sldId id="2146847692" r:id="rId14"/>
    <p:sldId id="2147482866" r:id="rId15"/>
    <p:sldId id="2147482884" r:id="rId16"/>
    <p:sldId id="2147482867" r:id="rId17"/>
    <p:sldId id="2146847693" r:id="rId18"/>
    <p:sldId id="2147482880" r:id="rId19"/>
    <p:sldId id="2147482869" r:id="rId20"/>
    <p:sldId id="2147482872" r:id="rId21"/>
    <p:sldId id="2146847695" r:id="rId22"/>
    <p:sldId id="2147482873" r:id="rId23"/>
    <p:sldId id="2147482874" r:id="rId24"/>
    <p:sldId id="2147482876" r:id="rId25"/>
    <p:sldId id="2147482877" r:id="rId26"/>
    <p:sldId id="2147482878" r:id="rId27"/>
    <p:sldId id="2146847705" r:id="rId28"/>
    <p:sldId id="2147482881" r:id="rId29"/>
    <p:sldId id="2147482882" r:id="rId30"/>
    <p:sldId id="2147482883" r:id="rId31"/>
  </p:sldIdLst>
  <p:sldSz cx="12192000" cy="6858000"/>
  <p:notesSz cx="6858000" cy="9144000"/>
  <p:embeddedFontLst>
    <p:embeddedFont>
      <p:font typeface="Avenir Next LT Pro" panose="020B0504020202020204" pitchFamily="34" charset="0"/>
      <p:regular r:id="rId34"/>
      <p:bold r:id="rId35"/>
      <p:italic r:id="rId36"/>
      <p:boldItalic r:id="rId37"/>
    </p:embeddedFont>
    <p:embeddedFont>
      <p:font typeface="Barlow Black" panose="00000A00000000000000" pitchFamily="2" charset="0"/>
      <p:bold r:id="rId38"/>
      <p:boldItalic r:id="rId39"/>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6FC6"/>
    <a:srgbClr val="FAB92E"/>
    <a:srgbClr val="F5C56F"/>
    <a:srgbClr val="E65012"/>
    <a:srgbClr val="6B8DE7"/>
    <a:srgbClr val="18304A"/>
    <a:srgbClr val="93C97B"/>
    <a:srgbClr val="BFBFBF"/>
    <a:srgbClr val="2F99B0"/>
    <a:srgbClr val="84A0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760" autoAdjust="0"/>
    <p:restoredTop sz="96357" autoAdjust="0"/>
  </p:normalViewPr>
  <p:slideViewPr>
    <p:cSldViewPr snapToGrid="0">
      <p:cViewPr varScale="1">
        <p:scale>
          <a:sx n="112" d="100"/>
          <a:sy n="112" d="100"/>
        </p:scale>
        <p:origin x="902" y="77"/>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font" Target="fonts/font6.fntdata"/><Relationship Id="rId21" Type="http://schemas.openxmlformats.org/officeDocument/2006/relationships/slide" Target="slides/slide13.xml"/><Relationship Id="rId34" Type="http://schemas.openxmlformats.org/officeDocument/2006/relationships/font" Target="fonts/font1.fntdata"/><Relationship Id="rId42" Type="http://schemas.openxmlformats.org/officeDocument/2006/relationships/theme" Target="theme/theme1.xml"/><Relationship Id="rId7" Type="http://schemas.openxmlformats.org/officeDocument/2006/relationships/slideMaster" Target="slideMasters/slideMaster2.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notesMaster" Target="notesMasters/notesMaster1.xml"/><Relationship Id="rId37" Type="http://schemas.openxmlformats.org/officeDocument/2006/relationships/font" Target="fonts/font4.fntdata"/><Relationship Id="rId40" Type="http://schemas.openxmlformats.org/officeDocument/2006/relationships/presProps" Target="presProps.xml"/><Relationship Id="rId5" Type="http://schemas.openxmlformats.org/officeDocument/2006/relationships/customXml" Target="../customXml/item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font" Target="fonts/font3.fntdata"/><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font" Target="fonts/font2.fntdata"/><Relationship Id="rId43" Type="http://schemas.openxmlformats.org/officeDocument/2006/relationships/tableStyles" Target="tableStyles.xml"/><Relationship Id="rId8" Type="http://schemas.openxmlformats.org/officeDocument/2006/relationships/slideMaster" Target="slideMasters/slideMaster3.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handoutMaster" Target="handoutMasters/handoutMaster1.xml"/><Relationship Id="rId38" Type="http://schemas.openxmlformats.org/officeDocument/2006/relationships/font" Target="fonts/font5.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377F2E85-CB41-388F-C35F-F7578776D28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251A2AE2-82B4-6605-E299-C4D337AED67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2419D0-F4AC-4BAC-ADA9-8BCC814B3981}" type="datetimeFigureOut">
              <a:rPr lang="fr-FR" smtClean="0"/>
              <a:t>25/09/2025</a:t>
            </a:fld>
            <a:endParaRPr lang="fr-FR"/>
          </a:p>
        </p:txBody>
      </p:sp>
      <p:sp>
        <p:nvSpPr>
          <p:cNvPr id="4" name="Espace réservé du pied de page 3">
            <a:extLst>
              <a:ext uri="{FF2B5EF4-FFF2-40B4-BE49-F238E27FC236}">
                <a16:creationId xmlns:a16="http://schemas.microsoft.com/office/drawing/2014/main" id="{8B419337-AD91-E942-0B1E-97AF3AD97F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2FEAA0D4-C7B5-831E-D417-5E776636A94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35E516E-AD98-464B-9F8D-77B2CDCB6715}" type="slidenum">
              <a:rPr lang="fr-FR" smtClean="0"/>
              <a:t>‹N°›</a:t>
            </a:fld>
            <a:endParaRPr lang="fr-FR"/>
          </a:p>
        </p:txBody>
      </p:sp>
    </p:spTree>
    <p:extLst>
      <p:ext uri="{BB962C8B-B14F-4D97-AF65-F5344CB8AC3E}">
        <p14:creationId xmlns:p14="http://schemas.microsoft.com/office/powerpoint/2010/main" val="2710392898"/>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249ED4-2EA5-44C1-88FD-FFD1EC85579F}" type="datetimeFigureOut">
              <a:rPr lang="fr-FR" smtClean="0"/>
              <a:t>25/09/2025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924BDF-58BE-4F0A-81E7-1ED057B91AE9}" type="slidenum">
              <a:rPr lang="fr-FR" smtClean="0"/>
              <a:t>‹N°›</a:t>
            </a:fld>
            <a:endParaRPr lang="fr-FR"/>
          </a:p>
        </p:txBody>
      </p:sp>
    </p:spTree>
    <p:extLst>
      <p:ext uri="{BB962C8B-B14F-4D97-AF65-F5344CB8AC3E}">
        <p14:creationId xmlns:p14="http://schemas.microsoft.com/office/powerpoint/2010/main" val="1755942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C9924BDF-58BE-4F0A-81E7-1ED057B91AE9}" type="slidenum">
              <a:rPr lang="fr-FR" smtClean="0"/>
              <a:t>1</a:t>
            </a:fld>
            <a:endParaRPr lang="fr-FR"/>
          </a:p>
        </p:txBody>
      </p:sp>
    </p:spTree>
    <p:extLst>
      <p:ext uri="{BB962C8B-B14F-4D97-AF65-F5344CB8AC3E}">
        <p14:creationId xmlns:p14="http://schemas.microsoft.com/office/powerpoint/2010/main" val="23165501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6EED1-A562-99E9-B60D-41205657EF7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10C933B-5885-EFDF-FC02-6973714B718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05A47B6-1B72-4BA6-F4BB-5F2588BDBD8F}"/>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9639B68C-1CBE-5341-ECAB-0155C2657D12}"/>
              </a:ext>
            </a:extLst>
          </p:cNvPr>
          <p:cNvSpPr>
            <a:spLocks noGrp="1"/>
          </p:cNvSpPr>
          <p:nvPr>
            <p:ph type="sldNum" sz="quarter" idx="5"/>
          </p:nvPr>
        </p:nvSpPr>
        <p:spPr/>
        <p:txBody>
          <a:bodyPr/>
          <a:lstStyle/>
          <a:p>
            <a:fld id="{D06F2220-2E27-284D-A36F-AA589F629C18}" type="slidenum">
              <a:rPr lang="fr-FR" smtClean="0"/>
              <a:t>3</a:t>
            </a:fld>
            <a:endParaRPr lang="fr-FR"/>
          </a:p>
        </p:txBody>
      </p:sp>
    </p:spTree>
    <p:extLst>
      <p:ext uri="{BB962C8B-B14F-4D97-AF65-F5344CB8AC3E}">
        <p14:creationId xmlns:p14="http://schemas.microsoft.com/office/powerpoint/2010/main" val="19346022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50EF4-49B8-27AB-8245-C10A473E1D1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075B246-DA21-A2B3-DE14-8D24028394A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B00661E-8013-9FDC-A54B-14DF2122C34C}"/>
              </a:ext>
            </a:extLst>
          </p:cNvPr>
          <p:cNvSpPr>
            <a:spLocks noGrp="1"/>
          </p:cNvSpPr>
          <p:nvPr>
            <p:ph type="body" idx="1"/>
          </p:nvPr>
        </p:nvSpPr>
        <p:spPr/>
        <p:txBody>
          <a:bodyPr/>
          <a:lstStyle/>
          <a:p>
            <a:r>
              <a:rPr lang="fr-FR"/>
              <a:t>Vidéo : Adopter les bonne pratiques &gt; </a:t>
            </a:r>
            <a:br>
              <a:rPr lang="fr-FR"/>
            </a:br>
            <a:r>
              <a:rPr lang="fr-FR"/>
              <a:t>Qu’est-ce que c’est ?</a:t>
            </a:r>
            <a:br>
              <a:rPr lang="fr-FR"/>
            </a:br>
            <a:r>
              <a:rPr lang="fr-FR"/>
              <a:t>A quoi ça sert ?</a:t>
            </a:r>
            <a:br>
              <a:rPr lang="fr-FR"/>
            </a:br>
            <a:r>
              <a:rPr lang="fr-FR"/>
              <a:t>Les bénéfices ?</a:t>
            </a:r>
            <a:br>
              <a:rPr lang="fr-FR"/>
            </a:br>
            <a:r>
              <a:rPr lang="fr-FR"/>
              <a:t>Comment ça s’organise chez BYCN ?</a:t>
            </a:r>
            <a:br>
              <a:rPr lang="fr-FR"/>
            </a:br>
            <a:r>
              <a:rPr lang="fr-FR"/>
              <a:t>Les clés d’une bonne collaboration</a:t>
            </a:r>
          </a:p>
        </p:txBody>
      </p:sp>
      <p:sp>
        <p:nvSpPr>
          <p:cNvPr id="4" name="Espace réservé du numéro de diapositive 3">
            <a:extLst>
              <a:ext uri="{FF2B5EF4-FFF2-40B4-BE49-F238E27FC236}">
                <a16:creationId xmlns:a16="http://schemas.microsoft.com/office/drawing/2014/main" id="{0E5607EE-D707-D1B6-617D-5D5E41235D9A}"/>
              </a:ext>
            </a:extLst>
          </p:cNvPr>
          <p:cNvSpPr>
            <a:spLocks noGrp="1"/>
          </p:cNvSpPr>
          <p:nvPr>
            <p:ph type="sldNum" sz="quarter" idx="5"/>
          </p:nvPr>
        </p:nvSpPr>
        <p:spPr/>
        <p:txBody>
          <a:bodyPr/>
          <a:lstStyle/>
          <a:p>
            <a:fld id="{D06F2220-2E27-284D-A36F-AA589F629C18}" type="slidenum">
              <a:rPr lang="fr-FR" smtClean="0"/>
              <a:t>4</a:t>
            </a:fld>
            <a:endParaRPr lang="fr-FR"/>
          </a:p>
        </p:txBody>
      </p:sp>
    </p:spTree>
    <p:extLst>
      <p:ext uri="{BB962C8B-B14F-4D97-AF65-F5344CB8AC3E}">
        <p14:creationId xmlns:p14="http://schemas.microsoft.com/office/powerpoint/2010/main" val="41712281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C9924BDF-58BE-4F0A-81E7-1ED057B91AE9}" type="slidenum">
              <a:rPr lang="fr-FR" smtClean="0"/>
              <a:t>5</a:t>
            </a:fld>
            <a:endParaRPr lang="fr-FR"/>
          </a:p>
        </p:txBody>
      </p:sp>
    </p:spTree>
    <p:extLst>
      <p:ext uri="{BB962C8B-B14F-4D97-AF65-F5344CB8AC3E}">
        <p14:creationId xmlns:p14="http://schemas.microsoft.com/office/powerpoint/2010/main" val="35330754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n w="6350">
                  <a:solidFill>
                    <a:schemeClr val="accent6">
                      <a:lumMod val="75000"/>
                      <a:alpha val="75000"/>
                    </a:schemeClr>
                  </a:solidFill>
                </a:ln>
                <a:solidFill>
                  <a:schemeClr val="accent6">
                    <a:lumMod val="75000"/>
                  </a:schemeClr>
                </a:solidFill>
              </a:rPr>
              <a:t>Initialement retournés au travers d’un flux fichier </a:t>
            </a:r>
            <a:r>
              <a:rPr lang="fr-FR" sz="1000" i="1" dirty="0">
                <a:ln w="6350">
                  <a:solidFill>
                    <a:schemeClr val="accent6">
                      <a:lumMod val="75000"/>
                      <a:alpha val="75000"/>
                    </a:schemeClr>
                  </a:solidFill>
                </a:ln>
                <a:solidFill>
                  <a:schemeClr val="accent6">
                    <a:lumMod val="75000"/>
                  </a:schemeClr>
                </a:solidFill>
              </a:rPr>
              <a:t>(flux identifié avec GALEXY)</a:t>
            </a:r>
            <a:r>
              <a:rPr lang="fr-FR" sz="1200" dirty="0">
                <a:ln w="6350">
                  <a:solidFill>
                    <a:schemeClr val="accent6">
                      <a:lumMod val="75000"/>
                      <a:alpha val="75000"/>
                    </a:schemeClr>
                  </a:solidFill>
                </a:ln>
                <a:solidFill>
                  <a:schemeClr val="accent6">
                    <a:lumMod val="75000"/>
                  </a:schemeClr>
                </a:solidFill>
              </a:rPr>
              <a:t>, il n’existe pas d’API qui exposent ces données. Si une API est bien le type de flux à implémenter, l’API est donc à créer côté SAP EDIFICE.</a:t>
            </a:r>
          </a:p>
          <a:p>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n w="6350">
                  <a:solidFill>
                    <a:schemeClr val="accent6">
                      <a:lumMod val="75000"/>
                      <a:alpha val="75000"/>
                    </a:schemeClr>
                  </a:solidFill>
                </a:ln>
                <a:solidFill>
                  <a:schemeClr val="accent6">
                    <a:lumMod val="75000"/>
                  </a:schemeClr>
                </a:solidFill>
              </a:rPr>
              <a:t>Flux à créer. Si une API est bien le type de flux à implémenter, l’API est donc à créer côté SAP EDIFICE. </a:t>
            </a:r>
          </a:p>
          <a:p>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ln w="6350">
                  <a:solidFill>
                    <a:schemeClr val="accent6">
                      <a:lumMod val="75000"/>
                      <a:alpha val="75000"/>
                    </a:schemeClr>
                  </a:solidFill>
                </a:ln>
                <a:solidFill>
                  <a:schemeClr val="accent6">
                    <a:lumMod val="75000"/>
                  </a:schemeClr>
                </a:solidFill>
              </a:rPr>
              <a:t>L’accès aux APIs natives du MDM est en cours de construction. Il reste probable que la mise en service et l’ouverture de l’API au reste du SI soit disponible dès février 2025.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a:ln w="6350">
                <a:solidFill>
                  <a:schemeClr val="accent6">
                    <a:lumMod val="75000"/>
                    <a:alpha val="75000"/>
                  </a:schemeClr>
                </a:solidFill>
              </a:ln>
              <a:solidFill>
                <a:schemeClr val="accent6">
                  <a:lumMod val="7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a:ln w="6350">
                <a:solidFill>
                  <a:schemeClr val="accent6">
                    <a:lumMod val="75000"/>
                    <a:alpha val="75000"/>
                  </a:schemeClr>
                </a:solidFill>
              </a:ln>
              <a:solidFill>
                <a:schemeClr val="accent6">
                  <a:lumMod val="75000"/>
                </a:schemeClr>
              </a:solidFill>
            </a:endParaRPr>
          </a:p>
          <a:p>
            <a:endParaRPr lang="fr-FR" dirty="0"/>
          </a:p>
        </p:txBody>
      </p:sp>
      <p:sp>
        <p:nvSpPr>
          <p:cNvPr id="4" name="Espace réservé du numéro de diapositive 3"/>
          <p:cNvSpPr>
            <a:spLocks noGrp="1"/>
          </p:cNvSpPr>
          <p:nvPr>
            <p:ph type="sldNum" sz="quarter" idx="5"/>
          </p:nvPr>
        </p:nvSpPr>
        <p:spPr/>
        <p:txBody>
          <a:bodyPr/>
          <a:lstStyle/>
          <a:p>
            <a:fld id="{C9924BDF-58BE-4F0A-81E7-1ED057B91AE9}" type="slidenum">
              <a:rPr lang="fr-FR" smtClean="0"/>
              <a:t>14</a:t>
            </a:fld>
            <a:endParaRPr lang="fr-FR"/>
          </a:p>
        </p:txBody>
      </p:sp>
    </p:spTree>
    <p:extLst>
      <p:ext uri="{BB962C8B-B14F-4D97-AF65-F5344CB8AC3E}">
        <p14:creationId xmlns:p14="http://schemas.microsoft.com/office/powerpoint/2010/main" val="31929774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5.svg"/><Relationship Id="rId2" Type="http://schemas.openxmlformats.org/officeDocument/2006/relationships/image" Target="../media/image15.jpe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8.png"/><Relationship Id="rId4" Type="http://schemas.openxmlformats.org/officeDocument/2006/relationships/image" Target="../media/image1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tags" Target="../tags/tag13.xml"/><Relationship Id="rId7" Type="http://schemas.openxmlformats.org/officeDocument/2006/relationships/image" Target="../media/image19.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slideMaster" Target="../slideMasters/slideMaster2.xml"/><Relationship Id="rId5" Type="http://schemas.openxmlformats.org/officeDocument/2006/relationships/tags" Target="../tags/tag15.xml"/><Relationship Id="rId4" Type="http://schemas.openxmlformats.org/officeDocument/2006/relationships/tags" Target="../tags/tag14.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18.xml"/><Relationship Id="rId7" Type="http://schemas.openxmlformats.org/officeDocument/2006/relationships/image" Target="../media/image19.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slideMaster" Target="../slideMasters/slideMaster2.xml"/><Relationship Id="rId5" Type="http://schemas.openxmlformats.org/officeDocument/2006/relationships/tags" Target="../tags/tag20.xml"/><Relationship Id="rId4" Type="http://schemas.openxmlformats.org/officeDocument/2006/relationships/tags" Target="../tags/tag19.xml"/></Relationships>
</file>

<file path=ppt/slideLayouts/_rels/slideLayout31.xml.rels><?xml version="1.0" encoding="UTF-8" standalone="yes"?>
<Relationships xmlns="http://schemas.openxmlformats.org/package/2006/relationships"><Relationship Id="rId3" Type="http://schemas.openxmlformats.org/officeDocument/2006/relationships/tags" Target="../tags/tag23.xml"/><Relationship Id="rId7" Type="http://schemas.openxmlformats.org/officeDocument/2006/relationships/image" Target="../media/image19.pn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slideMaster" Target="../slideMasters/slideMaster2.xml"/><Relationship Id="rId5" Type="http://schemas.openxmlformats.org/officeDocument/2006/relationships/tags" Target="../tags/tag25.xml"/><Relationship Id="rId4" Type="http://schemas.openxmlformats.org/officeDocument/2006/relationships/tags" Target="../tags/tag24.xml"/></Relationships>
</file>

<file path=ppt/slideLayouts/_rels/slideLayout32.xml.rels><?xml version="1.0" encoding="UTF-8" standalone="yes"?>
<Relationships xmlns="http://schemas.openxmlformats.org/package/2006/relationships"><Relationship Id="rId3" Type="http://schemas.openxmlformats.org/officeDocument/2006/relationships/tags" Target="../tags/tag28.xml"/><Relationship Id="rId7" Type="http://schemas.openxmlformats.org/officeDocument/2006/relationships/image" Target="../media/image19.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slideMaster" Target="../slideMasters/slideMaster2.xml"/><Relationship Id="rId5" Type="http://schemas.openxmlformats.org/officeDocument/2006/relationships/tags" Target="../tags/tag30.xml"/><Relationship Id="rId4" Type="http://schemas.openxmlformats.org/officeDocument/2006/relationships/tags" Target="../tags/tag29.xml"/></Relationships>
</file>

<file path=ppt/slideLayouts/_rels/slideLayout33.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19.pn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slideMaster" Target="../slideMasters/slideMaster2.xml"/><Relationship Id="rId5" Type="http://schemas.openxmlformats.org/officeDocument/2006/relationships/tags" Target="../tags/tag35.xml"/><Relationship Id="rId4" Type="http://schemas.openxmlformats.org/officeDocument/2006/relationships/tags" Target="../tags/tag34.xml"/></Relationships>
</file>

<file path=ppt/slideLayouts/_rels/slideLayout34.xml.rels><?xml version="1.0" encoding="UTF-8" standalone="yes"?>
<Relationships xmlns="http://schemas.openxmlformats.org/package/2006/relationships"><Relationship Id="rId3" Type="http://schemas.openxmlformats.org/officeDocument/2006/relationships/tags" Target="../tags/tag38.xml"/><Relationship Id="rId7" Type="http://schemas.openxmlformats.org/officeDocument/2006/relationships/image" Target="../media/image19.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slideMaster" Target="../slideMasters/slideMaster2.xml"/><Relationship Id="rId5" Type="http://schemas.openxmlformats.org/officeDocument/2006/relationships/tags" Target="../tags/tag40.xml"/><Relationship Id="rId4" Type="http://schemas.openxmlformats.org/officeDocument/2006/relationships/tags" Target="../tags/tag39.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4"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8.xml"/><Relationship Id="rId1" Type="http://schemas.openxmlformats.org/officeDocument/2006/relationships/tags" Target="../tags/tag47.xml"/><Relationship Id="rId4" Type="http://schemas.openxmlformats.org/officeDocument/2006/relationships/image" Target="../media/image19.png"/></Relationships>
</file>

<file path=ppt/slideLayouts/_rels/slideLayout4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4"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 Id="rId4"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 Id="rId4"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4"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 Id="rId4"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 Id="rId4"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tags" Target="../tags/tag74.xml"/><Relationship Id="rId7" Type="http://schemas.openxmlformats.org/officeDocument/2006/relationships/image" Target="../media/image19.png"/><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slideMaster" Target="../slideMasters/slideMaster3.xml"/><Relationship Id="rId5" Type="http://schemas.openxmlformats.org/officeDocument/2006/relationships/tags" Target="../tags/tag76.xml"/><Relationship Id="rId4" Type="http://schemas.openxmlformats.org/officeDocument/2006/relationships/tags" Target="../tags/tag75.xml"/></Relationships>
</file>

<file path=ppt/slideLayouts/_rels/slideLayout47.xml.rels><?xml version="1.0" encoding="UTF-8" standalone="yes"?>
<Relationships xmlns="http://schemas.openxmlformats.org/package/2006/relationships"><Relationship Id="rId3" Type="http://schemas.openxmlformats.org/officeDocument/2006/relationships/tags" Target="../tags/tag79.xml"/><Relationship Id="rId7" Type="http://schemas.openxmlformats.org/officeDocument/2006/relationships/image" Target="../media/image19.png"/><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slideMaster" Target="../slideMasters/slideMaster3.xml"/><Relationship Id="rId5" Type="http://schemas.openxmlformats.org/officeDocument/2006/relationships/tags" Target="../tags/tag81.xml"/><Relationship Id="rId4" Type="http://schemas.openxmlformats.org/officeDocument/2006/relationships/tags" Target="../tags/tag80.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re de la présentation">
    <p:bg>
      <p:bgPr>
        <a:blipFill dpi="0" rotWithShape="1">
          <a:blip r:embed="rId2">
            <a:lum/>
          </a:blip>
          <a:srcRect/>
          <a:stretch>
            <a:fillRect l="-20000" t="-9000" r="20000" b="-9000"/>
          </a:stretch>
        </a:blipFill>
        <a:effectLst/>
      </p:bgPr>
    </p:bg>
    <p:spTree>
      <p:nvGrpSpPr>
        <p:cNvPr id="1" name=""/>
        <p:cNvGrpSpPr/>
        <p:nvPr/>
      </p:nvGrpSpPr>
      <p:grpSpPr>
        <a:xfrm>
          <a:off x="0" y="0"/>
          <a:ext cx="0" cy="0"/>
          <a:chOff x="0" y="0"/>
          <a:chExt cx="0" cy="0"/>
        </a:xfrm>
      </p:grpSpPr>
      <p:pic>
        <p:nvPicPr>
          <p:cNvPr id="13" name="Graphique 12">
            <a:extLst>
              <a:ext uri="{FF2B5EF4-FFF2-40B4-BE49-F238E27FC236}">
                <a16:creationId xmlns:a16="http://schemas.microsoft.com/office/drawing/2014/main" id="{E003C40C-4420-D9F5-FE78-869CB8A4590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651760" y="0"/>
            <a:ext cx="9540240" cy="6858000"/>
          </a:xfrm>
          <a:prstGeom prst="rect">
            <a:avLst/>
          </a:prstGeom>
        </p:spPr>
      </p:pic>
      <p:sp>
        <p:nvSpPr>
          <p:cNvPr id="2" name="Titre 1">
            <a:extLst>
              <a:ext uri="{FF2B5EF4-FFF2-40B4-BE49-F238E27FC236}">
                <a16:creationId xmlns:a16="http://schemas.microsoft.com/office/drawing/2014/main" id="{9F6855FC-1404-9994-3FF3-77708309751A}"/>
              </a:ext>
            </a:extLst>
          </p:cNvPr>
          <p:cNvSpPr>
            <a:spLocks noGrp="1"/>
          </p:cNvSpPr>
          <p:nvPr>
            <p:ph type="title" hasCustomPrompt="1"/>
          </p:nvPr>
        </p:nvSpPr>
        <p:spPr>
          <a:xfrm>
            <a:off x="6391205" y="2584153"/>
            <a:ext cx="5572195" cy="1477328"/>
          </a:xfrm>
        </p:spPr>
        <p:txBody>
          <a:bodyPr anchor="b" anchorCtr="0">
            <a:spAutoFit/>
          </a:bodyPr>
          <a:lstStyle>
            <a:lvl1pPr>
              <a:defRPr sz="5000">
                <a:solidFill>
                  <a:schemeClr val="bg1"/>
                </a:solidFill>
              </a:defRPr>
            </a:lvl1pPr>
          </a:lstStyle>
          <a:p>
            <a:r>
              <a:rPr lang="fr-FR"/>
              <a:t>Titre de la présentation</a:t>
            </a:r>
          </a:p>
        </p:txBody>
      </p:sp>
      <p:sp>
        <p:nvSpPr>
          <p:cNvPr id="7" name="Espace réservé du texte 6">
            <a:extLst>
              <a:ext uri="{FF2B5EF4-FFF2-40B4-BE49-F238E27FC236}">
                <a16:creationId xmlns:a16="http://schemas.microsoft.com/office/drawing/2014/main" id="{33E54CBA-FFFF-C031-4649-F0FBFE902281}"/>
              </a:ext>
            </a:extLst>
          </p:cNvPr>
          <p:cNvSpPr>
            <a:spLocks noGrp="1"/>
          </p:cNvSpPr>
          <p:nvPr>
            <p:ph type="body" sz="quarter" idx="13" hasCustomPrompt="1"/>
          </p:nvPr>
        </p:nvSpPr>
        <p:spPr>
          <a:xfrm>
            <a:off x="6391204" y="4120914"/>
            <a:ext cx="5572195" cy="563231"/>
          </a:xfrm>
        </p:spPr>
        <p:txBody>
          <a:bodyPr>
            <a:spAutoFit/>
          </a:bodyPr>
          <a:lstStyle>
            <a:lvl1pPr>
              <a:defRPr sz="3400">
                <a:solidFill>
                  <a:schemeClr val="bg1"/>
                </a:solidFill>
              </a:defRPr>
            </a:lvl1pPr>
          </a:lstStyle>
          <a:p>
            <a:pPr lvl="0"/>
            <a:r>
              <a:rPr lang="fr-FR"/>
              <a:t>Sous titre</a:t>
            </a:r>
          </a:p>
        </p:txBody>
      </p:sp>
      <p:pic>
        <p:nvPicPr>
          <p:cNvPr id="9" name="Graphique 8">
            <a:extLst>
              <a:ext uri="{FF2B5EF4-FFF2-40B4-BE49-F238E27FC236}">
                <a16:creationId xmlns:a16="http://schemas.microsoft.com/office/drawing/2014/main" id="{A3200E19-0A90-3D3A-479F-C707C4BD87C0}"/>
              </a:ext>
            </a:extLst>
          </p:cNvPr>
          <p:cNvPicPr>
            <a:picLocks noChangeAspect="1"/>
          </p:cNvPicPr>
          <p:nvPr userDrawn="1"/>
        </p:nvPicPr>
        <p:blipFill>
          <a:blip r:embed="rId4" cstate="screen">
            <a:biLevel thresh="25000"/>
            <a:extLst>
              <a:ext uri="{28A0092B-C50C-407E-A947-70E740481C1C}">
                <a14:useLocalDpi xmlns:a14="http://schemas.microsoft.com/office/drawing/2010/main"/>
              </a:ext>
            </a:extLst>
          </a:blip>
          <a:srcRect/>
          <a:stretch/>
        </p:blipFill>
        <p:spPr>
          <a:xfrm>
            <a:off x="6472341" y="5846171"/>
            <a:ext cx="1799872" cy="392930"/>
          </a:xfrm>
          <a:prstGeom prst="rect">
            <a:avLst/>
          </a:prstGeom>
        </p:spPr>
      </p:pic>
      <p:pic>
        <p:nvPicPr>
          <p:cNvPr id="11" name="Graphique 10">
            <a:extLst>
              <a:ext uri="{FF2B5EF4-FFF2-40B4-BE49-F238E27FC236}">
                <a16:creationId xmlns:a16="http://schemas.microsoft.com/office/drawing/2014/main" id="{BC2FA4FA-1637-95B0-0117-136CC2464AEA}"/>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6466830" y="574073"/>
            <a:ext cx="1655724" cy="848054"/>
          </a:xfrm>
          <a:prstGeom prst="rect">
            <a:avLst/>
          </a:prstGeom>
        </p:spPr>
      </p:pic>
      <p:sp>
        <p:nvSpPr>
          <p:cNvPr id="3" name="Espace réservé de la date 2">
            <a:extLst>
              <a:ext uri="{FF2B5EF4-FFF2-40B4-BE49-F238E27FC236}">
                <a16:creationId xmlns:a16="http://schemas.microsoft.com/office/drawing/2014/main" id="{1B445B4F-E38C-4B63-9A90-587654C709AD}"/>
              </a:ext>
            </a:extLst>
          </p:cNvPr>
          <p:cNvSpPr>
            <a:spLocks noGrp="1"/>
          </p:cNvSpPr>
          <p:nvPr>
            <p:ph type="dt" sz="half" idx="10"/>
          </p:nvPr>
        </p:nvSpPr>
        <p:spPr>
          <a:xfrm>
            <a:off x="6368273" y="5919525"/>
            <a:ext cx="2008008" cy="246221"/>
          </a:xfrm>
          <a:prstGeom prst="rect">
            <a:avLst/>
          </a:prstGeom>
        </p:spPr>
        <p:txBody>
          <a:bodyPr tIns="0" bIns="0"/>
          <a:lstStyle>
            <a:lvl1pPr algn="ctr">
              <a:defRPr sz="1600">
                <a:solidFill>
                  <a:schemeClr val="bg1"/>
                </a:solidFill>
                <a:latin typeface="+mj-lt"/>
              </a:defRPr>
            </a:lvl1pPr>
          </a:lstStyle>
          <a:p>
            <a:r>
              <a:rPr lang="fr-FR"/>
              <a:t>Juin 2024</a:t>
            </a:r>
          </a:p>
        </p:txBody>
      </p:sp>
      <p:sp>
        <p:nvSpPr>
          <p:cNvPr id="4" name="Espace réservé pour une image  7">
            <a:extLst>
              <a:ext uri="{FF2B5EF4-FFF2-40B4-BE49-F238E27FC236}">
                <a16:creationId xmlns:a16="http://schemas.microsoft.com/office/drawing/2014/main" id="{31D3CBFF-56C3-8F60-D8DA-23D8271A9B11}"/>
              </a:ext>
            </a:extLst>
          </p:cNvPr>
          <p:cNvSpPr>
            <a:spLocks noGrp="1"/>
          </p:cNvSpPr>
          <p:nvPr>
            <p:ph type="pic" sz="quarter" idx="14" hasCustomPrompt="1"/>
          </p:nvPr>
        </p:nvSpPr>
        <p:spPr>
          <a:xfrm>
            <a:off x="8298696" y="574073"/>
            <a:ext cx="1656000" cy="1086285"/>
          </a:xfrm>
        </p:spPr>
        <p:txBody>
          <a:bodyPr/>
          <a:lstStyle>
            <a:lvl1pPr>
              <a:defRPr/>
            </a:lvl1pPr>
          </a:lstStyle>
          <a:p>
            <a:r>
              <a:rPr lang="fr-FR"/>
              <a:t>Votre logo</a:t>
            </a:r>
          </a:p>
        </p:txBody>
      </p:sp>
    </p:spTree>
    <p:extLst>
      <p:ext uri="{BB962C8B-B14F-4D97-AF65-F5344CB8AC3E}">
        <p14:creationId xmlns:p14="http://schemas.microsoft.com/office/powerpoint/2010/main" val="2833121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re de section">
    <p:bg>
      <p:bgPr>
        <a:blipFill dpi="0" rotWithShape="1">
          <a:blip r:embed="rId2">
            <a:lum/>
          </a:blip>
          <a:srcRect/>
          <a:stretch>
            <a:fillRect l="-25000" t="-9000" r="25000" b="-9000"/>
          </a:stretch>
        </a:blipFill>
        <a:effectLst/>
      </p:bgPr>
    </p:bg>
    <p:spTree>
      <p:nvGrpSpPr>
        <p:cNvPr id="1" name=""/>
        <p:cNvGrpSpPr/>
        <p:nvPr/>
      </p:nvGrpSpPr>
      <p:grpSpPr>
        <a:xfrm>
          <a:off x="0" y="0"/>
          <a:ext cx="0" cy="0"/>
          <a:chOff x="0" y="0"/>
          <a:chExt cx="0" cy="0"/>
        </a:xfrm>
      </p:grpSpPr>
      <p:pic>
        <p:nvPicPr>
          <p:cNvPr id="8" name="Graphique 7">
            <a:extLst>
              <a:ext uri="{FF2B5EF4-FFF2-40B4-BE49-F238E27FC236}">
                <a16:creationId xmlns:a16="http://schemas.microsoft.com/office/drawing/2014/main" id="{BE485984-223D-75E4-942F-0F603A787B0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1220"/>
            <a:ext cx="12191998" cy="6856780"/>
          </a:xfrm>
          <a:prstGeom prst="rect">
            <a:avLst/>
          </a:prstGeom>
        </p:spPr>
      </p:pic>
      <p:sp>
        <p:nvSpPr>
          <p:cNvPr id="2" name="Titre 1">
            <a:extLst>
              <a:ext uri="{FF2B5EF4-FFF2-40B4-BE49-F238E27FC236}">
                <a16:creationId xmlns:a16="http://schemas.microsoft.com/office/drawing/2014/main" id="{035F0BCA-3463-8883-450F-990F6DCC4AD8}"/>
              </a:ext>
            </a:extLst>
          </p:cNvPr>
          <p:cNvSpPr>
            <a:spLocks noGrp="1"/>
          </p:cNvSpPr>
          <p:nvPr>
            <p:ph type="title" hasCustomPrompt="1"/>
          </p:nvPr>
        </p:nvSpPr>
        <p:spPr>
          <a:xfrm>
            <a:off x="6005769" y="3324828"/>
            <a:ext cx="5696237" cy="784830"/>
          </a:xfrm>
        </p:spPr>
        <p:txBody>
          <a:bodyPr/>
          <a:lstStyle>
            <a:lvl1pPr>
              <a:defRPr sz="5000">
                <a:solidFill>
                  <a:schemeClr val="bg1"/>
                </a:solidFill>
              </a:defRPr>
            </a:lvl1pPr>
          </a:lstStyle>
          <a:p>
            <a:r>
              <a:rPr lang="fr-FR"/>
              <a:t>Titre de section</a:t>
            </a:r>
          </a:p>
        </p:txBody>
      </p:sp>
      <p:sp>
        <p:nvSpPr>
          <p:cNvPr id="10" name="Espace réservé du texte 48">
            <a:extLst>
              <a:ext uri="{FF2B5EF4-FFF2-40B4-BE49-F238E27FC236}">
                <a16:creationId xmlns:a16="http://schemas.microsoft.com/office/drawing/2014/main" id="{B4B7766B-55B2-FD08-F4E7-9DB10A43E321}"/>
              </a:ext>
            </a:extLst>
          </p:cNvPr>
          <p:cNvSpPr>
            <a:spLocks noGrp="1"/>
          </p:cNvSpPr>
          <p:nvPr>
            <p:ph type="body" sz="quarter" idx="20" hasCustomPrompt="1"/>
          </p:nvPr>
        </p:nvSpPr>
        <p:spPr>
          <a:xfrm>
            <a:off x="5762703" y="421674"/>
            <a:ext cx="5939304" cy="3216265"/>
          </a:xfrm>
        </p:spPr>
        <p:txBody>
          <a:bodyPr wrap="square" anchor="b" anchorCtr="0">
            <a:spAutoFit/>
          </a:bodyPr>
          <a:lstStyle>
            <a:lvl1pPr>
              <a:lnSpc>
                <a:spcPct val="100000"/>
              </a:lnSpc>
              <a:defRPr sz="20300">
                <a:solidFill>
                  <a:schemeClr val="bg1"/>
                </a:solidFill>
                <a:latin typeface="+mj-lt"/>
              </a:defRPr>
            </a:lvl1pPr>
          </a:lstStyle>
          <a:p>
            <a:pPr lvl="0"/>
            <a:r>
              <a:rPr lang="fr-FR"/>
              <a:t>01</a:t>
            </a:r>
          </a:p>
        </p:txBody>
      </p:sp>
      <p:pic>
        <p:nvPicPr>
          <p:cNvPr id="12" name="Graphique 11">
            <a:extLst>
              <a:ext uri="{FF2B5EF4-FFF2-40B4-BE49-F238E27FC236}">
                <a16:creationId xmlns:a16="http://schemas.microsoft.com/office/drawing/2014/main" id="{5BB28729-11C6-5C85-8F64-EEBBFE57E4FF}"/>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2384084" y="956901"/>
            <a:ext cx="3997063" cy="3997063"/>
          </a:xfrm>
          <a:prstGeom prst="rect">
            <a:avLst/>
          </a:prstGeom>
        </p:spPr>
      </p:pic>
      <p:sp>
        <p:nvSpPr>
          <p:cNvPr id="6" name="Forme libre 12">
            <a:extLst>
              <a:ext uri="{FF2B5EF4-FFF2-40B4-BE49-F238E27FC236}">
                <a16:creationId xmlns:a16="http://schemas.microsoft.com/office/drawing/2014/main" id="{65C18737-81C3-2DDD-39FB-7E95576D5EBB}"/>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32D09E51-E38C-0432-DA7B-6E26CDB87A10}"/>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Juin 2024</a:t>
            </a:r>
          </a:p>
        </p:txBody>
      </p:sp>
      <p:sp>
        <p:nvSpPr>
          <p:cNvPr id="9" name="Espace réservé du pied de page 3">
            <a:extLst>
              <a:ext uri="{FF2B5EF4-FFF2-40B4-BE49-F238E27FC236}">
                <a16:creationId xmlns:a16="http://schemas.microsoft.com/office/drawing/2014/main" id="{BC51D972-31E2-97F4-3E20-14BBF62FDF2A}"/>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sp>
        <p:nvSpPr>
          <p:cNvPr id="11" name="Espace réservé du numéro de diapositive 4">
            <a:extLst>
              <a:ext uri="{FF2B5EF4-FFF2-40B4-BE49-F238E27FC236}">
                <a16:creationId xmlns:a16="http://schemas.microsoft.com/office/drawing/2014/main" id="{32A0096F-BF4D-A177-D783-638A85030D78}"/>
              </a:ext>
            </a:extLst>
          </p:cNvPr>
          <p:cNvSpPr>
            <a:spLocks noGrp="1"/>
          </p:cNvSpPr>
          <p:nvPr>
            <p:ph type="sldNum" sz="quarter" idx="12"/>
          </p:nvPr>
        </p:nvSpPr>
        <p:spPr>
          <a:xfrm>
            <a:off x="11525908" y="6382485"/>
            <a:ext cx="560986" cy="276999"/>
          </a:xfrm>
        </p:spPr>
        <p:txBody>
          <a:bodyPr/>
          <a:lstStyle>
            <a:lvl1pPr>
              <a:defRPr>
                <a:solidFill>
                  <a:schemeClr val="tx1"/>
                </a:solidFill>
              </a:defRPr>
            </a:lvl1pPr>
          </a:lstStyle>
          <a:p>
            <a:fld id="{CD166EB1-B284-8541-B839-321F682B6B05}" type="slidenum">
              <a:rPr lang="fr-FR" smtClean="0"/>
              <a:pPr/>
              <a:t>‹N°›</a:t>
            </a:fld>
            <a:endParaRPr lang="fr-FR"/>
          </a:p>
        </p:txBody>
      </p:sp>
    </p:spTree>
    <p:extLst>
      <p:ext uri="{BB962C8B-B14F-4D97-AF65-F5344CB8AC3E}">
        <p14:creationId xmlns:p14="http://schemas.microsoft.com/office/powerpoint/2010/main" val="2766732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re de sous-section">
    <p:bg>
      <p:bgPr>
        <a:solidFill>
          <a:schemeClr val="bg1"/>
        </a:solidFill>
        <a:effectLst/>
      </p:bgPr>
    </p:bg>
    <p:spTree>
      <p:nvGrpSpPr>
        <p:cNvPr id="1" name=""/>
        <p:cNvGrpSpPr/>
        <p:nvPr/>
      </p:nvGrpSpPr>
      <p:grpSpPr>
        <a:xfrm>
          <a:off x="0" y="0"/>
          <a:ext cx="0" cy="0"/>
          <a:chOff x="0" y="0"/>
          <a:chExt cx="0" cy="0"/>
        </a:xfrm>
      </p:grpSpPr>
      <p:sp>
        <p:nvSpPr>
          <p:cNvPr id="13" name="Forme libre 12">
            <a:extLst>
              <a:ext uri="{FF2B5EF4-FFF2-40B4-BE49-F238E27FC236}">
                <a16:creationId xmlns:a16="http://schemas.microsoft.com/office/drawing/2014/main" id="{3A20D5C4-44D2-A52C-1CEA-491F848CA0A0}"/>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2" name="Titre 1">
            <a:extLst>
              <a:ext uri="{FF2B5EF4-FFF2-40B4-BE49-F238E27FC236}">
                <a16:creationId xmlns:a16="http://schemas.microsoft.com/office/drawing/2014/main" id="{035F0BCA-3463-8883-450F-990F6DCC4AD8}"/>
              </a:ext>
            </a:extLst>
          </p:cNvPr>
          <p:cNvSpPr>
            <a:spLocks noGrp="1"/>
          </p:cNvSpPr>
          <p:nvPr>
            <p:ph type="title" hasCustomPrompt="1"/>
          </p:nvPr>
        </p:nvSpPr>
        <p:spPr>
          <a:xfrm>
            <a:off x="550236" y="3672068"/>
            <a:ext cx="4450028" cy="1477328"/>
          </a:xfrm>
        </p:spPr>
        <p:txBody>
          <a:bodyPr/>
          <a:lstStyle>
            <a:lvl1pPr>
              <a:defRPr sz="5000">
                <a:solidFill>
                  <a:schemeClr val="tx1"/>
                </a:solidFill>
              </a:defRPr>
            </a:lvl1pPr>
          </a:lstStyle>
          <a:p>
            <a:r>
              <a:rPr lang="fr-FR"/>
              <a:t>Titre de sous-section</a:t>
            </a:r>
          </a:p>
        </p:txBody>
      </p:sp>
      <p:sp>
        <p:nvSpPr>
          <p:cNvPr id="10" name="Espace réservé du texte 48">
            <a:extLst>
              <a:ext uri="{FF2B5EF4-FFF2-40B4-BE49-F238E27FC236}">
                <a16:creationId xmlns:a16="http://schemas.microsoft.com/office/drawing/2014/main" id="{B4B7766B-55B2-FD08-F4E7-9DB10A43E321}"/>
              </a:ext>
            </a:extLst>
          </p:cNvPr>
          <p:cNvSpPr>
            <a:spLocks noGrp="1"/>
          </p:cNvSpPr>
          <p:nvPr>
            <p:ph type="body" sz="quarter" idx="20" hasCustomPrompt="1"/>
          </p:nvPr>
        </p:nvSpPr>
        <p:spPr>
          <a:xfrm>
            <a:off x="335665" y="-291680"/>
            <a:ext cx="4123242" cy="3570208"/>
          </a:xfrm>
        </p:spPr>
        <p:txBody>
          <a:bodyPr wrap="square" anchor="b" anchorCtr="0">
            <a:spAutoFit/>
          </a:bodyPr>
          <a:lstStyle>
            <a:lvl1pPr algn="l">
              <a:lnSpc>
                <a:spcPct val="100000"/>
              </a:lnSpc>
              <a:defRPr sz="22600">
                <a:ln>
                  <a:solidFill>
                    <a:schemeClr val="tx1"/>
                  </a:solidFill>
                </a:ln>
                <a:noFill/>
                <a:latin typeface="+mj-lt"/>
              </a:defRPr>
            </a:lvl1pPr>
          </a:lstStyle>
          <a:p>
            <a:pPr lvl="0"/>
            <a:r>
              <a:rPr lang="fr-FR"/>
              <a:t>01</a:t>
            </a:r>
          </a:p>
        </p:txBody>
      </p:sp>
      <p:pic>
        <p:nvPicPr>
          <p:cNvPr id="19" name="Graphique 18">
            <a:extLst>
              <a:ext uri="{FF2B5EF4-FFF2-40B4-BE49-F238E27FC236}">
                <a16:creationId xmlns:a16="http://schemas.microsoft.com/office/drawing/2014/main" id="{3225D2D9-3F19-757A-702A-11588E1C7DF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96000" y="-1379521"/>
            <a:ext cx="7197908" cy="7465441"/>
          </a:xfrm>
          <a:prstGeom prst="rect">
            <a:avLst/>
          </a:prstGeom>
        </p:spPr>
      </p:pic>
      <p:sp>
        <p:nvSpPr>
          <p:cNvPr id="6" name="Espace réservé de la date 2">
            <a:extLst>
              <a:ext uri="{FF2B5EF4-FFF2-40B4-BE49-F238E27FC236}">
                <a16:creationId xmlns:a16="http://schemas.microsoft.com/office/drawing/2014/main" id="{75FA347F-1B1B-40AF-17D2-6D0D361C3F6B}"/>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7" name="Espace réservé du pied de page 3">
            <a:extLst>
              <a:ext uri="{FF2B5EF4-FFF2-40B4-BE49-F238E27FC236}">
                <a16:creationId xmlns:a16="http://schemas.microsoft.com/office/drawing/2014/main" id="{28DBC22E-E756-5C75-2832-F7BB57224464}"/>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8" name="Espace réservé du numéro de diapositive 4">
            <a:extLst>
              <a:ext uri="{FF2B5EF4-FFF2-40B4-BE49-F238E27FC236}">
                <a16:creationId xmlns:a16="http://schemas.microsoft.com/office/drawing/2014/main" id="{A1DA8DF3-6A91-9DC8-1C70-24BFA4C01C41}"/>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Tree>
    <p:extLst>
      <p:ext uri="{BB962C8B-B14F-4D97-AF65-F5344CB8AC3E}">
        <p14:creationId xmlns:p14="http://schemas.microsoft.com/office/powerpoint/2010/main" val="3229061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able des matières">
    <p:bg>
      <p:bgPr>
        <a:solidFill>
          <a:schemeClr val="bg1"/>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994AD789-71B0-EB17-F83B-15CE4CF01F7F}"/>
              </a:ext>
            </a:extLst>
          </p:cNvPr>
          <p:cNvPicPr>
            <a:picLocks noChangeAspect="1"/>
          </p:cNvPicPr>
          <p:nvPr userDrawn="1"/>
        </p:nvPicPr>
        <p:blipFill>
          <a:blip r:embed="rId2">
            <a:alphaModFix amt="20000"/>
          </a:blip>
          <a:srcRect/>
          <a:stretch/>
        </p:blipFill>
        <p:spPr>
          <a:xfrm>
            <a:off x="6728993" y="-1761760"/>
            <a:ext cx="7479654" cy="7479654"/>
          </a:xfrm>
          <a:prstGeom prst="rect">
            <a:avLst/>
          </a:prstGeom>
        </p:spPr>
      </p:pic>
      <p:sp>
        <p:nvSpPr>
          <p:cNvPr id="2" name="Titre 1">
            <a:extLst>
              <a:ext uri="{FF2B5EF4-FFF2-40B4-BE49-F238E27FC236}">
                <a16:creationId xmlns:a16="http://schemas.microsoft.com/office/drawing/2014/main" id="{3742E229-9D19-8389-99BE-423A41E2B78D}"/>
              </a:ext>
            </a:extLst>
          </p:cNvPr>
          <p:cNvSpPr>
            <a:spLocks noGrp="1"/>
          </p:cNvSpPr>
          <p:nvPr>
            <p:ph type="title" hasCustomPrompt="1"/>
          </p:nvPr>
        </p:nvSpPr>
        <p:spPr>
          <a:xfrm>
            <a:off x="537575" y="560168"/>
            <a:ext cx="11086578" cy="590931"/>
          </a:xfrm>
        </p:spPr>
        <p:txBody>
          <a:bodyPr/>
          <a:lstStyle>
            <a:lvl1pPr>
              <a:defRPr b="1"/>
            </a:lvl1pPr>
          </a:lstStyle>
          <a:p>
            <a:r>
              <a:rPr lang="fr-FR"/>
              <a:t>Table des matières</a:t>
            </a:r>
          </a:p>
        </p:txBody>
      </p:sp>
      <p:sp>
        <p:nvSpPr>
          <p:cNvPr id="6" name="Espace réservé du texte 48">
            <a:extLst>
              <a:ext uri="{FF2B5EF4-FFF2-40B4-BE49-F238E27FC236}">
                <a16:creationId xmlns:a16="http://schemas.microsoft.com/office/drawing/2014/main" id="{356EBF43-EBB9-CECB-CFBE-5DAE9C879EB4}"/>
              </a:ext>
            </a:extLst>
          </p:cNvPr>
          <p:cNvSpPr>
            <a:spLocks noGrp="1"/>
          </p:cNvSpPr>
          <p:nvPr>
            <p:ph type="body" sz="quarter" idx="21" hasCustomPrompt="1"/>
          </p:nvPr>
        </p:nvSpPr>
        <p:spPr>
          <a:xfrm>
            <a:off x="628665" y="1490402"/>
            <a:ext cx="1903104" cy="923330"/>
          </a:xfrm>
        </p:spPr>
        <p:txBody>
          <a:bodyPr wrap="square" lIns="0" tIns="0" rIns="0" bIns="0" anchor="ctr" anchorCtr="0">
            <a:spAutoFit/>
          </a:bodyPr>
          <a:lstStyle>
            <a:lvl1pPr algn="l">
              <a:lnSpc>
                <a:spcPct val="100000"/>
              </a:lnSpc>
              <a:defRPr sz="6000">
                <a:solidFill>
                  <a:schemeClr val="accent3"/>
                </a:solidFill>
                <a:latin typeface="+mj-lt"/>
              </a:defRPr>
            </a:lvl1pPr>
          </a:lstStyle>
          <a:p>
            <a:pPr lvl="0"/>
            <a:r>
              <a:rPr lang="fr-FR"/>
              <a:t>01</a:t>
            </a:r>
          </a:p>
        </p:txBody>
      </p:sp>
      <p:sp>
        <p:nvSpPr>
          <p:cNvPr id="7" name="Espace réservé du texte 48">
            <a:extLst>
              <a:ext uri="{FF2B5EF4-FFF2-40B4-BE49-F238E27FC236}">
                <a16:creationId xmlns:a16="http://schemas.microsoft.com/office/drawing/2014/main" id="{1185732E-2238-C332-7E9C-EA3399B6EB97}"/>
              </a:ext>
            </a:extLst>
          </p:cNvPr>
          <p:cNvSpPr>
            <a:spLocks noGrp="1"/>
          </p:cNvSpPr>
          <p:nvPr>
            <p:ph type="body" sz="quarter" idx="22" hasCustomPrompt="1"/>
          </p:nvPr>
        </p:nvSpPr>
        <p:spPr>
          <a:xfrm>
            <a:off x="929915" y="2413732"/>
            <a:ext cx="2368869" cy="276999"/>
          </a:xfrm>
        </p:spPr>
        <p:txBody>
          <a:bodyPr wrap="square" lIns="0" tIns="0" rIns="0" bIns="0" anchor="ctr" anchorCtr="0">
            <a:spAutoFit/>
          </a:bodyPr>
          <a:lstStyle>
            <a:lvl1pPr algn="l">
              <a:lnSpc>
                <a:spcPct val="100000"/>
              </a:lnSpc>
              <a:defRPr sz="1800">
                <a:solidFill>
                  <a:schemeClr val="tx1"/>
                </a:solidFill>
                <a:latin typeface="+mj-lt"/>
              </a:defRPr>
            </a:lvl1pPr>
          </a:lstStyle>
          <a:p>
            <a:pPr lvl="0"/>
            <a:r>
              <a:rPr lang="fr-FR"/>
              <a:t>Titre section</a:t>
            </a:r>
          </a:p>
        </p:txBody>
      </p:sp>
      <p:sp>
        <p:nvSpPr>
          <p:cNvPr id="9" name="Espace réservé du texte 48">
            <a:extLst>
              <a:ext uri="{FF2B5EF4-FFF2-40B4-BE49-F238E27FC236}">
                <a16:creationId xmlns:a16="http://schemas.microsoft.com/office/drawing/2014/main" id="{043205BE-CA39-8038-E67E-BC8DB504526E}"/>
              </a:ext>
            </a:extLst>
          </p:cNvPr>
          <p:cNvSpPr>
            <a:spLocks noGrp="1"/>
          </p:cNvSpPr>
          <p:nvPr>
            <p:ph type="body" sz="quarter" idx="24" hasCustomPrompt="1"/>
          </p:nvPr>
        </p:nvSpPr>
        <p:spPr>
          <a:xfrm>
            <a:off x="929915" y="2668375"/>
            <a:ext cx="2368869" cy="246221"/>
          </a:xfrm>
        </p:spPr>
        <p:txBody>
          <a:bodyPr wrap="square" lIns="0" tIns="0" rIns="0" bIns="0" anchor="ctr"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10" name="Espace réservé du texte 48">
            <a:extLst>
              <a:ext uri="{FF2B5EF4-FFF2-40B4-BE49-F238E27FC236}">
                <a16:creationId xmlns:a16="http://schemas.microsoft.com/office/drawing/2014/main" id="{D8FFBD9A-0FFF-3CA4-B667-B169CD14A2F5}"/>
              </a:ext>
            </a:extLst>
          </p:cNvPr>
          <p:cNvSpPr>
            <a:spLocks noGrp="1"/>
          </p:cNvSpPr>
          <p:nvPr>
            <p:ph type="body" sz="quarter" idx="25" hasCustomPrompt="1"/>
          </p:nvPr>
        </p:nvSpPr>
        <p:spPr>
          <a:xfrm>
            <a:off x="381965" y="2413732"/>
            <a:ext cx="528741" cy="276999"/>
          </a:xfrm>
        </p:spPr>
        <p:txBody>
          <a:bodyPr wrap="square" lIns="0" tIns="0" rIns="0" bIns="0" anchor="ctr" anchorCtr="0">
            <a:spAutoFit/>
          </a:bodyPr>
          <a:lstStyle>
            <a:lvl1pPr algn="r">
              <a:lnSpc>
                <a:spcPct val="100000"/>
              </a:lnSpc>
              <a:defRPr sz="1800">
                <a:solidFill>
                  <a:schemeClr val="accent3"/>
                </a:solidFill>
                <a:latin typeface="+mj-lt"/>
              </a:defRPr>
            </a:lvl1pPr>
          </a:lstStyle>
          <a:p>
            <a:pPr lvl="0"/>
            <a:r>
              <a:rPr lang="fr-FR"/>
              <a:t>XX</a:t>
            </a:r>
          </a:p>
        </p:txBody>
      </p:sp>
      <p:sp>
        <p:nvSpPr>
          <p:cNvPr id="11" name="Espace réservé du texte 48">
            <a:extLst>
              <a:ext uri="{FF2B5EF4-FFF2-40B4-BE49-F238E27FC236}">
                <a16:creationId xmlns:a16="http://schemas.microsoft.com/office/drawing/2014/main" id="{941831AF-37F9-4B3E-692D-48483C324F3F}"/>
              </a:ext>
            </a:extLst>
          </p:cNvPr>
          <p:cNvSpPr>
            <a:spLocks noGrp="1"/>
          </p:cNvSpPr>
          <p:nvPr>
            <p:ph type="body" sz="quarter" idx="26" hasCustomPrompt="1"/>
          </p:nvPr>
        </p:nvSpPr>
        <p:spPr>
          <a:xfrm>
            <a:off x="381965" y="2691524"/>
            <a:ext cx="528741" cy="246221"/>
          </a:xfrm>
        </p:spPr>
        <p:txBody>
          <a:bodyPr wrap="square" lIns="0" tIns="0" rIns="0" bIns="0" anchor="ctr" anchorCtr="0">
            <a:spAutoFit/>
          </a:bodyPr>
          <a:lstStyle>
            <a:lvl1pPr algn="r">
              <a:lnSpc>
                <a:spcPct val="100000"/>
              </a:lnSpc>
              <a:defRPr sz="1600">
                <a:solidFill>
                  <a:schemeClr val="accent3"/>
                </a:solidFill>
                <a:latin typeface="+mn-lt"/>
              </a:defRPr>
            </a:lvl1pPr>
          </a:lstStyle>
          <a:p>
            <a:pPr lvl="0"/>
            <a:r>
              <a:rPr lang="fr-FR"/>
              <a:t>XX</a:t>
            </a:r>
          </a:p>
        </p:txBody>
      </p:sp>
      <p:sp>
        <p:nvSpPr>
          <p:cNvPr id="12" name="Espace réservé du texte 48">
            <a:extLst>
              <a:ext uri="{FF2B5EF4-FFF2-40B4-BE49-F238E27FC236}">
                <a16:creationId xmlns:a16="http://schemas.microsoft.com/office/drawing/2014/main" id="{2E1F500B-6010-14D2-08D2-099EC2CDE79D}"/>
              </a:ext>
            </a:extLst>
          </p:cNvPr>
          <p:cNvSpPr>
            <a:spLocks noGrp="1"/>
          </p:cNvSpPr>
          <p:nvPr>
            <p:ph type="body" sz="quarter" idx="27" hasCustomPrompt="1"/>
          </p:nvPr>
        </p:nvSpPr>
        <p:spPr>
          <a:xfrm>
            <a:off x="4494610" y="1490402"/>
            <a:ext cx="1903104" cy="923330"/>
          </a:xfrm>
        </p:spPr>
        <p:txBody>
          <a:bodyPr wrap="square" lIns="0" tIns="0" rIns="0" bIns="0" anchor="ctr" anchorCtr="0">
            <a:spAutoFit/>
          </a:bodyPr>
          <a:lstStyle>
            <a:lvl1pPr algn="l">
              <a:lnSpc>
                <a:spcPct val="100000"/>
              </a:lnSpc>
              <a:defRPr sz="6000">
                <a:solidFill>
                  <a:schemeClr val="accent3"/>
                </a:solidFill>
                <a:latin typeface="+mj-lt"/>
              </a:defRPr>
            </a:lvl1pPr>
          </a:lstStyle>
          <a:p>
            <a:pPr lvl="0"/>
            <a:r>
              <a:rPr lang="fr-FR"/>
              <a:t>01</a:t>
            </a:r>
          </a:p>
        </p:txBody>
      </p:sp>
      <p:sp>
        <p:nvSpPr>
          <p:cNvPr id="13" name="Espace réservé du texte 48">
            <a:extLst>
              <a:ext uri="{FF2B5EF4-FFF2-40B4-BE49-F238E27FC236}">
                <a16:creationId xmlns:a16="http://schemas.microsoft.com/office/drawing/2014/main" id="{B6387193-7261-F87E-E7B5-A75CB34E7A4E}"/>
              </a:ext>
            </a:extLst>
          </p:cNvPr>
          <p:cNvSpPr>
            <a:spLocks noGrp="1"/>
          </p:cNvSpPr>
          <p:nvPr>
            <p:ph type="body" sz="quarter" idx="28" hasCustomPrompt="1"/>
          </p:nvPr>
        </p:nvSpPr>
        <p:spPr>
          <a:xfrm>
            <a:off x="4795860" y="2413732"/>
            <a:ext cx="2368869" cy="276999"/>
          </a:xfrm>
        </p:spPr>
        <p:txBody>
          <a:bodyPr wrap="square" lIns="0" tIns="0" rIns="0" bIns="0" anchor="ctr" anchorCtr="0">
            <a:spAutoFit/>
          </a:bodyPr>
          <a:lstStyle>
            <a:lvl1pPr algn="l">
              <a:lnSpc>
                <a:spcPct val="100000"/>
              </a:lnSpc>
              <a:defRPr sz="1800">
                <a:solidFill>
                  <a:schemeClr val="tx1"/>
                </a:solidFill>
                <a:latin typeface="+mj-lt"/>
              </a:defRPr>
            </a:lvl1pPr>
          </a:lstStyle>
          <a:p>
            <a:pPr lvl="0"/>
            <a:r>
              <a:rPr lang="fr-FR"/>
              <a:t>Titre section</a:t>
            </a:r>
          </a:p>
        </p:txBody>
      </p:sp>
      <p:sp>
        <p:nvSpPr>
          <p:cNvPr id="14" name="Espace réservé du texte 48">
            <a:extLst>
              <a:ext uri="{FF2B5EF4-FFF2-40B4-BE49-F238E27FC236}">
                <a16:creationId xmlns:a16="http://schemas.microsoft.com/office/drawing/2014/main" id="{E37324B8-515B-845F-D112-721FEE922B6D}"/>
              </a:ext>
            </a:extLst>
          </p:cNvPr>
          <p:cNvSpPr>
            <a:spLocks noGrp="1"/>
          </p:cNvSpPr>
          <p:nvPr>
            <p:ph type="body" sz="quarter" idx="29" hasCustomPrompt="1"/>
          </p:nvPr>
        </p:nvSpPr>
        <p:spPr>
          <a:xfrm>
            <a:off x="4795860" y="2668375"/>
            <a:ext cx="2368869" cy="246221"/>
          </a:xfrm>
        </p:spPr>
        <p:txBody>
          <a:bodyPr wrap="square" lIns="0" tIns="0" rIns="0" bIns="0" anchor="ctr"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15" name="Espace réservé du texte 48">
            <a:extLst>
              <a:ext uri="{FF2B5EF4-FFF2-40B4-BE49-F238E27FC236}">
                <a16:creationId xmlns:a16="http://schemas.microsoft.com/office/drawing/2014/main" id="{A8F2BB55-3005-6CDF-D72B-150B9F571401}"/>
              </a:ext>
            </a:extLst>
          </p:cNvPr>
          <p:cNvSpPr>
            <a:spLocks noGrp="1"/>
          </p:cNvSpPr>
          <p:nvPr>
            <p:ph type="body" sz="quarter" idx="30" hasCustomPrompt="1"/>
          </p:nvPr>
        </p:nvSpPr>
        <p:spPr>
          <a:xfrm>
            <a:off x="4247910" y="2413732"/>
            <a:ext cx="528741" cy="276999"/>
          </a:xfrm>
        </p:spPr>
        <p:txBody>
          <a:bodyPr wrap="square" lIns="0" tIns="0" rIns="0" bIns="0" anchor="ctr" anchorCtr="0">
            <a:spAutoFit/>
          </a:bodyPr>
          <a:lstStyle>
            <a:lvl1pPr algn="r">
              <a:lnSpc>
                <a:spcPct val="100000"/>
              </a:lnSpc>
              <a:defRPr sz="1800">
                <a:solidFill>
                  <a:schemeClr val="accent3"/>
                </a:solidFill>
                <a:latin typeface="+mj-lt"/>
              </a:defRPr>
            </a:lvl1pPr>
          </a:lstStyle>
          <a:p>
            <a:pPr lvl="0"/>
            <a:r>
              <a:rPr lang="fr-FR"/>
              <a:t>XX</a:t>
            </a:r>
          </a:p>
        </p:txBody>
      </p:sp>
      <p:sp>
        <p:nvSpPr>
          <p:cNvPr id="16" name="Espace réservé du texte 48">
            <a:extLst>
              <a:ext uri="{FF2B5EF4-FFF2-40B4-BE49-F238E27FC236}">
                <a16:creationId xmlns:a16="http://schemas.microsoft.com/office/drawing/2014/main" id="{94298EB5-0802-1B1D-F96E-DD1E15FBB6FC}"/>
              </a:ext>
            </a:extLst>
          </p:cNvPr>
          <p:cNvSpPr>
            <a:spLocks noGrp="1"/>
          </p:cNvSpPr>
          <p:nvPr>
            <p:ph type="body" sz="quarter" idx="31" hasCustomPrompt="1"/>
          </p:nvPr>
        </p:nvSpPr>
        <p:spPr>
          <a:xfrm>
            <a:off x="4247910" y="2691524"/>
            <a:ext cx="528741" cy="246221"/>
          </a:xfrm>
        </p:spPr>
        <p:txBody>
          <a:bodyPr wrap="square" lIns="0" tIns="0" rIns="0" bIns="0" anchor="ctr" anchorCtr="0">
            <a:spAutoFit/>
          </a:bodyPr>
          <a:lstStyle>
            <a:lvl1pPr algn="r">
              <a:lnSpc>
                <a:spcPct val="100000"/>
              </a:lnSpc>
              <a:defRPr sz="1600">
                <a:solidFill>
                  <a:schemeClr val="accent3"/>
                </a:solidFill>
                <a:latin typeface="+mn-lt"/>
              </a:defRPr>
            </a:lvl1pPr>
          </a:lstStyle>
          <a:p>
            <a:pPr lvl="0"/>
            <a:r>
              <a:rPr lang="fr-FR"/>
              <a:t>XX</a:t>
            </a:r>
          </a:p>
        </p:txBody>
      </p:sp>
      <p:sp>
        <p:nvSpPr>
          <p:cNvPr id="17" name="Espace réservé du texte 48">
            <a:extLst>
              <a:ext uri="{FF2B5EF4-FFF2-40B4-BE49-F238E27FC236}">
                <a16:creationId xmlns:a16="http://schemas.microsoft.com/office/drawing/2014/main" id="{1E07E798-A24B-F9C2-73D1-58346D95ECC4}"/>
              </a:ext>
            </a:extLst>
          </p:cNvPr>
          <p:cNvSpPr>
            <a:spLocks noGrp="1"/>
          </p:cNvSpPr>
          <p:nvPr>
            <p:ph type="body" sz="quarter" idx="32" hasCustomPrompt="1"/>
          </p:nvPr>
        </p:nvSpPr>
        <p:spPr>
          <a:xfrm>
            <a:off x="8360555" y="1490402"/>
            <a:ext cx="1903104" cy="923330"/>
          </a:xfrm>
        </p:spPr>
        <p:txBody>
          <a:bodyPr wrap="square" lIns="0" tIns="0" rIns="0" bIns="0" anchor="ctr" anchorCtr="0">
            <a:spAutoFit/>
          </a:bodyPr>
          <a:lstStyle>
            <a:lvl1pPr algn="l">
              <a:lnSpc>
                <a:spcPct val="100000"/>
              </a:lnSpc>
              <a:defRPr sz="6000">
                <a:solidFill>
                  <a:schemeClr val="accent3"/>
                </a:solidFill>
                <a:latin typeface="+mj-lt"/>
              </a:defRPr>
            </a:lvl1pPr>
          </a:lstStyle>
          <a:p>
            <a:pPr lvl="0"/>
            <a:r>
              <a:rPr lang="fr-FR"/>
              <a:t>01</a:t>
            </a:r>
          </a:p>
        </p:txBody>
      </p:sp>
      <p:sp>
        <p:nvSpPr>
          <p:cNvPr id="18" name="Espace réservé du texte 48">
            <a:extLst>
              <a:ext uri="{FF2B5EF4-FFF2-40B4-BE49-F238E27FC236}">
                <a16:creationId xmlns:a16="http://schemas.microsoft.com/office/drawing/2014/main" id="{B479353D-5728-4CB9-023A-0E40754FAFAB}"/>
              </a:ext>
            </a:extLst>
          </p:cNvPr>
          <p:cNvSpPr>
            <a:spLocks noGrp="1"/>
          </p:cNvSpPr>
          <p:nvPr>
            <p:ph type="body" sz="quarter" idx="33" hasCustomPrompt="1"/>
          </p:nvPr>
        </p:nvSpPr>
        <p:spPr>
          <a:xfrm>
            <a:off x="8661805" y="2413732"/>
            <a:ext cx="2368869" cy="276999"/>
          </a:xfrm>
        </p:spPr>
        <p:txBody>
          <a:bodyPr wrap="square" lIns="0" tIns="0" rIns="0" bIns="0" anchor="ctr" anchorCtr="0">
            <a:spAutoFit/>
          </a:bodyPr>
          <a:lstStyle>
            <a:lvl1pPr algn="l">
              <a:lnSpc>
                <a:spcPct val="100000"/>
              </a:lnSpc>
              <a:defRPr sz="1800">
                <a:solidFill>
                  <a:schemeClr val="tx1"/>
                </a:solidFill>
                <a:latin typeface="+mj-lt"/>
              </a:defRPr>
            </a:lvl1pPr>
          </a:lstStyle>
          <a:p>
            <a:pPr lvl="0"/>
            <a:r>
              <a:rPr lang="fr-FR"/>
              <a:t>Titre section</a:t>
            </a:r>
          </a:p>
        </p:txBody>
      </p:sp>
      <p:sp>
        <p:nvSpPr>
          <p:cNvPr id="19" name="Espace réservé du texte 48">
            <a:extLst>
              <a:ext uri="{FF2B5EF4-FFF2-40B4-BE49-F238E27FC236}">
                <a16:creationId xmlns:a16="http://schemas.microsoft.com/office/drawing/2014/main" id="{3FE71596-CDA7-6E86-4AB6-10452D613831}"/>
              </a:ext>
            </a:extLst>
          </p:cNvPr>
          <p:cNvSpPr>
            <a:spLocks noGrp="1"/>
          </p:cNvSpPr>
          <p:nvPr>
            <p:ph type="body" sz="quarter" idx="34" hasCustomPrompt="1"/>
          </p:nvPr>
        </p:nvSpPr>
        <p:spPr>
          <a:xfrm>
            <a:off x="8661805" y="2668375"/>
            <a:ext cx="2368869" cy="246221"/>
          </a:xfrm>
        </p:spPr>
        <p:txBody>
          <a:bodyPr wrap="square" lIns="0" tIns="0" rIns="0" bIns="0" anchor="ctr"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20" name="Espace réservé du texte 48">
            <a:extLst>
              <a:ext uri="{FF2B5EF4-FFF2-40B4-BE49-F238E27FC236}">
                <a16:creationId xmlns:a16="http://schemas.microsoft.com/office/drawing/2014/main" id="{26E8A052-7604-5473-DEB3-308917DC3504}"/>
              </a:ext>
            </a:extLst>
          </p:cNvPr>
          <p:cNvSpPr>
            <a:spLocks noGrp="1"/>
          </p:cNvSpPr>
          <p:nvPr>
            <p:ph type="body" sz="quarter" idx="35" hasCustomPrompt="1"/>
          </p:nvPr>
        </p:nvSpPr>
        <p:spPr>
          <a:xfrm>
            <a:off x="8113855" y="2413732"/>
            <a:ext cx="528741" cy="276999"/>
          </a:xfrm>
        </p:spPr>
        <p:txBody>
          <a:bodyPr wrap="square" lIns="0" tIns="0" rIns="0" bIns="0" anchor="ctr" anchorCtr="0">
            <a:spAutoFit/>
          </a:bodyPr>
          <a:lstStyle>
            <a:lvl1pPr algn="r">
              <a:lnSpc>
                <a:spcPct val="100000"/>
              </a:lnSpc>
              <a:defRPr sz="1800">
                <a:solidFill>
                  <a:schemeClr val="accent3"/>
                </a:solidFill>
                <a:latin typeface="+mj-lt"/>
              </a:defRPr>
            </a:lvl1pPr>
          </a:lstStyle>
          <a:p>
            <a:pPr lvl="0"/>
            <a:r>
              <a:rPr lang="fr-FR"/>
              <a:t>XX</a:t>
            </a:r>
          </a:p>
        </p:txBody>
      </p:sp>
      <p:sp>
        <p:nvSpPr>
          <p:cNvPr id="21" name="Espace réservé du texte 48">
            <a:extLst>
              <a:ext uri="{FF2B5EF4-FFF2-40B4-BE49-F238E27FC236}">
                <a16:creationId xmlns:a16="http://schemas.microsoft.com/office/drawing/2014/main" id="{2CBEC210-E706-1F22-5D15-95D370933011}"/>
              </a:ext>
            </a:extLst>
          </p:cNvPr>
          <p:cNvSpPr>
            <a:spLocks noGrp="1"/>
          </p:cNvSpPr>
          <p:nvPr>
            <p:ph type="body" sz="quarter" idx="36" hasCustomPrompt="1"/>
          </p:nvPr>
        </p:nvSpPr>
        <p:spPr>
          <a:xfrm>
            <a:off x="8113855" y="2691524"/>
            <a:ext cx="528741" cy="246221"/>
          </a:xfrm>
        </p:spPr>
        <p:txBody>
          <a:bodyPr wrap="square" lIns="0" tIns="0" rIns="0" bIns="0" anchor="ctr" anchorCtr="0">
            <a:spAutoFit/>
          </a:bodyPr>
          <a:lstStyle>
            <a:lvl1pPr algn="r">
              <a:lnSpc>
                <a:spcPct val="100000"/>
              </a:lnSpc>
              <a:defRPr sz="1600">
                <a:solidFill>
                  <a:schemeClr val="accent3"/>
                </a:solidFill>
                <a:latin typeface="+mn-lt"/>
              </a:defRPr>
            </a:lvl1pPr>
          </a:lstStyle>
          <a:p>
            <a:pPr lvl="0"/>
            <a:r>
              <a:rPr lang="fr-FR"/>
              <a:t>XX</a:t>
            </a:r>
          </a:p>
        </p:txBody>
      </p:sp>
      <p:sp>
        <p:nvSpPr>
          <p:cNvPr id="22" name="Espace réservé du texte 48">
            <a:extLst>
              <a:ext uri="{FF2B5EF4-FFF2-40B4-BE49-F238E27FC236}">
                <a16:creationId xmlns:a16="http://schemas.microsoft.com/office/drawing/2014/main" id="{7DE3D4A9-8CE5-1B7F-BE5B-FCCBCB3C0FFE}"/>
              </a:ext>
            </a:extLst>
          </p:cNvPr>
          <p:cNvSpPr>
            <a:spLocks noGrp="1"/>
          </p:cNvSpPr>
          <p:nvPr>
            <p:ph type="body" sz="quarter" idx="37" hasCustomPrompt="1"/>
          </p:nvPr>
        </p:nvSpPr>
        <p:spPr>
          <a:xfrm>
            <a:off x="628665" y="4111356"/>
            <a:ext cx="1903104" cy="923330"/>
          </a:xfrm>
        </p:spPr>
        <p:txBody>
          <a:bodyPr wrap="square" lIns="0" tIns="0" rIns="0" bIns="0" anchor="ctr" anchorCtr="0">
            <a:spAutoFit/>
          </a:bodyPr>
          <a:lstStyle>
            <a:lvl1pPr algn="l">
              <a:lnSpc>
                <a:spcPct val="100000"/>
              </a:lnSpc>
              <a:defRPr sz="6000">
                <a:solidFill>
                  <a:schemeClr val="accent3"/>
                </a:solidFill>
                <a:latin typeface="+mj-lt"/>
              </a:defRPr>
            </a:lvl1pPr>
          </a:lstStyle>
          <a:p>
            <a:pPr lvl="0"/>
            <a:r>
              <a:rPr lang="fr-FR"/>
              <a:t>01</a:t>
            </a:r>
          </a:p>
        </p:txBody>
      </p:sp>
      <p:sp>
        <p:nvSpPr>
          <p:cNvPr id="23" name="Espace réservé du texte 48">
            <a:extLst>
              <a:ext uri="{FF2B5EF4-FFF2-40B4-BE49-F238E27FC236}">
                <a16:creationId xmlns:a16="http://schemas.microsoft.com/office/drawing/2014/main" id="{FF6E038E-0862-B6E7-F35B-FDFBED689DFA}"/>
              </a:ext>
            </a:extLst>
          </p:cNvPr>
          <p:cNvSpPr>
            <a:spLocks noGrp="1"/>
          </p:cNvSpPr>
          <p:nvPr>
            <p:ph type="body" sz="quarter" idx="38" hasCustomPrompt="1"/>
          </p:nvPr>
        </p:nvSpPr>
        <p:spPr>
          <a:xfrm>
            <a:off x="929915" y="5034686"/>
            <a:ext cx="2368869" cy="276999"/>
          </a:xfrm>
        </p:spPr>
        <p:txBody>
          <a:bodyPr wrap="square" lIns="0" tIns="0" rIns="0" bIns="0" anchor="ctr" anchorCtr="0">
            <a:spAutoFit/>
          </a:bodyPr>
          <a:lstStyle>
            <a:lvl1pPr algn="l">
              <a:lnSpc>
                <a:spcPct val="100000"/>
              </a:lnSpc>
              <a:defRPr sz="1800">
                <a:solidFill>
                  <a:schemeClr val="tx1"/>
                </a:solidFill>
                <a:latin typeface="+mj-lt"/>
              </a:defRPr>
            </a:lvl1pPr>
          </a:lstStyle>
          <a:p>
            <a:pPr lvl="0"/>
            <a:r>
              <a:rPr lang="fr-FR"/>
              <a:t>Titre section</a:t>
            </a:r>
          </a:p>
        </p:txBody>
      </p:sp>
      <p:sp>
        <p:nvSpPr>
          <p:cNvPr id="24" name="Espace réservé du texte 48">
            <a:extLst>
              <a:ext uri="{FF2B5EF4-FFF2-40B4-BE49-F238E27FC236}">
                <a16:creationId xmlns:a16="http://schemas.microsoft.com/office/drawing/2014/main" id="{3FC8B97C-483C-F988-7CBB-A1EB9864428C}"/>
              </a:ext>
            </a:extLst>
          </p:cNvPr>
          <p:cNvSpPr>
            <a:spLocks noGrp="1"/>
          </p:cNvSpPr>
          <p:nvPr>
            <p:ph type="body" sz="quarter" idx="39" hasCustomPrompt="1"/>
          </p:nvPr>
        </p:nvSpPr>
        <p:spPr>
          <a:xfrm>
            <a:off x="929915" y="5289329"/>
            <a:ext cx="2368869" cy="246221"/>
          </a:xfrm>
        </p:spPr>
        <p:txBody>
          <a:bodyPr wrap="square" lIns="0" tIns="0" rIns="0" bIns="0" anchor="ctr"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25" name="Espace réservé du texte 48">
            <a:extLst>
              <a:ext uri="{FF2B5EF4-FFF2-40B4-BE49-F238E27FC236}">
                <a16:creationId xmlns:a16="http://schemas.microsoft.com/office/drawing/2014/main" id="{33E95C6D-E0E3-9B52-2F7A-1DD78CA09EB6}"/>
              </a:ext>
            </a:extLst>
          </p:cNvPr>
          <p:cNvSpPr>
            <a:spLocks noGrp="1"/>
          </p:cNvSpPr>
          <p:nvPr>
            <p:ph type="body" sz="quarter" idx="40" hasCustomPrompt="1"/>
          </p:nvPr>
        </p:nvSpPr>
        <p:spPr>
          <a:xfrm>
            <a:off x="381965" y="5034686"/>
            <a:ext cx="528741" cy="276999"/>
          </a:xfrm>
        </p:spPr>
        <p:txBody>
          <a:bodyPr wrap="square" lIns="0" tIns="0" rIns="0" bIns="0" anchor="ctr" anchorCtr="0">
            <a:spAutoFit/>
          </a:bodyPr>
          <a:lstStyle>
            <a:lvl1pPr algn="r">
              <a:lnSpc>
                <a:spcPct val="100000"/>
              </a:lnSpc>
              <a:defRPr sz="1800">
                <a:solidFill>
                  <a:schemeClr val="accent3"/>
                </a:solidFill>
                <a:latin typeface="+mj-lt"/>
              </a:defRPr>
            </a:lvl1pPr>
          </a:lstStyle>
          <a:p>
            <a:pPr lvl="0"/>
            <a:r>
              <a:rPr lang="fr-FR"/>
              <a:t>XX</a:t>
            </a:r>
          </a:p>
        </p:txBody>
      </p:sp>
      <p:sp>
        <p:nvSpPr>
          <p:cNvPr id="26" name="Espace réservé du texte 48">
            <a:extLst>
              <a:ext uri="{FF2B5EF4-FFF2-40B4-BE49-F238E27FC236}">
                <a16:creationId xmlns:a16="http://schemas.microsoft.com/office/drawing/2014/main" id="{4CD58FDC-1458-8DFA-C02D-9F2D01DE6545}"/>
              </a:ext>
            </a:extLst>
          </p:cNvPr>
          <p:cNvSpPr>
            <a:spLocks noGrp="1"/>
          </p:cNvSpPr>
          <p:nvPr>
            <p:ph type="body" sz="quarter" idx="41" hasCustomPrompt="1"/>
          </p:nvPr>
        </p:nvSpPr>
        <p:spPr>
          <a:xfrm>
            <a:off x="381965" y="5312478"/>
            <a:ext cx="528741" cy="246221"/>
          </a:xfrm>
        </p:spPr>
        <p:txBody>
          <a:bodyPr wrap="square" lIns="0" tIns="0" rIns="0" bIns="0" anchor="ctr" anchorCtr="0">
            <a:spAutoFit/>
          </a:bodyPr>
          <a:lstStyle>
            <a:lvl1pPr algn="r">
              <a:lnSpc>
                <a:spcPct val="100000"/>
              </a:lnSpc>
              <a:defRPr sz="1600">
                <a:solidFill>
                  <a:schemeClr val="accent3"/>
                </a:solidFill>
                <a:latin typeface="+mn-lt"/>
              </a:defRPr>
            </a:lvl1pPr>
          </a:lstStyle>
          <a:p>
            <a:pPr lvl="0"/>
            <a:r>
              <a:rPr lang="fr-FR"/>
              <a:t>XX</a:t>
            </a:r>
          </a:p>
        </p:txBody>
      </p:sp>
      <p:sp>
        <p:nvSpPr>
          <p:cNvPr id="27" name="Espace réservé du texte 48">
            <a:extLst>
              <a:ext uri="{FF2B5EF4-FFF2-40B4-BE49-F238E27FC236}">
                <a16:creationId xmlns:a16="http://schemas.microsoft.com/office/drawing/2014/main" id="{B8D7AF5F-7D47-E7B8-1BA7-693011B50E1E}"/>
              </a:ext>
            </a:extLst>
          </p:cNvPr>
          <p:cNvSpPr>
            <a:spLocks noGrp="1"/>
          </p:cNvSpPr>
          <p:nvPr>
            <p:ph type="body" sz="quarter" idx="42" hasCustomPrompt="1"/>
          </p:nvPr>
        </p:nvSpPr>
        <p:spPr>
          <a:xfrm>
            <a:off x="4494610" y="4111356"/>
            <a:ext cx="1903104" cy="923330"/>
          </a:xfrm>
        </p:spPr>
        <p:txBody>
          <a:bodyPr wrap="square" lIns="0" tIns="0" rIns="0" bIns="0" anchor="ctr" anchorCtr="0">
            <a:spAutoFit/>
          </a:bodyPr>
          <a:lstStyle>
            <a:lvl1pPr algn="l">
              <a:lnSpc>
                <a:spcPct val="100000"/>
              </a:lnSpc>
              <a:defRPr sz="6000">
                <a:solidFill>
                  <a:schemeClr val="accent3"/>
                </a:solidFill>
                <a:latin typeface="+mj-lt"/>
              </a:defRPr>
            </a:lvl1pPr>
          </a:lstStyle>
          <a:p>
            <a:pPr lvl="0"/>
            <a:r>
              <a:rPr lang="fr-FR"/>
              <a:t>01</a:t>
            </a:r>
          </a:p>
        </p:txBody>
      </p:sp>
      <p:sp>
        <p:nvSpPr>
          <p:cNvPr id="28" name="Espace réservé du texte 48">
            <a:extLst>
              <a:ext uri="{FF2B5EF4-FFF2-40B4-BE49-F238E27FC236}">
                <a16:creationId xmlns:a16="http://schemas.microsoft.com/office/drawing/2014/main" id="{32473F2A-376E-DA30-C71F-59AA21DC1D31}"/>
              </a:ext>
            </a:extLst>
          </p:cNvPr>
          <p:cNvSpPr>
            <a:spLocks noGrp="1"/>
          </p:cNvSpPr>
          <p:nvPr>
            <p:ph type="body" sz="quarter" idx="43" hasCustomPrompt="1"/>
          </p:nvPr>
        </p:nvSpPr>
        <p:spPr>
          <a:xfrm>
            <a:off x="4795860" y="5034686"/>
            <a:ext cx="2368869" cy="276999"/>
          </a:xfrm>
        </p:spPr>
        <p:txBody>
          <a:bodyPr wrap="square" lIns="0" tIns="0" rIns="0" bIns="0" anchor="ctr" anchorCtr="0">
            <a:spAutoFit/>
          </a:bodyPr>
          <a:lstStyle>
            <a:lvl1pPr algn="l">
              <a:lnSpc>
                <a:spcPct val="100000"/>
              </a:lnSpc>
              <a:defRPr sz="1800">
                <a:solidFill>
                  <a:schemeClr val="tx1"/>
                </a:solidFill>
                <a:latin typeface="+mj-lt"/>
              </a:defRPr>
            </a:lvl1pPr>
          </a:lstStyle>
          <a:p>
            <a:pPr lvl="0"/>
            <a:r>
              <a:rPr lang="fr-FR"/>
              <a:t>Titre section</a:t>
            </a:r>
          </a:p>
        </p:txBody>
      </p:sp>
      <p:sp>
        <p:nvSpPr>
          <p:cNvPr id="29" name="Espace réservé du texte 48">
            <a:extLst>
              <a:ext uri="{FF2B5EF4-FFF2-40B4-BE49-F238E27FC236}">
                <a16:creationId xmlns:a16="http://schemas.microsoft.com/office/drawing/2014/main" id="{4D97B2E1-B125-E749-426C-707517F0079B}"/>
              </a:ext>
            </a:extLst>
          </p:cNvPr>
          <p:cNvSpPr>
            <a:spLocks noGrp="1"/>
          </p:cNvSpPr>
          <p:nvPr>
            <p:ph type="body" sz="quarter" idx="44" hasCustomPrompt="1"/>
          </p:nvPr>
        </p:nvSpPr>
        <p:spPr>
          <a:xfrm>
            <a:off x="4795860" y="5289329"/>
            <a:ext cx="2368869" cy="246221"/>
          </a:xfrm>
        </p:spPr>
        <p:txBody>
          <a:bodyPr wrap="square" lIns="0" tIns="0" rIns="0" bIns="0" anchor="ctr"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30" name="Espace réservé du texte 48">
            <a:extLst>
              <a:ext uri="{FF2B5EF4-FFF2-40B4-BE49-F238E27FC236}">
                <a16:creationId xmlns:a16="http://schemas.microsoft.com/office/drawing/2014/main" id="{DD82CFF9-5915-3ED4-2656-F1712585B034}"/>
              </a:ext>
            </a:extLst>
          </p:cNvPr>
          <p:cNvSpPr>
            <a:spLocks noGrp="1"/>
          </p:cNvSpPr>
          <p:nvPr>
            <p:ph type="body" sz="quarter" idx="45" hasCustomPrompt="1"/>
          </p:nvPr>
        </p:nvSpPr>
        <p:spPr>
          <a:xfrm>
            <a:off x="4247910" y="5034686"/>
            <a:ext cx="528741" cy="276999"/>
          </a:xfrm>
        </p:spPr>
        <p:txBody>
          <a:bodyPr wrap="square" lIns="0" tIns="0" rIns="0" bIns="0" anchor="ctr" anchorCtr="0">
            <a:spAutoFit/>
          </a:bodyPr>
          <a:lstStyle>
            <a:lvl1pPr algn="r">
              <a:lnSpc>
                <a:spcPct val="100000"/>
              </a:lnSpc>
              <a:defRPr sz="1800">
                <a:solidFill>
                  <a:schemeClr val="accent3"/>
                </a:solidFill>
                <a:latin typeface="+mj-lt"/>
              </a:defRPr>
            </a:lvl1pPr>
          </a:lstStyle>
          <a:p>
            <a:pPr lvl="0"/>
            <a:r>
              <a:rPr lang="fr-FR"/>
              <a:t>XX</a:t>
            </a:r>
          </a:p>
        </p:txBody>
      </p:sp>
      <p:sp>
        <p:nvSpPr>
          <p:cNvPr id="31" name="Espace réservé du texte 48">
            <a:extLst>
              <a:ext uri="{FF2B5EF4-FFF2-40B4-BE49-F238E27FC236}">
                <a16:creationId xmlns:a16="http://schemas.microsoft.com/office/drawing/2014/main" id="{74DE2EB0-F07E-ABF5-C352-06435AD25AA1}"/>
              </a:ext>
            </a:extLst>
          </p:cNvPr>
          <p:cNvSpPr>
            <a:spLocks noGrp="1"/>
          </p:cNvSpPr>
          <p:nvPr>
            <p:ph type="body" sz="quarter" idx="46" hasCustomPrompt="1"/>
          </p:nvPr>
        </p:nvSpPr>
        <p:spPr>
          <a:xfrm>
            <a:off x="4247910" y="5312478"/>
            <a:ext cx="528741" cy="246221"/>
          </a:xfrm>
        </p:spPr>
        <p:txBody>
          <a:bodyPr wrap="square" lIns="0" tIns="0" rIns="0" bIns="0" anchor="ctr" anchorCtr="0">
            <a:spAutoFit/>
          </a:bodyPr>
          <a:lstStyle>
            <a:lvl1pPr algn="r">
              <a:lnSpc>
                <a:spcPct val="100000"/>
              </a:lnSpc>
              <a:defRPr sz="1600">
                <a:solidFill>
                  <a:schemeClr val="accent3"/>
                </a:solidFill>
                <a:latin typeface="+mn-lt"/>
              </a:defRPr>
            </a:lvl1pPr>
          </a:lstStyle>
          <a:p>
            <a:pPr lvl="0"/>
            <a:r>
              <a:rPr lang="fr-FR"/>
              <a:t>XX</a:t>
            </a:r>
          </a:p>
        </p:txBody>
      </p:sp>
      <p:sp>
        <p:nvSpPr>
          <p:cNvPr id="32" name="Espace réservé du texte 48">
            <a:extLst>
              <a:ext uri="{FF2B5EF4-FFF2-40B4-BE49-F238E27FC236}">
                <a16:creationId xmlns:a16="http://schemas.microsoft.com/office/drawing/2014/main" id="{87CEBB37-58AA-7818-64AE-D446B4D87646}"/>
              </a:ext>
            </a:extLst>
          </p:cNvPr>
          <p:cNvSpPr>
            <a:spLocks noGrp="1"/>
          </p:cNvSpPr>
          <p:nvPr>
            <p:ph type="body" sz="quarter" idx="47" hasCustomPrompt="1"/>
          </p:nvPr>
        </p:nvSpPr>
        <p:spPr>
          <a:xfrm>
            <a:off x="8360555" y="4111356"/>
            <a:ext cx="1903104" cy="923330"/>
          </a:xfrm>
        </p:spPr>
        <p:txBody>
          <a:bodyPr wrap="square" lIns="0" tIns="0" rIns="0" bIns="0" anchor="ctr" anchorCtr="0">
            <a:spAutoFit/>
          </a:bodyPr>
          <a:lstStyle>
            <a:lvl1pPr algn="l">
              <a:lnSpc>
                <a:spcPct val="100000"/>
              </a:lnSpc>
              <a:defRPr sz="6000">
                <a:solidFill>
                  <a:schemeClr val="accent3"/>
                </a:solidFill>
                <a:latin typeface="+mj-lt"/>
              </a:defRPr>
            </a:lvl1pPr>
          </a:lstStyle>
          <a:p>
            <a:pPr lvl="0"/>
            <a:r>
              <a:rPr lang="fr-FR"/>
              <a:t>01</a:t>
            </a:r>
          </a:p>
        </p:txBody>
      </p:sp>
      <p:sp>
        <p:nvSpPr>
          <p:cNvPr id="33" name="Espace réservé du texte 48">
            <a:extLst>
              <a:ext uri="{FF2B5EF4-FFF2-40B4-BE49-F238E27FC236}">
                <a16:creationId xmlns:a16="http://schemas.microsoft.com/office/drawing/2014/main" id="{26C10176-2239-19FC-FA0E-0D6C539D6001}"/>
              </a:ext>
            </a:extLst>
          </p:cNvPr>
          <p:cNvSpPr>
            <a:spLocks noGrp="1"/>
          </p:cNvSpPr>
          <p:nvPr>
            <p:ph type="body" sz="quarter" idx="48" hasCustomPrompt="1"/>
          </p:nvPr>
        </p:nvSpPr>
        <p:spPr>
          <a:xfrm>
            <a:off x="8661805" y="5034686"/>
            <a:ext cx="2368869" cy="276999"/>
          </a:xfrm>
        </p:spPr>
        <p:txBody>
          <a:bodyPr wrap="square" lIns="0" tIns="0" rIns="0" bIns="0" anchor="ctr" anchorCtr="0">
            <a:spAutoFit/>
          </a:bodyPr>
          <a:lstStyle>
            <a:lvl1pPr algn="l">
              <a:lnSpc>
                <a:spcPct val="100000"/>
              </a:lnSpc>
              <a:defRPr sz="1800">
                <a:solidFill>
                  <a:schemeClr val="tx1"/>
                </a:solidFill>
                <a:latin typeface="+mj-lt"/>
              </a:defRPr>
            </a:lvl1pPr>
          </a:lstStyle>
          <a:p>
            <a:pPr lvl="0"/>
            <a:r>
              <a:rPr lang="fr-FR"/>
              <a:t>Titre section</a:t>
            </a:r>
          </a:p>
        </p:txBody>
      </p:sp>
      <p:sp>
        <p:nvSpPr>
          <p:cNvPr id="34" name="Espace réservé du texte 48">
            <a:extLst>
              <a:ext uri="{FF2B5EF4-FFF2-40B4-BE49-F238E27FC236}">
                <a16:creationId xmlns:a16="http://schemas.microsoft.com/office/drawing/2014/main" id="{DDA495AE-F87F-D86C-16EC-A52928509637}"/>
              </a:ext>
            </a:extLst>
          </p:cNvPr>
          <p:cNvSpPr>
            <a:spLocks noGrp="1"/>
          </p:cNvSpPr>
          <p:nvPr>
            <p:ph type="body" sz="quarter" idx="49" hasCustomPrompt="1"/>
          </p:nvPr>
        </p:nvSpPr>
        <p:spPr>
          <a:xfrm>
            <a:off x="8661805" y="5289329"/>
            <a:ext cx="2368869" cy="246221"/>
          </a:xfrm>
        </p:spPr>
        <p:txBody>
          <a:bodyPr wrap="square" lIns="0" tIns="0" rIns="0" bIns="0" anchor="ctr" anchorCtr="0">
            <a:spAutoFit/>
          </a:bodyPr>
          <a:lstStyle>
            <a:lvl1pPr algn="l">
              <a:lnSpc>
                <a:spcPct val="100000"/>
              </a:lnSpc>
              <a:spcBef>
                <a:spcPts val="0"/>
              </a:spcBef>
              <a:defRPr sz="1600">
                <a:solidFill>
                  <a:schemeClr val="tx1"/>
                </a:solidFill>
                <a:latin typeface="+mn-lt"/>
              </a:defRPr>
            </a:lvl1pPr>
          </a:lstStyle>
          <a:p>
            <a:pPr lvl="0"/>
            <a:r>
              <a:rPr lang="fr-FR"/>
              <a:t>Titre sous-section 1</a:t>
            </a:r>
          </a:p>
        </p:txBody>
      </p:sp>
      <p:sp>
        <p:nvSpPr>
          <p:cNvPr id="35" name="Espace réservé du texte 48">
            <a:extLst>
              <a:ext uri="{FF2B5EF4-FFF2-40B4-BE49-F238E27FC236}">
                <a16:creationId xmlns:a16="http://schemas.microsoft.com/office/drawing/2014/main" id="{D3BA5549-49D9-039A-CA4B-F02401B53B75}"/>
              </a:ext>
            </a:extLst>
          </p:cNvPr>
          <p:cNvSpPr>
            <a:spLocks noGrp="1"/>
          </p:cNvSpPr>
          <p:nvPr>
            <p:ph type="body" sz="quarter" idx="50" hasCustomPrompt="1"/>
          </p:nvPr>
        </p:nvSpPr>
        <p:spPr>
          <a:xfrm>
            <a:off x="8113855" y="5034686"/>
            <a:ext cx="528741" cy="276999"/>
          </a:xfrm>
        </p:spPr>
        <p:txBody>
          <a:bodyPr wrap="square" lIns="0" tIns="0" rIns="0" bIns="0" anchor="ctr" anchorCtr="0">
            <a:spAutoFit/>
          </a:bodyPr>
          <a:lstStyle>
            <a:lvl1pPr algn="r">
              <a:lnSpc>
                <a:spcPct val="100000"/>
              </a:lnSpc>
              <a:defRPr sz="1800">
                <a:solidFill>
                  <a:schemeClr val="accent3"/>
                </a:solidFill>
                <a:latin typeface="+mj-lt"/>
              </a:defRPr>
            </a:lvl1pPr>
          </a:lstStyle>
          <a:p>
            <a:pPr lvl="0"/>
            <a:r>
              <a:rPr lang="fr-FR"/>
              <a:t>XX</a:t>
            </a:r>
          </a:p>
        </p:txBody>
      </p:sp>
      <p:sp>
        <p:nvSpPr>
          <p:cNvPr id="36" name="Espace réservé du texte 48">
            <a:extLst>
              <a:ext uri="{FF2B5EF4-FFF2-40B4-BE49-F238E27FC236}">
                <a16:creationId xmlns:a16="http://schemas.microsoft.com/office/drawing/2014/main" id="{80975B6F-8B28-9796-FBBC-B391E86A706C}"/>
              </a:ext>
            </a:extLst>
          </p:cNvPr>
          <p:cNvSpPr>
            <a:spLocks noGrp="1"/>
          </p:cNvSpPr>
          <p:nvPr>
            <p:ph type="body" sz="quarter" idx="51" hasCustomPrompt="1"/>
          </p:nvPr>
        </p:nvSpPr>
        <p:spPr>
          <a:xfrm>
            <a:off x="8113855" y="5312478"/>
            <a:ext cx="528741" cy="246221"/>
          </a:xfrm>
        </p:spPr>
        <p:txBody>
          <a:bodyPr wrap="square" lIns="0" tIns="0" rIns="0" bIns="0" anchor="ctr" anchorCtr="0">
            <a:spAutoFit/>
          </a:bodyPr>
          <a:lstStyle>
            <a:lvl1pPr algn="r">
              <a:lnSpc>
                <a:spcPct val="100000"/>
              </a:lnSpc>
              <a:defRPr sz="1600">
                <a:solidFill>
                  <a:schemeClr val="accent3"/>
                </a:solidFill>
                <a:latin typeface="+mn-lt"/>
              </a:defRPr>
            </a:lvl1pPr>
          </a:lstStyle>
          <a:p>
            <a:pPr lvl="0"/>
            <a:r>
              <a:rPr lang="fr-FR"/>
              <a:t>XX</a:t>
            </a:r>
          </a:p>
        </p:txBody>
      </p:sp>
      <p:sp>
        <p:nvSpPr>
          <p:cNvPr id="41" name="Forme libre 12">
            <a:extLst>
              <a:ext uri="{FF2B5EF4-FFF2-40B4-BE49-F238E27FC236}">
                <a16:creationId xmlns:a16="http://schemas.microsoft.com/office/drawing/2014/main" id="{D5857D6F-DE24-1827-98BF-8E21B22BAA8A}"/>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42" name="Espace réservé de la date 2">
            <a:extLst>
              <a:ext uri="{FF2B5EF4-FFF2-40B4-BE49-F238E27FC236}">
                <a16:creationId xmlns:a16="http://schemas.microsoft.com/office/drawing/2014/main" id="{C0BAF578-92B8-AB2C-404D-59D4A833EC76}"/>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43" name="Espace réservé du pied de page 3">
            <a:extLst>
              <a:ext uri="{FF2B5EF4-FFF2-40B4-BE49-F238E27FC236}">
                <a16:creationId xmlns:a16="http://schemas.microsoft.com/office/drawing/2014/main" id="{2CE4E9A3-7C98-510D-99A2-6885245C169A}"/>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44" name="Espace réservé du numéro de diapositive 4">
            <a:extLst>
              <a:ext uri="{FF2B5EF4-FFF2-40B4-BE49-F238E27FC236}">
                <a16:creationId xmlns:a16="http://schemas.microsoft.com/office/drawing/2014/main" id="{DDFEE62A-1C41-12D0-F6F3-3DC3BAE0989E}"/>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Tree>
    <p:extLst>
      <p:ext uri="{BB962C8B-B14F-4D97-AF65-F5344CB8AC3E}">
        <p14:creationId xmlns:p14="http://schemas.microsoft.com/office/powerpoint/2010/main" val="14502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chemeClr val="bg1"/>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45BB516A-3C55-FAF4-1530-D4844BB03A7A}"/>
              </a:ext>
            </a:extLst>
          </p:cNvPr>
          <p:cNvPicPr>
            <a:picLocks noChangeAspect="1"/>
          </p:cNvPicPr>
          <p:nvPr userDrawn="1"/>
        </p:nvPicPr>
        <p:blipFill>
          <a:blip r:embed="rId2"/>
          <a:srcRect/>
          <a:stretch/>
        </p:blipFill>
        <p:spPr>
          <a:xfrm>
            <a:off x="6728993" y="-1761760"/>
            <a:ext cx="7479654" cy="7479654"/>
          </a:xfrm>
          <a:prstGeom prst="rect">
            <a:avLst/>
          </a:prstGeom>
        </p:spPr>
      </p:pic>
      <p:sp>
        <p:nvSpPr>
          <p:cNvPr id="2" name="Titre 1">
            <a:extLst>
              <a:ext uri="{FF2B5EF4-FFF2-40B4-BE49-F238E27FC236}">
                <a16:creationId xmlns:a16="http://schemas.microsoft.com/office/drawing/2014/main" id="{3742E229-9D19-8389-99BE-423A41E2B78D}"/>
              </a:ext>
            </a:extLst>
          </p:cNvPr>
          <p:cNvSpPr>
            <a:spLocks noGrp="1"/>
          </p:cNvSpPr>
          <p:nvPr>
            <p:ph type="title" hasCustomPrompt="1"/>
          </p:nvPr>
        </p:nvSpPr>
        <p:spPr>
          <a:xfrm>
            <a:off x="537575" y="560168"/>
            <a:ext cx="11086578" cy="590931"/>
          </a:xfrm>
        </p:spPr>
        <p:txBody>
          <a:bodyPr/>
          <a:lstStyle>
            <a:lvl1pPr>
              <a:defRPr b="1">
                <a:solidFill>
                  <a:schemeClr val="tx1"/>
                </a:solidFill>
              </a:defRPr>
            </a:lvl1pPr>
          </a:lstStyle>
          <a:p>
            <a:r>
              <a:rPr lang="fr-FR"/>
              <a:t>Ordre du jour</a:t>
            </a:r>
          </a:p>
        </p:txBody>
      </p:sp>
      <p:sp>
        <p:nvSpPr>
          <p:cNvPr id="60" name="Forme libre 12">
            <a:extLst>
              <a:ext uri="{FF2B5EF4-FFF2-40B4-BE49-F238E27FC236}">
                <a16:creationId xmlns:a16="http://schemas.microsoft.com/office/drawing/2014/main" id="{4B00DD7C-59F6-FB8D-2845-11D111941491}"/>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1" name="Espace réservé de la date 2">
            <a:extLst>
              <a:ext uri="{FF2B5EF4-FFF2-40B4-BE49-F238E27FC236}">
                <a16:creationId xmlns:a16="http://schemas.microsoft.com/office/drawing/2014/main" id="{AE370E88-5802-5E9A-60DB-59494808B93D}"/>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62" name="Espace réservé du pied de page 3">
            <a:extLst>
              <a:ext uri="{FF2B5EF4-FFF2-40B4-BE49-F238E27FC236}">
                <a16:creationId xmlns:a16="http://schemas.microsoft.com/office/drawing/2014/main" id="{AC6DE7BE-826C-AD98-3D0A-CCF292BD4A07}"/>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63" name="Espace réservé du numéro de diapositive 4">
            <a:extLst>
              <a:ext uri="{FF2B5EF4-FFF2-40B4-BE49-F238E27FC236}">
                <a16:creationId xmlns:a16="http://schemas.microsoft.com/office/drawing/2014/main" id="{17EA47B3-020B-2F12-0F74-B5DF135C41E0}"/>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Tree>
    <p:extLst>
      <p:ext uri="{BB962C8B-B14F-4D97-AF65-F5344CB8AC3E}">
        <p14:creationId xmlns:p14="http://schemas.microsoft.com/office/powerpoint/2010/main" val="3797192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troduction">
    <p:bg>
      <p:bgPr>
        <a:solidFill>
          <a:schemeClr val="bg1"/>
        </a:solidFill>
        <a:effectLst/>
      </p:bgPr>
    </p:bg>
    <p:spTree>
      <p:nvGrpSpPr>
        <p:cNvPr id="1" name=""/>
        <p:cNvGrpSpPr/>
        <p:nvPr/>
      </p:nvGrpSpPr>
      <p:grpSpPr>
        <a:xfrm>
          <a:off x="0" y="0"/>
          <a:ext cx="0" cy="0"/>
          <a:chOff x="0" y="0"/>
          <a:chExt cx="0" cy="0"/>
        </a:xfrm>
      </p:grpSpPr>
      <p:sp>
        <p:nvSpPr>
          <p:cNvPr id="27" name="Graphique 25">
            <a:extLst>
              <a:ext uri="{FF2B5EF4-FFF2-40B4-BE49-F238E27FC236}">
                <a16:creationId xmlns:a16="http://schemas.microsoft.com/office/drawing/2014/main" id="{5439DF37-BE75-E13A-0A12-48C57A8F0805}"/>
              </a:ext>
            </a:extLst>
          </p:cNvPr>
          <p:cNvSpPr/>
          <p:nvPr userDrawn="1"/>
        </p:nvSpPr>
        <p:spPr>
          <a:xfrm>
            <a:off x="8431067" y="-43405"/>
            <a:ext cx="3760933" cy="6944810"/>
          </a:xfrm>
          <a:custGeom>
            <a:avLst/>
            <a:gdLst>
              <a:gd name="connsiteX0" fmla="*/ 238125 w 3127343"/>
              <a:gd name="connsiteY0" fmla="*/ 0 h 5143500"/>
              <a:gd name="connsiteX1" fmla="*/ 0 w 3127343"/>
              <a:gd name="connsiteY1" fmla="*/ 2618518 h 5143500"/>
              <a:gd name="connsiteX2" fmla="*/ 238125 w 3127343"/>
              <a:gd name="connsiteY2" fmla="*/ 5143500 h 5143500"/>
              <a:gd name="connsiteX3" fmla="*/ 3127343 w 3127343"/>
              <a:gd name="connsiteY3" fmla="*/ 5143500 h 5143500"/>
              <a:gd name="connsiteX4" fmla="*/ 3127343 w 3127343"/>
              <a:gd name="connsiteY4" fmla="*/ 0 h 5143500"/>
              <a:gd name="connsiteX5" fmla="*/ 238125 w 3127343"/>
              <a:gd name="connsiteY5" fmla="*/ 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27343" h="5143500">
                <a:moveTo>
                  <a:pt x="238125" y="0"/>
                </a:moveTo>
                <a:cubicBezTo>
                  <a:pt x="238125" y="0"/>
                  <a:pt x="0" y="1208818"/>
                  <a:pt x="0" y="2618518"/>
                </a:cubicBezTo>
                <a:cubicBezTo>
                  <a:pt x="0" y="4028218"/>
                  <a:pt x="238125" y="5143500"/>
                  <a:pt x="238125" y="5143500"/>
                </a:cubicBezTo>
                <a:lnTo>
                  <a:pt x="3127343" y="5143500"/>
                </a:lnTo>
                <a:lnTo>
                  <a:pt x="3127343" y="0"/>
                </a:lnTo>
                <a:lnTo>
                  <a:pt x="238125" y="0"/>
                </a:lnTo>
                <a:close/>
              </a:path>
            </a:pathLst>
          </a:custGeom>
          <a:solidFill>
            <a:schemeClr val="accent3"/>
          </a:solidFill>
          <a:ln w="9525" cap="flat">
            <a:noFill/>
            <a:prstDash val="solid"/>
            <a:miter/>
          </a:ln>
        </p:spPr>
        <p:txBody>
          <a:bodyPr rtlCol="0" anchor="ctr"/>
          <a:lstStyle/>
          <a:p>
            <a:endParaRPr lang="fr-FR"/>
          </a:p>
        </p:txBody>
      </p:sp>
      <p:sp>
        <p:nvSpPr>
          <p:cNvPr id="5" name="Titre 4">
            <a:extLst>
              <a:ext uri="{FF2B5EF4-FFF2-40B4-BE49-F238E27FC236}">
                <a16:creationId xmlns:a16="http://schemas.microsoft.com/office/drawing/2014/main" id="{6E8497F2-810E-6B5A-97F2-F8F6C32D6D47}"/>
              </a:ext>
            </a:extLst>
          </p:cNvPr>
          <p:cNvSpPr>
            <a:spLocks noGrp="1"/>
          </p:cNvSpPr>
          <p:nvPr>
            <p:ph type="title" hasCustomPrompt="1"/>
          </p:nvPr>
        </p:nvSpPr>
        <p:spPr>
          <a:xfrm>
            <a:off x="537575" y="862061"/>
            <a:ext cx="7673682" cy="590931"/>
          </a:xfrm>
        </p:spPr>
        <p:txBody>
          <a:bodyPr/>
          <a:lstStyle>
            <a:lvl1pPr>
              <a:defRPr b="1">
                <a:solidFill>
                  <a:schemeClr val="accent3"/>
                </a:solidFill>
              </a:defRPr>
            </a:lvl1pPr>
          </a:lstStyle>
          <a:p>
            <a:r>
              <a:rPr lang="fr-FR"/>
              <a:t>Titre</a:t>
            </a:r>
          </a:p>
        </p:txBody>
      </p:sp>
      <p:sp>
        <p:nvSpPr>
          <p:cNvPr id="49" name="Espace réservé du texte 48">
            <a:extLst>
              <a:ext uri="{FF2B5EF4-FFF2-40B4-BE49-F238E27FC236}">
                <a16:creationId xmlns:a16="http://schemas.microsoft.com/office/drawing/2014/main" id="{93F8D3D5-7E69-0368-57E7-2B0778C8E081}"/>
              </a:ext>
            </a:extLst>
          </p:cNvPr>
          <p:cNvSpPr>
            <a:spLocks noGrp="1"/>
          </p:cNvSpPr>
          <p:nvPr>
            <p:ph type="body" sz="quarter" idx="20" hasCustomPrompt="1"/>
          </p:nvPr>
        </p:nvSpPr>
        <p:spPr>
          <a:xfrm>
            <a:off x="538163" y="2124075"/>
            <a:ext cx="7673682" cy="4114800"/>
          </a:xfrm>
        </p:spPr>
        <p:txBody>
          <a:bodyPr/>
          <a:lstStyle>
            <a:lvl1pPr>
              <a:lnSpc>
                <a:spcPct val="100000"/>
              </a:lnSpc>
              <a:defRPr>
                <a:solidFill>
                  <a:schemeClr val="tx1"/>
                </a:solidFill>
              </a:defRPr>
            </a:lvl1pPr>
          </a:lstStyle>
          <a:p>
            <a:pPr lvl="0"/>
            <a:r>
              <a:rPr lang="fr-FR"/>
              <a:t>Lorem ipsum </a:t>
            </a:r>
            <a:r>
              <a:rPr lang="fr-FR" err="1"/>
              <a:t>dolore</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endParaRPr lang="fr-FR"/>
          </a:p>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p:txBody>
      </p:sp>
      <p:sp>
        <p:nvSpPr>
          <p:cNvPr id="7" name="Espace réservé de la date 2">
            <a:extLst>
              <a:ext uri="{FF2B5EF4-FFF2-40B4-BE49-F238E27FC236}">
                <a16:creationId xmlns:a16="http://schemas.microsoft.com/office/drawing/2014/main" id="{0DC1C31A-6435-7CC6-2E99-64C8EB554688}"/>
              </a:ext>
            </a:extLst>
          </p:cNvPr>
          <p:cNvSpPr>
            <a:spLocks noGrp="1"/>
          </p:cNvSpPr>
          <p:nvPr>
            <p:ph type="dt" sz="half" idx="10"/>
          </p:nvPr>
        </p:nvSpPr>
        <p:spPr>
          <a:xfrm>
            <a:off x="10854180" y="6426109"/>
            <a:ext cx="718026" cy="215444"/>
          </a:xfrm>
          <a:prstGeom prst="rect">
            <a:avLst/>
          </a:prstGeom>
        </p:spPr>
        <p:txBody>
          <a:bodyPr/>
          <a:lstStyle>
            <a:lvl1pPr>
              <a:defRPr>
                <a:solidFill>
                  <a:schemeClr val="bg1"/>
                </a:solidFill>
              </a:defRPr>
            </a:lvl1pPr>
          </a:lstStyle>
          <a:p>
            <a:r>
              <a:rPr lang="fr-FR"/>
              <a:t>Juin 2024</a:t>
            </a:r>
          </a:p>
        </p:txBody>
      </p:sp>
      <p:sp>
        <p:nvSpPr>
          <p:cNvPr id="9" name="Espace réservé du pied de page 3">
            <a:extLst>
              <a:ext uri="{FF2B5EF4-FFF2-40B4-BE49-F238E27FC236}">
                <a16:creationId xmlns:a16="http://schemas.microsoft.com/office/drawing/2014/main" id="{9D00371F-BA40-0DEA-8CFE-D0EE76BBC24C}"/>
              </a:ext>
            </a:extLst>
          </p:cNvPr>
          <p:cNvSpPr>
            <a:spLocks noGrp="1"/>
          </p:cNvSpPr>
          <p:nvPr>
            <p:ph type="ftr" sz="quarter" idx="11"/>
          </p:nvPr>
        </p:nvSpPr>
        <p:spPr>
          <a:xfrm>
            <a:off x="8310059" y="6426110"/>
            <a:ext cx="2492445" cy="215444"/>
          </a:xfrm>
        </p:spPr>
        <p:txBody>
          <a:bodyPr/>
          <a:lstStyle>
            <a:lvl1pPr>
              <a:defRPr>
                <a:solidFill>
                  <a:schemeClr val="bg1"/>
                </a:solidFill>
              </a:defRPr>
            </a:lvl1pPr>
          </a:lstStyle>
          <a:p>
            <a:r>
              <a:rPr lang="fr-FR"/>
              <a:t>BOUYGUES CONSTRUCTION | </a:t>
            </a:r>
          </a:p>
        </p:txBody>
      </p:sp>
      <p:sp>
        <p:nvSpPr>
          <p:cNvPr id="2" name="Forme libre 12">
            <a:extLst>
              <a:ext uri="{FF2B5EF4-FFF2-40B4-BE49-F238E27FC236}">
                <a16:creationId xmlns:a16="http://schemas.microsoft.com/office/drawing/2014/main" id="{102AC8B8-B450-08AF-8618-F73A15C45071}"/>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4" name="Espace réservé du numéro de diapositive 4">
            <a:extLst>
              <a:ext uri="{FF2B5EF4-FFF2-40B4-BE49-F238E27FC236}">
                <a16:creationId xmlns:a16="http://schemas.microsoft.com/office/drawing/2014/main" id="{91A37899-EDCB-0155-D061-69C0C05276DF}"/>
              </a:ext>
            </a:extLst>
          </p:cNvPr>
          <p:cNvSpPr>
            <a:spLocks noGrp="1"/>
          </p:cNvSpPr>
          <p:nvPr>
            <p:ph type="sldNum" sz="quarter" idx="12"/>
          </p:nvPr>
        </p:nvSpPr>
        <p:spPr>
          <a:xfrm>
            <a:off x="11525908" y="6382485"/>
            <a:ext cx="560986" cy="276999"/>
          </a:xfrm>
        </p:spPr>
        <p:txBody>
          <a:bodyPr/>
          <a:lstStyle>
            <a:lvl1pPr>
              <a:defRPr>
                <a:solidFill>
                  <a:schemeClr val="tx1"/>
                </a:solidFill>
              </a:defRPr>
            </a:lvl1pPr>
          </a:lstStyle>
          <a:p>
            <a:fld id="{CD166EB1-B284-8541-B839-321F682B6B05}" type="slidenum">
              <a:rPr lang="fr-FR" smtClean="0"/>
              <a:pPr/>
              <a:t>‹N°›</a:t>
            </a:fld>
            <a:endParaRPr lang="fr-FR"/>
          </a:p>
        </p:txBody>
      </p:sp>
    </p:spTree>
    <p:extLst>
      <p:ext uri="{BB962C8B-B14F-4D97-AF65-F5344CB8AC3E}">
        <p14:creationId xmlns:p14="http://schemas.microsoft.com/office/powerpoint/2010/main" val="1274532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ocs textes et image">
    <p:bg>
      <p:bgPr>
        <a:solidFill>
          <a:schemeClr val="bg1"/>
        </a:solidFill>
        <a:effectLst/>
      </p:bgPr>
    </p:bg>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1A85595B-CF11-A312-E90E-760F1919E0A6}"/>
              </a:ext>
            </a:extLst>
          </p:cNvPr>
          <p:cNvGrpSpPr/>
          <p:nvPr userDrawn="1"/>
        </p:nvGrpSpPr>
        <p:grpSpPr>
          <a:xfrm>
            <a:off x="-1" y="263015"/>
            <a:ext cx="5860125" cy="375126"/>
            <a:chOff x="-5557295" y="172402"/>
            <a:chExt cx="5860125" cy="375126"/>
          </a:xfrm>
        </p:grpSpPr>
        <p:sp>
          <p:nvSpPr>
            <p:cNvPr id="12" name="Forme libre 11">
              <a:extLst>
                <a:ext uri="{FF2B5EF4-FFF2-40B4-BE49-F238E27FC236}">
                  <a16:creationId xmlns:a16="http://schemas.microsoft.com/office/drawing/2014/main" id="{F7D83129-7CC0-3AC0-0893-841EF0789D3C}"/>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3" name="Forme libre 12">
              <a:extLst>
                <a:ext uri="{FF2B5EF4-FFF2-40B4-BE49-F238E27FC236}">
                  <a16:creationId xmlns:a16="http://schemas.microsoft.com/office/drawing/2014/main" id="{7CBF57F8-B732-CE3C-3C27-072341E9573D}"/>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5" name="Titre 4">
            <a:extLst>
              <a:ext uri="{FF2B5EF4-FFF2-40B4-BE49-F238E27FC236}">
                <a16:creationId xmlns:a16="http://schemas.microsoft.com/office/drawing/2014/main" id="{6E8497F2-810E-6B5A-97F2-F8F6C32D6D47}"/>
              </a:ext>
            </a:extLst>
          </p:cNvPr>
          <p:cNvSpPr>
            <a:spLocks noGrp="1"/>
          </p:cNvSpPr>
          <p:nvPr>
            <p:ph type="title" hasCustomPrompt="1"/>
          </p:nvPr>
        </p:nvSpPr>
        <p:spPr>
          <a:xfrm>
            <a:off x="537576" y="862061"/>
            <a:ext cx="6306138" cy="590931"/>
          </a:xfrm>
        </p:spPr>
        <p:txBody>
          <a:bodyPr>
            <a:normAutofit/>
          </a:bodyPr>
          <a:lstStyle>
            <a:lvl1pPr>
              <a:defRPr b="1">
                <a:solidFill>
                  <a:schemeClr val="accent3"/>
                </a:solidFill>
              </a:defRPr>
            </a:lvl1pPr>
          </a:lstStyle>
          <a:p>
            <a:r>
              <a:rPr lang="fr-FR"/>
              <a:t>Titre</a:t>
            </a:r>
          </a:p>
        </p:txBody>
      </p:sp>
      <p:sp>
        <p:nvSpPr>
          <p:cNvPr id="22" name="Espace réservé du texte 48">
            <a:extLst>
              <a:ext uri="{FF2B5EF4-FFF2-40B4-BE49-F238E27FC236}">
                <a16:creationId xmlns:a16="http://schemas.microsoft.com/office/drawing/2014/main" id="{F02F88C0-1F0B-26FD-F39A-F95E340B5426}"/>
              </a:ext>
            </a:extLst>
          </p:cNvPr>
          <p:cNvSpPr>
            <a:spLocks noGrp="1"/>
          </p:cNvSpPr>
          <p:nvPr>
            <p:ph type="body" sz="quarter" idx="20" hasCustomPrompt="1"/>
          </p:nvPr>
        </p:nvSpPr>
        <p:spPr>
          <a:xfrm>
            <a:off x="538163" y="3086913"/>
            <a:ext cx="4383461" cy="1323439"/>
          </a:xfrm>
        </p:spPr>
        <p:txBody>
          <a:bodyPr>
            <a:spAutoFit/>
          </a:bodyPr>
          <a:lstStyle>
            <a:lvl1pPr>
              <a:lnSpc>
                <a:spcPct val="100000"/>
              </a:lnSpc>
              <a:defRPr sz="1600">
                <a:solidFill>
                  <a:schemeClr val="tx1"/>
                </a:solidFill>
              </a:defRPr>
            </a:lvl1pPr>
          </a:lstStyle>
          <a:p>
            <a:pPr lvl="0"/>
            <a:r>
              <a:rPr lang="fr-FR"/>
              <a:t>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endParaRPr lang="fr-FR"/>
          </a:p>
        </p:txBody>
      </p:sp>
      <p:sp>
        <p:nvSpPr>
          <p:cNvPr id="24" name="Espace réservé du texte 48">
            <a:extLst>
              <a:ext uri="{FF2B5EF4-FFF2-40B4-BE49-F238E27FC236}">
                <a16:creationId xmlns:a16="http://schemas.microsoft.com/office/drawing/2014/main" id="{2E9A6E87-6A84-70FC-7971-EC0B42537A5B}"/>
              </a:ext>
            </a:extLst>
          </p:cNvPr>
          <p:cNvSpPr>
            <a:spLocks noGrp="1"/>
          </p:cNvSpPr>
          <p:nvPr>
            <p:ph type="body" sz="quarter" idx="22" hasCustomPrompt="1"/>
          </p:nvPr>
        </p:nvSpPr>
        <p:spPr>
          <a:xfrm>
            <a:off x="538163" y="2615707"/>
            <a:ext cx="4383461" cy="400110"/>
          </a:xfrm>
        </p:spPr>
        <p:txBody>
          <a:bodyPr>
            <a:spAutoFit/>
          </a:bodyPr>
          <a:lstStyle>
            <a:lvl1pPr>
              <a:lnSpc>
                <a:spcPct val="100000"/>
              </a:lnSpc>
              <a:defRPr sz="2000">
                <a:solidFill>
                  <a:schemeClr val="accent3"/>
                </a:solidFill>
                <a:latin typeface="+mj-lt"/>
              </a:defRPr>
            </a:lvl1pPr>
          </a:lstStyle>
          <a:p>
            <a:pPr lvl="0"/>
            <a:r>
              <a:rPr lang="fr-FR"/>
              <a:t>Lorem ipsum </a:t>
            </a:r>
            <a:r>
              <a:rPr lang="fr-FR" err="1"/>
              <a:t>dolore</a:t>
            </a:r>
            <a:endParaRPr lang="fr-FR"/>
          </a:p>
        </p:txBody>
      </p:sp>
      <p:sp>
        <p:nvSpPr>
          <p:cNvPr id="25" name="Espace réservé du texte 48">
            <a:extLst>
              <a:ext uri="{FF2B5EF4-FFF2-40B4-BE49-F238E27FC236}">
                <a16:creationId xmlns:a16="http://schemas.microsoft.com/office/drawing/2014/main" id="{B24E0222-4D9C-033C-A66B-A321573ED79D}"/>
              </a:ext>
            </a:extLst>
          </p:cNvPr>
          <p:cNvSpPr>
            <a:spLocks noGrp="1"/>
          </p:cNvSpPr>
          <p:nvPr>
            <p:ph type="body" sz="quarter" idx="23" hasCustomPrompt="1"/>
          </p:nvPr>
        </p:nvSpPr>
        <p:spPr>
          <a:xfrm>
            <a:off x="538163" y="5050184"/>
            <a:ext cx="4383461" cy="1323439"/>
          </a:xfrm>
        </p:spPr>
        <p:txBody>
          <a:bodyPr>
            <a:spAutoFit/>
          </a:bodyPr>
          <a:lstStyle>
            <a:lvl1pPr>
              <a:lnSpc>
                <a:spcPct val="100000"/>
              </a:lnSpc>
              <a:defRPr sz="1600">
                <a:solidFill>
                  <a:schemeClr val="tx1"/>
                </a:solidFill>
              </a:defRPr>
            </a:lvl1pPr>
          </a:lstStyle>
          <a:p>
            <a:pPr lvl="0"/>
            <a:r>
              <a:rPr lang="fr-FR"/>
              <a:t>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endParaRPr lang="fr-FR"/>
          </a:p>
        </p:txBody>
      </p:sp>
      <p:sp>
        <p:nvSpPr>
          <p:cNvPr id="26" name="Espace réservé du texte 48">
            <a:extLst>
              <a:ext uri="{FF2B5EF4-FFF2-40B4-BE49-F238E27FC236}">
                <a16:creationId xmlns:a16="http://schemas.microsoft.com/office/drawing/2014/main" id="{855F0F13-80C8-81AF-D52A-98FCD83E6774}"/>
              </a:ext>
            </a:extLst>
          </p:cNvPr>
          <p:cNvSpPr>
            <a:spLocks noGrp="1"/>
          </p:cNvSpPr>
          <p:nvPr>
            <p:ph type="body" sz="quarter" idx="24" hasCustomPrompt="1"/>
          </p:nvPr>
        </p:nvSpPr>
        <p:spPr>
          <a:xfrm>
            <a:off x="538163" y="4578978"/>
            <a:ext cx="4383461" cy="400110"/>
          </a:xfrm>
        </p:spPr>
        <p:txBody>
          <a:bodyPr>
            <a:spAutoFit/>
          </a:bodyPr>
          <a:lstStyle>
            <a:lvl1pPr>
              <a:lnSpc>
                <a:spcPct val="100000"/>
              </a:lnSpc>
              <a:defRPr sz="2000">
                <a:solidFill>
                  <a:schemeClr val="accent3"/>
                </a:solidFill>
                <a:latin typeface="+mj-lt"/>
              </a:defRPr>
            </a:lvl1pPr>
          </a:lstStyle>
          <a:p>
            <a:pPr lvl="0"/>
            <a:r>
              <a:rPr lang="fr-FR"/>
              <a:t>Lorem ipsum </a:t>
            </a:r>
            <a:r>
              <a:rPr lang="fr-FR" err="1"/>
              <a:t>dolore</a:t>
            </a:r>
            <a:endParaRPr lang="fr-FR"/>
          </a:p>
        </p:txBody>
      </p:sp>
      <p:sp>
        <p:nvSpPr>
          <p:cNvPr id="14" name="Espace réservé pour une image  19">
            <a:extLst>
              <a:ext uri="{FF2B5EF4-FFF2-40B4-BE49-F238E27FC236}">
                <a16:creationId xmlns:a16="http://schemas.microsoft.com/office/drawing/2014/main" id="{F6E78AE4-46A9-E188-494F-9FE81598DE6F}"/>
              </a:ext>
            </a:extLst>
          </p:cNvPr>
          <p:cNvSpPr>
            <a:spLocks noGrp="1"/>
          </p:cNvSpPr>
          <p:nvPr>
            <p:ph type="pic" sz="quarter" idx="25"/>
          </p:nvPr>
        </p:nvSpPr>
        <p:spPr>
          <a:xfrm>
            <a:off x="7146435" y="263015"/>
            <a:ext cx="4758407" cy="5894898"/>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2" name="Forme libre 12">
            <a:extLst>
              <a:ext uri="{FF2B5EF4-FFF2-40B4-BE49-F238E27FC236}">
                <a16:creationId xmlns:a16="http://schemas.microsoft.com/office/drawing/2014/main" id="{854D109C-07F3-0875-AC51-B9F092F7B7FD}"/>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4" name="Espace réservé de la date 2">
            <a:extLst>
              <a:ext uri="{FF2B5EF4-FFF2-40B4-BE49-F238E27FC236}">
                <a16:creationId xmlns:a16="http://schemas.microsoft.com/office/drawing/2014/main" id="{B420D5C3-8652-08AA-330A-04F31CDCBCF0}"/>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6" name="Espace réservé du pied de page 3">
            <a:extLst>
              <a:ext uri="{FF2B5EF4-FFF2-40B4-BE49-F238E27FC236}">
                <a16:creationId xmlns:a16="http://schemas.microsoft.com/office/drawing/2014/main" id="{CAD3479A-D859-1625-4562-6E5C9195277D}"/>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7" name="Espace réservé du numéro de diapositive 4">
            <a:extLst>
              <a:ext uri="{FF2B5EF4-FFF2-40B4-BE49-F238E27FC236}">
                <a16:creationId xmlns:a16="http://schemas.microsoft.com/office/drawing/2014/main" id="{DDA0C2EE-54B1-40DF-5330-D6EF52EC7224}"/>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
        <p:nvSpPr>
          <p:cNvPr id="3" name="Espace réservé du texte 45">
            <a:extLst>
              <a:ext uri="{FF2B5EF4-FFF2-40B4-BE49-F238E27FC236}">
                <a16:creationId xmlns:a16="http://schemas.microsoft.com/office/drawing/2014/main" id="{20F4AE11-747F-230F-7A2D-A860ECCBD69C}"/>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8" name="Espace réservé du texte 45">
            <a:extLst>
              <a:ext uri="{FF2B5EF4-FFF2-40B4-BE49-F238E27FC236}">
                <a16:creationId xmlns:a16="http://schemas.microsoft.com/office/drawing/2014/main" id="{620CD3BD-0CDA-DC28-5F16-7F119ACCE1E1}"/>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91631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ocs textes et double images">
    <p:bg>
      <p:bgPr>
        <a:solidFill>
          <a:schemeClr val="bg1"/>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6E8497F2-810E-6B5A-97F2-F8F6C32D6D47}"/>
              </a:ext>
            </a:extLst>
          </p:cNvPr>
          <p:cNvSpPr>
            <a:spLocks noGrp="1"/>
          </p:cNvSpPr>
          <p:nvPr>
            <p:ph type="title" hasCustomPrompt="1"/>
          </p:nvPr>
        </p:nvSpPr>
        <p:spPr>
          <a:xfrm>
            <a:off x="537576" y="862061"/>
            <a:ext cx="6306138" cy="590931"/>
          </a:xfrm>
        </p:spPr>
        <p:txBody>
          <a:bodyPr>
            <a:normAutofit/>
          </a:bodyPr>
          <a:lstStyle>
            <a:lvl1pPr>
              <a:defRPr b="1">
                <a:solidFill>
                  <a:schemeClr val="accent3"/>
                </a:solidFill>
              </a:defRPr>
            </a:lvl1pPr>
          </a:lstStyle>
          <a:p>
            <a:r>
              <a:rPr lang="fr-FR"/>
              <a:t>Titre</a:t>
            </a:r>
          </a:p>
        </p:txBody>
      </p:sp>
      <p:sp>
        <p:nvSpPr>
          <p:cNvPr id="22" name="Espace réservé du texte 48">
            <a:extLst>
              <a:ext uri="{FF2B5EF4-FFF2-40B4-BE49-F238E27FC236}">
                <a16:creationId xmlns:a16="http://schemas.microsoft.com/office/drawing/2014/main" id="{F02F88C0-1F0B-26FD-F39A-F95E340B5426}"/>
              </a:ext>
            </a:extLst>
          </p:cNvPr>
          <p:cNvSpPr>
            <a:spLocks noGrp="1"/>
          </p:cNvSpPr>
          <p:nvPr>
            <p:ph type="body" sz="quarter" idx="20" hasCustomPrompt="1"/>
          </p:nvPr>
        </p:nvSpPr>
        <p:spPr>
          <a:xfrm>
            <a:off x="538163" y="3086913"/>
            <a:ext cx="4383461" cy="1323439"/>
          </a:xfrm>
        </p:spPr>
        <p:txBody>
          <a:bodyPr>
            <a:spAutoFit/>
          </a:bodyPr>
          <a:lstStyle>
            <a:lvl1pPr>
              <a:lnSpc>
                <a:spcPct val="100000"/>
              </a:lnSpc>
              <a:defRPr sz="1600">
                <a:solidFill>
                  <a:schemeClr val="tx1"/>
                </a:solidFill>
              </a:defRPr>
            </a:lvl1pPr>
          </a:lstStyle>
          <a:p>
            <a:pPr lvl="0"/>
            <a:r>
              <a:rPr lang="fr-FR"/>
              <a:t>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endParaRPr lang="fr-FR"/>
          </a:p>
        </p:txBody>
      </p:sp>
      <p:sp>
        <p:nvSpPr>
          <p:cNvPr id="24" name="Espace réservé du texte 48">
            <a:extLst>
              <a:ext uri="{FF2B5EF4-FFF2-40B4-BE49-F238E27FC236}">
                <a16:creationId xmlns:a16="http://schemas.microsoft.com/office/drawing/2014/main" id="{2E9A6E87-6A84-70FC-7971-EC0B42537A5B}"/>
              </a:ext>
            </a:extLst>
          </p:cNvPr>
          <p:cNvSpPr>
            <a:spLocks noGrp="1"/>
          </p:cNvSpPr>
          <p:nvPr>
            <p:ph type="body" sz="quarter" idx="22" hasCustomPrompt="1"/>
          </p:nvPr>
        </p:nvSpPr>
        <p:spPr>
          <a:xfrm>
            <a:off x="538163" y="2615707"/>
            <a:ext cx="4383461" cy="400110"/>
          </a:xfrm>
        </p:spPr>
        <p:txBody>
          <a:bodyPr>
            <a:spAutoFit/>
          </a:bodyPr>
          <a:lstStyle>
            <a:lvl1pPr>
              <a:lnSpc>
                <a:spcPct val="100000"/>
              </a:lnSpc>
              <a:defRPr sz="2000">
                <a:solidFill>
                  <a:schemeClr val="accent3"/>
                </a:solidFill>
                <a:latin typeface="+mj-lt"/>
              </a:defRPr>
            </a:lvl1pPr>
          </a:lstStyle>
          <a:p>
            <a:pPr lvl="0"/>
            <a:r>
              <a:rPr lang="fr-FR"/>
              <a:t>Lorem ipsum </a:t>
            </a:r>
            <a:r>
              <a:rPr lang="fr-FR" err="1"/>
              <a:t>dolore</a:t>
            </a:r>
            <a:endParaRPr lang="fr-FR"/>
          </a:p>
        </p:txBody>
      </p:sp>
      <p:sp>
        <p:nvSpPr>
          <p:cNvPr id="25" name="Espace réservé du texte 48">
            <a:extLst>
              <a:ext uri="{FF2B5EF4-FFF2-40B4-BE49-F238E27FC236}">
                <a16:creationId xmlns:a16="http://schemas.microsoft.com/office/drawing/2014/main" id="{B24E0222-4D9C-033C-A66B-A321573ED79D}"/>
              </a:ext>
            </a:extLst>
          </p:cNvPr>
          <p:cNvSpPr>
            <a:spLocks noGrp="1"/>
          </p:cNvSpPr>
          <p:nvPr>
            <p:ph type="body" sz="quarter" idx="23" hasCustomPrompt="1"/>
          </p:nvPr>
        </p:nvSpPr>
        <p:spPr>
          <a:xfrm>
            <a:off x="538163" y="5050184"/>
            <a:ext cx="4383461" cy="1323439"/>
          </a:xfrm>
        </p:spPr>
        <p:txBody>
          <a:bodyPr>
            <a:spAutoFit/>
          </a:bodyPr>
          <a:lstStyle>
            <a:lvl1pPr>
              <a:lnSpc>
                <a:spcPct val="100000"/>
              </a:lnSpc>
              <a:defRPr sz="1600">
                <a:solidFill>
                  <a:schemeClr val="tx1"/>
                </a:solidFill>
              </a:defRPr>
            </a:lvl1pPr>
          </a:lstStyle>
          <a:p>
            <a:pPr lvl="0"/>
            <a:r>
              <a:rPr lang="fr-FR"/>
              <a:t>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endParaRPr lang="fr-FR"/>
          </a:p>
        </p:txBody>
      </p:sp>
      <p:sp>
        <p:nvSpPr>
          <p:cNvPr id="26" name="Espace réservé du texte 48">
            <a:extLst>
              <a:ext uri="{FF2B5EF4-FFF2-40B4-BE49-F238E27FC236}">
                <a16:creationId xmlns:a16="http://schemas.microsoft.com/office/drawing/2014/main" id="{855F0F13-80C8-81AF-D52A-98FCD83E6774}"/>
              </a:ext>
            </a:extLst>
          </p:cNvPr>
          <p:cNvSpPr>
            <a:spLocks noGrp="1"/>
          </p:cNvSpPr>
          <p:nvPr>
            <p:ph type="body" sz="quarter" idx="24" hasCustomPrompt="1"/>
          </p:nvPr>
        </p:nvSpPr>
        <p:spPr>
          <a:xfrm>
            <a:off x="538163" y="4578978"/>
            <a:ext cx="4383461" cy="400110"/>
          </a:xfrm>
        </p:spPr>
        <p:txBody>
          <a:bodyPr>
            <a:spAutoFit/>
          </a:bodyPr>
          <a:lstStyle>
            <a:lvl1pPr>
              <a:lnSpc>
                <a:spcPct val="100000"/>
              </a:lnSpc>
              <a:defRPr sz="2000">
                <a:solidFill>
                  <a:schemeClr val="accent3"/>
                </a:solidFill>
                <a:latin typeface="+mj-lt"/>
              </a:defRPr>
            </a:lvl1pPr>
          </a:lstStyle>
          <a:p>
            <a:pPr lvl="0"/>
            <a:r>
              <a:rPr lang="fr-FR"/>
              <a:t>Lorem ipsum </a:t>
            </a:r>
            <a:r>
              <a:rPr lang="fr-FR" err="1"/>
              <a:t>dolore</a:t>
            </a:r>
            <a:endParaRPr lang="fr-FR"/>
          </a:p>
        </p:txBody>
      </p:sp>
      <p:sp>
        <p:nvSpPr>
          <p:cNvPr id="14" name="Espace réservé pour une image  19">
            <a:extLst>
              <a:ext uri="{FF2B5EF4-FFF2-40B4-BE49-F238E27FC236}">
                <a16:creationId xmlns:a16="http://schemas.microsoft.com/office/drawing/2014/main" id="{F6E78AE4-46A9-E188-494F-9FE81598DE6F}"/>
              </a:ext>
            </a:extLst>
          </p:cNvPr>
          <p:cNvSpPr>
            <a:spLocks noGrp="1"/>
          </p:cNvSpPr>
          <p:nvPr>
            <p:ph type="pic" sz="quarter" idx="25"/>
          </p:nvPr>
        </p:nvSpPr>
        <p:spPr>
          <a:xfrm>
            <a:off x="7146435" y="263015"/>
            <a:ext cx="4758407" cy="2880000"/>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2" name="Espace réservé pour une image  19">
            <a:extLst>
              <a:ext uri="{FF2B5EF4-FFF2-40B4-BE49-F238E27FC236}">
                <a16:creationId xmlns:a16="http://schemas.microsoft.com/office/drawing/2014/main" id="{10642810-25E3-1833-3A61-2D2283DC917C}"/>
              </a:ext>
            </a:extLst>
          </p:cNvPr>
          <p:cNvSpPr>
            <a:spLocks noGrp="1"/>
          </p:cNvSpPr>
          <p:nvPr>
            <p:ph type="pic" sz="quarter" idx="26"/>
          </p:nvPr>
        </p:nvSpPr>
        <p:spPr>
          <a:xfrm>
            <a:off x="7146435" y="3281455"/>
            <a:ext cx="4758407" cy="2880000"/>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4" name="Forme libre 12">
            <a:extLst>
              <a:ext uri="{FF2B5EF4-FFF2-40B4-BE49-F238E27FC236}">
                <a16:creationId xmlns:a16="http://schemas.microsoft.com/office/drawing/2014/main" id="{8A39FBA8-5A98-CBEC-0115-A584F4DFC2F9}"/>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 name="Espace réservé de la date 2">
            <a:extLst>
              <a:ext uri="{FF2B5EF4-FFF2-40B4-BE49-F238E27FC236}">
                <a16:creationId xmlns:a16="http://schemas.microsoft.com/office/drawing/2014/main" id="{A1A7E69A-1780-14EA-F384-5E39EEE61DF6}"/>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7" name="Espace réservé du pied de page 3">
            <a:extLst>
              <a:ext uri="{FF2B5EF4-FFF2-40B4-BE49-F238E27FC236}">
                <a16:creationId xmlns:a16="http://schemas.microsoft.com/office/drawing/2014/main" id="{18A69519-C51E-9F72-E426-15B96F87DBFE}"/>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8" name="Espace réservé du numéro de diapositive 4">
            <a:extLst>
              <a:ext uri="{FF2B5EF4-FFF2-40B4-BE49-F238E27FC236}">
                <a16:creationId xmlns:a16="http://schemas.microsoft.com/office/drawing/2014/main" id="{30B312F4-E527-CE37-C0E1-7F7145D9764F}"/>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3" name="Groupe 2">
            <a:extLst>
              <a:ext uri="{FF2B5EF4-FFF2-40B4-BE49-F238E27FC236}">
                <a16:creationId xmlns:a16="http://schemas.microsoft.com/office/drawing/2014/main" id="{B9CECE49-98C2-DFE8-082A-3B2800AE5021}"/>
              </a:ext>
            </a:extLst>
          </p:cNvPr>
          <p:cNvGrpSpPr/>
          <p:nvPr userDrawn="1"/>
        </p:nvGrpSpPr>
        <p:grpSpPr>
          <a:xfrm>
            <a:off x="-1" y="263015"/>
            <a:ext cx="5860125" cy="375126"/>
            <a:chOff x="-5557295" y="172402"/>
            <a:chExt cx="5860125" cy="375126"/>
          </a:xfrm>
        </p:grpSpPr>
        <p:sp>
          <p:nvSpPr>
            <p:cNvPr id="15" name="Forme libre 11">
              <a:extLst>
                <a:ext uri="{FF2B5EF4-FFF2-40B4-BE49-F238E27FC236}">
                  <a16:creationId xmlns:a16="http://schemas.microsoft.com/office/drawing/2014/main" id="{2A90E934-9CE2-3D59-3CFE-4502AFEDED1E}"/>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6" name="Forme libre 12">
              <a:extLst>
                <a:ext uri="{FF2B5EF4-FFF2-40B4-BE49-F238E27FC236}">
                  <a16:creationId xmlns:a16="http://schemas.microsoft.com/office/drawing/2014/main" id="{B8FC6ACA-B185-1DDD-4CF9-2B115520E19D}"/>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9" name="Espace réservé du texte 45">
            <a:extLst>
              <a:ext uri="{FF2B5EF4-FFF2-40B4-BE49-F238E27FC236}">
                <a16:creationId xmlns:a16="http://schemas.microsoft.com/office/drawing/2014/main" id="{E7F2F9F9-6B3A-2997-C553-A22A8CAD08E1}"/>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10" name="Espace réservé du texte 45">
            <a:extLst>
              <a:ext uri="{FF2B5EF4-FFF2-40B4-BE49-F238E27FC236}">
                <a16:creationId xmlns:a16="http://schemas.microsoft.com/office/drawing/2014/main" id="{FA084A27-2090-98BD-DD1A-F4E346FDC59D}"/>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5847667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rganigramme">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55B5A7-A28F-6CD8-1A7F-CD75AE893D5D}"/>
              </a:ext>
            </a:extLst>
          </p:cNvPr>
          <p:cNvSpPr>
            <a:spLocks noGrp="1"/>
          </p:cNvSpPr>
          <p:nvPr userDrawn="1">
            <p:ph type="title" hasCustomPrompt="1"/>
          </p:nvPr>
        </p:nvSpPr>
        <p:spPr/>
        <p:txBody>
          <a:bodyPr/>
          <a:lstStyle>
            <a:lvl1pPr>
              <a:defRPr b="1">
                <a:solidFill>
                  <a:schemeClr val="accent3"/>
                </a:solidFill>
              </a:defRPr>
            </a:lvl1pPr>
          </a:lstStyle>
          <a:p>
            <a:r>
              <a:rPr lang="fr-FR"/>
              <a:t>Équipe</a:t>
            </a:r>
          </a:p>
        </p:txBody>
      </p:sp>
      <p:sp>
        <p:nvSpPr>
          <p:cNvPr id="12" name="Espace réservé pour une image  11">
            <a:extLst>
              <a:ext uri="{FF2B5EF4-FFF2-40B4-BE49-F238E27FC236}">
                <a16:creationId xmlns:a16="http://schemas.microsoft.com/office/drawing/2014/main" id="{964EFAC4-6EB0-5736-D94D-3A4E549CB9DB}"/>
              </a:ext>
            </a:extLst>
          </p:cNvPr>
          <p:cNvSpPr>
            <a:spLocks noGrp="1"/>
          </p:cNvSpPr>
          <p:nvPr>
            <p:ph type="pic" sz="quarter" idx="20"/>
          </p:nvPr>
        </p:nvSpPr>
        <p:spPr>
          <a:xfrm>
            <a:off x="488235" y="1742673"/>
            <a:ext cx="961200" cy="961200"/>
          </a:xfrm>
          <a:prstGeom prst="ellipse">
            <a:avLst/>
          </a:prstGeom>
          <a:solidFill>
            <a:schemeClr val="bg1">
              <a:lumMod val="95000"/>
            </a:schemeClr>
          </a:solidFill>
        </p:spPr>
        <p:txBody>
          <a:bodyPr/>
          <a:lstStyle/>
          <a:p>
            <a:r>
              <a:rPr lang="fr-FR"/>
              <a:t>Cliquez sur l'icône pour ajouter une image</a:t>
            </a:r>
          </a:p>
        </p:txBody>
      </p:sp>
      <p:sp>
        <p:nvSpPr>
          <p:cNvPr id="7" name="Forme libre 12">
            <a:extLst>
              <a:ext uri="{FF2B5EF4-FFF2-40B4-BE49-F238E27FC236}">
                <a16:creationId xmlns:a16="http://schemas.microsoft.com/office/drawing/2014/main" id="{9BF04A55-1F84-D050-DE52-63716C9CC985}"/>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8" name="Espace réservé de la date 2">
            <a:extLst>
              <a:ext uri="{FF2B5EF4-FFF2-40B4-BE49-F238E27FC236}">
                <a16:creationId xmlns:a16="http://schemas.microsoft.com/office/drawing/2014/main" id="{080BA467-F14C-EE89-D139-02E96303F034}"/>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11" name="Espace réservé du pied de page 3">
            <a:extLst>
              <a:ext uri="{FF2B5EF4-FFF2-40B4-BE49-F238E27FC236}">
                <a16:creationId xmlns:a16="http://schemas.microsoft.com/office/drawing/2014/main" id="{B8A2A068-D0EF-8448-1595-1FE0000BC629}"/>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3" name="Espace réservé du numéro de diapositive 4">
            <a:extLst>
              <a:ext uri="{FF2B5EF4-FFF2-40B4-BE49-F238E27FC236}">
                <a16:creationId xmlns:a16="http://schemas.microsoft.com/office/drawing/2014/main" id="{51639411-7A3B-18F8-DAC5-27076E52BBA9}"/>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21" name="Groupe 20">
            <a:extLst>
              <a:ext uri="{FF2B5EF4-FFF2-40B4-BE49-F238E27FC236}">
                <a16:creationId xmlns:a16="http://schemas.microsoft.com/office/drawing/2014/main" id="{FA4CB8F3-ECC0-EBAB-FAAF-CDC344D5A131}"/>
              </a:ext>
            </a:extLst>
          </p:cNvPr>
          <p:cNvGrpSpPr/>
          <p:nvPr userDrawn="1"/>
        </p:nvGrpSpPr>
        <p:grpSpPr>
          <a:xfrm>
            <a:off x="-1" y="263015"/>
            <a:ext cx="5860125" cy="375126"/>
            <a:chOff x="-5557295" y="172402"/>
            <a:chExt cx="5860125" cy="375126"/>
          </a:xfrm>
        </p:grpSpPr>
        <p:sp>
          <p:nvSpPr>
            <p:cNvPr id="22" name="Forme libre 11">
              <a:extLst>
                <a:ext uri="{FF2B5EF4-FFF2-40B4-BE49-F238E27FC236}">
                  <a16:creationId xmlns:a16="http://schemas.microsoft.com/office/drawing/2014/main" id="{7A060465-13DA-F609-4474-BCE3B5BBC5FC}"/>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3" name="Forme libre 12">
              <a:extLst>
                <a:ext uri="{FF2B5EF4-FFF2-40B4-BE49-F238E27FC236}">
                  <a16:creationId xmlns:a16="http://schemas.microsoft.com/office/drawing/2014/main" id="{6C57918C-F06B-8A60-4CF5-0BE36EDE1B7F}"/>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0FEF6E8E-8C45-E81D-BB86-453F3E96B0B0}"/>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4" name="Espace réservé du texte 45">
            <a:extLst>
              <a:ext uri="{FF2B5EF4-FFF2-40B4-BE49-F238E27FC236}">
                <a16:creationId xmlns:a16="http://schemas.microsoft.com/office/drawing/2014/main" id="{C601C8B9-6DB5-301C-DBD4-EF82A7D912DE}"/>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171829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aison de contenus 01">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982B8E-19E0-88C1-51B4-FF0E2F39712A}"/>
              </a:ext>
            </a:extLst>
          </p:cNvPr>
          <p:cNvSpPr>
            <a:spLocks noGrp="1"/>
          </p:cNvSpPr>
          <p:nvPr>
            <p:ph type="title"/>
          </p:nvPr>
        </p:nvSpPr>
        <p:spPr/>
        <p:txBody>
          <a:bodyPr/>
          <a:lstStyle>
            <a:lvl1pPr>
              <a:defRPr b="1"/>
            </a:lvl1pPr>
          </a:lstStyle>
          <a:p>
            <a:r>
              <a:rPr lang="fr-FR"/>
              <a:t>Modifiez le style du titre</a:t>
            </a:r>
          </a:p>
        </p:txBody>
      </p:sp>
      <p:sp>
        <p:nvSpPr>
          <p:cNvPr id="3" name="Forme libre 12">
            <a:extLst>
              <a:ext uri="{FF2B5EF4-FFF2-40B4-BE49-F238E27FC236}">
                <a16:creationId xmlns:a16="http://schemas.microsoft.com/office/drawing/2014/main" id="{33663BA0-DDDD-9236-BDED-9F1950AFBDF5}"/>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 name="Espace réservé de la date 2">
            <a:extLst>
              <a:ext uri="{FF2B5EF4-FFF2-40B4-BE49-F238E27FC236}">
                <a16:creationId xmlns:a16="http://schemas.microsoft.com/office/drawing/2014/main" id="{6DE86FCF-AA4D-7351-22A3-89182C84424F}"/>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9" name="Espace réservé du pied de page 3">
            <a:extLst>
              <a:ext uri="{FF2B5EF4-FFF2-40B4-BE49-F238E27FC236}">
                <a16:creationId xmlns:a16="http://schemas.microsoft.com/office/drawing/2014/main" id="{3C4D3CD9-77C7-E480-FE92-337DAF7F0708}"/>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2" name="Espace réservé du numéro de diapositive 4">
            <a:extLst>
              <a:ext uri="{FF2B5EF4-FFF2-40B4-BE49-F238E27FC236}">
                <a16:creationId xmlns:a16="http://schemas.microsoft.com/office/drawing/2014/main" id="{F69A84FF-9530-9038-A1B0-F19F47787B63}"/>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13" name="Groupe 12">
            <a:extLst>
              <a:ext uri="{FF2B5EF4-FFF2-40B4-BE49-F238E27FC236}">
                <a16:creationId xmlns:a16="http://schemas.microsoft.com/office/drawing/2014/main" id="{840C276D-D460-A398-B304-EE6B1B0F237A}"/>
              </a:ext>
            </a:extLst>
          </p:cNvPr>
          <p:cNvGrpSpPr/>
          <p:nvPr userDrawn="1"/>
        </p:nvGrpSpPr>
        <p:grpSpPr>
          <a:xfrm>
            <a:off x="-1" y="263015"/>
            <a:ext cx="5860125" cy="375126"/>
            <a:chOff x="-5557295" y="172402"/>
            <a:chExt cx="5860125" cy="375126"/>
          </a:xfrm>
        </p:grpSpPr>
        <p:sp>
          <p:nvSpPr>
            <p:cNvPr id="14" name="Forme libre 11">
              <a:extLst>
                <a:ext uri="{FF2B5EF4-FFF2-40B4-BE49-F238E27FC236}">
                  <a16:creationId xmlns:a16="http://schemas.microsoft.com/office/drawing/2014/main" id="{8BACE2B5-A27B-AB0A-CE25-783E9EF8B43D}"/>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5" name="Forme libre 12">
              <a:extLst>
                <a:ext uri="{FF2B5EF4-FFF2-40B4-BE49-F238E27FC236}">
                  <a16:creationId xmlns:a16="http://schemas.microsoft.com/office/drawing/2014/main" id="{7E9422F8-98C1-C9C1-7A2D-D24B4C43607B}"/>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4" name="Espace réservé du texte 45">
            <a:extLst>
              <a:ext uri="{FF2B5EF4-FFF2-40B4-BE49-F238E27FC236}">
                <a16:creationId xmlns:a16="http://schemas.microsoft.com/office/drawing/2014/main" id="{CE5DF485-3F77-8130-C972-1AF1104D6485}"/>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 </a:t>
            </a:r>
          </a:p>
        </p:txBody>
      </p:sp>
      <p:sp>
        <p:nvSpPr>
          <p:cNvPr id="5" name="Espace réservé du texte 45">
            <a:extLst>
              <a:ext uri="{FF2B5EF4-FFF2-40B4-BE49-F238E27FC236}">
                <a16:creationId xmlns:a16="http://schemas.microsoft.com/office/drawing/2014/main" id="{89984247-9725-92BF-1C3D-B33A296114F5}"/>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2610130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aison de contenus 02">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0C9F5D-CE34-A01E-7DE3-327B3D900856}"/>
              </a:ext>
            </a:extLst>
          </p:cNvPr>
          <p:cNvSpPr>
            <a:spLocks noGrp="1"/>
          </p:cNvSpPr>
          <p:nvPr>
            <p:ph type="title"/>
          </p:nvPr>
        </p:nvSpPr>
        <p:spPr/>
        <p:txBody>
          <a:bodyPr/>
          <a:lstStyle>
            <a:lvl1pPr>
              <a:defRPr b="1">
                <a:solidFill>
                  <a:schemeClr val="accent3"/>
                </a:solidFill>
              </a:defRPr>
            </a:lvl1pPr>
          </a:lstStyle>
          <a:p>
            <a:r>
              <a:rPr lang="fr-FR"/>
              <a:t>Modifiez le style du titre</a:t>
            </a:r>
          </a:p>
        </p:txBody>
      </p:sp>
      <p:sp>
        <p:nvSpPr>
          <p:cNvPr id="9" name="Espace réservé du texte 48">
            <a:extLst>
              <a:ext uri="{FF2B5EF4-FFF2-40B4-BE49-F238E27FC236}">
                <a16:creationId xmlns:a16="http://schemas.microsoft.com/office/drawing/2014/main" id="{934172D6-6481-00C7-6BCE-45A6EF32D145}"/>
              </a:ext>
            </a:extLst>
          </p:cNvPr>
          <p:cNvSpPr>
            <a:spLocks noGrp="1"/>
          </p:cNvSpPr>
          <p:nvPr>
            <p:ph type="body" sz="quarter" idx="21" hasCustomPrompt="1"/>
          </p:nvPr>
        </p:nvSpPr>
        <p:spPr>
          <a:xfrm>
            <a:off x="628665" y="3554930"/>
            <a:ext cx="3219895" cy="307777"/>
          </a:xfrm>
        </p:spPr>
        <p:txBody>
          <a:bodyPr wrap="square" lIns="0" tIns="0" rIns="0" bIns="0" anchor="t" anchorCtr="0">
            <a:spAutoFit/>
          </a:bodyPr>
          <a:lstStyle>
            <a:lvl1pPr algn="l">
              <a:lnSpc>
                <a:spcPct val="100000"/>
              </a:lnSpc>
              <a:defRPr sz="2000">
                <a:solidFill>
                  <a:schemeClr val="accent1"/>
                </a:solidFill>
                <a:latin typeface="+mj-lt"/>
              </a:defRPr>
            </a:lvl1pPr>
          </a:lstStyle>
          <a:p>
            <a:pPr lvl="0"/>
            <a:r>
              <a:rPr lang="fr-FR"/>
              <a:t>Lorem ipsum </a:t>
            </a:r>
            <a:r>
              <a:rPr lang="fr-FR" err="1"/>
              <a:t>dolore</a:t>
            </a:r>
            <a:endParaRPr lang="fr-FR"/>
          </a:p>
        </p:txBody>
      </p:sp>
      <p:sp>
        <p:nvSpPr>
          <p:cNvPr id="10" name="Espace réservé du texte 48">
            <a:extLst>
              <a:ext uri="{FF2B5EF4-FFF2-40B4-BE49-F238E27FC236}">
                <a16:creationId xmlns:a16="http://schemas.microsoft.com/office/drawing/2014/main" id="{96DEB718-B1A0-5075-B5E8-8044BCC7AE2B}"/>
              </a:ext>
            </a:extLst>
          </p:cNvPr>
          <p:cNvSpPr>
            <a:spLocks noGrp="1"/>
          </p:cNvSpPr>
          <p:nvPr>
            <p:ph type="body" sz="quarter" idx="22" hasCustomPrompt="1"/>
          </p:nvPr>
        </p:nvSpPr>
        <p:spPr>
          <a:xfrm>
            <a:off x="628665" y="4006034"/>
            <a:ext cx="3219895" cy="1292662"/>
          </a:xfrm>
        </p:spPr>
        <p:txBody>
          <a:bodyPr wrap="square" lIns="0" tIns="0" rIns="0" bIns="0" anchor="t" anchorCtr="0">
            <a:spAutoFit/>
          </a:bodyPr>
          <a:lstStyle>
            <a:lvl1pPr algn="l">
              <a:lnSpc>
                <a:spcPct val="100000"/>
              </a:lnSpc>
              <a:defRPr sz="1400">
                <a:solidFill>
                  <a:schemeClr val="tx1"/>
                </a:solidFill>
                <a:latin typeface="+mn-lt"/>
              </a:defRPr>
            </a:lvl1pPr>
          </a:lstStyle>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r>
              <a:rPr lang="fr-FR"/>
              <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p:txBody>
      </p:sp>
      <p:sp>
        <p:nvSpPr>
          <p:cNvPr id="11" name="Espace réservé du texte 48">
            <a:extLst>
              <a:ext uri="{FF2B5EF4-FFF2-40B4-BE49-F238E27FC236}">
                <a16:creationId xmlns:a16="http://schemas.microsoft.com/office/drawing/2014/main" id="{E1277626-7B66-B3BE-AB57-F7192B3F25EA}"/>
              </a:ext>
            </a:extLst>
          </p:cNvPr>
          <p:cNvSpPr>
            <a:spLocks noGrp="1"/>
          </p:cNvSpPr>
          <p:nvPr>
            <p:ph type="body" sz="quarter" idx="23" hasCustomPrompt="1"/>
          </p:nvPr>
        </p:nvSpPr>
        <p:spPr>
          <a:xfrm>
            <a:off x="4481337" y="3554930"/>
            <a:ext cx="3219895" cy="307777"/>
          </a:xfrm>
        </p:spPr>
        <p:txBody>
          <a:bodyPr wrap="square" lIns="0" tIns="0" rIns="0" bIns="0" anchor="t" anchorCtr="0">
            <a:spAutoFit/>
          </a:bodyPr>
          <a:lstStyle>
            <a:lvl1pPr algn="l">
              <a:lnSpc>
                <a:spcPct val="100000"/>
              </a:lnSpc>
              <a:defRPr sz="2000">
                <a:solidFill>
                  <a:schemeClr val="bg2"/>
                </a:solidFill>
                <a:latin typeface="+mj-lt"/>
              </a:defRPr>
            </a:lvl1pPr>
          </a:lstStyle>
          <a:p>
            <a:pPr lvl="0"/>
            <a:r>
              <a:rPr lang="fr-FR"/>
              <a:t>Lorem ipsum </a:t>
            </a:r>
            <a:r>
              <a:rPr lang="fr-FR" err="1"/>
              <a:t>dolore</a:t>
            </a:r>
            <a:endParaRPr lang="fr-FR"/>
          </a:p>
        </p:txBody>
      </p:sp>
      <p:sp>
        <p:nvSpPr>
          <p:cNvPr id="12" name="Espace réservé du texte 48">
            <a:extLst>
              <a:ext uri="{FF2B5EF4-FFF2-40B4-BE49-F238E27FC236}">
                <a16:creationId xmlns:a16="http://schemas.microsoft.com/office/drawing/2014/main" id="{FAE8A845-1607-8E8D-70A2-79A344C491C6}"/>
              </a:ext>
            </a:extLst>
          </p:cNvPr>
          <p:cNvSpPr>
            <a:spLocks noGrp="1"/>
          </p:cNvSpPr>
          <p:nvPr>
            <p:ph type="body" sz="quarter" idx="24" hasCustomPrompt="1"/>
          </p:nvPr>
        </p:nvSpPr>
        <p:spPr>
          <a:xfrm>
            <a:off x="4481337" y="4006034"/>
            <a:ext cx="3219895" cy="1292662"/>
          </a:xfrm>
        </p:spPr>
        <p:txBody>
          <a:bodyPr wrap="square" lIns="0" tIns="0" rIns="0" bIns="0" anchor="t" anchorCtr="0">
            <a:spAutoFit/>
          </a:bodyPr>
          <a:lstStyle>
            <a:lvl1pPr algn="l">
              <a:lnSpc>
                <a:spcPct val="100000"/>
              </a:lnSpc>
              <a:defRPr sz="1400">
                <a:solidFill>
                  <a:schemeClr val="tx1"/>
                </a:solidFill>
                <a:latin typeface="+mn-lt"/>
              </a:defRPr>
            </a:lvl1pPr>
          </a:lstStyle>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r>
              <a:rPr lang="fr-FR"/>
              <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p:txBody>
      </p:sp>
      <p:sp>
        <p:nvSpPr>
          <p:cNvPr id="13" name="Espace réservé du texte 48">
            <a:extLst>
              <a:ext uri="{FF2B5EF4-FFF2-40B4-BE49-F238E27FC236}">
                <a16:creationId xmlns:a16="http://schemas.microsoft.com/office/drawing/2014/main" id="{4B00D130-28AC-F4E8-E698-1A61042E5D7D}"/>
              </a:ext>
            </a:extLst>
          </p:cNvPr>
          <p:cNvSpPr>
            <a:spLocks noGrp="1"/>
          </p:cNvSpPr>
          <p:nvPr>
            <p:ph type="body" sz="quarter" idx="25" hasCustomPrompt="1"/>
          </p:nvPr>
        </p:nvSpPr>
        <p:spPr>
          <a:xfrm>
            <a:off x="8334009" y="3554930"/>
            <a:ext cx="3219895" cy="307777"/>
          </a:xfrm>
        </p:spPr>
        <p:txBody>
          <a:bodyPr wrap="square" lIns="0" tIns="0" rIns="0" bIns="0" anchor="t" anchorCtr="0">
            <a:spAutoFit/>
          </a:bodyPr>
          <a:lstStyle>
            <a:lvl1pPr algn="l">
              <a:lnSpc>
                <a:spcPct val="100000"/>
              </a:lnSpc>
              <a:defRPr sz="2000">
                <a:solidFill>
                  <a:schemeClr val="accent5"/>
                </a:solidFill>
                <a:latin typeface="+mj-lt"/>
              </a:defRPr>
            </a:lvl1pPr>
          </a:lstStyle>
          <a:p>
            <a:pPr lvl="0"/>
            <a:r>
              <a:rPr lang="fr-FR"/>
              <a:t>Lorem ipsum </a:t>
            </a:r>
            <a:r>
              <a:rPr lang="fr-FR" err="1"/>
              <a:t>dolore</a:t>
            </a:r>
            <a:endParaRPr lang="fr-FR"/>
          </a:p>
        </p:txBody>
      </p:sp>
      <p:sp>
        <p:nvSpPr>
          <p:cNvPr id="14" name="Espace réservé du texte 48">
            <a:extLst>
              <a:ext uri="{FF2B5EF4-FFF2-40B4-BE49-F238E27FC236}">
                <a16:creationId xmlns:a16="http://schemas.microsoft.com/office/drawing/2014/main" id="{489AFAF3-512B-07BC-6B5C-F1B0C39179CF}"/>
              </a:ext>
            </a:extLst>
          </p:cNvPr>
          <p:cNvSpPr>
            <a:spLocks noGrp="1"/>
          </p:cNvSpPr>
          <p:nvPr>
            <p:ph type="body" sz="quarter" idx="26" hasCustomPrompt="1"/>
          </p:nvPr>
        </p:nvSpPr>
        <p:spPr>
          <a:xfrm>
            <a:off x="8334009" y="4006034"/>
            <a:ext cx="3219895" cy="1292662"/>
          </a:xfrm>
        </p:spPr>
        <p:txBody>
          <a:bodyPr wrap="square" lIns="0" tIns="0" rIns="0" bIns="0" anchor="t" anchorCtr="0">
            <a:spAutoFit/>
          </a:bodyPr>
          <a:lstStyle>
            <a:lvl1pPr algn="l">
              <a:lnSpc>
                <a:spcPct val="100000"/>
              </a:lnSpc>
              <a:defRPr sz="1400">
                <a:solidFill>
                  <a:schemeClr val="tx1"/>
                </a:solidFill>
                <a:latin typeface="+mn-lt"/>
              </a:defRPr>
            </a:lvl1pPr>
          </a:lstStyle>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r>
              <a:rPr lang="fr-FR"/>
              <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p:txBody>
      </p:sp>
      <p:sp>
        <p:nvSpPr>
          <p:cNvPr id="3" name="Forme libre 12">
            <a:extLst>
              <a:ext uri="{FF2B5EF4-FFF2-40B4-BE49-F238E27FC236}">
                <a16:creationId xmlns:a16="http://schemas.microsoft.com/office/drawing/2014/main" id="{4F379713-8488-1672-7CA3-F2E5761BA380}"/>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 name="Espace réservé de la date 2">
            <a:extLst>
              <a:ext uri="{FF2B5EF4-FFF2-40B4-BE49-F238E27FC236}">
                <a16:creationId xmlns:a16="http://schemas.microsoft.com/office/drawing/2014/main" id="{21F0BE90-3B1F-09AC-1100-AB104DDD1B2D}"/>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7" name="Espace réservé du pied de page 3">
            <a:extLst>
              <a:ext uri="{FF2B5EF4-FFF2-40B4-BE49-F238E27FC236}">
                <a16:creationId xmlns:a16="http://schemas.microsoft.com/office/drawing/2014/main" id="{848B5F75-7266-F802-EB96-FD48BA261158}"/>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8" name="Espace réservé du numéro de diapositive 4">
            <a:extLst>
              <a:ext uri="{FF2B5EF4-FFF2-40B4-BE49-F238E27FC236}">
                <a16:creationId xmlns:a16="http://schemas.microsoft.com/office/drawing/2014/main" id="{F92F5DCC-3E61-B250-BB6F-00021BB3E386}"/>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15" name="Groupe 14">
            <a:extLst>
              <a:ext uri="{FF2B5EF4-FFF2-40B4-BE49-F238E27FC236}">
                <a16:creationId xmlns:a16="http://schemas.microsoft.com/office/drawing/2014/main" id="{0C371C93-02AD-1AFC-074D-4AA2FD0084E0}"/>
              </a:ext>
            </a:extLst>
          </p:cNvPr>
          <p:cNvGrpSpPr/>
          <p:nvPr userDrawn="1"/>
        </p:nvGrpSpPr>
        <p:grpSpPr>
          <a:xfrm>
            <a:off x="-1" y="263015"/>
            <a:ext cx="5860125" cy="375126"/>
            <a:chOff x="-5557295" y="172402"/>
            <a:chExt cx="5860125" cy="375126"/>
          </a:xfrm>
        </p:grpSpPr>
        <p:sp>
          <p:nvSpPr>
            <p:cNvPr id="16" name="Forme libre 11">
              <a:extLst>
                <a:ext uri="{FF2B5EF4-FFF2-40B4-BE49-F238E27FC236}">
                  <a16:creationId xmlns:a16="http://schemas.microsoft.com/office/drawing/2014/main" id="{4B272BF3-9CF1-D6DB-2FBF-5B392E0A65AC}"/>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9" name="Forme libre 12">
              <a:extLst>
                <a:ext uri="{FF2B5EF4-FFF2-40B4-BE49-F238E27FC236}">
                  <a16:creationId xmlns:a16="http://schemas.microsoft.com/office/drawing/2014/main" id="{77E48F25-3F80-8211-6E54-5508EFFC9A50}"/>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4" name="Espace réservé du texte 45">
            <a:extLst>
              <a:ext uri="{FF2B5EF4-FFF2-40B4-BE49-F238E27FC236}">
                <a16:creationId xmlns:a16="http://schemas.microsoft.com/office/drawing/2014/main" id="{9ECE1B18-4079-C278-EAB0-A2B8BA1DBC5E}"/>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5" name="Espace réservé du texte 45">
            <a:extLst>
              <a:ext uri="{FF2B5EF4-FFF2-40B4-BE49-F238E27FC236}">
                <a16:creationId xmlns:a16="http://schemas.microsoft.com/office/drawing/2014/main" id="{4C0EC8F6-2951-A3FC-9DFB-2BC69A769F2F}"/>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2290606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aison de contenus 03">
    <p:bg>
      <p:bgPr>
        <a:solidFill>
          <a:schemeClr val="bg1"/>
        </a:solidFill>
        <a:effectLst/>
      </p:bgPr>
    </p:bg>
    <p:spTree>
      <p:nvGrpSpPr>
        <p:cNvPr id="1" name=""/>
        <p:cNvGrpSpPr/>
        <p:nvPr/>
      </p:nvGrpSpPr>
      <p:grpSpPr>
        <a:xfrm>
          <a:off x="0" y="0"/>
          <a:ext cx="0" cy="0"/>
          <a:chOff x="0" y="0"/>
          <a:chExt cx="0" cy="0"/>
        </a:xfrm>
      </p:grpSpPr>
      <p:grpSp>
        <p:nvGrpSpPr>
          <p:cNvPr id="25" name="Groupe 24">
            <a:extLst>
              <a:ext uri="{FF2B5EF4-FFF2-40B4-BE49-F238E27FC236}">
                <a16:creationId xmlns:a16="http://schemas.microsoft.com/office/drawing/2014/main" id="{5A9303A7-5B1B-B424-B892-77E5901C2B16}"/>
              </a:ext>
            </a:extLst>
          </p:cNvPr>
          <p:cNvGrpSpPr/>
          <p:nvPr userDrawn="1"/>
        </p:nvGrpSpPr>
        <p:grpSpPr>
          <a:xfrm>
            <a:off x="1316735" y="2195798"/>
            <a:ext cx="3779139" cy="590931"/>
            <a:chOff x="5627879" y="-686975"/>
            <a:chExt cx="1786827" cy="279400"/>
          </a:xfrm>
          <a:solidFill>
            <a:schemeClr val="bg1">
              <a:lumMod val="95000"/>
            </a:schemeClr>
          </a:solidFill>
        </p:grpSpPr>
        <p:sp>
          <p:nvSpPr>
            <p:cNvPr id="22" name="Forme libre 21">
              <a:extLst>
                <a:ext uri="{FF2B5EF4-FFF2-40B4-BE49-F238E27FC236}">
                  <a16:creationId xmlns:a16="http://schemas.microsoft.com/office/drawing/2014/main" id="{643DEBD7-8D71-5F62-CD89-7AE08606E359}"/>
                </a:ext>
              </a:extLst>
            </p:cNvPr>
            <p:cNvSpPr/>
            <p:nvPr userDrawn="1"/>
          </p:nvSpPr>
          <p:spPr>
            <a:xfrm>
              <a:off x="5627879" y="-686975"/>
              <a:ext cx="944975" cy="279400"/>
            </a:xfrm>
            <a:custGeom>
              <a:avLst/>
              <a:gdLst>
                <a:gd name="connsiteX0" fmla="*/ 142572 w 944975"/>
                <a:gd name="connsiteY0" fmla="*/ 0 h 279400"/>
                <a:gd name="connsiteX1" fmla="*/ 944975 w 944975"/>
                <a:gd name="connsiteY1" fmla="*/ 0 h 279400"/>
                <a:gd name="connsiteX2" fmla="*/ 944975 w 944975"/>
                <a:gd name="connsiteY2" fmla="*/ 279400 h 279400"/>
                <a:gd name="connsiteX3" fmla="*/ 142572 w 944975"/>
                <a:gd name="connsiteY3" fmla="*/ 279400 h 279400"/>
                <a:gd name="connsiteX4" fmla="*/ 0 w 944975"/>
                <a:gd name="connsiteY4" fmla="*/ 139700 h 279400"/>
                <a:gd name="connsiteX5" fmla="*/ 142572 w 944975"/>
                <a:gd name="connsiteY5" fmla="*/ 0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4975" h="279400">
                  <a:moveTo>
                    <a:pt x="142572" y="0"/>
                  </a:moveTo>
                  <a:lnTo>
                    <a:pt x="944975" y="0"/>
                  </a:lnTo>
                  <a:lnTo>
                    <a:pt x="944975" y="279400"/>
                  </a:lnTo>
                  <a:lnTo>
                    <a:pt x="142572" y="279400"/>
                  </a:lnTo>
                  <a:cubicBezTo>
                    <a:pt x="63872" y="279400"/>
                    <a:pt x="0" y="216814"/>
                    <a:pt x="0" y="139700"/>
                  </a:cubicBezTo>
                  <a:cubicBezTo>
                    <a:pt x="0" y="62586"/>
                    <a:pt x="63872" y="0"/>
                    <a:pt x="142572" y="0"/>
                  </a:cubicBezTo>
                  <a:close/>
                </a:path>
              </a:pathLst>
            </a:custGeom>
            <a:grp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1" name="Forme libre 20">
              <a:extLst>
                <a:ext uri="{FF2B5EF4-FFF2-40B4-BE49-F238E27FC236}">
                  <a16:creationId xmlns:a16="http://schemas.microsoft.com/office/drawing/2014/main" id="{F3B13421-E2A9-518B-2AA3-F8B7674FBBC1}"/>
                </a:ext>
              </a:extLst>
            </p:cNvPr>
            <p:cNvSpPr/>
            <p:nvPr userDrawn="1"/>
          </p:nvSpPr>
          <p:spPr>
            <a:xfrm>
              <a:off x="6469731" y="-686975"/>
              <a:ext cx="944975" cy="279400"/>
            </a:xfrm>
            <a:custGeom>
              <a:avLst/>
              <a:gdLst>
                <a:gd name="connsiteX0" fmla="*/ 0 w 944975"/>
                <a:gd name="connsiteY0" fmla="*/ 0 h 279400"/>
                <a:gd name="connsiteX1" fmla="*/ 802403 w 944975"/>
                <a:gd name="connsiteY1" fmla="*/ 0 h 279400"/>
                <a:gd name="connsiteX2" fmla="*/ 944975 w 944975"/>
                <a:gd name="connsiteY2" fmla="*/ 139700 h 279400"/>
                <a:gd name="connsiteX3" fmla="*/ 802403 w 944975"/>
                <a:gd name="connsiteY3" fmla="*/ 279400 h 279400"/>
                <a:gd name="connsiteX4" fmla="*/ 0 w 944975"/>
                <a:gd name="connsiteY4" fmla="*/ 279400 h 279400"/>
                <a:gd name="connsiteX5" fmla="*/ 0 w 944975"/>
                <a:gd name="connsiteY5" fmla="*/ 0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4975" h="279400">
                  <a:moveTo>
                    <a:pt x="0" y="0"/>
                  </a:moveTo>
                  <a:lnTo>
                    <a:pt x="802403" y="0"/>
                  </a:lnTo>
                  <a:cubicBezTo>
                    <a:pt x="881103" y="0"/>
                    <a:pt x="944975" y="62586"/>
                    <a:pt x="944975" y="139700"/>
                  </a:cubicBezTo>
                  <a:cubicBezTo>
                    <a:pt x="944975" y="216814"/>
                    <a:pt x="881103" y="279400"/>
                    <a:pt x="802403" y="279400"/>
                  </a:cubicBezTo>
                  <a:lnTo>
                    <a:pt x="0" y="279400"/>
                  </a:lnTo>
                  <a:lnTo>
                    <a:pt x="0" y="0"/>
                  </a:lnTo>
                  <a:close/>
                </a:path>
              </a:pathLst>
            </a:custGeom>
            <a:grp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2" name="Titre 1">
            <a:extLst>
              <a:ext uri="{FF2B5EF4-FFF2-40B4-BE49-F238E27FC236}">
                <a16:creationId xmlns:a16="http://schemas.microsoft.com/office/drawing/2014/main" id="{B20C9F5D-CE34-A01E-7DE3-327B3D900856}"/>
              </a:ext>
            </a:extLst>
          </p:cNvPr>
          <p:cNvSpPr>
            <a:spLocks noGrp="1"/>
          </p:cNvSpPr>
          <p:nvPr>
            <p:ph type="title"/>
          </p:nvPr>
        </p:nvSpPr>
        <p:spPr/>
        <p:txBody>
          <a:bodyPr/>
          <a:lstStyle>
            <a:lvl1pPr>
              <a:defRPr b="1">
                <a:solidFill>
                  <a:schemeClr val="accent3"/>
                </a:solidFill>
              </a:defRPr>
            </a:lvl1pPr>
          </a:lstStyle>
          <a:p>
            <a:r>
              <a:rPr lang="fr-FR"/>
              <a:t>Modifiez le style du titre</a:t>
            </a:r>
          </a:p>
        </p:txBody>
      </p:sp>
      <p:sp>
        <p:nvSpPr>
          <p:cNvPr id="8" name="Espace réservé du graphique 7">
            <a:extLst>
              <a:ext uri="{FF2B5EF4-FFF2-40B4-BE49-F238E27FC236}">
                <a16:creationId xmlns:a16="http://schemas.microsoft.com/office/drawing/2014/main" id="{06F280DE-F9CF-8C7C-1DF9-BAA6543FD7E4}"/>
              </a:ext>
            </a:extLst>
          </p:cNvPr>
          <p:cNvSpPr>
            <a:spLocks noGrp="1"/>
          </p:cNvSpPr>
          <p:nvPr>
            <p:ph type="chart" sz="quarter" idx="20"/>
          </p:nvPr>
        </p:nvSpPr>
        <p:spPr>
          <a:xfrm>
            <a:off x="1316736" y="2971357"/>
            <a:ext cx="3779139" cy="2914269"/>
          </a:xfrm>
        </p:spPr>
        <p:txBody>
          <a:bodyPr/>
          <a:lstStyle/>
          <a:p>
            <a:r>
              <a:rPr lang="fr-FR"/>
              <a:t>Cliquez sur l'icône pour ajouter un graphique</a:t>
            </a:r>
          </a:p>
        </p:txBody>
      </p:sp>
      <p:sp>
        <p:nvSpPr>
          <p:cNvPr id="29" name="Espace réservé du texte 48">
            <a:extLst>
              <a:ext uri="{FF2B5EF4-FFF2-40B4-BE49-F238E27FC236}">
                <a16:creationId xmlns:a16="http://schemas.microsoft.com/office/drawing/2014/main" id="{035F7288-E300-1366-570D-00CE4A789761}"/>
              </a:ext>
            </a:extLst>
          </p:cNvPr>
          <p:cNvSpPr>
            <a:spLocks noGrp="1"/>
          </p:cNvSpPr>
          <p:nvPr>
            <p:ph type="body" sz="quarter" idx="21" hasCustomPrompt="1"/>
          </p:nvPr>
        </p:nvSpPr>
        <p:spPr>
          <a:xfrm>
            <a:off x="1596357" y="2337374"/>
            <a:ext cx="3219895" cy="307777"/>
          </a:xfrm>
        </p:spPr>
        <p:txBody>
          <a:bodyPr wrap="square" lIns="0" tIns="0" rIns="0" bIns="0" anchor="t" anchorCtr="0">
            <a:spAutoFit/>
          </a:bodyPr>
          <a:lstStyle>
            <a:lvl1pPr algn="ctr">
              <a:lnSpc>
                <a:spcPct val="100000"/>
              </a:lnSpc>
              <a:defRPr sz="2000">
                <a:solidFill>
                  <a:schemeClr val="tx1"/>
                </a:solidFill>
                <a:latin typeface="+mj-lt"/>
              </a:defRPr>
            </a:lvl1pPr>
          </a:lstStyle>
          <a:p>
            <a:pPr lvl="0"/>
            <a:r>
              <a:rPr lang="fr-FR"/>
              <a:t>Lorem ipsum </a:t>
            </a:r>
            <a:r>
              <a:rPr lang="fr-FR" err="1"/>
              <a:t>dolore</a:t>
            </a:r>
            <a:endParaRPr lang="fr-FR"/>
          </a:p>
        </p:txBody>
      </p:sp>
      <p:grpSp>
        <p:nvGrpSpPr>
          <p:cNvPr id="32" name="Groupe 31">
            <a:extLst>
              <a:ext uri="{FF2B5EF4-FFF2-40B4-BE49-F238E27FC236}">
                <a16:creationId xmlns:a16="http://schemas.microsoft.com/office/drawing/2014/main" id="{80C5143F-3022-DAC8-DDCD-CA13FD4BD7F0}"/>
              </a:ext>
            </a:extLst>
          </p:cNvPr>
          <p:cNvGrpSpPr/>
          <p:nvPr userDrawn="1"/>
        </p:nvGrpSpPr>
        <p:grpSpPr>
          <a:xfrm>
            <a:off x="7107935" y="2195798"/>
            <a:ext cx="3779139" cy="590931"/>
            <a:chOff x="5627879" y="-686975"/>
            <a:chExt cx="1786827" cy="279400"/>
          </a:xfrm>
          <a:solidFill>
            <a:schemeClr val="bg1">
              <a:lumMod val="95000"/>
            </a:schemeClr>
          </a:solidFill>
        </p:grpSpPr>
        <p:sp>
          <p:nvSpPr>
            <p:cNvPr id="33" name="Forme libre 32">
              <a:extLst>
                <a:ext uri="{FF2B5EF4-FFF2-40B4-BE49-F238E27FC236}">
                  <a16:creationId xmlns:a16="http://schemas.microsoft.com/office/drawing/2014/main" id="{F7A1B8CD-FBB6-8A6F-1F46-8FD41109F7B6}"/>
                </a:ext>
              </a:extLst>
            </p:cNvPr>
            <p:cNvSpPr/>
            <p:nvPr userDrawn="1"/>
          </p:nvSpPr>
          <p:spPr>
            <a:xfrm>
              <a:off x="5627879" y="-686975"/>
              <a:ext cx="944975" cy="279400"/>
            </a:xfrm>
            <a:custGeom>
              <a:avLst/>
              <a:gdLst>
                <a:gd name="connsiteX0" fmla="*/ 142572 w 944975"/>
                <a:gd name="connsiteY0" fmla="*/ 0 h 279400"/>
                <a:gd name="connsiteX1" fmla="*/ 944975 w 944975"/>
                <a:gd name="connsiteY1" fmla="*/ 0 h 279400"/>
                <a:gd name="connsiteX2" fmla="*/ 944975 w 944975"/>
                <a:gd name="connsiteY2" fmla="*/ 279400 h 279400"/>
                <a:gd name="connsiteX3" fmla="*/ 142572 w 944975"/>
                <a:gd name="connsiteY3" fmla="*/ 279400 h 279400"/>
                <a:gd name="connsiteX4" fmla="*/ 0 w 944975"/>
                <a:gd name="connsiteY4" fmla="*/ 139700 h 279400"/>
                <a:gd name="connsiteX5" fmla="*/ 142572 w 944975"/>
                <a:gd name="connsiteY5" fmla="*/ 0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4975" h="279400">
                  <a:moveTo>
                    <a:pt x="142572" y="0"/>
                  </a:moveTo>
                  <a:lnTo>
                    <a:pt x="944975" y="0"/>
                  </a:lnTo>
                  <a:lnTo>
                    <a:pt x="944975" y="279400"/>
                  </a:lnTo>
                  <a:lnTo>
                    <a:pt x="142572" y="279400"/>
                  </a:lnTo>
                  <a:cubicBezTo>
                    <a:pt x="63872" y="279400"/>
                    <a:pt x="0" y="216814"/>
                    <a:pt x="0" y="139700"/>
                  </a:cubicBezTo>
                  <a:cubicBezTo>
                    <a:pt x="0" y="62586"/>
                    <a:pt x="63872" y="0"/>
                    <a:pt x="142572" y="0"/>
                  </a:cubicBezTo>
                  <a:close/>
                </a:path>
              </a:pathLst>
            </a:custGeom>
            <a:grp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34" name="Forme libre 33">
              <a:extLst>
                <a:ext uri="{FF2B5EF4-FFF2-40B4-BE49-F238E27FC236}">
                  <a16:creationId xmlns:a16="http://schemas.microsoft.com/office/drawing/2014/main" id="{23E863FD-BD82-7C6C-2E4E-2A30A2DC5585}"/>
                </a:ext>
              </a:extLst>
            </p:cNvPr>
            <p:cNvSpPr/>
            <p:nvPr userDrawn="1"/>
          </p:nvSpPr>
          <p:spPr>
            <a:xfrm>
              <a:off x="6469731" y="-686975"/>
              <a:ext cx="944975" cy="279400"/>
            </a:xfrm>
            <a:custGeom>
              <a:avLst/>
              <a:gdLst>
                <a:gd name="connsiteX0" fmla="*/ 0 w 944975"/>
                <a:gd name="connsiteY0" fmla="*/ 0 h 279400"/>
                <a:gd name="connsiteX1" fmla="*/ 802403 w 944975"/>
                <a:gd name="connsiteY1" fmla="*/ 0 h 279400"/>
                <a:gd name="connsiteX2" fmla="*/ 944975 w 944975"/>
                <a:gd name="connsiteY2" fmla="*/ 139700 h 279400"/>
                <a:gd name="connsiteX3" fmla="*/ 802403 w 944975"/>
                <a:gd name="connsiteY3" fmla="*/ 279400 h 279400"/>
                <a:gd name="connsiteX4" fmla="*/ 0 w 944975"/>
                <a:gd name="connsiteY4" fmla="*/ 279400 h 279400"/>
                <a:gd name="connsiteX5" fmla="*/ 0 w 944975"/>
                <a:gd name="connsiteY5" fmla="*/ 0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4975" h="279400">
                  <a:moveTo>
                    <a:pt x="0" y="0"/>
                  </a:moveTo>
                  <a:lnTo>
                    <a:pt x="802403" y="0"/>
                  </a:lnTo>
                  <a:cubicBezTo>
                    <a:pt x="881103" y="0"/>
                    <a:pt x="944975" y="62586"/>
                    <a:pt x="944975" y="139700"/>
                  </a:cubicBezTo>
                  <a:cubicBezTo>
                    <a:pt x="944975" y="216814"/>
                    <a:pt x="881103" y="279400"/>
                    <a:pt x="802403" y="279400"/>
                  </a:cubicBezTo>
                  <a:lnTo>
                    <a:pt x="0" y="279400"/>
                  </a:lnTo>
                  <a:lnTo>
                    <a:pt x="0" y="0"/>
                  </a:lnTo>
                  <a:close/>
                </a:path>
              </a:pathLst>
            </a:custGeom>
            <a:grp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5" name="Espace réservé du graphique 7">
            <a:extLst>
              <a:ext uri="{FF2B5EF4-FFF2-40B4-BE49-F238E27FC236}">
                <a16:creationId xmlns:a16="http://schemas.microsoft.com/office/drawing/2014/main" id="{6C7F4134-DD7C-461B-B601-63F077344AC0}"/>
              </a:ext>
            </a:extLst>
          </p:cNvPr>
          <p:cNvSpPr>
            <a:spLocks noGrp="1"/>
          </p:cNvSpPr>
          <p:nvPr>
            <p:ph type="chart" sz="quarter" idx="22"/>
          </p:nvPr>
        </p:nvSpPr>
        <p:spPr>
          <a:xfrm>
            <a:off x="7107936" y="2971357"/>
            <a:ext cx="3779139" cy="2914269"/>
          </a:xfrm>
        </p:spPr>
        <p:txBody>
          <a:bodyPr/>
          <a:lstStyle/>
          <a:p>
            <a:r>
              <a:rPr lang="fr-FR"/>
              <a:t>Cliquez sur l'icône pour ajouter un graphique</a:t>
            </a:r>
          </a:p>
        </p:txBody>
      </p:sp>
      <p:sp>
        <p:nvSpPr>
          <p:cNvPr id="36" name="Espace réservé du texte 48">
            <a:extLst>
              <a:ext uri="{FF2B5EF4-FFF2-40B4-BE49-F238E27FC236}">
                <a16:creationId xmlns:a16="http://schemas.microsoft.com/office/drawing/2014/main" id="{ACF523BF-721E-9071-D799-439718AB3403}"/>
              </a:ext>
            </a:extLst>
          </p:cNvPr>
          <p:cNvSpPr>
            <a:spLocks noGrp="1"/>
          </p:cNvSpPr>
          <p:nvPr>
            <p:ph type="body" sz="quarter" idx="23" hasCustomPrompt="1"/>
          </p:nvPr>
        </p:nvSpPr>
        <p:spPr>
          <a:xfrm>
            <a:off x="7387557" y="2337374"/>
            <a:ext cx="3219895" cy="307777"/>
          </a:xfrm>
        </p:spPr>
        <p:txBody>
          <a:bodyPr wrap="square" lIns="0" tIns="0" rIns="0" bIns="0" anchor="t" anchorCtr="0">
            <a:spAutoFit/>
          </a:bodyPr>
          <a:lstStyle>
            <a:lvl1pPr algn="ctr">
              <a:lnSpc>
                <a:spcPct val="100000"/>
              </a:lnSpc>
              <a:defRPr sz="2000">
                <a:solidFill>
                  <a:schemeClr val="tx1"/>
                </a:solidFill>
                <a:latin typeface="+mj-lt"/>
              </a:defRPr>
            </a:lvl1pPr>
          </a:lstStyle>
          <a:p>
            <a:pPr lvl="0"/>
            <a:r>
              <a:rPr lang="fr-FR"/>
              <a:t>Lorem ipsum </a:t>
            </a:r>
            <a:r>
              <a:rPr lang="fr-FR" err="1"/>
              <a:t>dolore</a:t>
            </a:r>
            <a:endParaRPr lang="fr-FR"/>
          </a:p>
        </p:txBody>
      </p:sp>
      <p:sp>
        <p:nvSpPr>
          <p:cNvPr id="3" name="Forme libre 12">
            <a:extLst>
              <a:ext uri="{FF2B5EF4-FFF2-40B4-BE49-F238E27FC236}">
                <a16:creationId xmlns:a16="http://schemas.microsoft.com/office/drawing/2014/main" id="{B0A859DB-C1DF-0614-7365-BD79FB46F2FA}"/>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 name="Espace réservé de la date 2">
            <a:extLst>
              <a:ext uri="{FF2B5EF4-FFF2-40B4-BE49-F238E27FC236}">
                <a16:creationId xmlns:a16="http://schemas.microsoft.com/office/drawing/2014/main" id="{F08117E4-C9D4-B721-30C5-E41DEA77D5DD}"/>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7" name="Espace réservé du pied de page 3">
            <a:extLst>
              <a:ext uri="{FF2B5EF4-FFF2-40B4-BE49-F238E27FC236}">
                <a16:creationId xmlns:a16="http://schemas.microsoft.com/office/drawing/2014/main" id="{E970D43E-27F8-EADA-CBAD-0F25278719C3}"/>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9" name="Espace réservé du numéro de diapositive 4">
            <a:extLst>
              <a:ext uri="{FF2B5EF4-FFF2-40B4-BE49-F238E27FC236}">
                <a16:creationId xmlns:a16="http://schemas.microsoft.com/office/drawing/2014/main" id="{3A047105-3FD7-C46F-896E-6C32BD264E07}"/>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10" name="Groupe 9">
            <a:extLst>
              <a:ext uri="{FF2B5EF4-FFF2-40B4-BE49-F238E27FC236}">
                <a16:creationId xmlns:a16="http://schemas.microsoft.com/office/drawing/2014/main" id="{21D76EC8-7B8B-0D85-060B-B4AAA9251CD2}"/>
              </a:ext>
            </a:extLst>
          </p:cNvPr>
          <p:cNvGrpSpPr/>
          <p:nvPr userDrawn="1"/>
        </p:nvGrpSpPr>
        <p:grpSpPr>
          <a:xfrm>
            <a:off x="-1" y="263015"/>
            <a:ext cx="5860125" cy="375126"/>
            <a:chOff x="-5557295" y="172402"/>
            <a:chExt cx="5860125" cy="375126"/>
          </a:xfrm>
        </p:grpSpPr>
        <p:sp>
          <p:nvSpPr>
            <p:cNvPr id="13" name="Forme libre 11">
              <a:extLst>
                <a:ext uri="{FF2B5EF4-FFF2-40B4-BE49-F238E27FC236}">
                  <a16:creationId xmlns:a16="http://schemas.microsoft.com/office/drawing/2014/main" id="{7918E15E-E66A-7217-A7CD-8038095D3E1A}"/>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4" name="Forme libre 12">
              <a:extLst>
                <a:ext uri="{FF2B5EF4-FFF2-40B4-BE49-F238E27FC236}">
                  <a16:creationId xmlns:a16="http://schemas.microsoft.com/office/drawing/2014/main" id="{AF31DAD0-E76E-7A2E-A053-AB70FB91744F}"/>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4" name="Espace réservé du texte 45">
            <a:extLst>
              <a:ext uri="{FF2B5EF4-FFF2-40B4-BE49-F238E27FC236}">
                <a16:creationId xmlns:a16="http://schemas.microsoft.com/office/drawing/2014/main" id="{B7681F3C-AE8B-5FD8-7623-7DADF4D5BBEE}"/>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Présentation du modèle</a:t>
            </a:r>
          </a:p>
        </p:txBody>
      </p:sp>
      <p:sp>
        <p:nvSpPr>
          <p:cNvPr id="5" name="Espace réservé du texte 45">
            <a:extLst>
              <a:ext uri="{FF2B5EF4-FFF2-40B4-BE49-F238E27FC236}">
                <a16:creationId xmlns:a16="http://schemas.microsoft.com/office/drawing/2014/main" id="{55F9DC73-6962-4924-F86F-6B319040786D}"/>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6157493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p:bg>
      <p:bgPr>
        <a:solidFill>
          <a:schemeClr val="bg1"/>
        </a:solidFill>
        <a:effectLst/>
      </p:bgPr>
    </p:bg>
    <p:spTree>
      <p:nvGrpSpPr>
        <p:cNvPr id="1" name=""/>
        <p:cNvGrpSpPr/>
        <p:nvPr/>
      </p:nvGrpSpPr>
      <p:grpSpPr>
        <a:xfrm>
          <a:off x="0" y="0"/>
          <a:ext cx="0" cy="0"/>
          <a:chOff x="0" y="0"/>
          <a:chExt cx="0" cy="0"/>
        </a:xfrm>
      </p:grpSpPr>
      <p:sp>
        <p:nvSpPr>
          <p:cNvPr id="6" name="Forme libre 12">
            <a:extLst>
              <a:ext uri="{FF2B5EF4-FFF2-40B4-BE49-F238E27FC236}">
                <a16:creationId xmlns:a16="http://schemas.microsoft.com/office/drawing/2014/main" id="{4A91FB13-993B-0646-BDEF-5BA37FBA5560}"/>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CC68DB94-46EA-043B-E293-89F74B538394}"/>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8" name="Espace réservé du pied de page 3">
            <a:extLst>
              <a:ext uri="{FF2B5EF4-FFF2-40B4-BE49-F238E27FC236}">
                <a16:creationId xmlns:a16="http://schemas.microsoft.com/office/drawing/2014/main" id="{764C7C74-33B5-01AC-0ED6-605AF83A08E2}"/>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9" name="Espace réservé du numéro de diapositive 4">
            <a:extLst>
              <a:ext uri="{FF2B5EF4-FFF2-40B4-BE49-F238E27FC236}">
                <a16:creationId xmlns:a16="http://schemas.microsoft.com/office/drawing/2014/main" id="{65686FF6-4D85-888C-F01B-0B708B6BF449}"/>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
        <p:nvSpPr>
          <p:cNvPr id="5" name="Titre 4">
            <a:extLst>
              <a:ext uri="{FF2B5EF4-FFF2-40B4-BE49-F238E27FC236}">
                <a16:creationId xmlns:a16="http://schemas.microsoft.com/office/drawing/2014/main" id="{A59EB49E-DF8D-B601-5E77-80AB45E58A13}"/>
              </a:ext>
            </a:extLst>
          </p:cNvPr>
          <p:cNvSpPr>
            <a:spLocks noGrp="1"/>
          </p:cNvSpPr>
          <p:nvPr>
            <p:ph type="title"/>
          </p:nvPr>
        </p:nvSpPr>
        <p:spPr/>
        <p:txBody>
          <a:bodyPr/>
          <a:lstStyle>
            <a:lvl1pPr>
              <a:defRPr b="0">
                <a:solidFill>
                  <a:schemeClr val="accent3"/>
                </a:solidFill>
              </a:defRPr>
            </a:lvl1pPr>
          </a:lstStyle>
          <a:p>
            <a:r>
              <a:rPr lang="fr-FR"/>
              <a:t>Modifiez le style du titre</a:t>
            </a:r>
          </a:p>
        </p:txBody>
      </p:sp>
      <p:grpSp>
        <p:nvGrpSpPr>
          <p:cNvPr id="10" name="Groupe 9">
            <a:extLst>
              <a:ext uri="{FF2B5EF4-FFF2-40B4-BE49-F238E27FC236}">
                <a16:creationId xmlns:a16="http://schemas.microsoft.com/office/drawing/2014/main" id="{25D667FE-7C9F-239C-24FE-5942B911F966}"/>
              </a:ext>
            </a:extLst>
          </p:cNvPr>
          <p:cNvGrpSpPr/>
          <p:nvPr userDrawn="1"/>
        </p:nvGrpSpPr>
        <p:grpSpPr>
          <a:xfrm>
            <a:off x="-1" y="263015"/>
            <a:ext cx="5860125" cy="375126"/>
            <a:chOff x="-5557295" y="172402"/>
            <a:chExt cx="5860125" cy="375126"/>
          </a:xfrm>
        </p:grpSpPr>
        <p:sp>
          <p:nvSpPr>
            <p:cNvPr id="13" name="Forme libre 11">
              <a:extLst>
                <a:ext uri="{FF2B5EF4-FFF2-40B4-BE49-F238E27FC236}">
                  <a16:creationId xmlns:a16="http://schemas.microsoft.com/office/drawing/2014/main" id="{EA605168-0F05-B4F8-1A38-8221BCFF59F0}"/>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4" name="Forme libre 12">
              <a:extLst>
                <a:ext uri="{FF2B5EF4-FFF2-40B4-BE49-F238E27FC236}">
                  <a16:creationId xmlns:a16="http://schemas.microsoft.com/office/drawing/2014/main" id="{CC0785B7-F8C0-76AA-E523-B5D8BD3739C2}"/>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2" name="Espace réservé du texte 45">
            <a:extLst>
              <a:ext uri="{FF2B5EF4-FFF2-40B4-BE49-F238E27FC236}">
                <a16:creationId xmlns:a16="http://schemas.microsoft.com/office/drawing/2014/main" id="{FE982806-76A8-310E-FE59-4D453BC80C83}"/>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3" name="Espace réservé du texte 45">
            <a:extLst>
              <a:ext uri="{FF2B5EF4-FFF2-40B4-BE49-F238E27FC236}">
                <a16:creationId xmlns:a16="http://schemas.microsoft.com/office/drawing/2014/main" id="{854303AA-3ED4-F142-035C-0E51218D4187}"/>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31047285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meline">
    <p:bg>
      <p:bgPr>
        <a:solidFill>
          <a:schemeClr val="bg1"/>
        </a:solidFill>
        <a:effectLst/>
      </p:bgPr>
    </p:bg>
    <p:spTree>
      <p:nvGrpSpPr>
        <p:cNvPr id="1" name=""/>
        <p:cNvGrpSpPr/>
        <p:nvPr/>
      </p:nvGrpSpPr>
      <p:grpSpPr>
        <a:xfrm>
          <a:off x="0" y="0"/>
          <a:ext cx="0" cy="0"/>
          <a:chOff x="0" y="0"/>
          <a:chExt cx="0" cy="0"/>
        </a:xfrm>
      </p:grpSpPr>
      <p:sp>
        <p:nvSpPr>
          <p:cNvPr id="6" name="Forme libre 12">
            <a:extLst>
              <a:ext uri="{FF2B5EF4-FFF2-40B4-BE49-F238E27FC236}">
                <a16:creationId xmlns:a16="http://schemas.microsoft.com/office/drawing/2014/main" id="{4A91FB13-993B-0646-BDEF-5BA37FBA5560}"/>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CC68DB94-46EA-043B-E293-89F74B538394}"/>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8" name="Espace réservé du pied de page 3">
            <a:extLst>
              <a:ext uri="{FF2B5EF4-FFF2-40B4-BE49-F238E27FC236}">
                <a16:creationId xmlns:a16="http://schemas.microsoft.com/office/drawing/2014/main" id="{764C7C74-33B5-01AC-0ED6-605AF83A08E2}"/>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9" name="Espace réservé du numéro de diapositive 4">
            <a:extLst>
              <a:ext uri="{FF2B5EF4-FFF2-40B4-BE49-F238E27FC236}">
                <a16:creationId xmlns:a16="http://schemas.microsoft.com/office/drawing/2014/main" id="{65686FF6-4D85-888C-F01B-0B708B6BF449}"/>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
        <p:nvSpPr>
          <p:cNvPr id="5" name="Titre 4">
            <a:extLst>
              <a:ext uri="{FF2B5EF4-FFF2-40B4-BE49-F238E27FC236}">
                <a16:creationId xmlns:a16="http://schemas.microsoft.com/office/drawing/2014/main" id="{A59EB49E-DF8D-B601-5E77-80AB45E58A13}"/>
              </a:ext>
            </a:extLst>
          </p:cNvPr>
          <p:cNvSpPr>
            <a:spLocks noGrp="1"/>
          </p:cNvSpPr>
          <p:nvPr>
            <p:ph type="title"/>
          </p:nvPr>
        </p:nvSpPr>
        <p:spPr/>
        <p:txBody>
          <a:bodyPr/>
          <a:lstStyle>
            <a:lvl1pPr>
              <a:defRPr b="0">
                <a:solidFill>
                  <a:schemeClr val="accent3"/>
                </a:solidFill>
              </a:defRPr>
            </a:lvl1pPr>
          </a:lstStyle>
          <a:p>
            <a:r>
              <a:rPr lang="fr-FR"/>
              <a:t>Modifiez le style du titre</a:t>
            </a:r>
          </a:p>
        </p:txBody>
      </p:sp>
      <p:grpSp>
        <p:nvGrpSpPr>
          <p:cNvPr id="10" name="Groupe 9">
            <a:extLst>
              <a:ext uri="{FF2B5EF4-FFF2-40B4-BE49-F238E27FC236}">
                <a16:creationId xmlns:a16="http://schemas.microsoft.com/office/drawing/2014/main" id="{25D667FE-7C9F-239C-24FE-5942B911F966}"/>
              </a:ext>
            </a:extLst>
          </p:cNvPr>
          <p:cNvGrpSpPr/>
          <p:nvPr userDrawn="1"/>
        </p:nvGrpSpPr>
        <p:grpSpPr>
          <a:xfrm>
            <a:off x="-1" y="263015"/>
            <a:ext cx="3896361" cy="375126"/>
            <a:chOff x="-5557295" y="172402"/>
            <a:chExt cx="5860125" cy="375126"/>
          </a:xfrm>
        </p:grpSpPr>
        <p:sp>
          <p:nvSpPr>
            <p:cNvPr id="13" name="Forme libre 11">
              <a:extLst>
                <a:ext uri="{FF2B5EF4-FFF2-40B4-BE49-F238E27FC236}">
                  <a16:creationId xmlns:a16="http://schemas.microsoft.com/office/drawing/2014/main" id="{EA605168-0F05-B4F8-1A38-8221BCFF59F0}"/>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4" name="Forme libre 12">
              <a:extLst>
                <a:ext uri="{FF2B5EF4-FFF2-40B4-BE49-F238E27FC236}">
                  <a16:creationId xmlns:a16="http://schemas.microsoft.com/office/drawing/2014/main" id="{CC0785B7-F8C0-76AA-E523-B5D8BD3739C2}"/>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2" name="Espace réservé du texte 45">
            <a:extLst>
              <a:ext uri="{FF2B5EF4-FFF2-40B4-BE49-F238E27FC236}">
                <a16:creationId xmlns:a16="http://schemas.microsoft.com/office/drawing/2014/main" id="{FE982806-76A8-310E-FE59-4D453BC80C83}"/>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3" name="Espace réservé du texte 45">
            <a:extLst>
              <a:ext uri="{FF2B5EF4-FFF2-40B4-BE49-F238E27FC236}">
                <a16:creationId xmlns:a16="http://schemas.microsoft.com/office/drawing/2014/main" id="{854303AA-3ED4-F142-035C-0E51218D4187}"/>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0967901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anorama photos 2">
    <p:bg>
      <p:bgPr>
        <a:solidFill>
          <a:schemeClr val="bg1"/>
        </a:solidFill>
        <a:effectLst/>
      </p:bgPr>
    </p:bg>
    <p:spTree>
      <p:nvGrpSpPr>
        <p:cNvPr id="1" name=""/>
        <p:cNvGrpSpPr/>
        <p:nvPr/>
      </p:nvGrpSpPr>
      <p:grpSpPr>
        <a:xfrm>
          <a:off x="0" y="0"/>
          <a:ext cx="0" cy="0"/>
          <a:chOff x="0" y="0"/>
          <a:chExt cx="0" cy="0"/>
        </a:xfrm>
      </p:grpSpPr>
      <p:sp>
        <p:nvSpPr>
          <p:cNvPr id="21" name="Espace réservé pour une image  19">
            <a:extLst>
              <a:ext uri="{FF2B5EF4-FFF2-40B4-BE49-F238E27FC236}">
                <a16:creationId xmlns:a16="http://schemas.microsoft.com/office/drawing/2014/main" id="{8EA1286E-030B-2BE1-F706-76AA0A9A7532}"/>
              </a:ext>
            </a:extLst>
          </p:cNvPr>
          <p:cNvSpPr>
            <a:spLocks noGrp="1"/>
          </p:cNvSpPr>
          <p:nvPr>
            <p:ph type="pic" sz="quarter" idx="26"/>
          </p:nvPr>
        </p:nvSpPr>
        <p:spPr>
          <a:xfrm>
            <a:off x="7205341" y="845437"/>
            <a:ext cx="4449084" cy="5312476"/>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20" name="Espace réservé pour une image  19">
            <a:extLst>
              <a:ext uri="{FF2B5EF4-FFF2-40B4-BE49-F238E27FC236}">
                <a16:creationId xmlns:a16="http://schemas.microsoft.com/office/drawing/2014/main" id="{E91BB3B0-9D9A-2E1B-D991-57F7E82BC54D}"/>
              </a:ext>
            </a:extLst>
          </p:cNvPr>
          <p:cNvSpPr>
            <a:spLocks noGrp="1"/>
          </p:cNvSpPr>
          <p:nvPr>
            <p:ph type="pic" sz="quarter" idx="25"/>
          </p:nvPr>
        </p:nvSpPr>
        <p:spPr>
          <a:xfrm>
            <a:off x="537575" y="845437"/>
            <a:ext cx="4439664" cy="5312476"/>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8" name="Espace réservé du texte 48">
            <a:extLst>
              <a:ext uri="{FF2B5EF4-FFF2-40B4-BE49-F238E27FC236}">
                <a16:creationId xmlns:a16="http://schemas.microsoft.com/office/drawing/2014/main" id="{0DFD54E7-2949-39E9-46BE-4335CE10E587}"/>
              </a:ext>
            </a:extLst>
          </p:cNvPr>
          <p:cNvSpPr>
            <a:spLocks noGrp="1"/>
          </p:cNvSpPr>
          <p:nvPr>
            <p:ph type="body" sz="quarter" idx="21" hasCustomPrompt="1"/>
          </p:nvPr>
        </p:nvSpPr>
        <p:spPr>
          <a:xfrm>
            <a:off x="5165917" y="1388928"/>
            <a:ext cx="1458214" cy="307777"/>
          </a:xfrm>
        </p:spPr>
        <p:txBody>
          <a:bodyPr wrap="square" lIns="0" tIns="0" rIns="0" bIns="0" anchor="b" anchorCtr="0">
            <a:spAutoFit/>
          </a:bodyPr>
          <a:lstStyle>
            <a:lvl1pPr algn="l">
              <a:lnSpc>
                <a:spcPct val="100000"/>
              </a:lnSpc>
              <a:defRPr sz="2000">
                <a:solidFill>
                  <a:schemeClr val="accent3"/>
                </a:solidFill>
                <a:latin typeface="+mj-lt"/>
              </a:defRPr>
            </a:lvl1pPr>
          </a:lstStyle>
          <a:p>
            <a:pPr lvl="0"/>
            <a:r>
              <a:rPr lang="fr-FR"/>
              <a:t>Lorem ipsum</a:t>
            </a:r>
          </a:p>
        </p:txBody>
      </p:sp>
      <p:sp>
        <p:nvSpPr>
          <p:cNvPr id="9" name="Espace réservé du texte 48">
            <a:extLst>
              <a:ext uri="{FF2B5EF4-FFF2-40B4-BE49-F238E27FC236}">
                <a16:creationId xmlns:a16="http://schemas.microsoft.com/office/drawing/2014/main" id="{B764448F-1DC0-C42A-F747-B1AC03CB0025}"/>
              </a:ext>
            </a:extLst>
          </p:cNvPr>
          <p:cNvSpPr>
            <a:spLocks noGrp="1"/>
          </p:cNvSpPr>
          <p:nvPr>
            <p:ph type="body" sz="quarter" idx="22" hasCustomPrompt="1"/>
          </p:nvPr>
        </p:nvSpPr>
        <p:spPr>
          <a:xfrm>
            <a:off x="5165917" y="1900990"/>
            <a:ext cx="1850746" cy="984885"/>
          </a:xfrm>
        </p:spPr>
        <p:txBody>
          <a:bodyPr wrap="square" lIns="0" tIns="0" rIns="0" bIns="0" anchor="t" anchorCtr="0">
            <a:spAutoFit/>
          </a:bodyPr>
          <a:lstStyle>
            <a:lvl1pPr algn="l">
              <a:lnSpc>
                <a:spcPct val="100000"/>
              </a:lnSpc>
              <a:defRPr sz="1600">
                <a:solidFill>
                  <a:schemeClr val="tx1"/>
                </a:solidFill>
                <a:latin typeface="+mn-lt"/>
              </a:defRPr>
            </a:lvl1pPr>
          </a:lstStyle>
          <a:p>
            <a:pPr lvl="0"/>
            <a:r>
              <a:rPr lang="fr-FR"/>
              <a:t>mo mos </a:t>
            </a:r>
            <a:r>
              <a:rPr lang="fr-FR" err="1"/>
              <a:t>voluptas</a:t>
            </a:r>
            <a:r>
              <a:rPr lang="fr-FR"/>
              <a:t>  </a:t>
            </a:r>
            <a:r>
              <a:rPr lang="fr-FR" err="1"/>
              <a:t>apitass</a:t>
            </a:r>
            <a:r>
              <a:rPr lang="fr-FR"/>
              <a:t> </a:t>
            </a:r>
            <a:r>
              <a:rPr lang="fr-FR" err="1"/>
              <a:t>imetur</a:t>
            </a:r>
            <a:r>
              <a:rPr lang="fr-FR"/>
              <a:t> mi id quo tem qui </a:t>
            </a:r>
            <a:r>
              <a:rPr lang="fr-FR" err="1"/>
              <a:t>quodisq</a:t>
            </a:r>
            <a:r>
              <a:rPr lang="fr-FR"/>
              <a:t>  </a:t>
            </a:r>
            <a:r>
              <a:rPr lang="fr-FR" err="1"/>
              <a:t>uiaspel</a:t>
            </a:r>
            <a:r>
              <a:rPr lang="fr-FR"/>
              <a:t> </a:t>
            </a:r>
            <a:r>
              <a:rPr lang="fr-FR" err="1"/>
              <a:t>essundae</a:t>
            </a:r>
            <a:endParaRPr lang="fr-FR"/>
          </a:p>
        </p:txBody>
      </p:sp>
      <p:sp>
        <p:nvSpPr>
          <p:cNvPr id="11" name="Espace réservé du texte 48">
            <a:extLst>
              <a:ext uri="{FF2B5EF4-FFF2-40B4-BE49-F238E27FC236}">
                <a16:creationId xmlns:a16="http://schemas.microsoft.com/office/drawing/2014/main" id="{A30869FF-7A05-52A4-B5E3-22D081A6DD3A}"/>
              </a:ext>
            </a:extLst>
          </p:cNvPr>
          <p:cNvSpPr>
            <a:spLocks noGrp="1"/>
          </p:cNvSpPr>
          <p:nvPr>
            <p:ph type="body" sz="quarter" idx="23" hasCustomPrompt="1"/>
          </p:nvPr>
        </p:nvSpPr>
        <p:spPr>
          <a:xfrm>
            <a:off x="5558449" y="4372819"/>
            <a:ext cx="1458214" cy="307777"/>
          </a:xfrm>
        </p:spPr>
        <p:txBody>
          <a:bodyPr wrap="square" lIns="0" tIns="0" rIns="0" bIns="0" anchor="b" anchorCtr="0">
            <a:spAutoFit/>
          </a:bodyPr>
          <a:lstStyle>
            <a:lvl1pPr algn="r">
              <a:lnSpc>
                <a:spcPct val="100000"/>
              </a:lnSpc>
              <a:defRPr sz="2000">
                <a:solidFill>
                  <a:schemeClr val="accent3"/>
                </a:solidFill>
                <a:latin typeface="+mj-lt"/>
              </a:defRPr>
            </a:lvl1pPr>
          </a:lstStyle>
          <a:p>
            <a:pPr lvl="0"/>
            <a:r>
              <a:rPr lang="fr-FR"/>
              <a:t>Lorem ipsum</a:t>
            </a:r>
          </a:p>
        </p:txBody>
      </p:sp>
      <p:sp>
        <p:nvSpPr>
          <p:cNvPr id="12" name="Espace réservé du texte 48">
            <a:extLst>
              <a:ext uri="{FF2B5EF4-FFF2-40B4-BE49-F238E27FC236}">
                <a16:creationId xmlns:a16="http://schemas.microsoft.com/office/drawing/2014/main" id="{DB5D7D41-633A-88EE-A297-2AE876E66FC8}"/>
              </a:ext>
            </a:extLst>
          </p:cNvPr>
          <p:cNvSpPr>
            <a:spLocks noGrp="1"/>
          </p:cNvSpPr>
          <p:nvPr>
            <p:ph type="body" sz="quarter" idx="24" hasCustomPrompt="1"/>
          </p:nvPr>
        </p:nvSpPr>
        <p:spPr>
          <a:xfrm>
            <a:off x="5165916" y="4883943"/>
            <a:ext cx="1850747" cy="984885"/>
          </a:xfrm>
        </p:spPr>
        <p:txBody>
          <a:bodyPr wrap="square" lIns="0" tIns="0" rIns="0" bIns="0" anchor="t" anchorCtr="0">
            <a:spAutoFit/>
          </a:bodyPr>
          <a:lstStyle>
            <a:lvl1pPr algn="r">
              <a:lnSpc>
                <a:spcPct val="100000"/>
              </a:lnSpc>
              <a:defRPr sz="1600">
                <a:solidFill>
                  <a:schemeClr val="tx1"/>
                </a:solidFill>
                <a:latin typeface="+mn-lt"/>
              </a:defRPr>
            </a:lvl1pPr>
          </a:lstStyle>
          <a:p>
            <a:pPr lvl="0"/>
            <a:r>
              <a:rPr lang="fr-FR"/>
              <a:t>mo mos </a:t>
            </a:r>
            <a:r>
              <a:rPr lang="fr-FR" err="1"/>
              <a:t>voluptas</a:t>
            </a:r>
            <a:r>
              <a:rPr lang="fr-FR"/>
              <a:t>  </a:t>
            </a:r>
            <a:r>
              <a:rPr lang="fr-FR" err="1"/>
              <a:t>apitass</a:t>
            </a:r>
            <a:r>
              <a:rPr lang="fr-FR"/>
              <a:t> </a:t>
            </a:r>
            <a:r>
              <a:rPr lang="fr-FR" err="1"/>
              <a:t>imetur</a:t>
            </a:r>
            <a:r>
              <a:rPr lang="fr-FR"/>
              <a:t> mi id quo tem qui </a:t>
            </a:r>
            <a:r>
              <a:rPr lang="fr-FR" err="1"/>
              <a:t>quodisq</a:t>
            </a:r>
            <a:r>
              <a:rPr lang="fr-FR"/>
              <a:t>  </a:t>
            </a:r>
            <a:r>
              <a:rPr lang="fr-FR" err="1"/>
              <a:t>uiaspel</a:t>
            </a:r>
            <a:r>
              <a:rPr lang="fr-FR"/>
              <a:t> </a:t>
            </a:r>
            <a:r>
              <a:rPr lang="fr-FR" err="1"/>
              <a:t>essundae</a:t>
            </a:r>
            <a:endParaRPr lang="fr-FR"/>
          </a:p>
        </p:txBody>
      </p:sp>
      <p:sp>
        <p:nvSpPr>
          <p:cNvPr id="2" name="Forme libre 12">
            <a:extLst>
              <a:ext uri="{FF2B5EF4-FFF2-40B4-BE49-F238E27FC236}">
                <a16:creationId xmlns:a16="http://schemas.microsoft.com/office/drawing/2014/main" id="{1DD95D6D-FCBA-2EE7-A3D3-7FE27CC7774C}"/>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 name="Espace réservé de la date 2">
            <a:extLst>
              <a:ext uri="{FF2B5EF4-FFF2-40B4-BE49-F238E27FC236}">
                <a16:creationId xmlns:a16="http://schemas.microsoft.com/office/drawing/2014/main" id="{2C129D0C-ABF2-E8F3-CD6B-A0347710AC46}"/>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7" name="Espace réservé du pied de page 3">
            <a:extLst>
              <a:ext uri="{FF2B5EF4-FFF2-40B4-BE49-F238E27FC236}">
                <a16:creationId xmlns:a16="http://schemas.microsoft.com/office/drawing/2014/main" id="{1ADC49BE-24E4-0298-7298-22FD3CF645DD}"/>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0" name="Espace réservé du numéro de diapositive 4">
            <a:extLst>
              <a:ext uri="{FF2B5EF4-FFF2-40B4-BE49-F238E27FC236}">
                <a16:creationId xmlns:a16="http://schemas.microsoft.com/office/drawing/2014/main" id="{9AB025A3-ED53-1486-71FD-556FB805B684}"/>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5" name="Groupe 4">
            <a:extLst>
              <a:ext uri="{FF2B5EF4-FFF2-40B4-BE49-F238E27FC236}">
                <a16:creationId xmlns:a16="http://schemas.microsoft.com/office/drawing/2014/main" id="{07AA25F0-ED27-94ED-BA2C-3AA0E51D417C}"/>
              </a:ext>
            </a:extLst>
          </p:cNvPr>
          <p:cNvGrpSpPr/>
          <p:nvPr userDrawn="1"/>
        </p:nvGrpSpPr>
        <p:grpSpPr>
          <a:xfrm>
            <a:off x="-1" y="263015"/>
            <a:ext cx="5860125" cy="375126"/>
            <a:chOff x="-5557295" y="172402"/>
            <a:chExt cx="5860125" cy="375126"/>
          </a:xfrm>
        </p:grpSpPr>
        <p:sp>
          <p:nvSpPr>
            <p:cNvPr id="13" name="Forme libre 11">
              <a:extLst>
                <a:ext uri="{FF2B5EF4-FFF2-40B4-BE49-F238E27FC236}">
                  <a16:creationId xmlns:a16="http://schemas.microsoft.com/office/drawing/2014/main" id="{7E09B473-5571-512D-8CDE-BBF4AE858E93}"/>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6" name="Forme libre 12">
              <a:extLst>
                <a:ext uri="{FF2B5EF4-FFF2-40B4-BE49-F238E27FC236}">
                  <a16:creationId xmlns:a16="http://schemas.microsoft.com/office/drawing/2014/main" id="{661C4970-3CF7-6A56-0967-CA2B67A76617}"/>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0B30C66F-6F0C-6416-3378-91B69AD517F0}"/>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4" name="Espace réservé du texte 45">
            <a:extLst>
              <a:ext uri="{FF2B5EF4-FFF2-40B4-BE49-F238E27FC236}">
                <a16:creationId xmlns:a16="http://schemas.microsoft.com/office/drawing/2014/main" id="{0DB73D97-CB2D-87E4-F3CC-BDE2C53FCFEF}"/>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4143147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anorama photos 4">
    <p:bg>
      <p:bgPr>
        <a:solidFill>
          <a:schemeClr val="bg1"/>
        </a:solidFill>
        <a:effectLst/>
      </p:bgPr>
    </p:bg>
    <p:spTree>
      <p:nvGrpSpPr>
        <p:cNvPr id="1" name=""/>
        <p:cNvGrpSpPr/>
        <p:nvPr/>
      </p:nvGrpSpPr>
      <p:grpSpPr>
        <a:xfrm>
          <a:off x="0" y="0"/>
          <a:ext cx="0" cy="0"/>
          <a:chOff x="0" y="0"/>
          <a:chExt cx="0" cy="0"/>
        </a:xfrm>
      </p:grpSpPr>
      <p:sp>
        <p:nvSpPr>
          <p:cNvPr id="21" name="Espace réservé pour une image  19">
            <a:extLst>
              <a:ext uri="{FF2B5EF4-FFF2-40B4-BE49-F238E27FC236}">
                <a16:creationId xmlns:a16="http://schemas.microsoft.com/office/drawing/2014/main" id="{8EA1286E-030B-2BE1-F706-76AA0A9A7532}"/>
              </a:ext>
            </a:extLst>
          </p:cNvPr>
          <p:cNvSpPr>
            <a:spLocks noGrp="1"/>
          </p:cNvSpPr>
          <p:nvPr>
            <p:ph type="pic" sz="quarter" idx="26"/>
          </p:nvPr>
        </p:nvSpPr>
        <p:spPr>
          <a:xfrm>
            <a:off x="7205341" y="845436"/>
            <a:ext cx="4449084" cy="2520000"/>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20" name="Espace réservé pour une image  19">
            <a:extLst>
              <a:ext uri="{FF2B5EF4-FFF2-40B4-BE49-F238E27FC236}">
                <a16:creationId xmlns:a16="http://schemas.microsoft.com/office/drawing/2014/main" id="{E91BB3B0-9D9A-2E1B-D991-57F7E82BC54D}"/>
              </a:ext>
            </a:extLst>
          </p:cNvPr>
          <p:cNvSpPr>
            <a:spLocks noGrp="1"/>
          </p:cNvSpPr>
          <p:nvPr>
            <p:ph type="pic" sz="quarter" idx="25"/>
          </p:nvPr>
        </p:nvSpPr>
        <p:spPr>
          <a:xfrm>
            <a:off x="537575" y="845436"/>
            <a:ext cx="4439664" cy="2520000"/>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8" name="Espace réservé du texte 48">
            <a:extLst>
              <a:ext uri="{FF2B5EF4-FFF2-40B4-BE49-F238E27FC236}">
                <a16:creationId xmlns:a16="http://schemas.microsoft.com/office/drawing/2014/main" id="{0DFD54E7-2949-39E9-46BE-4335CE10E587}"/>
              </a:ext>
            </a:extLst>
          </p:cNvPr>
          <p:cNvSpPr>
            <a:spLocks noGrp="1"/>
          </p:cNvSpPr>
          <p:nvPr>
            <p:ph type="body" sz="quarter" idx="21" hasCustomPrompt="1"/>
          </p:nvPr>
        </p:nvSpPr>
        <p:spPr>
          <a:xfrm>
            <a:off x="5266319" y="845436"/>
            <a:ext cx="1850748" cy="307777"/>
          </a:xfrm>
        </p:spPr>
        <p:txBody>
          <a:bodyPr wrap="square" lIns="0" tIns="0" rIns="0" bIns="0" anchor="b" anchorCtr="0">
            <a:spAutoFit/>
          </a:bodyPr>
          <a:lstStyle>
            <a:lvl1pPr algn="r">
              <a:lnSpc>
                <a:spcPct val="100000"/>
              </a:lnSpc>
              <a:defRPr sz="2000">
                <a:solidFill>
                  <a:schemeClr val="accent3"/>
                </a:solidFill>
                <a:latin typeface="+mj-lt"/>
              </a:defRPr>
            </a:lvl1pPr>
          </a:lstStyle>
          <a:p>
            <a:pPr lvl="0"/>
            <a:r>
              <a:rPr lang="fr-FR"/>
              <a:t>Lorem ipsum</a:t>
            </a:r>
          </a:p>
        </p:txBody>
      </p:sp>
      <p:sp>
        <p:nvSpPr>
          <p:cNvPr id="9" name="Espace réservé du texte 48">
            <a:extLst>
              <a:ext uri="{FF2B5EF4-FFF2-40B4-BE49-F238E27FC236}">
                <a16:creationId xmlns:a16="http://schemas.microsoft.com/office/drawing/2014/main" id="{B764448F-1DC0-C42A-F747-B1AC03CB0025}"/>
              </a:ext>
            </a:extLst>
          </p:cNvPr>
          <p:cNvSpPr>
            <a:spLocks noGrp="1"/>
          </p:cNvSpPr>
          <p:nvPr>
            <p:ph type="body" sz="quarter" idx="22" hasCustomPrompt="1"/>
          </p:nvPr>
        </p:nvSpPr>
        <p:spPr>
          <a:xfrm>
            <a:off x="5266321" y="1228842"/>
            <a:ext cx="1850746" cy="492443"/>
          </a:xfrm>
        </p:spPr>
        <p:txBody>
          <a:bodyPr wrap="square" lIns="0" tIns="0" rIns="0" bIns="0" anchor="t" anchorCtr="0">
            <a:spAutoFit/>
          </a:bodyPr>
          <a:lstStyle>
            <a:lvl1pPr algn="r">
              <a:lnSpc>
                <a:spcPct val="100000"/>
              </a:lnSpc>
              <a:defRPr sz="1600">
                <a:solidFill>
                  <a:schemeClr val="tx1"/>
                </a:solidFill>
                <a:latin typeface="+mn-lt"/>
              </a:defRPr>
            </a:lvl1pPr>
          </a:lstStyle>
          <a:p>
            <a:pPr lvl="0"/>
            <a:r>
              <a:rPr lang="fr-FR"/>
              <a:t>mo mos </a:t>
            </a:r>
            <a:r>
              <a:rPr lang="fr-FR" err="1"/>
              <a:t>voluptas</a:t>
            </a:r>
            <a:r>
              <a:rPr lang="fr-FR"/>
              <a:t>  </a:t>
            </a:r>
            <a:r>
              <a:rPr lang="fr-FR" err="1"/>
              <a:t>apitass</a:t>
            </a:r>
            <a:r>
              <a:rPr lang="fr-FR"/>
              <a:t> </a:t>
            </a:r>
            <a:r>
              <a:rPr lang="fr-FR" err="1"/>
              <a:t>imetur</a:t>
            </a:r>
            <a:r>
              <a:rPr lang="fr-FR"/>
              <a:t> mi</a:t>
            </a:r>
          </a:p>
        </p:txBody>
      </p:sp>
      <p:sp>
        <p:nvSpPr>
          <p:cNvPr id="2" name="Espace réservé pour une image  19">
            <a:extLst>
              <a:ext uri="{FF2B5EF4-FFF2-40B4-BE49-F238E27FC236}">
                <a16:creationId xmlns:a16="http://schemas.microsoft.com/office/drawing/2014/main" id="{C7EFD244-1229-09E9-5488-FB3A5C3345DD}"/>
              </a:ext>
            </a:extLst>
          </p:cNvPr>
          <p:cNvSpPr>
            <a:spLocks noGrp="1"/>
          </p:cNvSpPr>
          <p:nvPr>
            <p:ph type="pic" sz="quarter" idx="27"/>
          </p:nvPr>
        </p:nvSpPr>
        <p:spPr>
          <a:xfrm>
            <a:off x="7205341" y="3599665"/>
            <a:ext cx="4449084" cy="2520000"/>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6" name="Espace réservé pour une image  19">
            <a:extLst>
              <a:ext uri="{FF2B5EF4-FFF2-40B4-BE49-F238E27FC236}">
                <a16:creationId xmlns:a16="http://schemas.microsoft.com/office/drawing/2014/main" id="{63115025-E73A-AB84-536C-D0BD8D128B56}"/>
              </a:ext>
            </a:extLst>
          </p:cNvPr>
          <p:cNvSpPr>
            <a:spLocks noGrp="1"/>
          </p:cNvSpPr>
          <p:nvPr>
            <p:ph type="pic" sz="quarter" idx="28"/>
          </p:nvPr>
        </p:nvSpPr>
        <p:spPr>
          <a:xfrm>
            <a:off x="537575" y="3599665"/>
            <a:ext cx="4439664" cy="2520000"/>
          </a:xfrm>
          <a:prstGeom prst="roundRect">
            <a:avLst/>
          </a:prstGeom>
          <a:solidFill>
            <a:schemeClr val="bg1">
              <a:lumMod val="95000"/>
            </a:schemeClr>
          </a:solidFill>
        </p:spPr>
        <p:txBody>
          <a:bodyPr anchor="ctr" anchorCtr="0"/>
          <a:lstStyle>
            <a:lvl1pPr algn="ctr">
              <a:defRPr/>
            </a:lvl1pPr>
          </a:lstStyle>
          <a:p>
            <a:r>
              <a:rPr lang="fr-FR"/>
              <a:t>Cliquez sur l'icône pour ajouter une image</a:t>
            </a:r>
          </a:p>
        </p:txBody>
      </p:sp>
      <p:sp>
        <p:nvSpPr>
          <p:cNvPr id="7" name="Espace réservé du texte 48">
            <a:extLst>
              <a:ext uri="{FF2B5EF4-FFF2-40B4-BE49-F238E27FC236}">
                <a16:creationId xmlns:a16="http://schemas.microsoft.com/office/drawing/2014/main" id="{6C97D450-1D6D-1676-9C6D-79A6C1C336E0}"/>
              </a:ext>
            </a:extLst>
          </p:cNvPr>
          <p:cNvSpPr>
            <a:spLocks noGrp="1"/>
          </p:cNvSpPr>
          <p:nvPr>
            <p:ph type="body" sz="quarter" idx="29" hasCustomPrompt="1"/>
          </p:nvPr>
        </p:nvSpPr>
        <p:spPr>
          <a:xfrm>
            <a:off x="5065513" y="2494044"/>
            <a:ext cx="1850745" cy="307777"/>
          </a:xfrm>
        </p:spPr>
        <p:txBody>
          <a:bodyPr wrap="square" lIns="0" tIns="0" rIns="0" bIns="0" anchor="b" anchorCtr="0">
            <a:spAutoFit/>
          </a:bodyPr>
          <a:lstStyle>
            <a:lvl1pPr algn="l">
              <a:lnSpc>
                <a:spcPct val="100000"/>
              </a:lnSpc>
              <a:defRPr sz="2000">
                <a:solidFill>
                  <a:schemeClr val="accent3"/>
                </a:solidFill>
                <a:latin typeface="+mj-lt"/>
              </a:defRPr>
            </a:lvl1pPr>
          </a:lstStyle>
          <a:p>
            <a:pPr lvl="0"/>
            <a:r>
              <a:rPr lang="fr-FR"/>
              <a:t>Lorem ipsum</a:t>
            </a:r>
          </a:p>
        </p:txBody>
      </p:sp>
      <p:sp>
        <p:nvSpPr>
          <p:cNvPr id="10" name="Espace réservé du texte 48">
            <a:extLst>
              <a:ext uri="{FF2B5EF4-FFF2-40B4-BE49-F238E27FC236}">
                <a16:creationId xmlns:a16="http://schemas.microsoft.com/office/drawing/2014/main" id="{EF7A45AC-4C50-A949-39E8-873847E96DCE}"/>
              </a:ext>
            </a:extLst>
          </p:cNvPr>
          <p:cNvSpPr>
            <a:spLocks noGrp="1"/>
          </p:cNvSpPr>
          <p:nvPr>
            <p:ph type="body" sz="quarter" idx="30" hasCustomPrompt="1"/>
          </p:nvPr>
        </p:nvSpPr>
        <p:spPr>
          <a:xfrm>
            <a:off x="5065514" y="2872993"/>
            <a:ext cx="1850747" cy="492443"/>
          </a:xfrm>
        </p:spPr>
        <p:txBody>
          <a:bodyPr wrap="square" lIns="0" tIns="0" rIns="0" bIns="0" anchor="t" anchorCtr="0">
            <a:spAutoFit/>
          </a:bodyPr>
          <a:lstStyle>
            <a:lvl1pPr algn="l">
              <a:lnSpc>
                <a:spcPct val="100000"/>
              </a:lnSpc>
              <a:defRPr sz="1600">
                <a:solidFill>
                  <a:schemeClr val="tx1"/>
                </a:solidFill>
                <a:latin typeface="+mn-lt"/>
              </a:defRPr>
            </a:lvl1pPr>
          </a:lstStyle>
          <a:p>
            <a:pPr lvl="0"/>
            <a:r>
              <a:rPr lang="fr-FR"/>
              <a:t>mo mos </a:t>
            </a:r>
            <a:r>
              <a:rPr lang="fr-FR" err="1"/>
              <a:t>voluptas</a:t>
            </a:r>
            <a:r>
              <a:rPr lang="fr-FR"/>
              <a:t>  </a:t>
            </a:r>
            <a:r>
              <a:rPr lang="fr-FR" err="1"/>
              <a:t>apitass</a:t>
            </a:r>
            <a:r>
              <a:rPr lang="fr-FR"/>
              <a:t> </a:t>
            </a:r>
            <a:r>
              <a:rPr lang="fr-FR" err="1"/>
              <a:t>imetur</a:t>
            </a:r>
            <a:r>
              <a:rPr lang="fr-FR"/>
              <a:t> mi</a:t>
            </a:r>
          </a:p>
        </p:txBody>
      </p:sp>
      <p:sp>
        <p:nvSpPr>
          <p:cNvPr id="13" name="Espace réservé du texte 48">
            <a:extLst>
              <a:ext uri="{FF2B5EF4-FFF2-40B4-BE49-F238E27FC236}">
                <a16:creationId xmlns:a16="http://schemas.microsoft.com/office/drawing/2014/main" id="{96ADFD56-2322-711C-0104-EE7F2ABD6CB2}"/>
              </a:ext>
            </a:extLst>
          </p:cNvPr>
          <p:cNvSpPr>
            <a:spLocks noGrp="1"/>
          </p:cNvSpPr>
          <p:nvPr>
            <p:ph type="body" sz="quarter" idx="31" hasCustomPrompt="1"/>
          </p:nvPr>
        </p:nvSpPr>
        <p:spPr>
          <a:xfrm>
            <a:off x="5266316" y="3599665"/>
            <a:ext cx="1850748" cy="307777"/>
          </a:xfrm>
        </p:spPr>
        <p:txBody>
          <a:bodyPr wrap="square" lIns="0" tIns="0" rIns="0" bIns="0" anchor="b" anchorCtr="0">
            <a:spAutoFit/>
          </a:bodyPr>
          <a:lstStyle>
            <a:lvl1pPr algn="r">
              <a:lnSpc>
                <a:spcPct val="100000"/>
              </a:lnSpc>
              <a:defRPr sz="2000">
                <a:solidFill>
                  <a:schemeClr val="accent3"/>
                </a:solidFill>
                <a:latin typeface="+mj-lt"/>
              </a:defRPr>
            </a:lvl1pPr>
          </a:lstStyle>
          <a:p>
            <a:pPr lvl="0"/>
            <a:r>
              <a:rPr lang="fr-FR"/>
              <a:t>Lorem ipsum</a:t>
            </a:r>
          </a:p>
        </p:txBody>
      </p:sp>
      <p:sp>
        <p:nvSpPr>
          <p:cNvPr id="16" name="Espace réservé du texte 48">
            <a:extLst>
              <a:ext uri="{FF2B5EF4-FFF2-40B4-BE49-F238E27FC236}">
                <a16:creationId xmlns:a16="http://schemas.microsoft.com/office/drawing/2014/main" id="{E3CFFFDD-74FF-BCD1-0260-E5910F373A78}"/>
              </a:ext>
            </a:extLst>
          </p:cNvPr>
          <p:cNvSpPr>
            <a:spLocks noGrp="1"/>
          </p:cNvSpPr>
          <p:nvPr>
            <p:ph type="body" sz="quarter" idx="32" hasCustomPrompt="1"/>
          </p:nvPr>
        </p:nvSpPr>
        <p:spPr>
          <a:xfrm>
            <a:off x="5266318" y="3983071"/>
            <a:ext cx="1850746" cy="492443"/>
          </a:xfrm>
        </p:spPr>
        <p:txBody>
          <a:bodyPr wrap="square" lIns="0" tIns="0" rIns="0" bIns="0" anchor="t" anchorCtr="0">
            <a:spAutoFit/>
          </a:bodyPr>
          <a:lstStyle>
            <a:lvl1pPr algn="r">
              <a:lnSpc>
                <a:spcPct val="100000"/>
              </a:lnSpc>
              <a:defRPr sz="1600">
                <a:solidFill>
                  <a:schemeClr val="tx1"/>
                </a:solidFill>
                <a:latin typeface="+mn-lt"/>
              </a:defRPr>
            </a:lvl1pPr>
          </a:lstStyle>
          <a:p>
            <a:pPr lvl="0"/>
            <a:r>
              <a:rPr lang="fr-FR"/>
              <a:t>mo mos </a:t>
            </a:r>
            <a:r>
              <a:rPr lang="fr-FR" err="1"/>
              <a:t>voluptas</a:t>
            </a:r>
            <a:r>
              <a:rPr lang="fr-FR"/>
              <a:t>  </a:t>
            </a:r>
            <a:r>
              <a:rPr lang="fr-FR" err="1"/>
              <a:t>apitass</a:t>
            </a:r>
            <a:r>
              <a:rPr lang="fr-FR"/>
              <a:t> </a:t>
            </a:r>
            <a:r>
              <a:rPr lang="fr-FR" err="1"/>
              <a:t>imetur</a:t>
            </a:r>
            <a:r>
              <a:rPr lang="fr-FR"/>
              <a:t> mi</a:t>
            </a:r>
          </a:p>
        </p:txBody>
      </p:sp>
      <p:sp>
        <p:nvSpPr>
          <p:cNvPr id="17" name="Espace réservé du texte 48">
            <a:extLst>
              <a:ext uri="{FF2B5EF4-FFF2-40B4-BE49-F238E27FC236}">
                <a16:creationId xmlns:a16="http://schemas.microsoft.com/office/drawing/2014/main" id="{80E1196D-E168-0237-AC44-1C35EC19BF08}"/>
              </a:ext>
            </a:extLst>
          </p:cNvPr>
          <p:cNvSpPr>
            <a:spLocks noGrp="1"/>
          </p:cNvSpPr>
          <p:nvPr>
            <p:ph type="body" sz="quarter" idx="33" hasCustomPrompt="1"/>
          </p:nvPr>
        </p:nvSpPr>
        <p:spPr>
          <a:xfrm>
            <a:off x="5065510" y="5248273"/>
            <a:ext cx="1850745" cy="307777"/>
          </a:xfrm>
        </p:spPr>
        <p:txBody>
          <a:bodyPr wrap="square" lIns="0" tIns="0" rIns="0" bIns="0" anchor="b" anchorCtr="0">
            <a:spAutoFit/>
          </a:bodyPr>
          <a:lstStyle>
            <a:lvl1pPr algn="l">
              <a:lnSpc>
                <a:spcPct val="100000"/>
              </a:lnSpc>
              <a:defRPr sz="2000">
                <a:solidFill>
                  <a:schemeClr val="accent3"/>
                </a:solidFill>
                <a:latin typeface="+mj-lt"/>
              </a:defRPr>
            </a:lvl1pPr>
          </a:lstStyle>
          <a:p>
            <a:pPr lvl="0"/>
            <a:r>
              <a:rPr lang="fr-FR"/>
              <a:t>Lorem ipsum</a:t>
            </a:r>
          </a:p>
        </p:txBody>
      </p:sp>
      <p:sp>
        <p:nvSpPr>
          <p:cNvPr id="18" name="Espace réservé du texte 48">
            <a:extLst>
              <a:ext uri="{FF2B5EF4-FFF2-40B4-BE49-F238E27FC236}">
                <a16:creationId xmlns:a16="http://schemas.microsoft.com/office/drawing/2014/main" id="{ABA1E221-1503-37AA-C1C8-830F077014F6}"/>
              </a:ext>
            </a:extLst>
          </p:cNvPr>
          <p:cNvSpPr>
            <a:spLocks noGrp="1"/>
          </p:cNvSpPr>
          <p:nvPr>
            <p:ph type="body" sz="quarter" idx="34" hasCustomPrompt="1"/>
          </p:nvPr>
        </p:nvSpPr>
        <p:spPr>
          <a:xfrm>
            <a:off x="5065511" y="5627222"/>
            <a:ext cx="1850747" cy="492443"/>
          </a:xfrm>
        </p:spPr>
        <p:txBody>
          <a:bodyPr wrap="square" lIns="0" tIns="0" rIns="0" bIns="0" anchor="t" anchorCtr="0">
            <a:spAutoFit/>
          </a:bodyPr>
          <a:lstStyle>
            <a:lvl1pPr algn="l">
              <a:lnSpc>
                <a:spcPct val="100000"/>
              </a:lnSpc>
              <a:defRPr sz="1600">
                <a:solidFill>
                  <a:schemeClr val="tx1"/>
                </a:solidFill>
                <a:latin typeface="+mn-lt"/>
              </a:defRPr>
            </a:lvl1pPr>
          </a:lstStyle>
          <a:p>
            <a:pPr lvl="0"/>
            <a:r>
              <a:rPr lang="fr-FR"/>
              <a:t>mo mos </a:t>
            </a:r>
            <a:r>
              <a:rPr lang="fr-FR" err="1"/>
              <a:t>voluptas</a:t>
            </a:r>
            <a:r>
              <a:rPr lang="fr-FR"/>
              <a:t>  </a:t>
            </a:r>
            <a:r>
              <a:rPr lang="fr-FR" err="1"/>
              <a:t>apitass</a:t>
            </a:r>
            <a:r>
              <a:rPr lang="fr-FR"/>
              <a:t> </a:t>
            </a:r>
            <a:r>
              <a:rPr lang="fr-FR" err="1"/>
              <a:t>imetur</a:t>
            </a:r>
            <a:r>
              <a:rPr lang="fr-FR"/>
              <a:t> mi</a:t>
            </a:r>
          </a:p>
        </p:txBody>
      </p:sp>
      <p:sp>
        <p:nvSpPr>
          <p:cNvPr id="11" name="Forme libre 12">
            <a:extLst>
              <a:ext uri="{FF2B5EF4-FFF2-40B4-BE49-F238E27FC236}">
                <a16:creationId xmlns:a16="http://schemas.microsoft.com/office/drawing/2014/main" id="{B7B84159-C81F-C8F6-8D32-E2FAA205AFC6}"/>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12" name="Espace réservé de la date 2">
            <a:extLst>
              <a:ext uri="{FF2B5EF4-FFF2-40B4-BE49-F238E27FC236}">
                <a16:creationId xmlns:a16="http://schemas.microsoft.com/office/drawing/2014/main" id="{F4B59F8E-EC1C-EDAF-B249-C4C31E75DFD9}"/>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19" name="Espace réservé du pied de page 3">
            <a:extLst>
              <a:ext uri="{FF2B5EF4-FFF2-40B4-BE49-F238E27FC236}">
                <a16:creationId xmlns:a16="http://schemas.microsoft.com/office/drawing/2014/main" id="{55CA570D-1E39-0725-E218-373C741BA9F6}"/>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23" name="Espace réservé du numéro de diapositive 4">
            <a:extLst>
              <a:ext uri="{FF2B5EF4-FFF2-40B4-BE49-F238E27FC236}">
                <a16:creationId xmlns:a16="http://schemas.microsoft.com/office/drawing/2014/main" id="{20AC2A3A-872F-D9FA-E98E-5566A6E4B19C}"/>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5" name="Groupe 4">
            <a:extLst>
              <a:ext uri="{FF2B5EF4-FFF2-40B4-BE49-F238E27FC236}">
                <a16:creationId xmlns:a16="http://schemas.microsoft.com/office/drawing/2014/main" id="{92DD0FE4-9728-B7E6-038B-75373227BE28}"/>
              </a:ext>
            </a:extLst>
          </p:cNvPr>
          <p:cNvGrpSpPr/>
          <p:nvPr userDrawn="1"/>
        </p:nvGrpSpPr>
        <p:grpSpPr>
          <a:xfrm>
            <a:off x="-1" y="263015"/>
            <a:ext cx="5860125" cy="375126"/>
            <a:chOff x="-5557295" y="172402"/>
            <a:chExt cx="5860125" cy="375126"/>
          </a:xfrm>
        </p:grpSpPr>
        <p:sp>
          <p:nvSpPr>
            <p:cNvPr id="22" name="Forme libre 11">
              <a:extLst>
                <a:ext uri="{FF2B5EF4-FFF2-40B4-BE49-F238E27FC236}">
                  <a16:creationId xmlns:a16="http://schemas.microsoft.com/office/drawing/2014/main" id="{0FB486BE-BE23-67E6-0C2B-3D8715735323}"/>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4" name="Forme libre 12">
              <a:extLst>
                <a:ext uri="{FF2B5EF4-FFF2-40B4-BE49-F238E27FC236}">
                  <a16:creationId xmlns:a16="http://schemas.microsoft.com/office/drawing/2014/main" id="{806DB196-18DF-9397-D3B1-012EC6A56CA0}"/>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3C6D3F5E-CEB4-6402-B9C8-4FE94615AE1C}"/>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4" name="Espace réservé du texte 45">
            <a:extLst>
              <a:ext uri="{FF2B5EF4-FFF2-40B4-BE49-F238E27FC236}">
                <a16:creationId xmlns:a16="http://schemas.microsoft.com/office/drawing/2014/main" id="{B14288E1-A952-5620-9F23-EB5A5F8C2414}"/>
              </a:ext>
            </a:extLst>
          </p:cNvPr>
          <p:cNvSpPr>
            <a:spLocks noGrp="1"/>
          </p:cNvSpPr>
          <p:nvPr>
            <p:ph type="body" sz="quarter" idx="35"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1848450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au 01">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B07B07-AA03-5ACC-6FFB-C9A1B250FE81}"/>
              </a:ext>
            </a:extLst>
          </p:cNvPr>
          <p:cNvSpPr>
            <a:spLocks noGrp="1"/>
          </p:cNvSpPr>
          <p:nvPr>
            <p:ph type="title"/>
          </p:nvPr>
        </p:nvSpPr>
        <p:spPr/>
        <p:txBody>
          <a:bodyPr/>
          <a:lstStyle>
            <a:lvl1pPr>
              <a:defRPr>
                <a:solidFill>
                  <a:schemeClr val="accent3"/>
                </a:solidFill>
              </a:defRPr>
            </a:lvl1pPr>
          </a:lstStyle>
          <a:p>
            <a:r>
              <a:rPr lang="fr-FR"/>
              <a:t>Modifiez le style du titre</a:t>
            </a:r>
          </a:p>
        </p:txBody>
      </p:sp>
      <p:sp>
        <p:nvSpPr>
          <p:cNvPr id="6" name="Forme libre 12">
            <a:extLst>
              <a:ext uri="{FF2B5EF4-FFF2-40B4-BE49-F238E27FC236}">
                <a16:creationId xmlns:a16="http://schemas.microsoft.com/office/drawing/2014/main" id="{4A47F340-C55C-E5D5-9ADC-A1263F47A608}"/>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D3ACE736-F452-C03A-925C-4AB874D2ED6F}"/>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8" name="Espace réservé du pied de page 3">
            <a:extLst>
              <a:ext uri="{FF2B5EF4-FFF2-40B4-BE49-F238E27FC236}">
                <a16:creationId xmlns:a16="http://schemas.microsoft.com/office/drawing/2014/main" id="{BA8B7FC6-42A8-51CF-47A8-6657E9B2CE5D}"/>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9" name="Espace réservé du numéro de diapositive 4">
            <a:extLst>
              <a:ext uri="{FF2B5EF4-FFF2-40B4-BE49-F238E27FC236}">
                <a16:creationId xmlns:a16="http://schemas.microsoft.com/office/drawing/2014/main" id="{021BEE63-1EAF-5199-3849-5B180E1973AB}"/>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5" name="Groupe 4">
            <a:extLst>
              <a:ext uri="{FF2B5EF4-FFF2-40B4-BE49-F238E27FC236}">
                <a16:creationId xmlns:a16="http://schemas.microsoft.com/office/drawing/2014/main" id="{90255193-0062-527E-4F3E-4AF72082E97E}"/>
              </a:ext>
            </a:extLst>
          </p:cNvPr>
          <p:cNvGrpSpPr/>
          <p:nvPr userDrawn="1"/>
        </p:nvGrpSpPr>
        <p:grpSpPr>
          <a:xfrm>
            <a:off x="-1" y="263015"/>
            <a:ext cx="5860125" cy="375126"/>
            <a:chOff x="-5557295" y="172402"/>
            <a:chExt cx="5860125" cy="375126"/>
          </a:xfrm>
        </p:grpSpPr>
        <p:sp>
          <p:nvSpPr>
            <p:cNvPr id="10" name="Forme libre 11">
              <a:extLst>
                <a:ext uri="{FF2B5EF4-FFF2-40B4-BE49-F238E27FC236}">
                  <a16:creationId xmlns:a16="http://schemas.microsoft.com/office/drawing/2014/main" id="{367C29C6-8DC2-47FD-971B-45861B359921}"/>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3" name="Forme libre 12">
              <a:extLst>
                <a:ext uri="{FF2B5EF4-FFF2-40B4-BE49-F238E27FC236}">
                  <a16:creationId xmlns:a16="http://schemas.microsoft.com/office/drawing/2014/main" id="{A74675DC-97EF-FAE8-35EA-E41DE4449851}"/>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C1E5B70B-B604-13BF-31BE-92B67B50955B}"/>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4" name="Espace réservé du texte 45">
            <a:extLst>
              <a:ext uri="{FF2B5EF4-FFF2-40B4-BE49-F238E27FC236}">
                <a16:creationId xmlns:a16="http://schemas.microsoft.com/office/drawing/2014/main" id="{D5C09ADD-FA01-2C94-428C-E2B56D7B8080}"/>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34390279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ableau 02">
    <p:bg>
      <p:bgPr>
        <a:blipFill dpi="0" rotWithShape="1">
          <a:blip r:embed="rId2">
            <a:lum/>
          </a:blip>
          <a:srcRect/>
          <a:stretch>
            <a:fillRect l="40000" t="-8000" r="-40000" b="-8000"/>
          </a:stretch>
        </a:blipFill>
        <a:effectLst/>
      </p:bgPr>
    </p:bg>
    <p:spTree>
      <p:nvGrpSpPr>
        <p:cNvPr id="1" name=""/>
        <p:cNvGrpSpPr/>
        <p:nvPr/>
      </p:nvGrpSpPr>
      <p:grpSpPr>
        <a:xfrm>
          <a:off x="0" y="0"/>
          <a:ext cx="0" cy="0"/>
          <a:chOff x="0" y="0"/>
          <a:chExt cx="0" cy="0"/>
        </a:xfrm>
      </p:grpSpPr>
      <p:sp>
        <p:nvSpPr>
          <p:cNvPr id="10" name="Forme libre 9">
            <a:extLst>
              <a:ext uri="{FF2B5EF4-FFF2-40B4-BE49-F238E27FC236}">
                <a16:creationId xmlns:a16="http://schemas.microsoft.com/office/drawing/2014/main" id="{A1B1A827-745B-51EA-96B5-7C38D1920B57}"/>
              </a:ext>
            </a:extLst>
          </p:cNvPr>
          <p:cNvSpPr/>
          <p:nvPr userDrawn="1"/>
        </p:nvSpPr>
        <p:spPr>
          <a:xfrm>
            <a:off x="0" y="-20971"/>
            <a:ext cx="12192000" cy="6899942"/>
          </a:xfrm>
          <a:custGeom>
            <a:avLst/>
            <a:gdLst>
              <a:gd name="connsiteX0" fmla="*/ 0 w 11011220"/>
              <a:gd name="connsiteY0" fmla="*/ 0 h 6853042"/>
              <a:gd name="connsiteX1" fmla="*/ 2670048 w 11011220"/>
              <a:gd name="connsiteY1" fmla="*/ 0 h 6853042"/>
              <a:gd name="connsiteX2" fmla="*/ 2670048 w 11011220"/>
              <a:gd name="connsiteY2" fmla="*/ 4958 h 6853042"/>
              <a:gd name="connsiteX3" fmla="*/ 8101974 w 11011220"/>
              <a:gd name="connsiteY3" fmla="*/ 4958 h 6853042"/>
              <a:gd name="connsiteX4" fmla="*/ 8018211 w 11011220"/>
              <a:gd name="connsiteY4" fmla="*/ 211263 h 6853042"/>
              <a:gd name="connsiteX5" fmla="*/ 7737478 w 11011220"/>
              <a:gd name="connsiteY5" fmla="*/ 1756569 h 6853042"/>
              <a:gd name="connsiteX6" fmla="*/ 7737478 w 11011220"/>
              <a:gd name="connsiteY6" fmla="*/ 1761519 h 6853042"/>
              <a:gd name="connsiteX7" fmla="*/ 9019626 w 11011220"/>
              <a:gd name="connsiteY7" fmla="*/ 4858644 h 6853042"/>
              <a:gd name="connsiteX8" fmla="*/ 11011220 w 11011220"/>
              <a:gd name="connsiteY8" fmla="*/ 6853042 h 6853042"/>
              <a:gd name="connsiteX9" fmla="*/ 1552579 w 11011220"/>
              <a:gd name="connsiteY9" fmla="*/ 6853042 h 6853042"/>
              <a:gd name="connsiteX10" fmla="*/ 1552579 w 11011220"/>
              <a:gd name="connsiteY10" fmla="*/ 6848084 h 6853042"/>
              <a:gd name="connsiteX11" fmla="*/ 0 w 11011220"/>
              <a:gd name="connsiteY11" fmla="*/ 6848084 h 685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011220" h="6853042">
                <a:moveTo>
                  <a:pt x="0" y="0"/>
                </a:moveTo>
                <a:lnTo>
                  <a:pt x="2670048" y="0"/>
                </a:lnTo>
                <a:lnTo>
                  <a:pt x="2670048" y="4958"/>
                </a:lnTo>
                <a:lnTo>
                  <a:pt x="8101974" y="4958"/>
                </a:lnTo>
                <a:lnTo>
                  <a:pt x="8018211" y="211263"/>
                </a:lnTo>
                <a:cubicBezTo>
                  <a:pt x="7831389" y="708260"/>
                  <a:pt x="7737811" y="1232317"/>
                  <a:pt x="7737478" y="1756569"/>
                </a:cubicBezTo>
                <a:lnTo>
                  <a:pt x="7737478" y="1761519"/>
                </a:lnTo>
                <a:cubicBezTo>
                  <a:pt x="7738112" y="2882646"/>
                  <a:pt x="8165452" y="4003394"/>
                  <a:pt x="9019626" y="4858644"/>
                </a:cubicBezTo>
                <a:lnTo>
                  <a:pt x="11011220" y="6853042"/>
                </a:lnTo>
                <a:lnTo>
                  <a:pt x="1552579" y="6853042"/>
                </a:lnTo>
                <a:lnTo>
                  <a:pt x="1552579" y="6848084"/>
                </a:lnTo>
                <a:lnTo>
                  <a:pt x="0" y="6848084"/>
                </a:lnTo>
                <a:close/>
              </a:path>
            </a:pathLst>
          </a:custGeom>
          <a:solidFill>
            <a:schemeClr val="bg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 name="Titre 1">
            <a:extLst>
              <a:ext uri="{FF2B5EF4-FFF2-40B4-BE49-F238E27FC236}">
                <a16:creationId xmlns:a16="http://schemas.microsoft.com/office/drawing/2014/main" id="{4DC5CE7E-D269-A260-6353-D23A6A4B0732}"/>
              </a:ext>
            </a:extLst>
          </p:cNvPr>
          <p:cNvSpPr>
            <a:spLocks noGrp="1"/>
          </p:cNvSpPr>
          <p:nvPr>
            <p:ph type="title"/>
          </p:nvPr>
        </p:nvSpPr>
        <p:spPr/>
        <p:txBody>
          <a:bodyPr/>
          <a:lstStyle>
            <a:lvl1pPr>
              <a:defRPr>
                <a:solidFill>
                  <a:schemeClr val="accent3"/>
                </a:solidFill>
              </a:defRPr>
            </a:lvl1pPr>
          </a:lstStyle>
          <a:p>
            <a:r>
              <a:rPr lang="fr-FR"/>
              <a:t>Modifiez le style du titre</a:t>
            </a:r>
          </a:p>
        </p:txBody>
      </p:sp>
      <p:sp>
        <p:nvSpPr>
          <p:cNvPr id="12" name="Forme libre 12">
            <a:extLst>
              <a:ext uri="{FF2B5EF4-FFF2-40B4-BE49-F238E27FC236}">
                <a16:creationId xmlns:a16="http://schemas.microsoft.com/office/drawing/2014/main" id="{92C2C3C5-4DAF-F9C8-0CB2-0ED74826B324}"/>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13" name="Espace réservé de la date 2">
            <a:extLst>
              <a:ext uri="{FF2B5EF4-FFF2-40B4-BE49-F238E27FC236}">
                <a16:creationId xmlns:a16="http://schemas.microsoft.com/office/drawing/2014/main" id="{3FE7F6B4-60B5-9531-5D30-8C2E9AFE122E}"/>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14" name="Espace réservé du pied de page 3">
            <a:extLst>
              <a:ext uri="{FF2B5EF4-FFF2-40B4-BE49-F238E27FC236}">
                <a16:creationId xmlns:a16="http://schemas.microsoft.com/office/drawing/2014/main" id="{238222B4-E515-DA71-77A3-F490DF5EA0ED}"/>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5" name="Espace réservé du numéro de diapositive 4">
            <a:extLst>
              <a:ext uri="{FF2B5EF4-FFF2-40B4-BE49-F238E27FC236}">
                <a16:creationId xmlns:a16="http://schemas.microsoft.com/office/drawing/2014/main" id="{C477C887-B94B-8D8A-15AB-7A003DD3DEEB}"/>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19" name="Groupe 18">
            <a:extLst>
              <a:ext uri="{FF2B5EF4-FFF2-40B4-BE49-F238E27FC236}">
                <a16:creationId xmlns:a16="http://schemas.microsoft.com/office/drawing/2014/main" id="{F3D3BD22-EDD0-FFB5-CBB6-7E10557833FA}"/>
              </a:ext>
            </a:extLst>
          </p:cNvPr>
          <p:cNvGrpSpPr/>
          <p:nvPr userDrawn="1"/>
        </p:nvGrpSpPr>
        <p:grpSpPr>
          <a:xfrm>
            <a:off x="-1" y="263015"/>
            <a:ext cx="5860125" cy="375126"/>
            <a:chOff x="-5557295" y="172402"/>
            <a:chExt cx="5860125" cy="375126"/>
          </a:xfrm>
        </p:grpSpPr>
        <p:sp>
          <p:nvSpPr>
            <p:cNvPr id="20" name="Forme libre 11">
              <a:extLst>
                <a:ext uri="{FF2B5EF4-FFF2-40B4-BE49-F238E27FC236}">
                  <a16:creationId xmlns:a16="http://schemas.microsoft.com/office/drawing/2014/main" id="{DCE06520-3AF5-C562-F50E-95BC5A523A4C}"/>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1" name="Forme libre 12">
              <a:extLst>
                <a:ext uri="{FF2B5EF4-FFF2-40B4-BE49-F238E27FC236}">
                  <a16:creationId xmlns:a16="http://schemas.microsoft.com/office/drawing/2014/main" id="{2FB780CF-88A1-4CDE-6AE9-58E9E0BD1F2E}"/>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761CD43D-5C48-6E79-9132-7809BB8861D6}"/>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4" name="Espace réservé du texte 45">
            <a:extLst>
              <a:ext uri="{FF2B5EF4-FFF2-40B4-BE49-F238E27FC236}">
                <a16:creationId xmlns:a16="http://schemas.microsoft.com/office/drawing/2014/main" id="{CB81CF82-8CE3-D660-D350-7AA11C132C17}"/>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7504277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alendrier">
    <p:bg>
      <p:bgPr>
        <a:blipFill dpi="0" rotWithShape="1">
          <a:blip r:embed="rId2">
            <a:lum/>
          </a:blip>
          <a:srcRect/>
          <a:stretch>
            <a:fillRect l="30000" t="-7000" r="-30000" b="-7000"/>
          </a:stretch>
        </a:blipFill>
        <a:effectLst/>
      </p:bgPr>
    </p:bg>
    <p:spTree>
      <p:nvGrpSpPr>
        <p:cNvPr id="1" name=""/>
        <p:cNvGrpSpPr/>
        <p:nvPr/>
      </p:nvGrpSpPr>
      <p:grpSpPr>
        <a:xfrm>
          <a:off x="0" y="0"/>
          <a:ext cx="0" cy="0"/>
          <a:chOff x="0" y="0"/>
          <a:chExt cx="0" cy="0"/>
        </a:xfrm>
      </p:grpSpPr>
      <p:sp>
        <p:nvSpPr>
          <p:cNvPr id="17" name="Forme libre 9">
            <a:extLst>
              <a:ext uri="{FF2B5EF4-FFF2-40B4-BE49-F238E27FC236}">
                <a16:creationId xmlns:a16="http://schemas.microsoft.com/office/drawing/2014/main" id="{C52C6C69-F242-7427-226C-8EB4BE0E3417}"/>
              </a:ext>
            </a:extLst>
          </p:cNvPr>
          <p:cNvSpPr/>
          <p:nvPr userDrawn="1"/>
        </p:nvSpPr>
        <p:spPr>
          <a:xfrm>
            <a:off x="-1" y="-20971"/>
            <a:ext cx="12192001" cy="6899942"/>
          </a:xfrm>
          <a:custGeom>
            <a:avLst/>
            <a:gdLst>
              <a:gd name="connsiteX0" fmla="*/ 0 w 11011220"/>
              <a:gd name="connsiteY0" fmla="*/ 0 h 6853042"/>
              <a:gd name="connsiteX1" fmla="*/ 2670048 w 11011220"/>
              <a:gd name="connsiteY1" fmla="*/ 0 h 6853042"/>
              <a:gd name="connsiteX2" fmla="*/ 2670048 w 11011220"/>
              <a:gd name="connsiteY2" fmla="*/ 4958 h 6853042"/>
              <a:gd name="connsiteX3" fmla="*/ 8101974 w 11011220"/>
              <a:gd name="connsiteY3" fmla="*/ 4958 h 6853042"/>
              <a:gd name="connsiteX4" fmla="*/ 8018211 w 11011220"/>
              <a:gd name="connsiteY4" fmla="*/ 211263 h 6853042"/>
              <a:gd name="connsiteX5" fmla="*/ 7737478 w 11011220"/>
              <a:gd name="connsiteY5" fmla="*/ 1756569 h 6853042"/>
              <a:gd name="connsiteX6" fmla="*/ 7737478 w 11011220"/>
              <a:gd name="connsiteY6" fmla="*/ 1761519 h 6853042"/>
              <a:gd name="connsiteX7" fmla="*/ 9019626 w 11011220"/>
              <a:gd name="connsiteY7" fmla="*/ 4858644 h 6853042"/>
              <a:gd name="connsiteX8" fmla="*/ 11011220 w 11011220"/>
              <a:gd name="connsiteY8" fmla="*/ 6853042 h 6853042"/>
              <a:gd name="connsiteX9" fmla="*/ 1552579 w 11011220"/>
              <a:gd name="connsiteY9" fmla="*/ 6853042 h 6853042"/>
              <a:gd name="connsiteX10" fmla="*/ 1552579 w 11011220"/>
              <a:gd name="connsiteY10" fmla="*/ 6848084 h 6853042"/>
              <a:gd name="connsiteX11" fmla="*/ 0 w 11011220"/>
              <a:gd name="connsiteY11" fmla="*/ 6848084 h 685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011220" h="6853042">
                <a:moveTo>
                  <a:pt x="0" y="0"/>
                </a:moveTo>
                <a:lnTo>
                  <a:pt x="2670048" y="0"/>
                </a:lnTo>
                <a:lnTo>
                  <a:pt x="2670048" y="4958"/>
                </a:lnTo>
                <a:lnTo>
                  <a:pt x="8101974" y="4958"/>
                </a:lnTo>
                <a:lnTo>
                  <a:pt x="8018211" y="211263"/>
                </a:lnTo>
                <a:cubicBezTo>
                  <a:pt x="7831389" y="708260"/>
                  <a:pt x="7737811" y="1232317"/>
                  <a:pt x="7737478" y="1756569"/>
                </a:cubicBezTo>
                <a:lnTo>
                  <a:pt x="7737478" y="1761519"/>
                </a:lnTo>
                <a:cubicBezTo>
                  <a:pt x="7738112" y="2882646"/>
                  <a:pt x="8165452" y="4003394"/>
                  <a:pt x="9019626" y="4858644"/>
                </a:cubicBezTo>
                <a:lnTo>
                  <a:pt x="11011220" y="6853042"/>
                </a:lnTo>
                <a:lnTo>
                  <a:pt x="1552579" y="6853042"/>
                </a:lnTo>
                <a:lnTo>
                  <a:pt x="1552579" y="6848084"/>
                </a:lnTo>
                <a:lnTo>
                  <a:pt x="0" y="6848084"/>
                </a:lnTo>
                <a:close/>
              </a:path>
            </a:pathLst>
          </a:custGeom>
          <a:solidFill>
            <a:schemeClr val="bg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solidFill>
                <a:schemeClr val="accent3"/>
              </a:solidFill>
            </a:endParaRPr>
          </a:p>
        </p:txBody>
      </p:sp>
      <p:sp>
        <p:nvSpPr>
          <p:cNvPr id="2" name="Titre 1">
            <a:extLst>
              <a:ext uri="{FF2B5EF4-FFF2-40B4-BE49-F238E27FC236}">
                <a16:creationId xmlns:a16="http://schemas.microsoft.com/office/drawing/2014/main" id="{256ACFC7-BEAD-6583-D73B-A62DF40C60C3}"/>
              </a:ext>
            </a:extLst>
          </p:cNvPr>
          <p:cNvSpPr>
            <a:spLocks noGrp="1"/>
          </p:cNvSpPr>
          <p:nvPr>
            <p:ph type="title"/>
          </p:nvPr>
        </p:nvSpPr>
        <p:spPr/>
        <p:txBody>
          <a:bodyPr/>
          <a:lstStyle>
            <a:lvl1pPr>
              <a:defRPr>
                <a:solidFill>
                  <a:schemeClr val="accent3"/>
                </a:solidFill>
              </a:defRPr>
            </a:lvl1pPr>
          </a:lstStyle>
          <a:p>
            <a:r>
              <a:rPr lang="fr-FR"/>
              <a:t>Modifiez le style du titre</a:t>
            </a:r>
          </a:p>
        </p:txBody>
      </p:sp>
      <p:grpSp>
        <p:nvGrpSpPr>
          <p:cNvPr id="6" name="Groupe 5">
            <a:extLst>
              <a:ext uri="{FF2B5EF4-FFF2-40B4-BE49-F238E27FC236}">
                <a16:creationId xmlns:a16="http://schemas.microsoft.com/office/drawing/2014/main" id="{A3A49CD3-9CA8-6BA3-9416-B1440A8500FA}"/>
              </a:ext>
            </a:extLst>
          </p:cNvPr>
          <p:cNvGrpSpPr/>
          <p:nvPr userDrawn="1"/>
        </p:nvGrpSpPr>
        <p:grpSpPr>
          <a:xfrm>
            <a:off x="-1" y="263015"/>
            <a:ext cx="5860125" cy="375126"/>
            <a:chOff x="-5557295" y="172402"/>
            <a:chExt cx="5860125" cy="375126"/>
          </a:xfrm>
        </p:grpSpPr>
        <p:sp>
          <p:nvSpPr>
            <p:cNvPr id="7" name="Forme libre 11">
              <a:extLst>
                <a:ext uri="{FF2B5EF4-FFF2-40B4-BE49-F238E27FC236}">
                  <a16:creationId xmlns:a16="http://schemas.microsoft.com/office/drawing/2014/main" id="{90189B4B-2A6B-AFA0-E96E-C404176E2976}"/>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8" name="Forme libre 12">
              <a:extLst>
                <a:ext uri="{FF2B5EF4-FFF2-40B4-BE49-F238E27FC236}">
                  <a16:creationId xmlns:a16="http://schemas.microsoft.com/office/drawing/2014/main" id="{ED5AA2D0-B4D0-3148-3067-D98BA52A184E}"/>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9" name="Espace réservé du texte 45">
            <a:extLst>
              <a:ext uri="{FF2B5EF4-FFF2-40B4-BE49-F238E27FC236}">
                <a16:creationId xmlns:a16="http://schemas.microsoft.com/office/drawing/2014/main" id="{F1EFDC2A-6314-5FB2-AED0-470C3D22A87F}"/>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10" name="Espace réservé du texte 45">
            <a:extLst>
              <a:ext uri="{FF2B5EF4-FFF2-40B4-BE49-F238E27FC236}">
                <a16:creationId xmlns:a16="http://schemas.microsoft.com/office/drawing/2014/main" id="{F464529F-E5DD-BF02-1454-549F2336130B}"/>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
        <p:nvSpPr>
          <p:cNvPr id="11" name="Forme libre 12">
            <a:extLst>
              <a:ext uri="{FF2B5EF4-FFF2-40B4-BE49-F238E27FC236}">
                <a16:creationId xmlns:a16="http://schemas.microsoft.com/office/drawing/2014/main" id="{E83EEC7D-948F-1B30-3BEF-2A0351851E76}"/>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12" name="Espace réservé de la date 2">
            <a:extLst>
              <a:ext uri="{FF2B5EF4-FFF2-40B4-BE49-F238E27FC236}">
                <a16:creationId xmlns:a16="http://schemas.microsoft.com/office/drawing/2014/main" id="{FFA06006-CE4E-F648-04E3-101DEAFAFE40}"/>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13" name="Espace réservé du pied de page 3">
            <a:extLst>
              <a:ext uri="{FF2B5EF4-FFF2-40B4-BE49-F238E27FC236}">
                <a16:creationId xmlns:a16="http://schemas.microsoft.com/office/drawing/2014/main" id="{9AED4FB6-EB25-DF41-7CBD-219A23020C78}"/>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4" name="Espace réservé du numéro de diapositive 4">
            <a:extLst>
              <a:ext uri="{FF2B5EF4-FFF2-40B4-BE49-F238E27FC236}">
                <a16:creationId xmlns:a16="http://schemas.microsoft.com/office/drawing/2014/main" id="{E1FC0C53-6EAD-D079-AAEB-8A5EBAA7CBF3}"/>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Tree>
    <p:extLst>
      <p:ext uri="{BB962C8B-B14F-4D97-AF65-F5344CB8AC3E}">
        <p14:creationId xmlns:p14="http://schemas.microsoft.com/office/powerpoint/2010/main" val="40826983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hiffres clés">
    <p:bg>
      <p:bgPr>
        <a:blipFill dpi="0" rotWithShape="1">
          <a:blip r:embed="rId2">
            <a:lum/>
          </a:blip>
          <a:srcRect/>
          <a:stretch>
            <a:fillRect l="-35000" t="-9000" r="40000" b="-9000"/>
          </a:stretch>
        </a:blipFill>
        <a:effectLst/>
      </p:bgPr>
    </p:bg>
    <p:spTree>
      <p:nvGrpSpPr>
        <p:cNvPr id="1" name=""/>
        <p:cNvGrpSpPr/>
        <p:nvPr/>
      </p:nvGrpSpPr>
      <p:grpSpPr>
        <a:xfrm>
          <a:off x="0" y="0"/>
          <a:ext cx="0" cy="0"/>
          <a:chOff x="0" y="0"/>
          <a:chExt cx="0" cy="0"/>
        </a:xfrm>
      </p:grpSpPr>
      <p:sp>
        <p:nvSpPr>
          <p:cNvPr id="10" name="Forme libre 9">
            <a:extLst>
              <a:ext uri="{FF2B5EF4-FFF2-40B4-BE49-F238E27FC236}">
                <a16:creationId xmlns:a16="http://schemas.microsoft.com/office/drawing/2014/main" id="{C3D63B46-F987-949E-F9AA-DA4721B0359F}"/>
              </a:ext>
            </a:extLst>
          </p:cNvPr>
          <p:cNvSpPr/>
          <p:nvPr userDrawn="1"/>
        </p:nvSpPr>
        <p:spPr>
          <a:xfrm flipH="1">
            <a:off x="-1" y="0"/>
            <a:ext cx="12192000" cy="6853042"/>
          </a:xfrm>
          <a:custGeom>
            <a:avLst/>
            <a:gdLst>
              <a:gd name="connsiteX0" fmla="*/ 2879725 w 10990518"/>
              <a:gd name="connsiteY0" fmla="*/ 0 h 6853042"/>
              <a:gd name="connsiteX1" fmla="*/ 0 w 10990518"/>
              <a:gd name="connsiteY1" fmla="*/ 0 h 6853042"/>
              <a:gd name="connsiteX2" fmla="*/ 0 w 10990518"/>
              <a:gd name="connsiteY2" fmla="*/ 6853042 h 6853042"/>
              <a:gd name="connsiteX3" fmla="*/ 1531877 w 10990518"/>
              <a:gd name="connsiteY3" fmla="*/ 6853042 h 6853042"/>
              <a:gd name="connsiteX4" fmla="*/ 2879725 w 10990518"/>
              <a:gd name="connsiteY4" fmla="*/ 6853042 h 6853042"/>
              <a:gd name="connsiteX5" fmla="*/ 10990518 w 10990518"/>
              <a:gd name="connsiteY5" fmla="*/ 6853042 h 6853042"/>
              <a:gd name="connsiteX6" fmla="*/ 8998924 w 10990518"/>
              <a:gd name="connsiteY6" fmla="*/ 4858644 h 6853042"/>
              <a:gd name="connsiteX7" fmla="*/ 7716776 w 10990518"/>
              <a:gd name="connsiteY7" fmla="*/ 1761519 h 6853042"/>
              <a:gd name="connsiteX8" fmla="*/ 7716776 w 10990518"/>
              <a:gd name="connsiteY8" fmla="*/ 1756569 h 6853042"/>
              <a:gd name="connsiteX9" fmla="*/ 7997509 w 10990518"/>
              <a:gd name="connsiteY9" fmla="*/ 211263 h 6853042"/>
              <a:gd name="connsiteX10" fmla="*/ 8081272 w 10990518"/>
              <a:gd name="connsiteY10" fmla="*/ 4958 h 6853042"/>
              <a:gd name="connsiteX11" fmla="*/ 2879725 w 10990518"/>
              <a:gd name="connsiteY11" fmla="*/ 4958 h 685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90518" h="6853042">
                <a:moveTo>
                  <a:pt x="2879725" y="0"/>
                </a:moveTo>
                <a:lnTo>
                  <a:pt x="0" y="0"/>
                </a:lnTo>
                <a:lnTo>
                  <a:pt x="0" y="6853042"/>
                </a:lnTo>
                <a:lnTo>
                  <a:pt x="1531877" y="6853042"/>
                </a:lnTo>
                <a:lnTo>
                  <a:pt x="2879725" y="6853042"/>
                </a:lnTo>
                <a:lnTo>
                  <a:pt x="10990518" y="6853042"/>
                </a:lnTo>
                <a:lnTo>
                  <a:pt x="8998924" y="4858644"/>
                </a:lnTo>
                <a:cubicBezTo>
                  <a:pt x="8144750" y="4003394"/>
                  <a:pt x="7717410" y="2882646"/>
                  <a:pt x="7716776" y="1761519"/>
                </a:cubicBezTo>
                <a:lnTo>
                  <a:pt x="7716776" y="1756569"/>
                </a:lnTo>
                <a:cubicBezTo>
                  <a:pt x="7717109" y="1232317"/>
                  <a:pt x="7810687" y="708260"/>
                  <a:pt x="7997509" y="211263"/>
                </a:cubicBezTo>
                <a:lnTo>
                  <a:pt x="8081272" y="4958"/>
                </a:lnTo>
                <a:lnTo>
                  <a:pt x="2879725" y="4958"/>
                </a:lnTo>
                <a:close/>
              </a:path>
            </a:pathLst>
          </a:custGeom>
          <a:solidFill>
            <a:schemeClr val="bg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1" name="Espace réservé du texte 48">
            <a:extLst>
              <a:ext uri="{FF2B5EF4-FFF2-40B4-BE49-F238E27FC236}">
                <a16:creationId xmlns:a16="http://schemas.microsoft.com/office/drawing/2014/main" id="{699774F8-2CAC-4281-C7BD-6B3E8220C090}"/>
              </a:ext>
            </a:extLst>
          </p:cNvPr>
          <p:cNvSpPr>
            <a:spLocks noGrp="1"/>
          </p:cNvSpPr>
          <p:nvPr>
            <p:ph type="body" sz="quarter" idx="20" hasCustomPrompt="1"/>
          </p:nvPr>
        </p:nvSpPr>
        <p:spPr>
          <a:xfrm>
            <a:off x="5214421" y="1671046"/>
            <a:ext cx="2611141" cy="984885"/>
          </a:xfrm>
        </p:spPr>
        <p:txBody>
          <a:bodyPr wrap="square" lIns="0" tIns="0" rIns="0" bIns="0" anchor="b" anchorCtr="0">
            <a:spAutoFit/>
          </a:bodyPr>
          <a:lstStyle>
            <a:lvl1pPr algn="l">
              <a:lnSpc>
                <a:spcPct val="100000"/>
              </a:lnSpc>
              <a:defRPr sz="6400">
                <a:solidFill>
                  <a:schemeClr val="accent4"/>
                </a:solidFill>
                <a:latin typeface="+mn-lt"/>
              </a:defRPr>
            </a:lvl1pPr>
          </a:lstStyle>
          <a:p>
            <a:pPr lvl="0"/>
            <a:r>
              <a:rPr lang="fr-FR"/>
              <a:t>XX</a:t>
            </a:r>
          </a:p>
        </p:txBody>
      </p:sp>
      <p:sp>
        <p:nvSpPr>
          <p:cNvPr id="12" name="Espace réservé du texte 48">
            <a:extLst>
              <a:ext uri="{FF2B5EF4-FFF2-40B4-BE49-F238E27FC236}">
                <a16:creationId xmlns:a16="http://schemas.microsoft.com/office/drawing/2014/main" id="{6E0B3D2C-0628-2036-3FFB-D3D59C30A9C0}"/>
              </a:ext>
            </a:extLst>
          </p:cNvPr>
          <p:cNvSpPr>
            <a:spLocks noGrp="1"/>
          </p:cNvSpPr>
          <p:nvPr>
            <p:ph type="body" sz="quarter" idx="21" hasCustomPrompt="1"/>
          </p:nvPr>
        </p:nvSpPr>
        <p:spPr>
          <a:xfrm>
            <a:off x="5214421" y="2575194"/>
            <a:ext cx="2611141" cy="307777"/>
          </a:xfrm>
        </p:spPr>
        <p:txBody>
          <a:bodyPr wrap="square" lIns="0" tIns="0" rIns="0" bIns="0" anchor="t" anchorCtr="0">
            <a:spAutoFit/>
          </a:bodyPr>
          <a:lstStyle>
            <a:lvl1pPr algn="l">
              <a:lnSpc>
                <a:spcPct val="100000"/>
              </a:lnSpc>
              <a:defRPr sz="2000">
                <a:solidFill>
                  <a:schemeClr val="tx1"/>
                </a:solidFill>
                <a:latin typeface="+mj-lt"/>
              </a:defRPr>
            </a:lvl1pPr>
          </a:lstStyle>
          <a:p>
            <a:pPr lvl="0"/>
            <a:r>
              <a:rPr lang="fr-FR"/>
              <a:t>Lorem ipsum</a:t>
            </a:r>
          </a:p>
        </p:txBody>
      </p:sp>
      <p:sp>
        <p:nvSpPr>
          <p:cNvPr id="13" name="Espace réservé du texte 48">
            <a:extLst>
              <a:ext uri="{FF2B5EF4-FFF2-40B4-BE49-F238E27FC236}">
                <a16:creationId xmlns:a16="http://schemas.microsoft.com/office/drawing/2014/main" id="{F22EA189-DC0E-A682-C143-6920742EB54A}"/>
              </a:ext>
            </a:extLst>
          </p:cNvPr>
          <p:cNvSpPr>
            <a:spLocks noGrp="1"/>
          </p:cNvSpPr>
          <p:nvPr>
            <p:ph type="body" sz="quarter" idx="22" hasCustomPrompt="1"/>
          </p:nvPr>
        </p:nvSpPr>
        <p:spPr>
          <a:xfrm>
            <a:off x="5214421" y="3850720"/>
            <a:ext cx="2611141" cy="984885"/>
          </a:xfrm>
        </p:spPr>
        <p:txBody>
          <a:bodyPr wrap="square" lIns="0" tIns="0" rIns="0" bIns="0" anchor="b" anchorCtr="0">
            <a:spAutoFit/>
          </a:bodyPr>
          <a:lstStyle>
            <a:lvl1pPr algn="l">
              <a:lnSpc>
                <a:spcPct val="100000"/>
              </a:lnSpc>
              <a:defRPr sz="6400">
                <a:solidFill>
                  <a:schemeClr val="accent4"/>
                </a:solidFill>
                <a:latin typeface="+mn-lt"/>
              </a:defRPr>
            </a:lvl1pPr>
          </a:lstStyle>
          <a:p>
            <a:pPr lvl="0"/>
            <a:r>
              <a:rPr lang="fr-FR"/>
              <a:t>XX</a:t>
            </a:r>
          </a:p>
        </p:txBody>
      </p:sp>
      <p:sp>
        <p:nvSpPr>
          <p:cNvPr id="14" name="Espace réservé du texte 48">
            <a:extLst>
              <a:ext uri="{FF2B5EF4-FFF2-40B4-BE49-F238E27FC236}">
                <a16:creationId xmlns:a16="http://schemas.microsoft.com/office/drawing/2014/main" id="{3E287203-AF51-2846-74AF-179373468403}"/>
              </a:ext>
            </a:extLst>
          </p:cNvPr>
          <p:cNvSpPr>
            <a:spLocks noGrp="1"/>
          </p:cNvSpPr>
          <p:nvPr>
            <p:ph type="body" sz="quarter" idx="23" hasCustomPrompt="1"/>
          </p:nvPr>
        </p:nvSpPr>
        <p:spPr>
          <a:xfrm>
            <a:off x="5214421" y="4754868"/>
            <a:ext cx="2611141" cy="307777"/>
          </a:xfrm>
        </p:spPr>
        <p:txBody>
          <a:bodyPr wrap="square" lIns="0" tIns="0" rIns="0" bIns="0" anchor="t" anchorCtr="0">
            <a:spAutoFit/>
          </a:bodyPr>
          <a:lstStyle>
            <a:lvl1pPr algn="l">
              <a:lnSpc>
                <a:spcPct val="100000"/>
              </a:lnSpc>
              <a:defRPr sz="2000">
                <a:solidFill>
                  <a:schemeClr val="tx1"/>
                </a:solidFill>
                <a:latin typeface="+mj-lt"/>
              </a:defRPr>
            </a:lvl1pPr>
          </a:lstStyle>
          <a:p>
            <a:pPr lvl="0"/>
            <a:r>
              <a:rPr lang="fr-FR"/>
              <a:t>Lorem ipsum</a:t>
            </a:r>
          </a:p>
        </p:txBody>
      </p:sp>
      <p:sp>
        <p:nvSpPr>
          <p:cNvPr id="15" name="Espace réservé du texte 48">
            <a:extLst>
              <a:ext uri="{FF2B5EF4-FFF2-40B4-BE49-F238E27FC236}">
                <a16:creationId xmlns:a16="http://schemas.microsoft.com/office/drawing/2014/main" id="{E45B0185-8CEC-2879-18A9-21224282C417}"/>
              </a:ext>
            </a:extLst>
          </p:cNvPr>
          <p:cNvSpPr>
            <a:spLocks noGrp="1"/>
          </p:cNvSpPr>
          <p:nvPr>
            <p:ph type="body" sz="quarter" idx="24" hasCustomPrompt="1"/>
          </p:nvPr>
        </p:nvSpPr>
        <p:spPr>
          <a:xfrm>
            <a:off x="8361659" y="1671046"/>
            <a:ext cx="2611141" cy="984885"/>
          </a:xfrm>
        </p:spPr>
        <p:txBody>
          <a:bodyPr wrap="square" lIns="0" tIns="0" rIns="0" bIns="0" anchor="b" anchorCtr="0">
            <a:spAutoFit/>
          </a:bodyPr>
          <a:lstStyle>
            <a:lvl1pPr algn="l">
              <a:lnSpc>
                <a:spcPct val="100000"/>
              </a:lnSpc>
              <a:defRPr sz="6400">
                <a:solidFill>
                  <a:schemeClr val="accent4"/>
                </a:solidFill>
                <a:latin typeface="+mn-lt"/>
              </a:defRPr>
            </a:lvl1pPr>
          </a:lstStyle>
          <a:p>
            <a:pPr lvl="0"/>
            <a:r>
              <a:rPr lang="fr-FR"/>
              <a:t>XX</a:t>
            </a:r>
          </a:p>
        </p:txBody>
      </p:sp>
      <p:sp>
        <p:nvSpPr>
          <p:cNvPr id="16" name="Espace réservé du texte 48">
            <a:extLst>
              <a:ext uri="{FF2B5EF4-FFF2-40B4-BE49-F238E27FC236}">
                <a16:creationId xmlns:a16="http://schemas.microsoft.com/office/drawing/2014/main" id="{845819A9-0C72-D550-AF7E-3F38CB6B2B94}"/>
              </a:ext>
            </a:extLst>
          </p:cNvPr>
          <p:cNvSpPr>
            <a:spLocks noGrp="1"/>
          </p:cNvSpPr>
          <p:nvPr>
            <p:ph type="body" sz="quarter" idx="25" hasCustomPrompt="1"/>
          </p:nvPr>
        </p:nvSpPr>
        <p:spPr>
          <a:xfrm>
            <a:off x="8361659" y="2575194"/>
            <a:ext cx="2611141" cy="307777"/>
          </a:xfrm>
        </p:spPr>
        <p:txBody>
          <a:bodyPr wrap="square" lIns="0" tIns="0" rIns="0" bIns="0" anchor="t" anchorCtr="0">
            <a:spAutoFit/>
          </a:bodyPr>
          <a:lstStyle>
            <a:lvl1pPr algn="l">
              <a:lnSpc>
                <a:spcPct val="100000"/>
              </a:lnSpc>
              <a:defRPr sz="2000">
                <a:solidFill>
                  <a:schemeClr val="tx1"/>
                </a:solidFill>
                <a:latin typeface="+mj-lt"/>
              </a:defRPr>
            </a:lvl1pPr>
          </a:lstStyle>
          <a:p>
            <a:pPr lvl="0"/>
            <a:r>
              <a:rPr lang="fr-FR"/>
              <a:t>Lorem ipsum</a:t>
            </a:r>
          </a:p>
        </p:txBody>
      </p:sp>
      <p:sp>
        <p:nvSpPr>
          <p:cNvPr id="17" name="Espace réservé du texte 48">
            <a:extLst>
              <a:ext uri="{FF2B5EF4-FFF2-40B4-BE49-F238E27FC236}">
                <a16:creationId xmlns:a16="http://schemas.microsoft.com/office/drawing/2014/main" id="{5EE413F4-2838-BD96-29BA-281685C7DE17}"/>
              </a:ext>
            </a:extLst>
          </p:cNvPr>
          <p:cNvSpPr>
            <a:spLocks noGrp="1"/>
          </p:cNvSpPr>
          <p:nvPr>
            <p:ph type="body" sz="quarter" idx="26" hasCustomPrompt="1"/>
          </p:nvPr>
        </p:nvSpPr>
        <p:spPr>
          <a:xfrm>
            <a:off x="8361659" y="3850720"/>
            <a:ext cx="2611141" cy="984885"/>
          </a:xfrm>
        </p:spPr>
        <p:txBody>
          <a:bodyPr wrap="square" lIns="0" tIns="0" rIns="0" bIns="0" anchor="b" anchorCtr="0">
            <a:spAutoFit/>
          </a:bodyPr>
          <a:lstStyle>
            <a:lvl1pPr algn="l">
              <a:lnSpc>
                <a:spcPct val="100000"/>
              </a:lnSpc>
              <a:defRPr sz="6400">
                <a:solidFill>
                  <a:schemeClr val="accent4"/>
                </a:solidFill>
                <a:latin typeface="+mn-lt"/>
              </a:defRPr>
            </a:lvl1pPr>
          </a:lstStyle>
          <a:p>
            <a:pPr lvl="0"/>
            <a:r>
              <a:rPr lang="fr-FR"/>
              <a:t>XX</a:t>
            </a:r>
          </a:p>
        </p:txBody>
      </p:sp>
      <p:sp>
        <p:nvSpPr>
          <p:cNvPr id="18" name="Espace réservé du texte 48">
            <a:extLst>
              <a:ext uri="{FF2B5EF4-FFF2-40B4-BE49-F238E27FC236}">
                <a16:creationId xmlns:a16="http://schemas.microsoft.com/office/drawing/2014/main" id="{99C98D80-09BB-D004-46B8-42890F525B4F}"/>
              </a:ext>
            </a:extLst>
          </p:cNvPr>
          <p:cNvSpPr>
            <a:spLocks noGrp="1"/>
          </p:cNvSpPr>
          <p:nvPr>
            <p:ph type="body" sz="quarter" idx="27" hasCustomPrompt="1"/>
          </p:nvPr>
        </p:nvSpPr>
        <p:spPr>
          <a:xfrm>
            <a:off x="8361659" y="4754868"/>
            <a:ext cx="2611141" cy="307777"/>
          </a:xfrm>
        </p:spPr>
        <p:txBody>
          <a:bodyPr wrap="square" lIns="0" tIns="0" rIns="0" bIns="0" anchor="t" anchorCtr="0">
            <a:spAutoFit/>
          </a:bodyPr>
          <a:lstStyle>
            <a:lvl1pPr algn="l">
              <a:lnSpc>
                <a:spcPct val="100000"/>
              </a:lnSpc>
              <a:defRPr sz="2000">
                <a:solidFill>
                  <a:schemeClr val="tx1"/>
                </a:solidFill>
                <a:latin typeface="+mj-lt"/>
              </a:defRPr>
            </a:lvl1pPr>
          </a:lstStyle>
          <a:p>
            <a:pPr lvl="0"/>
            <a:r>
              <a:rPr lang="fr-FR"/>
              <a:t>Lorem ipsum</a:t>
            </a:r>
          </a:p>
        </p:txBody>
      </p:sp>
      <p:sp>
        <p:nvSpPr>
          <p:cNvPr id="6" name="Forme libre 12">
            <a:extLst>
              <a:ext uri="{FF2B5EF4-FFF2-40B4-BE49-F238E27FC236}">
                <a16:creationId xmlns:a16="http://schemas.microsoft.com/office/drawing/2014/main" id="{FC8420EF-069A-2B15-BE80-0E449C19B507}"/>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524FC760-8A19-1AE5-D439-AC2C4115F107}"/>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22" name="Espace réservé du pied de page 3">
            <a:extLst>
              <a:ext uri="{FF2B5EF4-FFF2-40B4-BE49-F238E27FC236}">
                <a16:creationId xmlns:a16="http://schemas.microsoft.com/office/drawing/2014/main" id="{16FC95EE-8CB8-7BF0-3950-E38B8BF9D5F0}"/>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23" name="Espace réservé du numéro de diapositive 4">
            <a:extLst>
              <a:ext uri="{FF2B5EF4-FFF2-40B4-BE49-F238E27FC236}">
                <a16:creationId xmlns:a16="http://schemas.microsoft.com/office/drawing/2014/main" id="{A87983A0-01CB-40C9-C094-C725E723143E}"/>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5" name="Groupe 4">
            <a:extLst>
              <a:ext uri="{FF2B5EF4-FFF2-40B4-BE49-F238E27FC236}">
                <a16:creationId xmlns:a16="http://schemas.microsoft.com/office/drawing/2014/main" id="{76E6F55D-DAF6-9444-E256-AE3946A6AD13}"/>
              </a:ext>
            </a:extLst>
          </p:cNvPr>
          <p:cNvGrpSpPr/>
          <p:nvPr userDrawn="1"/>
        </p:nvGrpSpPr>
        <p:grpSpPr>
          <a:xfrm>
            <a:off x="-1" y="263015"/>
            <a:ext cx="5860125" cy="375126"/>
            <a:chOff x="-5557295" y="172402"/>
            <a:chExt cx="5860125" cy="375126"/>
          </a:xfrm>
        </p:grpSpPr>
        <p:sp>
          <p:nvSpPr>
            <p:cNvPr id="19" name="Forme libre 11">
              <a:extLst>
                <a:ext uri="{FF2B5EF4-FFF2-40B4-BE49-F238E27FC236}">
                  <a16:creationId xmlns:a16="http://schemas.microsoft.com/office/drawing/2014/main" id="{794ABA5F-8B9F-CE60-46A5-09ACBA47D4C6}"/>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4" name="Forme libre 12">
              <a:extLst>
                <a:ext uri="{FF2B5EF4-FFF2-40B4-BE49-F238E27FC236}">
                  <a16:creationId xmlns:a16="http://schemas.microsoft.com/office/drawing/2014/main" id="{A9E04064-EE12-F787-45A6-52031ACD53FD}"/>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2" name="Espace réservé du texte 45">
            <a:extLst>
              <a:ext uri="{FF2B5EF4-FFF2-40B4-BE49-F238E27FC236}">
                <a16:creationId xmlns:a16="http://schemas.microsoft.com/office/drawing/2014/main" id="{6DC714C1-A15C-0D21-464C-435A129B09EB}"/>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3" name="Espace réservé du texte 45">
            <a:extLst>
              <a:ext uri="{FF2B5EF4-FFF2-40B4-BE49-F238E27FC236}">
                <a16:creationId xmlns:a16="http://schemas.microsoft.com/office/drawing/2014/main" id="{54311D5A-4260-6FE7-A1BF-41EE87B142FA}"/>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21275527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exte">
    <p:bg>
      <p:bgPr>
        <a:solidFill>
          <a:schemeClr val="accent3"/>
        </a:solidFill>
        <a:effectLst/>
      </p:bgPr>
    </p:bg>
    <p:spTree>
      <p:nvGrpSpPr>
        <p:cNvPr id="1" name=""/>
        <p:cNvGrpSpPr/>
        <p:nvPr/>
      </p:nvGrpSpPr>
      <p:grpSpPr>
        <a:xfrm>
          <a:off x="0" y="0"/>
          <a:ext cx="0" cy="0"/>
          <a:chOff x="0" y="0"/>
          <a:chExt cx="0" cy="0"/>
        </a:xfrm>
      </p:grpSpPr>
      <p:sp>
        <p:nvSpPr>
          <p:cNvPr id="10" name="Forme libre 9">
            <a:extLst>
              <a:ext uri="{FF2B5EF4-FFF2-40B4-BE49-F238E27FC236}">
                <a16:creationId xmlns:a16="http://schemas.microsoft.com/office/drawing/2014/main" id="{C3D63B46-F987-949E-F9AA-DA4721B0359F}"/>
              </a:ext>
            </a:extLst>
          </p:cNvPr>
          <p:cNvSpPr/>
          <p:nvPr userDrawn="1"/>
        </p:nvSpPr>
        <p:spPr>
          <a:xfrm flipH="1">
            <a:off x="-1" y="-51672"/>
            <a:ext cx="11006420" cy="6961343"/>
          </a:xfrm>
          <a:custGeom>
            <a:avLst/>
            <a:gdLst>
              <a:gd name="connsiteX0" fmla="*/ 2879725 w 10990518"/>
              <a:gd name="connsiteY0" fmla="*/ 0 h 6853042"/>
              <a:gd name="connsiteX1" fmla="*/ 0 w 10990518"/>
              <a:gd name="connsiteY1" fmla="*/ 0 h 6853042"/>
              <a:gd name="connsiteX2" fmla="*/ 0 w 10990518"/>
              <a:gd name="connsiteY2" fmla="*/ 6853042 h 6853042"/>
              <a:gd name="connsiteX3" fmla="*/ 1531877 w 10990518"/>
              <a:gd name="connsiteY3" fmla="*/ 6853042 h 6853042"/>
              <a:gd name="connsiteX4" fmla="*/ 2879725 w 10990518"/>
              <a:gd name="connsiteY4" fmla="*/ 6853042 h 6853042"/>
              <a:gd name="connsiteX5" fmla="*/ 10990518 w 10990518"/>
              <a:gd name="connsiteY5" fmla="*/ 6853042 h 6853042"/>
              <a:gd name="connsiteX6" fmla="*/ 8998924 w 10990518"/>
              <a:gd name="connsiteY6" fmla="*/ 4858644 h 6853042"/>
              <a:gd name="connsiteX7" fmla="*/ 7716776 w 10990518"/>
              <a:gd name="connsiteY7" fmla="*/ 1761519 h 6853042"/>
              <a:gd name="connsiteX8" fmla="*/ 7716776 w 10990518"/>
              <a:gd name="connsiteY8" fmla="*/ 1756569 h 6853042"/>
              <a:gd name="connsiteX9" fmla="*/ 7997509 w 10990518"/>
              <a:gd name="connsiteY9" fmla="*/ 211263 h 6853042"/>
              <a:gd name="connsiteX10" fmla="*/ 8081272 w 10990518"/>
              <a:gd name="connsiteY10" fmla="*/ 4958 h 6853042"/>
              <a:gd name="connsiteX11" fmla="*/ 2879725 w 10990518"/>
              <a:gd name="connsiteY11" fmla="*/ 4958 h 685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90518" h="6853042">
                <a:moveTo>
                  <a:pt x="2879725" y="0"/>
                </a:moveTo>
                <a:lnTo>
                  <a:pt x="0" y="0"/>
                </a:lnTo>
                <a:lnTo>
                  <a:pt x="0" y="6853042"/>
                </a:lnTo>
                <a:lnTo>
                  <a:pt x="1531877" y="6853042"/>
                </a:lnTo>
                <a:lnTo>
                  <a:pt x="2879725" y="6853042"/>
                </a:lnTo>
                <a:lnTo>
                  <a:pt x="10990518" y="6853042"/>
                </a:lnTo>
                <a:lnTo>
                  <a:pt x="8998924" y="4858644"/>
                </a:lnTo>
                <a:cubicBezTo>
                  <a:pt x="8144750" y="4003394"/>
                  <a:pt x="7717410" y="2882646"/>
                  <a:pt x="7716776" y="1761519"/>
                </a:cubicBezTo>
                <a:lnTo>
                  <a:pt x="7716776" y="1756569"/>
                </a:lnTo>
                <a:cubicBezTo>
                  <a:pt x="7717109" y="1232317"/>
                  <a:pt x="7810687" y="708260"/>
                  <a:pt x="7997509" y="211263"/>
                </a:cubicBezTo>
                <a:lnTo>
                  <a:pt x="8081272" y="4958"/>
                </a:lnTo>
                <a:lnTo>
                  <a:pt x="2879725" y="4958"/>
                </a:lnTo>
                <a:close/>
              </a:path>
            </a:pathLst>
          </a:custGeom>
          <a:solidFill>
            <a:schemeClr val="bg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 name="Rectangle 1">
            <a:extLst>
              <a:ext uri="{FF2B5EF4-FFF2-40B4-BE49-F238E27FC236}">
                <a16:creationId xmlns:a16="http://schemas.microsoft.com/office/drawing/2014/main" id="{94F67C30-AE14-6D8D-3292-BB90707759D0}"/>
              </a:ext>
            </a:extLst>
          </p:cNvPr>
          <p:cNvSpPr/>
          <p:nvPr userDrawn="1"/>
        </p:nvSpPr>
        <p:spPr>
          <a:xfrm>
            <a:off x="10613985" y="-51672"/>
            <a:ext cx="1578016" cy="6961342"/>
          </a:xfrm>
          <a:prstGeom prst="rect">
            <a:avLst/>
          </a:prstGeom>
          <a:solidFill>
            <a:schemeClr val="bg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8" name="Espace réservé du texte 48">
            <a:extLst>
              <a:ext uri="{FF2B5EF4-FFF2-40B4-BE49-F238E27FC236}">
                <a16:creationId xmlns:a16="http://schemas.microsoft.com/office/drawing/2014/main" id="{9EABB81E-7E9E-580A-364D-42E2F06CA21C}"/>
              </a:ext>
            </a:extLst>
          </p:cNvPr>
          <p:cNvSpPr>
            <a:spLocks noGrp="1"/>
          </p:cNvSpPr>
          <p:nvPr>
            <p:ph type="body" sz="quarter" idx="22" hasCustomPrompt="1"/>
          </p:nvPr>
        </p:nvSpPr>
        <p:spPr>
          <a:xfrm>
            <a:off x="4508204" y="2262295"/>
            <a:ext cx="6904371" cy="2749471"/>
          </a:xfrm>
        </p:spPr>
        <p:txBody>
          <a:bodyPr wrap="square" lIns="0" tIns="0" rIns="0" bIns="0" anchor="t" anchorCtr="0">
            <a:spAutoFit/>
          </a:bodyPr>
          <a:lstStyle>
            <a:lvl1pPr algn="l">
              <a:lnSpc>
                <a:spcPct val="100000"/>
              </a:lnSpc>
              <a:spcBef>
                <a:spcPts val="1000"/>
              </a:spcBef>
              <a:defRPr sz="1800">
                <a:solidFill>
                  <a:schemeClr val="tx1"/>
                </a:solidFill>
                <a:latin typeface="+mn-lt"/>
              </a:defRPr>
            </a:lvl1pPr>
          </a:lstStyle>
          <a:p>
            <a:pPr lvl="0"/>
            <a:r>
              <a:rPr lang="fr-FR" err="1"/>
              <a:t>Omagnat</a:t>
            </a:r>
            <a:r>
              <a:rPr lang="fr-FR"/>
              <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endParaRPr lang="fr-FR"/>
          </a:p>
          <a:p>
            <a:pPr lvl="0"/>
            <a:r>
              <a:rPr lang="fr-FR" err="1"/>
              <a:t>Lam</a:t>
            </a:r>
            <a:r>
              <a:rPr lang="fr-FR"/>
              <a:t> in </a:t>
            </a:r>
            <a:r>
              <a:rPr lang="fr-FR" err="1"/>
              <a:t>numqui</a:t>
            </a:r>
            <a:r>
              <a:rPr lang="fr-FR"/>
              <a:t> </a:t>
            </a:r>
            <a:r>
              <a:rPr lang="fr-FR" err="1"/>
              <a:t>quiatus</a:t>
            </a:r>
            <a:r>
              <a:rPr lang="fr-FR"/>
              <a:t> ape </a:t>
            </a:r>
            <a:r>
              <a:rPr lang="fr-FR" err="1"/>
              <a:t>eatis</a:t>
            </a:r>
            <a:r>
              <a:rPr lang="fr-FR"/>
              <a:t> </a:t>
            </a:r>
            <a:r>
              <a:rPr lang="fr-FR" err="1"/>
              <a:t>volut</a:t>
            </a:r>
            <a:r>
              <a:rPr lang="fr-FR"/>
              <a:t> </a:t>
            </a:r>
            <a:r>
              <a:rPr lang="fr-FR" err="1"/>
              <a:t>eleste</a:t>
            </a:r>
            <a:r>
              <a:rPr lang="fr-FR"/>
              <a:t> </a:t>
            </a:r>
            <a:r>
              <a:rPr lang="fr-FR" err="1"/>
              <a:t>vendi</a:t>
            </a:r>
            <a:r>
              <a:rPr lang="fr-FR"/>
              <a:t> con </a:t>
            </a:r>
            <a:r>
              <a:rPr lang="fr-FR" err="1"/>
              <a:t>ped</a:t>
            </a:r>
            <a:r>
              <a:rPr lang="fr-FR"/>
              <a:t> </a:t>
            </a:r>
            <a:r>
              <a:rPr lang="fr-FR" err="1"/>
              <a:t>quam</a:t>
            </a:r>
            <a:r>
              <a:rPr lang="fr-FR"/>
              <a:t> quia </a:t>
            </a:r>
            <a:r>
              <a:rPr lang="fr-FR" err="1"/>
              <a:t>im</a:t>
            </a:r>
            <a:r>
              <a:rPr lang="fr-FR"/>
              <a:t> et </a:t>
            </a:r>
            <a:r>
              <a:rPr lang="fr-FR" err="1"/>
              <a:t>prorepe</a:t>
            </a:r>
            <a:r>
              <a:rPr lang="fr-FR"/>
              <a:t> </a:t>
            </a:r>
            <a:r>
              <a:rPr lang="fr-FR" err="1"/>
              <a:t>llorum</a:t>
            </a:r>
            <a:r>
              <a:rPr lang="fr-FR"/>
              <a:t> </a:t>
            </a:r>
            <a:r>
              <a:rPr lang="fr-FR" err="1"/>
              <a:t>num</a:t>
            </a:r>
            <a:r>
              <a:rPr lang="fr-FR"/>
              <a:t> </a:t>
            </a:r>
            <a:r>
              <a:rPr lang="fr-FR" err="1"/>
              <a:t>laboribus</a:t>
            </a:r>
            <a:r>
              <a:rPr lang="fr-FR"/>
              <a:t> </a:t>
            </a:r>
            <a:r>
              <a:rPr lang="fr-FR" err="1"/>
              <a:t>consectet</a:t>
            </a:r>
            <a:r>
              <a:rPr lang="fr-FR"/>
              <a:t> </a:t>
            </a:r>
            <a:r>
              <a:rPr lang="fr-FR" err="1"/>
              <a:t>everspi</a:t>
            </a:r>
            <a:r>
              <a:rPr lang="fr-FR"/>
              <a:t> </a:t>
            </a:r>
            <a:r>
              <a:rPr lang="fr-FR" err="1"/>
              <a:t>enistiisit</a:t>
            </a:r>
            <a:r>
              <a:rPr lang="fr-FR"/>
              <a:t> </a:t>
            </a:r>
            <a:r>
              <a:rPr lang="fr-FR" err="1"/>
              <a:t>repedit</a:t>
            </a:r>
            <a:r>
              <a:rPr lang="fr-FR"/>
              <a:t> </a:t>
            </a:r>
            <a:r>
              <a:rPr lang="fr-FR" err="1"/>
              <a:t>iberemperunt</a:t>
            </a:r>
            <a:r>
              <a:rPr lang="fr-FR"/>
              <a:t> </a:t>
            </a:r>
            <a:r>
              <a:rPr lang="fr-FR" err="1"/>
              <a:t>rectibus</a:t>
            </a:r>
            <a:r>
              <a:rPr lang="fr-FR"/>
              <a:t>, </a:t>
            </a:r>
            <a:r>
              <a:rPr lang="fr-FR" err="1"/>
              <a:t>am</a:t>
            </a:r>
            <a:r>
              <a:rPr lang="fr-FR"/>
              <a:t> </a:t>
            </a:r>
            <a:r>
              <a:rPr lang="fr-FR" err="1"/>
              <a:t>etum</a:t>
            </a:r>
            <a:r>
              <a:rPr lang="fr-FR"/>
              <a:t> </a:t>
            </a:r>
            <a:r>
              <a:rPr lang="fr-FR" err="1"/>
              <a:t>autem</a:t>
            </a:r>
            <a:r>
              <a:rPr lang="fr-FR"/>
              <a:t> </a:t>
            </a:r>
            <a:r>
              <a:rPr lang="fr-FR" err="1"/>
              <a:t>velent</a:t>
            </a:r>
            <a:r>
              <a:rPr lang="fr-FR"/>
              <a:t> </a:t>
            </a:r>
            <a:r>
              <a:rPr lang="fr-FR" err="1"/>
              <a:t>lam</a:t>
            </a:r>
            <a:r>
              <a:rPr lang="fr-FR"/>
              <a:t> </a:t>
            </a:r>
            <a:r>
              <a:rPr lang="fr-FR" err="1"/>
              <a:t>estibus</a:t>
            </a:r>
            <a:r>
              <a:rPr lang="fr-FR"/>
              <a:t> </a:t>
            </a:r>
            <a:r>
              <a:rPr lang="fr-FR" err="1"/>
              <a:t>ium</a:t>
            </a:r>
            <a:r>
              <a:rPr lang="fr-FR"/>
              <a:t>, </a:t>
            </a:r>
            <a:r>
              <a:rPr lang="fr-FR" err="1"/>
              <a:t>nimagniant</a:t>
            </a:r>
            <a:r>
              <a:rPr lang="fr-FR"/>
              <a:t> </a:t>
            </a:r>
            <a:r>
              <a:rPr lang="fr-FR" err="1"/>
              <a:t>aligendandit</a:t>
            </a:r>
            <a:r>
              <a:rPr lang="fr-FR"/>
              <a:t> quat.</a:t>
            </a:r>
          </a:p>
          <a:p>
            <a:pPr lvl="0"/>
            <a:r>
              <a:rPr lang="fr-FR"/>
              <a:t>Met, </a:t>
            </a:r>
            <a:r>
              <a:rPr lang="fr-FR" err="1"/>
              <a:t>cus</a:t>
            </a:r>
            <a:r>
              <a:rPr lang="fr-FR"/>
              <a:t> </a:t>
            </a:r>
            <a:r>
              <a:rPr lang="fr-FR" err="1"/>
              <a:t>explita</a:t>
            </a:r>
            <a:r>
              <a:rPr lang="fr-FR"/>
              <a:t> </a:t>
            </a:r>
            <a:r>
              <a:rPr lang="fr-FR" err="1"/>
              <a:t>alibus</a:t>
            </a:r>
            <a:r>
              <a:rPr lang="fr-FR"/>
              <a:t>, tem </a:t>
            </a:r>
            <a:r>
              <a:rPr lang="fr-FR" err="1"/>
              <a:t>ernat</a:t>
            </a:r>
            <a:r>
              <a:rPr lang="fr-FR"/>
              <a:t> </a:t>
            </a:r>
            <a:r>
              <a:rPr lang="fr-FR" err="1"/>
              <a:t>lab</a:t>
            </a:r>
            <a:r>
              <a:rPr lang="fr-FR"/>
              <a:t> </a:t>
            </a:r>
            <a:r>
              <a:rPr lang="fr-FR" err="1"/>
              <a:t>ius</a:t>
            </a:r>
            <a:r>
              <a:rPr lang="fr-FR"/>
              <a:t> </a:t>
            </a:r>
            <a:r>
              <a:rPr lang="fr-FR" err="1"/>
              <a:t>doluptia</a:t>
            </a:r>
            <a:r>
              <a:rPr lang="fr-FR"/>
              <a:t> sent.</a:t>
            </a:r>
          </a:p>
        </p:txBody>
      </p:sp>
      <p:sp>
        <p:nvSpPr>
          <p:cNvPr id="6" name="Forme libre 12">
            <a:extLst>
              <a:ext uri="{FF2B5EF4-FFF2-40B4-BE49-F238E27FC236}">
                <a16:creationId xmlns:a16="http://schemas.microsoft.com/office/drawing/2014/main" id="{6DC0F0FC-FFD3-7D9E-830A-27CEB2215538}"/>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D7645F1A-B175-EEF0-6ED5-6069E0379E85}"/>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15" name="Espace réservé du pied de page 3">
            <a:extLst>
              <a:ext uri="{FF2B5EF4-FFF2-40B4-BE49-F238E27FC236}">
                <a16:creationId xmlns:a16="http://schemas.microsoft.com/office/drawing/2014/main" id="{E066496C-5158-0784-4D3E-D5079F8881E7}"/>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6" name="Espace réservé du numéro de diapositive 4">
            <a:extLst>
              <a:ext uri="{FF2B5EF4-FFF2-40B4-BE49-F238E27FC236}">
                <a16:creationId xmlns:a16="http://schemas.microsoft.com/office/drawing/2014/main" id="{B196FC4F-9710-7045-0A19-CEB042228B6A}"/>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5" name="Groupe 4">
            <a:extLst>
              <a:ext uri="{FF2B5EF4-FFF2-40B4-BE49-F238E27FC236}">
                <a16:creationId xmlns:a16="http://schemas.microsoft.com/office/drawing/2014/main" id="{67563D9F-BE47-9E68-E9D5-3B69F0880677}"/>
              </a:ext>
            </a:extLst>
          </p:cNvPr>
          <p:cNvGrpSpPr/>
          <p:nvPr userDrawn="1"/>
        </p:nvGrpSpPr>
        <p:grpSpPr>
          <a:xfrm>
            <a:off x="-1" y="263015"/>
            <a:ext cx="5860125" cy="375126"/>
            <a:chOff x="-5557295" y="172402"/>
            <a:chExt cx="5860125" cy="375126"/>
          </a:xfrm>
        </p:grpSpPr>
        <p:sp>
          <p:nvSpPr>
            <p:cNvPr id="17" name="Forme libre 11">
              <a:extLst>
                <a:ext uri="{FF2B5EF4-FFF2-40B4-BE49-F238E27FC236}">
                  <a16:creationId xmlns:a16="http://schemas.microsoft.com/office/drawing/2014/main" id="{1E42A965-C1F3-FB2E-2D8A-2ED70CE758B1}"/>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8" name="Forme libre 12">
              <a:extLst>
                <a:ext uri="{FF2B5EF4-FFF2-40B4-BE49-F238E27FC236}">
                  <a16:creationId xmlns:a16="http://schemas.microsoft.com/office/drawing/2014/main" id="{8896A24F-D167-B901-2D93-51A3D0D4E48B}"/>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8805DF22-3EC7-C4F0-9800-B16E3F0645EB}"/>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4" name="Espace réservé du texte 45">
            <a:extLst>
              <a:ext uri="{FF2B5EF4-FFF2-40B4-BE49-F238E27FC236}">
                <a16:creationId xmlns:a16="http://schemas.microsoft.com/office/drawing/2014/main" id="{10C9D8D0-524E-525C-7531-AA400BD65923}"/>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4437595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itation">
    <p:bg>
      <p:bgPr>
        <a:solidFill>
          <a:schemeClr val="bg1"/>
        </a:solidFill>
        <a:effectLst/>
      </p:bgPr>
    </p:bg>
    <p:spTree>
      <p:nvGrpSpPr>
        <p:cNvPr id="1" name=""/>
        <p:cNvGrpSpPr/>
        <p:nvPr/>
      </p:nvGrpSpPr>
      <p:grpSpPr>
        <a:xfrm>
          <a:off x="0" y="0"/>
          <a:ext cx="0" cy="0"/>
          <a:chOff x="0" y="0"/>
          <a:chExt cx="0" cy="0"/>
        </a:xfrm>
      </p:grpSpPr>
      <p:grpSp>
        <p:nvGrpSpPr>
          <p:cNvPr id="24" name="Groupe 23">
            <a:extLst>
              <a:ext uri="{FF2B5EF4-FFF2-40B4-BE49-F238E27FC236}">
                <a16:creationId xmlns:a16="http://schemas.microsoft.com/office/drawing/2014/main" id="{3C9FFE14-2DF7-9F62-EEB3-4BF2080F013B}"/>
              </a:ext>
            </a:extLst>
          </p:cNvPr>
          <p:cNvGrpSpPr/>
          <p:nvPr userDrawn="1"/>
        </p:nvGrpSpPr>
        <p:grpSpPr>
          <a:xfrm>
            <a:off x="1190579" y="1119172"/>
            <a:ext cx="9810841" cy="4742801"/>
            <a:chOff x="1190579" y="1119172"/>
            <a:chExt cx="9810841" cy="4742801"/>
          </a:xfrm>
          <a:solidFill>
            <a:schemeClr val="tx1"/>
          </a:solidFill>
        </p:grpSpPr>
        <p:sp>
          <p:nvSpPr>
            <p:cNvPr id="23" name="Forme libre 22">
              <a:extLst>
                <a:ext uri="{FF2B5EF4-FFF2-40B4-BE49-F238E27FC236}">
                  <a16:creationId xmlns:a16="http://schemas.microsoft.com/office/drawing/2014/main" id="{D937D84E-67AB-0017-8651-5C04553CED3D}"/>
                </a:ext>
              </a:extLst>
            </p:cNvPr>
            <p:cNvSpPr/>
            <p:nvPr userDrawn="1"/>
          </p:nvSpPr>
          <p:spPr>
            <a:xfrm>
              <a:off x="4424886" y="1119172"/>
              <a:ext cx="3311865" cy="4742801"/>
            </a:xfrm>
            <a:custGeom>
              <a:avLst/>
              <a:gdLst>
                <a:gd name="connsiteX0" fmla="*/ 0 w 5613991"/>
                <a:gd name="connsiteY0" fmla="*/ 0 h 4742801"/>
                <a:gd name="connsiteX1" fmla="*/ 5613991 w 5613991"/>
                <a:gd name="connsiteY1" fmla="*/ 0 h 4742801"/>
                <a:gd name="connsiteX2" fmla="*/ 5613991 w 5613991"/>
                <a:gd name="connsiteY2" fmla="*/ 4742801 h 4742801"/>
                <a:gd name="connsiteX3" fmla="*/ 0 w 5613991"/>
                <a:gd name="connsiteY3" fmla="*/ 4742801 h 4742801"/>
                <a:gd name="connsiteX4" fmla="*/ 0 w 5613991"/>
                <a:gd name="connsiteY4" fmla="*/ 0 h 47428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3991" h="4742801">
                  <a:moveTo>
                    <a:pt x="0" y="0"/>
                  </a:moveTo>
                  <a:lnTo>
                    <a:pt x="5613991" y="0"/>
                  </a:lnTo>
                  <a:lnTo>
                    <a:pt x="5613991" y="4742801"/>
                  </a:lnTo>
                  <a:lnTo>
                    <a:pt x="0" y="4742801"/>
                  </a:lnTo>
                  <a:lnTo>
                    <a:pt x="0" y="0"/>
                  </a:lnTo>
                  <a:close/>
                </a:path>
              </a:pathLst>
            </a:custGeom>
            <a:grpFill/>
            <a:ln w="63252" cap="flat">
              <a:noFill/>
              <a:prstDash val="solid"/>
              <a:miter/>
            </a:ln>
          </p:spPr>
          <p:txBody>
            <a:bodyPr rtlCol="0" anchor="ctr"/>
            <a:lstStyle/>
            <a:p>
              <a:endParaRPr lang="fr-FR"/>
            </a:p>
          </p:txBody>
        </p:sp>
        <p:sp>
          <p:nvSpPr>
            <p:cNvPr id="21" name="Forme libre 20">
              <a:extLst>
                <a:ext uri="{FF2B5EF4-FFF2-40B4-BE49-F238E27FC236}">
                  <a16:creationId xmlns:a16="http://schemas.microsoft.com/office/drawing/2014/main" id="{7C1764D6-3405-9CF1-356E-B8C51B8E0340}"/>
                </a:ext>
              </a:extLst>
            </p:cNvPr>
            <p:cNvSpPr/>
            <p:nvPr userDrawn="1"/>
          </p:nvSpPr>
          <p:spPr>
            <a:xfrm>
              <a:off x="1190579" y="1119172"/>
              <a:ext cx="3234307" cy="4742801"/>
            </a:xfrm>
            <a:custGeom>
              <a:avLst/>
              <a:gdLst>
                <a:gd name="connsiteX0" fmla="*/ 2402603 w 3234307"/>
                <a:gd name="connsiteY0" fmla="*/ 0 h 4742801"/>
                <a:gd name="connsiteX1" fmla="*/ 3234307 w 3234307"/>
                <a:gd name="connsiteY1" fmla="*/ 0 h 4742801"/>
                <a:gd name="connsiteX2" fmla="*/ 3234307 w 3234307"/>
                <a:gd name="connsiteY2" fmla="*/ 4742801 h 4742801"/>
                <a:gd name="connsiteX3" fmla="*/ 2402603 w 3234307"/>
                <a:gd name="connsiteY3" fmla="*/ 4742801 h 4742801"/>
                <a:gd name="connsiteX4" fmla="*/ 0 w 3234307"/>
                <a:gd name="connsiteY4" fmla="*/ 2371400 h 4742801"/>
                <a:gd name="connsiteX5" fmla="*/ 2402603 w 3234307"/>
                <a:gd name="connsiteY5" fmla="*/ 0 h 474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4307" h="4742801">
                  <a:moveTo>
                    <a:pt x="2402603" y="0"/>
                  </a:moveTo>
                  <a:lnTo>
                    <a:pt x="3234307" y="0"/>
                  </a:lnTo>
                  <a:lnTo>
                    <a:pt x="3234307" y="4742801"/>
                  </a:lnTo>
                  <a:lnTo>
                    <a:pt x="2402603" y="4742801"/>
                  </a:lnTo>
                  <a:cubicBezTo>
                    <a:pt x="1075415" y="4742801"/>
                    <a:pt x="0" y="3681352"/>
                    <a:pt x="0" y="2371400"/>
                  </a:cubicBezTo>
                  <a:cubicBezTo>
                    <a:pt x="0" y="1061448"/>
                    <a:pt x="1076048" y="0"/>
                    <a:pt x="2402603" y="0"/>
                  </a:cubicBezTo>
                  <a:close/>
                </a:path>
              </a:pathLst>
            </a:custGeom>
            <a:grpFill/>
            <a:ln w="63252" cap="flat">
              <a:noFill/>
              <a:prstDash val="solid"/>
              <a:miter/>
            </a:ln>
          </p:spPr>
          <p:txBody>
            <a:bodyPr rtlCol="0" anchor="ctr"/>
            <a:lstStyle/>
            <a:p>
              <a:endParaRPr lang="fr-FR"/>
            </a:p>
          </p:txBody>
        </p:sp>
        <p:sp>
          <p:nvSpPr>
            <p:cNvPr id="20" name="Forme libre 19">
              <a:extLst>
                <a:ext uri="{FF2B5EF4-FFF2-40B4-BE49-F238E27FC236}">
                  <a16:creationId xmlns:a16="http://schemas.microsoft.com/office/drawing/2014/main" id="{D9ED5DDD-9145-5C8E-4362-EF6AC50BFB72}"/>
                </a:ext>
              </a:extLst>
            </p:cNvPr>
            <p:cNvSpPr/>
            <p:nvPr userDrawn="1"/>
          </p:nvSpPr>
          <p:spPr>
            <a:xfrm>
              <a:off x="7736751" y="1119172"/>
              <a:ext cx="3264669" cy="4742801"/>
            </a:xfrm>
            <a:custGeom>
              <a:avLst/>
              <a:gdLst>
                <a:gd name="connsiteX0" fmla="*/ 0 w 3264669"/>
                <a:gd name="connsiteY0" fmla="*/ 0 h 4742801"/>
                <a:gd name="connsiteX1" fmla="*/ 862066 w 3264669"/>
                <a:gd name="connsiteY1" fmla="*/ 0 h 4742801"/>
                <a:gd name="connsiteX2" fmla="*/ 3264669 w 3264669"/>
                <a:gd name="connsiteY2" fmla="*/ 2371400 h 4742801"/>
                <a:gd name="connsiteX3" fmla="*/ 862066 w 3264669"/>
                <a:gd name="connsiteY3" fmla="*/ 4742801 h 4742801"/>
                <a:gd name="connsiteX4" fmla="*/ 0 w 3264669"/>
                <a:gd name="connsiteY4" fmla="*/ 4742801 h 4742801"/>
                <a:gd name="connsiteX5" fmla="*/ 0 w 3264669"/>
                <a:gd name="connsiteY5" fmla="*/ 0 h 474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4669" h="4742801">
                  <a:moveTo>
                    <a:pt x="0" y="0"/>
                  </a:moveTo>
                  <a:lnTo>
                    <a:pt x="862066" y="0"/>
                  </a:lnTo>
                  <a:cubicBezTo>
                    <a:pt x="2189254" y="0"/>
                    <a:pt x="3264669" y="1061448"/>
                    <a:pt x="3264669" y="2371400"/>
                  </a:cubicBezTo>
                  <a:cubicBezTo>
                    <a:pt x="3264669" y="3681352"/>
                    <a:pt x="2189254" y="4742801"/>
                    <a:pt x="862066" y="4742801"/>
                  </a:cubicBezTo>
                  <a:lnTo>
                    <a:pt x="0" y="4742801"/>
                  </a:lnTo>
                  <a:lnTo>
                    <a:pt x="0" y="0"/>
                  </a:lnTo>
                  <a:close/>
                </a:path>
              </a:pathLst>
            </a:custGeom>
            <a:grpFill/>
            <a:ln w="63252" cap="flat">
              <a:noFill/>
              <a:prstDash val="solid"/>
              <a:miter/>
            </a:ln>
          </p:spPr>
          <p:txBody>
            <a:bodyPr rtlCol="0" anchor="ctr"/>
            <a:lstStyle/>
            <a:p>
              <a:endParaRPr lang="fr-FR"/>
            </a:p>
          </p:txBody>
        </p:sp>
      </p:grpSp>
      <p:sp>
        <p:nvSpPr>
          <p:cNvPr id="25" name="Espace réservé du texte 48">
            <a:extLst>
              <a:ext uri="{FF2B5EF4-FFF2-40B4-BE49-F238E27FC236}">
                <a16:creationId xmlns:a16="http://schemas.microsoft.com/office/drawing/2014/main" id="{0EFE8AAB-B51C-C471-9DDF-DC61F9FE03D1}"/>
              </a:ext>
            </a:extLst>
          </p:cNvPr>
          <p:cNvSpPr>
            <a:spLocks noGrp="1"/>
          </p:cNvSpPr>
          <p:nvPr>
            <p:ph type="body" sz="quarter" idx="25" hasCustomPrompt="1"/>
          </p:nvPr>
        </p:nvSpPr>
        <p:spPr>
          <a:xfrm>
            <a:off x="2643814" y="1005703"/>
            <a:ext cx="6904371" cy="2646878"/>
          </a:xfrm>
        </p:spPr>
        <p:txBody>
          <a:bodyPr wrap="square" lIns="0" tIns="0" rIns="0" bIns="0" anchor="t" anchorCtr="0">
            <a:spAutoFit/>
          </a:bodyPr>
          <a:lstStyle>
            <a:lvl1pPr algn="ctr">
              <a:lnSpc>
                <a:spcPct val="100000"/>
              </a:lnSpc>
              <a:spcBef>
                <a:spcPts val="1000"/>
              </a:spcBef>
              <a:defRPr sz="17200" b="0" i="0">
                <a:solidFill>
                  <a:schemeClr val="accent3"/>
                </a:solidFill>
                <a:latin typeface="+mj-lt"/>
              </a:defRPr>
            </a:lvl1pPr>
          </a:lstStyle>
          <a:p>
            <a:pPr lvl="0"/>
            <a:r>
              <a:rPr lang="fr-FR"/>
              <a:t>“</a:t>
            </a:r>
          </a:p>
        </p:txBody>
      </p:sp>
      <p:sp>
        <p:nvSpPr>
          <p:cNvPr id="8" name="Espace réservé du texte 48">
            <a:extLst>
              <a:ext uri="{FF2B5EF4-FFF2-40B4-BE49-F238E27FC236}">
                <a16:creationId xmlns:a16="http://schemas.microsoft.com/office/drawing/2014/main" id="{BC4AA433-F54F-BC08-CD50-0663CC786B6E}"/>
              </a:ext>
            </a:extLst>
          </p:cNvPr>
          <p:cNvSpPr>
            <a:spLocks noGrp="1"/>
          </p:cNvSpPr>
          <p:nvPr>
            <p:ph type="body" sz="quarter" idx="22" hasCustomPrompt="1"/>
          </p:nvPr>
        </p:nvSpPr>
        <p:spPr>
          <a:xfrm>
            <a:off x="2643814" y="2751891"/>
            <a:ext cx="6904371" cy="1354217"/>
          </a:xfrm>
        </p:spPr>
        <p:txBody>
          <a:bodyPr wrap="square" lIns="0" tIns="0" rIns="0" bIns="0" anchor="t" anchorCtr="0">
            <a:spAutoFit/>
          </a:bodyPr>
          <a:lstStyle>
            <a:lvl1pPr algn="ctr">
              <a:lnSpc>
                <a:spcPct val="100000"/>
              </a:lnSpc>
              <a:spcBef>
                <a:spcPts val="1000"/>
              </a:spcBef>
              <a:defRPr sz="2200" b="0" i="1">
                <a:solidFill>
                  <a:schemeClr val="bg1"/>
                </a:solidFill>
                <a:latin typeface="+mn-lt"/>
              </a:defRPr>
            </a:lvl1pPr>
          </a:lstStyle>
          <a:p>
            <a:pPr lvl="0"/>
            <a:r>
              <a:rPr lang="fr-FR" err="1"/>
              <a:t>Omagnat</a:t>
            </a:r>
            <a:r>
              <a:rPr lang="fr-FR"/>
              <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p>
        </p:txBody>
      </p:sp>
      <p:sp>
        <p:nvSpPr>
          <p:cNvPr id="9" name="Espace réservé du texte 48">
            <a:extLst>
              <a:ext uri="{FF2B5EF4-FFF2-40B4-BE49-F238E27FC236}">
                <a16:creationId xmlns:a16="http://schemas.microsoft.com/office/drawing/2014/main" id="{636FDDBB-AB97-875A-E106-BF286ECB89F8}"/>
              </a:ext>
            </a:extLst>
          </p:cNvPr>
          <p:cNvSpPr>
            <a:spLocks noGrp="1"/>
          </p:cNvSpPr>
          <p:nvPr>
            <p:ph type="body" sz="quarter" idx="23" hasCustomPrompt="1"/>
          </p:nvPr>
        </p:nvSpPr>
        <p:spPr>
          <a:xfrm>
            <a:off x="2643814" y="4357407"/>
            <a:ext cx="6904371" cy="276999"/>
          </a:xfrm>
        </p:spPr>
        <p:txBody>
          <a:bodyPr wrap="square" lIns="0" tIns="0" rIns="0" bIns="0" anchor="t" anchorCtr="0">
            <a:spAutoFit/>
          </a:bodyPr>
          <a:lstStyle>
            <a:lvl1pPr algn="ctr">
              <a:lnSpc>
                <a:spcPct val="100000"/>
              </a:lnSpc>
              <a:spcBef>
                <a:spcPts val="1000"/>
              </a:spcBef>
              <a:defRPr sz="1800" b="0" i="0">
                <a:solidFill>
                  <a:schemeClr val="accent3"/>
                </a:solidFill>
                <a:latin typeface="+mj-lt"/>
              </a:defRPr>
            </a:lvl1pPr>
          </a:lstStyle>
          <a:p>
            <a:pPr lvl="0"/>
            <a:r>
              <a:rPr lang="fr-FR"/>
              <a:t>Nom Prénom</a:t>
            </a:r>
          </a:p>
        </p:txBody>
      </p:sp>
      <p:sp>
        <p:nvSpPr>
          <p:cNvPr id="10" name="Espace réservé du texte 48">
            <a:extLst>
              <a:ext uri="{FF2B5EF4-FFF2-40B4-BE49-F238E27FC236}">
                <a16:creationId xmlns:a16="http://schemas.microsoft.com/office/drawing/2014/main" id="{84181594-36D7-3EB7-7687-0D7A32C3C4A4}"/>
              </a:ext>
            </a:extLst>
          </p:cNvPr>
          <p:cNvSpPr>
            <a:spLocks noGrp="1"/>
          </p:cNvSpPr>
          <p:nvPr>
            <p:ph type="body" sz="quarter" idx="24" hasCustomPrompt="1"/>
          </p:nvPr>
        </p:nvSpPr>
        <p:spPr>
          <a:xfrm>
            <a:off x="2643814" y="4665751"/>
            <a:ext cx="6904371" cy="246221"/>
          </a:xfrm>
        </p:spPr>
        <p:txBody>
          <a:bodyPr wrap="square" lIns="0" tIns="0" rIns="0" bIns="0" anchor="t" anchorCtr="0">
            <a:spAutoFit/>
          </a:bodyPr>
          <a:lstStyle>
            <a:lvl1pPr algn="ctr">
              <a:lnSpc>
                <a:spcPct val="100000"/>
              </a:lnSpc>
              <a:spcBef>
                <a:spcPts val="1000"/>
              </a:spcBef>
              <a:defRPr sz="1600" b="0" i="0">
                <a:solidFill>
                  <a:schemeClr val="bg1"/>
                </a:solidFill>
                <a:latin typeface="+mn-lt"/>
              </a:defRPr>
            </a:lvl1pPr>
          </a:lstStyle>
          <a:p>
            <a:pPr lvl="0"/>
            <a:r>
              <a:rPr lang="fr-FR"/>
              <a:t>Poste</a:t>
            </a:r>
          </a:p>
        </p:txBody>
      </p:sp>
      <p:sp>
        <p:nvSpPr>
          <p:cNvPr id="2" name="Forme libre 12">
            <a:extLst>
              <a:ext uri="{FF2B5EF4-FFF2-40B4-BE49-F238E27FC236}">
                <a16:creationId xmlns:a16="http://schemas.microsoft.com/office/drawing/2014/main" id="{0DB4B38E-3080-9723-9FC4-2437D08FF2ED}"/>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6" name="Espace réservé de la date 2">
            <a:extLst>
              <a:ext uri="{FF2B5EF4-FFF2-40B4-BE49-F238E27FC236}">
                <a16:creationId xmlns:a16="http://schemas.microsoft.com/office/drawing/2014/main" id="{9D0263E7-D889-A1EA-0142-E9F7D9472B9E}"/>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7" name="Espace réservé du pied de page 3">
            <a:extLst>
              <a:ext uri="{FF2B5EF4-FFF2-40B4-BE49-F238E27FC236}">
                <a16:creationId xmlns:a16="http://schemas.microsoft.com/office/drawing/2014/main" id="{37640864-98B1-B1CE-3AD6-872A651A5C12}"/>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11" name="Espace réservé du numéro de diapositive 4">
            <a:extLst>
              <a:ext uri="{FF2B5EF4-FFF2-40B4-BE49-F238E27FC236}">
                <a16:creationId xmlns:a16="http://schemas.microsoft.com/office/drawing/2014/main" id="{CEFA2276-829F-E8D6-7240-7BD7F6C25E06}"/>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Tree>
    <p:extLst>
      <p:ext uri="{BB962C8B-B14F-4D97-AF65-F5344CB8AC3E}">
        <p14:creationId xmlns:p14="http://schemas.microsoft.com/office/powerpoint/2010/main" val="4894108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arte">
    <p:bg>
      <p:bgPr>
        <a:solidFill>
          <a:schemeClr val="bg1"/>
        </a:solidFill>
        <a:effectLst/>
      </p:bgPr>
    </p:bg>
    <p:spTree>
      <p:nvGrpSpPr>
        <p:cNvPr id="1" name=""/>
        <p:cNvGrpSpPr/>
        <p:nvPr/>
      </p:nvGrpSpPr>
      <p:grpSpPr>
        <a:xfrm>
          <a:off x="0" y="0"/>
          <a:ext cx="0" cy="0"/>
          <a:chOff x="0" y="0"/>
          <a:chExt cx="0" cy="0"/>
        </a:xfrm>
      </p:grpSpPr>
      <p:pic>
        <p:nvPicPr>
          <p:cNvPr id="2" name="Graphique 8">
            <a:extLst>
              <a:ext uri="{FF2B5EF4-FFF2-40B4-BE49-F238E27FC236}">
                <a16:creationId xmlns:a16="http://schemas.microsoft.com/office/drawing/2014/main" id="{374206C1-0B91-C87D-C62F-76048A5F16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07591" y="1014544"/>
            <a:ext cx="9369052" cy="5411565"/>
          </a:xfrm>
          <a:prstGeom prst="rect">
            <a:avLst/>
          </a:prstGeom>
        </p:spPr>
      </p:pic>
      <p:sp>
        <p:nvSpPr>
          <p:cNvPr id="6" name="Forme libre 12">
            <a:extLst>
              <a:ext uri="{FF2B5EF4-FFF2-40B4-BE49-F238E27FC236}">
                <a16:creationId xmlns:a16="http://schemas.microsoft.com/office/drawing/2014/main" id="{E5CD8813-FC29-69A2-BA3D-6C712CB242AA}"/>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3D888471-FFA0-7364-D9FB-DDE97D7E721D}"/>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8" name="Espace réservé du pied de page 3">
            <a:extLst>
              <a:ext uri="{FF2B5EF4-FFF2-40B4-BE49-F238E27FC236}">
                <a16:creationId xmlns:a16="http://schemas.microsoft.com/office/drawing/2014/main" id="{B9F35397-620D-FE08-E548-B11019FC3F21}"/>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9" name="Espace réservé du numéro de diapositive 4">
            <a:extLst>
              <a:ext uri="{FF2B5EF4-FFF2-40B4-BE49-F238E27FC236}">
                <a16:creationId xmlns:a16="http://schemas.microsoft.com/office/drawing/2014/main" id="{4410963C-D78E-4F85-7C13-121A4DE22124}"/>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grpSp>
        <p:nvGrpSpPr>
          <p:cNvPr id="5" name="Groupe 4">
            <a:extLst>
              <a:ext uri="{FF2B5EF4-FFF2-40B4-BE49-F238E27FC236}">
                <a16:creationId xmlns:a16="http://schemas.microsoft.com/office/drawing/2014/main" id="{94326CFB-5EA5-F025-40A2-D1707A8694F9}"/>
              </a:ext>
            </a:extLst>
          </p:cNvPr>
          <p:cNvGrpSpPr/>
          <p:nvPr userDrawn="1"/>
        </p:nvGrpSpPr>
        <p:grpSpPr>
          <a:xfrm>
            <a:off x="-1" y="263015"/>
            <a:ext cx="5860125" cy="375126"/>
            <a:chOff x="-5557295" y="172402"/>
            <a:chExt cx="5860125" cy="375126"/>
          </a:xfrm>
        </p:grpSpPr>
        <p:sp>
          <p:nvSpPr>
            <p:cNvPr id="10" name="Forme libre 11">
              <a:extLst>
                <a:ext uri="{FF2B5EF4-FFF2-40B4-BE49-F238E27FC236}">
                  <a16:creationId xmlns:a16="http://schemas.microsoft.com/office/drawing/2014/main" id="{AC4B9993-EE4B-7D3F-E1A0-73F4DF1FBB04}"/>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3" name="Forme libre 12">
              <a:extLst>
                <a:ext uri="{FF2B5EF4-FFF2-40B4-BE49-F238E27FC236}">
                  <a16:creationId xmlns:a16="http://schemas.microsoft.com/office/drawing/2014/main" id="{0D76191F-D9FE-9D78-9A39-6946965228B6}"/>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3" name="Espace réservé du texte 45">
            <a:extLst>
              <a:ext uri="{FF2B5EF4-FFF2-40B4-BE49-F238E27FC236}">
                <a16:creationId xmlns:a16="http://schemas.microsoft.com/office/drawing/2014/main" id="{87336683-2302-48C3-C35F-93F7910813B4}"/>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4" name="Espace réservé du texte 45">
            <a:extLst>
              <a:ext uri="{FF2B5EF4-FFF2-40B4-BE49-F238E27FC236}">
                <a16:creationId xmlns:a16="http://schemas.microsoft.com/office/drawing/2014/main" id="{7336BC76-E506-AE1C-B37C-AC87DAE02192}"/>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3304669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Remerciements">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0" name="Forme libre 19">
            <a:extLst>
              <a:ext uri="{FF2B5EF4-FFF2-40B4-BE49-F238E27FC236}">
                <a16:creationId xmlns:a16="http://schemas.microsoft.com/office/drawing/2014/main" id="{9B8C6DA8-3FF8-9373-6B64-64F362294DF2}"/>
              </a:ext>
            </a:extLst>
          </p:cNvPr>
          <p:cNvSpPr/>
          <p:nvPr userDrawn="1"/>
        </p:nvSpPr>
        <p:spPr>
          <a:xfrm>
            <a:off x="0" y="-19990"/>
            <a:ext cx="6319777" cy="6877990"/>
          </a:xfrm>
          <a:custGeom>
            <a:avLst/>
            <a:gdLst>
              <a:gd name="connsiteX0" fmla="*/ 0 w 6301409"/>
              <a:gd name="connsiteY0" fmla="*/ 0 h 6858000"/>
              <a:gd name="connsiteX1" fmla="*/ 6301409 w 6301409"/>
              <a:gd name="connsiteY1" fmla="*/ 0 h 6858000"/>
              <a:gd name="connsiteX2" fmla="*/ 6301409 w 6301409"/>
              <a:gd name="connsiteY2" fmla="*/ 4958 h 6858000"/>
              <a:gd name="connsiteX3" fmla="*/ 5573767 w 6301409"/>
              <a:gd name="connsiteY3" fmla="*/ 4958 h 6858000"/>
              <a:gd name="connsiteX4" fmla="*/ 5657530 w 6301409"/>
              <a:gd name="connsiteY4" fmla="*/ 211263 h 6858000"/>
              <a:gd name="connsiteX5" fmla="*/ 5938263 w 6301409"/>
              <a:gd name="connsiteY5" fmla="*/ 1756569 h 6858000"/>
              <a:gd name="connsiteX6" fmla="*/ 5938263 w 6301409"/>
              <a:gd name="connsiteY6" fmla="*/ 1761519 h 6858000"/>
              <a:gd name="connsiteX7" fmla="*/ 4656115 w 6301409"/>
              <a:gd name="connsiteY7" fmla="*/ 4858644 h 6858000"/>
              <a:gd name="connsiteX8" fmla="*/ 2664521 w 6301409"/>
              <a:gd name="connsiteY8" fmla="*/ 6853042 h 6858000"/>
              <a:gd name="connsiteX9" fmla="*/ 6301409 w 6301409"/>
              <a:gd name="connsiteY9" fmla="*/ 6853042 h 6858000"/>
              <a:gd name="connsiteX10" fmla="*/ 6301409 w 6301409"/>
              <a:gd name="connsiteY10" fmla="*/ 6858000 h 6858000"/>
              <a:gd name="connsiteX11" fmla="*/ 0 w 6301409"/>
              <a:gd name="connsiteY11" fmla="*/ 6858000 h 6858000"/>
              <a:gd name="connsiteX12" fmla="*/ 0 w 6301409"/>
              <a:gd name="connsiteY12"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01409" h="6858000">
                <a:moveTo>
                  <a:pt x="0" y="0"/>
                </a:moveTo>
                <a:lnTo>
                  <a:pt x="6301409" y="0"/>
                </a:lnTo>
                <a:lnTo>
                  <a:pt x="6301409" y="4958"/>
                </a:lnTo>
                <a:lnTo>
                  <a:pt x="5573767" y="4958"/>
                </a:lnTo>
                <a:lnTo>
                  <a:pt x="5657530" y="211263"/>
                </a:lnTo>
                <a:cubicBezTo>
                  <a:pt x="5844352" y="708260"/>
                  <a:pt x="5937930" y="1232317"/>
                  <a:pt x="5938263" y="1756569"/>
                </a:cubicBezTo>
                <a:lnTo>
                  <a:pt x="5938263" y="1761519"/>
                </a:lnTo>
                <a:cubicBezTo>
                  <a:pt x="5937629" y="2882646"/>
                  <a:pt x="5510289" y="4003394"/>
                  <a:pt x="4656115" y="4858644"/>
                </a:cubicBezTo>
                <a:lnTo>
                  <a:pt x="2664521" y="6853042"/>
                </a:lnTo>
                <a:lnTo>
                  <a:pt x="6301409" y="6853042"/>
                </a:lnTo>
                <a:lnTo>
                  <a:pt x="6301409" y="6858000"/>
                </a:lnTo>
                <a:lnTo>
                  <a:pt x="0" y="6858000"/>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2" name="Titre 1">
            <a:extLst>
              <a:ext uri="{FF2B5EF4-FFF2-40B4-BE49-F238E27FC236}">
                <a16:creationId xmlns:a16="http://schemas.microsoft.com/office/drawing/2014/main" id="{0913EE61-17AB-0468-84AC-06D83F476E47}"/>
              </a:ext>
            </a:extLst>
          </p:cNvPr>
          <p:cNvSpPr>
            <a:spLocks noGrp="1"/>
          </p:cNvSpPr>
          <p:nvPr>
            <p:ph type="title" hasCustomPrompt="1"/>
          </p:nvPr>
        </p:nvSpPr>
        <p:spPr>
          <a:xfrm>
            <a:off x="537575" y="709225"/>
            <a:ext cx="4440825" cy="830997"/>
          </a:xfrm>
        </p:spPr>
        <p:txBody>
          <a:bodyPr lIns="0" tIns="0" rIns="0" bIns="0"/>
          <a:lstStyle>
            <a:lvl1pPr>
              <a:defRPr sz="6000" b="1">
                <a:solidFill>
                  <a:schemeClr val="bg1"/>
                </a:solidFill>
              </a:defRPr>
            </a:lvl1pPr>
          </a:lstStyle>
          <a:p>
            <a:r>
              <a:rPr lang="fr-FR"/>
              <a:t>Merci</a:t>
            </a:r>
          </a:p>
        </p:txBody>
      </p:sp>
      <p:sp>
        <p:nvSpPr>
          <p:cNvPr id="23" name="Espace réservé du texte 48">
            <a:extLst>
              <a:ext uri="{FF2B5EF4-FFF2-40B4-BE49-F238E27FC236}">
                <a16:creationId xmlns:a16="http://schemas.microsoft.com/office/drawing/2014/main" id="{F2A86746-C112-CF3C-C315-3E1350718FC8}"/>
              </a:ext>
            </a:extLst>
          </p:cNvPr>
          <p:cNvSpPr>
            <a:spLocks noGrp="1"/>
          </p:cNvSpPr>
          <p:nvPr>
            <p:ph type="body" sz="quarter" idx="23" hasCustomPrompt="1"/>
          </p:nvPr>
        </p:nvSpPr>
        <p:spPr>
          <a:xfrm>
            <a:off x="537573" y="2573919"/>
            <a:ext cx="4440825" cy="307777"/>
          </a:xfrm>
        </p:spPr>
        <p:txBody>
          <a:bodyPr wrap="square" lIns="0" tIns="0" rIns="0" bIns="0" anchor="t" anchorCtr="0">
            <a:spAutoFit/>
          </a:bodyPr>
          <a:lstStyle>
            <a:lvl1pPr algn="l">
              <a:lnSpc>
                <a:spcPct val="100000"/>
              </a:lnSpc>
              <a:spcBef>
                <a:spcPts val="0"/>
              </a:spcBef>
              <a:defRPr sz="2000" b="1" i="0">
                <a:solidFill>
                  <a:schemeClr val="bg1"/>
                </a:solidFill>
                <a:latin typeface="+mj-lt"/>
              </a:defRPr>
            </a:lvl1pPr>
          </a:lstStyle>
          <a:p>
            <a:pPr lvl="0"/>
            <a:r>
              <a:rPr lang="fr-FR"/>
              <a:t>Prénom NOM</a:t>
            </a:r>
          </a:p>
        </p:txBody>
      </p:sp>
      <p:pic>
        <p:nvPicPr>
          <p:cNvPr id="5" name="Image 4">
            <a:extLst>
              <a:ext uri="{FF2B5EF4-FFF2-40B4-BE49-F238E27FC236}">
                <a16:creationId xmlns:a16="http://schemas.microsoft.com/office/drawing/2014/main" id="{4D1F9F0E-6B68-F3EA-E15C-7DDA99FED52F}"/>
              </a:ext>
            </a:extLst>
          </p:cNvPr>
          <p:cNvPicPr>
            <a:picLocks noChangeAspect="1"/>
          </p:cNvPicPr>
          <p:nvPr userDrawn="1"/>
        </p:nvPicPr>
        <p:blipFill>
          <a:blip r:embed="rId3"/>
          <a:stretch>
            <a:fillRect/>
          </a:stretch>
        </p:blipFill>
        <p:spPr>
          <a:xfrm>
            <a:off x="1477745" y="5448402"/>
            <a:ext cx="360000" cy="360000"/>
          </a:xfrm>
          <a:prstGeom prst="rect">
            <a:avLst/>
          </a:prstGeom>
        </p:spPr>
      </p:pic>
      <p:pic>
        <p:nvPicPr>
          <p:cNvPr id="7" name="Image 6">
            <a:extLst>
              <a:ext uri="{FF2B5EF4-FFF2-40B4-BE49-F238E27FC236}">
                <a16:creationId xmlns:a16="http://schemas.microsoft.com/office/drawing/2014/main" id="{9680C985-85E9-988C-D0B6-19C144FB68D6}"/>
              </a:ext>
            </a:extLst>
          </p:cNvPr>
          <p:cNvPicPr>
            <a:picLocks noChangeAspect="1"/>
          </p:cNvPicPr>
          <p:nvPr userDrawn="1"/>
        </p:nvPicPr>
        <p:blipFill>
          <a:blip r:embed="rId4"/>
          <a:stretch>
            <a:fillRect/>
          </a:stretch>
        </p:blipFill>
        <p:spPr>
          <a:xfrm>
            <a:off x="1007660" y="5448402"/>
            <a:ext cx="360000" cy="360000"/>
          </a:xfrm>
          <a:prstGeom prst="rect">
            <a:avLst/>
          </a:prstGeom>
        </p:spPr>
      </p:pic>
      <p:pic>
        <p:nvPicPr>
          <p:cNvPr id="9" name="Image 8">
            <a:extLst>
              <a:ext uri="{FF2B5EF4-FFF2-40B4-BE49-F238E27FC236}">
                <a16:creationId xmlns:a16="http://schemas.microsoft.com/office/drawing/2014/main" id="{5B6A29D2-E715-5EF8-1C6A-63F304254A6A}"/>
              </a:ext>
            </a:extLst>
          </p:cNvPr>
          <p:cNvPicPr>
            <a:picLocks noChangeAspect="1"/>
          </p:cNvPicPr>
          <p:nvPr userDrawn="1"/>
        </p:nvPicPr>
        <p:blipFill>
          <a:blip r:embed="rId5"/>
          <a:stretch>
            <a:fillRect/>
          </a:stretch>
        </p:blipFill>
        <p:spPr>
          <a:xfrm>
            <a:off x="537575" y="5448468"/>
            <a:ext cx="360000" cy="360000"/>
          </a:xfrm>
          <a:prstGeom prst="rect">
            <a:avLst/>
          </a:prstGeom>
        </p:spPr>
      </p:pic>
      <p:pic>
        <p:nvPicPr>
          <p:cNvPr id="10" name="Graphique 9">
            <a:extLst>
              <a:ext uri="{FF2B5EF4-FFF2-40B4-BE49-F238E27FC236}">
                <a16:creationId xmlns:a16="http://schemas.microsoft.com/office/drawing/2014/main" id="{8633A241-0227-B87A-140A-5C5A57F3797C}"/>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37575" y="6042302"/>
            <a:ext cx="1054283" cy="540000"/>
          </a:xfrm>
          <a:prstGeom prst="rect">
            <a:avLst/>
          </a:prstGeom>
        </p:spPr>
      </p:pic>
      <p:sp>
        <p:nvSpPr>
          <p:cNvPr id="17" name="Espace réservé du texte 48">
            <a:extLst>
              <a:ext uri="{FF2B5EF4-FFF2-40B4-BE49-F238E27FC236}">
                <a16:creationId xmlns:a16="http://schemas.microsoft.com/office/drawing/2014/main" id="{2ADCC2CA-006E-2254-D2F2-C280E6666786}"/>
              </a:ext>
            </a:extLst>
          </p:cNvPr>
          <p:cNvSpPr>
            <a:spLocks noGrp="1"/>
          </p:cNvSpPr>
          <p:nvPr>
            <p:ph type="body" sz="quarter" idx="24" hasCustomPrompt="1"/>
          </p:nvPr>
        </p:nvSpPr>
        <p:spPr>
          <a:xfrm>
            <a:off x="537573" y="3003506"/>
            <a:ext cx="4440825" cy="830997"/>
          </a:xfrm>
        </p:spPr>
        <p:txBody>
          <a:bodyPr wrap="square" lIns="0" tIns="0" rIns="0" bIns="0" anchor="t" anchorCtr="0">
            <a:spAutoFit/>
          </a:bodyPr>
          <a:lstStyle>
            <a:lvl1pPr algn="l">
              <a:lnSpc>
                <a:spcPct val="100000"/>
              </a:lnSpc>
              <a:spcBef>
                <a:spcPts val="0"/>
              </a:spcBef>
              <a:defRPr sz="1800" b="0" i="1">
                <a:solidFill>
                  <a:schemeClr val="bg1"/>
                </a:solidFill>
                <a:latin typeface="+mj-lt"/>
              </a:defRPr>
            </a:lvl1pPr>
          </a:lstStyle>
          <a:p>
            <a:pPr lvl="0"/>
            <a:r>
              <a:rPr lang="fr-FR"/>
              <a:t>Fonction</a:t>
            </a:r>
          </a:p>
          <a:p>
            <a:pPr lvl="0"/>
            <a:r>
              <a:rPr lang="fr-FR"/>
              <a:t>Email</a:t>
            </a:r>
          </a:p>
          <a:p>
            <a:pPr lvl="0"/>
            <a:r>
              <a:rPr lang="fr-FR"/>
              <a:t>Téléphone </a:t>
            </a:r>
          </a:p>
        </p:txBody>
      </p:sp>
      <p:sp>
        <p:nvSpPr>
          <p:cNvPr id="18" name="Espace réservé du texte 48">
            <a:extLst>
              <a:ext uri="{FF2B5EF4-FFF2-40B4-BE49-F238E27FC236}">
                <a16:creationId xmlns:a16="http://schemas.microsoft.com/office/drawing/2014/main" id="{5693FC0E-0802-F0EB-4BCE-1051DA822E68}"/>
              </a:ext>
            </a:extLst>
          </p:cNvPr>
          <p:cNvSpPr>
            <a:spLocks noGrp="1"/>
          </p:cNvSpPr>
          <p:nvPr>
            <p:ph type="body" sz="quarter" idx="25" hasCustomPrompt="1"/>
          </p:nvPr>
        </p:nvSpPr>
        <p:spPr>
          <a:xfrm>
            <a:off x="537573" y="2144332"/>
            <a:ext cx="4440825" cy="307777"/>
          </a:xfrm>
        </p:spPr>
        <p:txBody>
          <a:bodyPr wrap="square" lIns="0" tIns="0" rIns="0" bIns="0" anchor="t" anchorCtr="0">
            <a:spAutoFit/>
          </a:bodyPr>
          <a:lstStyle>
            <a:lvl1pPr algn="l">
              <a:lnSpc>
                <a:spcPct val="100000"/>
              </a:lnSpc>
              <a:spcBef>
                <a:spcPts val="0"/>
              </a:spcBef>
              <a:defRPr sz="2000" b="1" i="0">
                <a:solidFill>
                  <a:schemeClr val="bg1"/>
                </a:solidFill>
                <a:latin typeface="+mj-lt"/>
              </a:defRPr>
            </a:lvl1pPr>
          </a:lstStyle>
          <a:p>
            <a:pPr lvl="0"/>
            <a:r>
              <a:rPr lang="fr-FR"/>
              <a:t>CONTACT</a:t>
            </a:r>
          </a:p>
        </p:txBody>
      </p:sp>
    </p:spTree>
    <p:extLst>
      <p:ext uri="{BB962C8B-B14F-4D97-AF65-F5344CB8AC3E}">
        <p14:creationId xmlns:p14="http://schemas.microsoft.com/office/powerpoint/2010/main" val="17301274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Pictogrammes 01">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3DAFB4DF-6577-C5CC-FEF8-ADE6C1124775}"/>
              </a:ext>
            </a:extLst>
          </p:cNvPr>
          <p:cNvSpPr>
            <a:spLocks noGrp="1"/>
          </p:cNvSpPr>
          <p:nvPr>
            <p:ph type="title" hasCustomPrompt="1"/>
          </p:nvPr>
        </p:nvSpPr>
        <p:spPr>
          <a:xfrm>
            <a:off x="537575" y="849535"/>
            <a:ext cx="11086578" cy="369332"/>
          </a:xfrm>
        </p:spPr>
        <p:txBody>
          <a:bodyPr/>
          <a:lstStyle>
            <a:lvl1pPr>
              <a:defRPr sz="2000"/>
            </a:lvl1pPr>
          </a:lstStyle>
          <a:p>
            <a:r>
              <a:rPr lang="fr-FR"/>
              <a:t>Pictogrammes à copier-coller (couleur modifiable &gt; contour)</a:t>
            </a:r>
          </a:p>
        </p:txBody>
      </p:sp>
    </p:spTree>
    <p:extLst>
      <p:ext uri="{BB962C8B-B14F-4D97-AF65-F5344CB8AC3E}">
        <p14:creationId xmlns:p14="http://schemas.microsoft.com/office/powerpoint/2010/main" val="27912900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Vide">
    <p:spTree>
      <p:nvGrpSpPr>
        <p:cNvPr id="1" name=""/>
        <p:cNvGrpSpPr/>
        <p:nvPr/>
      </p:nvGrpSpPr>
      <p:grpSpPr>
        <a:xfrm>
          <a:off x="0" y="0"/>
          <a:ext cx="0" cy="0"/>
          <a:chOff x="0" y="0"/>
          <a:chExt cx="0" cy="0"/>
        </a:xfrm>
      </p:grpSpPr>
      <p:sp>
        <p:nvSpPr>
          <p:cNvPr id="4" name="Forme libre 25">
            <a:extLst>
              <a:ext uri="{FF2B5EF4-FFF2-40B4-BE49-F238E27FC236}">
                <a16:creationId xmlns:a16="http://schemas.microsoft.com/office/drawing/2014/main" id="{78E7F50A-B738-C988-F41F-5ECC585067EA}"/>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2" name="Espace réservé du numéro de diapositive 29">
            <a:extLst>
              <a:ext uri="{FF2B5EF4-FFF2-40B4-BE49-F238E27FC236}">
                <a16:creationId xmlns:a16="http://schemas.microsoft.com/office/drawing/2014/main" id="{59F7C265-0D7C-932B-41B9-7D12EA7AE250}"/>
              </a:ext>
            </a:extLst>
          </p:cNvPr>
          <p:cNvSpPr>
            <a:spLocks noGrp="1"/>
          </p:cNvSpPr>
          <p:nvPr>
            <p:ph type="sldNum" sz="quarter" idx="4"/>
          </p:nvPr>
        </p:nvSpPr>
        <p:spPr>
          <a:xfrm>
            <a:off x="11525908" y="6382485"/>
            <a:ext cx="560986" cy="276999"/>
          </a:xfrm>
          <a:prstGeom prst="rect">
            <a:avLst/>
          </a:prstGeom>
        </p:spPr>
        <p:txBody>
          <a:bodyPr vert="horz" wrap="square" lIns="0" tIns="45720" rIns="0" bIns="45720" rtlCol="0" anchor="ctr">
            <a:spAutoFit/>
          </a:bodyPr>
          <a:lstStyle>
            <a:lvl1pPr algn="r">
              <a:defRPr sz="1200">
                <a:solidFill>
                  <a:schemeClr val="bg1"/>
                </a:solidFill>
                <a:latin typeface="+mj-lt"/>
              </a:defRPr>
            </a:lvl1pPr>
          </a:lstStyle>
          <a:p>
            <a:fld id="{CD166EB1-B284-8541-B839-321F682B6B05}" type="slidenum">
              <a:rPr lang="fr-FR" smtClean="0"/>
              <a:pPr/>
              <a:t>‹N°›</a:t>
            </a:fld>
            <a:endParaRPr lang="fr-FR"/>
          </a:p>
        </p:txBody>
      </p:sp>
      <p:sp>
        <p:nvSpPr>
          <p:cNvPr id="3" name="Espace réservé de la date 2">
            <a:extLst>
              <a:ext uri="{FF2B5EF4-FFF2-40B4-BE49-F238E27FC236}">
                <a16:creationId xmlns:a16="http://schemas.microsoft.com/office/drawing/2014/main" id="{816F8419-BA6B-8490-1224-921BA666620E}"/>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Juin 2024</a:t>
            </a:r>
          </a:p>
        </p:txBody>
      </p:sp>
      <p:sp>
        <p:nvSpPr>
          <p:cNvPr id="5" name="Espace réservé du pied de page 3">
            <a:extLst>
              <a:ext uri="{FF2B5EF4-FFF2-40B4-BE49-F238E27FC236}">
                <a16:creationId xmlns:a16="http://schemas.microsoft.com/office/drawing/2014/main" id="{D90D4573-381C-58A2-E512-7A628CC64232}"/>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Tree>
    <p:extLst>
      <p:ext uri="{BB962C8B-B14F-4D97-AF65-F5344CB8AC3E}">
        <p14:creationId xmlns:p14="http://schemas.microsoft.com/office/powerpoint/2010/main" val="10473651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088CA6-E914-52AE-BEAB-2C51BA868476}"/>
              </a:ext>
            </a:extLst>
          </p:cNvPr>
          <p:cNvSpPr>
            <a:spLocks noGrp="1"/>
          </p:cNvSpPr>
          <p:nvPr>
            <p:ph type="title"/>
          </p:nvPr>
        </p:nvSpPr>
        <p:spPr>
          <a:xfrm>
            <a:off x="537575" y="849535"/>
            <a:ext cx="11086578" cy="590931"/>
          </a:xfrm>
          <a:prstGeom prst="rect">
            <a:avLst/>
          </a:prstGeom>
        </p:spPr>
        <p:txBody>
          <a:bodyPr/>
          <a:lstStyle/>
          <a:p>
            <a:r>
              <a:rPr lang="fr-FR"/>
              <a:t>Modifiez le style du titre</a:t>
            </a:r>
          </a:p>
        </p:txBody>
      </p:sp>
      <p:sp>
        <p:nvSpPr>
          <p:cNvPr id="3" name="Espace réservé du contenu 2">
            <a:extLst>
              <a:ext uri="{FF2B5EF4-FFF2-40B4-BE49-F238E27FC236}">
                <a16:creationId xmlns:a16="http://schemas.microsoft.com/office/drawing/2014/main" id="{FB0D4852-103F-435B-4FF8-C18AD4D5A11F}"/>
              </a:ext>
            </a:extLst>
          </p:cNvPr>
          <p:cNvSpPr>
            <a:spLocks noGrp="1"/>
          </p:cNvSpPr>
          <p:nvPr>
            <p:ph idx="1"/>
          </p:nvPr>
        </p:nvSpPr>
        <p:spPr>
          <a:xfrm>
            <a:off x="537575" y="2175048"/>
            <a:ext cx="11086578" cy="382089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E953FAC-B7A3-11B0-B2F1-F51FE8533F6A}"/>
              </a:ext>
            </a:extLst>
          </p:cNvPr>
          <p:cNvSpPr>
            <a:spLocks noGrp="1"/>
          </p:cNvSpPr>
          <p:nvPr>
            <p:ph type="dt" sz="half" idx="10"/>
          </p:nvPr>
        </p:nvSpPr>
        <p:spPr>
          <a:xfrm>
            <a:off x="10748077" y="6426109"/>
            <a:ext cx="835015" cy="215444"/>
          </a:xfrm>
          <a:prstGeom prst="rect">
            <a:avLst/>
          </a:prstGeom>
        </p:spPr>
        <p:txBody>
          <a:bodyPr/>
          <a:lstStyle/>
          <a:p>
            <a:fld id="{356028D5-91B3-8540-B7D3-B4D714B0F2AB}" type="datetimeFigureOut">
              <a:rPr lang="fr-FR" smtClean="0"/>
              <a:t>25/09/2025</a:t>
            </a:fld>
            <a:endParaRPr lang="fr-FR"/>
          </a:p>
        </p:txBody>
      </p:sp>
      <p:sp>
        <p:nvSpPr>
          <p:cNvPr id="5" name="Espace réservé du pied de page 4">
            <a:extLst>
              <a:ext uri="{FF2B5EF4-FFF2-40B4-BE49-F238E27FC236}">
                <a16:creationId xmlns:a16="http://schemas.microsoft.com/office/drawing/2014/main" id="{B97A9A7F-4B16-5210-19EA-A79D8FCBEB82}"/>
              </a:ext>
            </a:extLst>
          </p:cNvPr>
          <p:cNvSpPr>
            <a:spLocks noGrp="1"/>
          </p:cNvSpPr>
          <p:nvPr>
            <p:ph type="ftr" sz="quarter" idx="11"/>
          </p:nvPr>
        </p:nvSpPr>
        <p:spPr>
          <a:xfrm>
            <a:off x="8255632" y="6426110"/>
            <a:ext cx="2492445" cy="215444"/>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D41454A6-1648-5B99-AD65-3C3BEE510BAE}"/>
              </a:ext>
            </a:extLst>
          </p:cNvPr>
          <p:cNvSpPr>
            <a:spLocks noGrp="1"/>
          </p:cNvSpPr>
          <p:nvPr>
            <p:ph type="sldNum" sz="quarter" idx="12"/>
          </p:nvPr>
        </p:nvSpPr>
        <p:spPr>
          <a:xfrm>
            <a:off x="11525908" y="6382485"/>
            <a:ext cx="560986" cy="276999"/>
          </a:xfrm>
          <a:prstGeom prst="rect">
            <a:avLst/>
          </a:prstGeom>
        </p:spPr>
        <p:txBody>
          <a:bodyPr/>
          <a:lstStyle/>
          <a:p>
            <a:fld id="{675E61CA-9548-AE4C-9618-B6D5606A38B0}" type="slidenum">
              <a:rPr lang="fr-FR" smtClean="0"/>
              <a:t>‹N°›</a:t>
            </a:fld>
            <a:endParaRPr lang="fr-FR"/>
          </a:p>
        </p:txBody>
      </p:sp>
    </p:spTree>
    <p:extLst>
      <p:ext uri="{BB962C8B-B14F-4D97-AF65-F5344CB8AC3E}">
        <p14:creationId xmlns:p14="http://schemas.microsoft.com/office/powerpoint/2010/main" val="4580916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Archirecture_Section_gri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septembre 25</a:t>
            </a:fld>
            <a:r>
              <a:rPr lang="fr-FR" sz="1100" kern="1200" dirty="0">
                <a:solidFill>
                  <a:schemeClr val="bg1"/>
                </a:solidFill>
                <a:latin typeface="Avenir Book" panose="02000503020000020003"/>
                <a:ea typeface="+mn-ea"/>
                <a:cs typeface="+mn-cs"/>
              </a:rPr>
              <a:t>    |</a:t>
            </a:r>
          </a:p>
        </p:txBody>
      </p:sp>
      <p:sp>
        <p:nvSpPr>
          <p:cNvPr id="9" name="Espace réservé du texte 8">
            <a:extLst>
              <a:ext uri="{FF2B5EF4-FFF2-40B4-BE49-F238E27FC236}">
                <a16:creationId xmlns:a16="http://schemas.microsoft.com/office/drawing/2014/main" id="{A053FBA9-8D6E-4662-095D-6F7BA72D7393}"/>
              </a:ext>
            </a:extLst>
          </p:cNvPr>
          <p:cNvSpPr>
            <a:spLocks noGrp="1"/>
          </p:cNvSpPr>
          <p:nvPr>
            <p:ph type="body" sz="quarter" idx="10" hasCustomPrompt="1"/>
          </p:nvPr>
        </p:nvSpPr>
        <p:spPr>
          <a:xfrm>
            <a:off x="1761206" y="1512888"/>
            <a:ext cx="2374959" cy="4256087"/>
          </a:xfrm>
          <a:prstGeom prst="rect">
            <a:avLst/>
          </a:prstGeom>
        </p:spPr>
        <p:txBody>
          <a:bodyPr/>
          <a:lstStyle>
            <a:lvl1pPr marL="0" indent="0">
              <a:buNone/>
              <a:defRPr/>
            </a:lvl1pPr>
          </a:lstStyle>
          <a:p>
            <a:pPr lvl="0"/>
            <a:r>
              <a:rPr kumimoji="0" lang="fr-FR" sz="34400" b="1" i="0" u="none" strike="noStrike" kern="1200" cap="none" spc="0" normalizeH="0" baseline="0" noProof="0" dirty="0">
                <a:ln>
                  <a:noFill/>
                </a:ln>
                <a:solidFill>
                  <a:prstClr val="white">
                    <a:lumMod val="75000"/>
                  </a:prstClr>
                </a:solidFill>
                <a:effectLst/>
                <a:uLnTx/>
                <a:uFillTx/>
                <a:latin typeface="Avenir Black" panose="02000503020000020003" pitchFamily="2" charset="0"/>
                <a:ea typeface="+mn-ea"/>
                <a:cs typeface="+mn-cs"/>
              </a:rPr>
              <a:t>0</a:t>
            </a:r>
            <a:endParaRPr lang="fr-FR" dirty="0"/>
          </a:p>
        </p:txBody>
      </p:sp>
      <p:sp>
        <p:nvSpPr>
          <p:cNvPr id="13" name="Espace réservé du texte 12">
            <a:extLst>
              <a:ext uri="{FF2B5EF4-FFF2-40B4-BE49-F238E27FC236}">
                <a16:creationId xmlns:a16="http://schemas.microsoft.com/office/drawing/2014/main" id="{A4E0DD6F-2100-E8CD-7021-B364F225952F}"/>
              </a:ext>
            </a:extLst>
          </p:cNvPr>
          <p:cNvSpPr>
            <a:spLocks noGrp="1"/>
          </p:cNvSpPr>
          <p:nvPr>
            <p:ph type="body" sz="quarter" idx="11" hasCustomPrompt="1"/>
          </p:nvPr>
        </p:nvSpPr>
        <p:spPr>
          <a:xfrm>
            <a:off x="4229868" y="2101910"/>
            <a:ext cx="6349822" cy="1777881"/>
          </a:xfrm>
          <a:prstGeom prst="rect">
            <a:avLst/>
          </a:prstGeom>
        </p:spPr>
        <p:txBody>
          <a:bodyPr/>
          <a:lstStyle>
            <a:lvl1pPr marL="0" indent="0">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TITRE SUR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DEUX LIGNES</a:t>
            </a:r>
          </a:p>
        </p:txBody>
      </p:sp>
      <p:sp>
        <p:nvSpPr>
          <p:cNvPr id="20" name="Espace réservé du texte 19">
            <a:extLst>
              <a:ext uri="{FF2B5EF4-FFF2-40B4-BE49-F238E27FC236}">
                <a16:creationId xmlns:a16="http://schemas.microsoft.com/office/drawing/2014/main" id="{8F6EF4AE-70CF-CFED-4B5E-81E4B5220C1A}"/>
              </a:ext>
            </a:extLst>
          </p:cNvPr>
          <p:cNvSpPr>
            <a:spLocks noGrp="1"/>
          </p:cNvSpPr>
          <p:nvPr>
            <p:ph type="body" sz="quarter" idx="12" hasCustomPrompt="1"/>
          </p:nvPr>
        </p:nvSpPr>
        <p:spPr>
          <a:xfrm>
            <a:off x="4221400" y="3958903"/>
            <a:ext cx="6160968" cy="555555"/>
          </a:xfrm>
          <a:prstGeom prst="rect">
            <a:avLst/>
          </a:prstGeom>
        </p:spPr>
        <p:txBody>
          <a:bodyPr/>
          <a:lstStyle>
            <a:lvl1pPr marL="0" indent="0">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800" b="1" i="0" u="none" strike="noStrike" kern="1200" cap="none" spc="0" normalizeH="0" baseline="0" noProof="0" dirty="0">
                <a:ln>
                  <a:noFill/>
                </a:ln>
                <a:solidFill>
                  <a:prstClr val="white">
                    <a:lumMod val="75000"/>
                  </a:prstClr>
                </a:solidFill>
                <a:effectLst/>
                <a:highlight>
                  <a:srgbClr val="102031"/>
                </a:highlight>
                <a:uLnTx/>
                <a:uFillTx/>
                <a:latin typeface="Avenir Light" panose="020B0402020203020204" pitchFamily="34" charset="77"/>
                <a:ea typeface="+mn-ea"/>
                <a:cs typeface="+mn-cs"/>
              </a:rPr>
              <a:t>TITRE</a:t>
            </a:r>
          </a:p>
        </p:txBody>
      </p:sp>
      <p:sp>
        <p:nvSpPr>
          <p:cNvPr id="27" name="Rectangle: Rounded Corners 16">
            <a:extLst>
              <a:ext uri="{FF2B5EF4-FFF2-40B4-BE49-F238E27FC236}">
                <a16:creationId xmlns:a16="http://schemas.microsoft.com/office/drawing/2014/main" id="{F30F7EC5-0EC5-74F2-0CDE-440CB84038BB}"/>
              </a:ext>
            </a:extLst>
          </p:cNvPr>
          <p:cNvSpPr/>
          <p:nvPr userDrawn="1">
            <p:custDataLst>
              <p:tags r:id="rId2"/>
            </p:custDataLst>
          </p:nvPr>
        </p:nvSpPr>
        <p:spPr>
          <a:xfrm>
            <a:off x="4294962" y="3523443"/>
            <a:ext cx="2437579" cy="117488"/>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28" name="Groupe 27">
            <a:extLst>
              <a:ext uri="{FF2B5EF4-FFF2-40B4-BE49-F238E27FC236}">
                <a16:creationId xmlns:a16="http://schemas.microsoft.com/office/drawing/2014/main" id="{35AEB636-64FD-3A63-7464-B031A7870BEA}"/>
              </a:ext>
            </a:extLst>
          </p:cNvPr>
          <p:cNvGrpSpPr/>
          <p:nvPr userDrawn="1">
            <p:custDataLst>
              <p:tags r:id="rId3"/>
            </p:custDataLst>
          </p:nvPr>
        </p:nvGrpSpPr>
        <p:grpSpPr>
          <a:xfrm rot="8217329">
            <a:off x="9801604" y="4156602"/>
            <a:ext cx="1843965" cy="2328292"/>
            <a:chOff x="9790045" y="4246976"/>
            <a:chExt cx="1843965" cy="2328292"/>
          </a:xfrm>
        </p:grpSpPr>
        <p:sp>
          <p:nvSpPr>
            <p:cNvPr id="30" name="Délai  2">
              <a:extLst>
                <a:ext uri="{FF2B5EF4-FFF2-40B4-BE49-F238E27FC236}">
                  <a16:creationId xmlns:a16="http://schemas.microsoft.com/office/drawing/2014/main" id="{3137665A-D6B1-79C1-B361-E4CE4C9D6B84}"/>
                </a:ext>
              </a:extLst>
            </p:cNvPr>
            <p:cNvSpPr/>
            <p:nvPr/>
          </p:nvSpPr>
          <p:spPr>
            <a:xfrm rot="2571875">
              <a:off x="10485910" y="4484086"/>
              <a:ext cx="1148100" cy="2091182"/>
            </a:xfrm>
            <a:prstGeom prst="flowChartDelay">
              <a:avLst/>
            </a:prstGeom>
            <a:solidFill>
              <a:srgbClr val="1020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Ellipse 31">
              <a:extLst>
                <a:ext uri="{FF2B5EF4-FFF2-40B4-BE49-F238E27FC236}">
                  <a16:creationId xmlns:a16="http://schemas.microsoft.com/office/drawing/2014/main" id="{E12AAEA5-0840-BFF4-2317-1C063BCF498A}"/>
                </a:ext>
              </a:extLst>
            </p:cNvPr>
            <p:cNvSpPr/>
            <p:nvPr/>
          </p:nvSpPr>
          <p:spPr>
            <a:xfrm>
              <a:off x="9790045" y="4246976"/>
              <a:ext cx="920749" cy="920749"/>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2212266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40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childTnLst>
                                </p:cTn>
                              </p:par>
                              <p:par>
                                <p:cTn id="8" presetID="42" presetClass="path" presetSubtype="0" decel="100000" fill="hold" grpId="1" nodeType="withEffect">
                                  <p:stCondLst>
                                    <p:cond delay="400"/>
                                  </p:stCondLst>
                                  <p:childTnLst>
                                    <p:animMotion origin="layout" path="M -3.125E-6 -4.44444E-6 L 0.02591 -4.44444E-6 " pathEditMode="relative" rAng="0" ptsTypes="AA">
                                      <p:cBhvr>
                                        <p:cTn id="9" dur="1250" spd="-100000" fill="hold"/>
                                        <p:tgtEl>
                                          <p:spTgt spid="27"/>
                                        </p:tgtEl>
                                        <p:attrNameLst>
                                          <p:attrName>ppt_x</p:attrName>
                                          <p:attrName>ppt_y</p:attrName>
                                        </p:attrNameLst>
                                      </p:cBhvr>
                                      <p:rCtr x="128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7" grpId="1" animBg="1"/>
    </p:bldLst>
  </p:timing>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rchitecture_masque_gri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Image 11" descr="Une image contenant Graphique, graphisme, Police, logo&#10;&#10;Description générée automatiquement">
            <a:extLst>
              <a:ext uri="{FF2B5EF4-FFF2-40B4-BE49-F238E27FC236}">
                <a16:creationId xmlns:a16="http://schemas.microsoft.com/office/drawing/2014/main" id="{CF39D1B6-EAC1-C0C6-42D0-0FA330F6197C}"/>
              </a:ext>
            </a:extLst>
          </p:cNvPr>
          <p:cNvPicPr>
            <a:picLocks noChangeAspect="1"/>
          </p:cNvPicPr>
          <p:nvPr userDrawn="1">
            <p:custDataLst>
              <p:tags r:id="rId2"/>
            </p:custDataLst>
          </p:nvPr>
        </p:nvPicPr>
        <p:blipFill>
          <a:blip r:embed="rId7"/>
          <a:stretch>
            <a:fillRect/>
          </a:stretch>
        </p:blipFill>
        <p:spPr>
          <a:xfrm>
            <a:off x="11361046" y="5904942"/>
            <a:ext cx="794657" cy="794657"/>
          </a:xfrm>
          <a:prstGeom prst="rect">
            <a:avLst/>
          </a:prstGeom>
        </p:spPr>
      </p:pic>
      <p:sp>
        <p:nvSpPr>
          <p:cNvPr id="16" name="Forme libre : forme 4">
            <a:extLst>
              <a:ext uri="{FF2B5EF4-FFF2-40B4-BE49-F238E27FC236}">
                <a16:creationId xmlns:a16="http://schemas.microsoft.com/office/drawing/2014/main" id="{5B20FF11-895E-10A3-49AB-7136E3E46E8B}"/>
              </a:ext>
            </a:extLst>
          </p:cNvPr>
          <p:cNvSpPr/>
          <p:nvPr userDrawn="1">
            <p:custDataLst>
              <p:tags r:id="rId3"/>
            </p:custDataLst>
          </p:nvPr>
        </p:nvSpPr>
        <p:spPr>
          <a:xfrm rot="10800000">
            <a:off x="0" y="139686"/>
            <a:ext cx="502791" cy="656351"/>
          </a:xfrm>
          <a:custGeom>
            <a:avLst/>
            <a:gdLst>
              <a:gd name="connsiteX0" fmla="*/ 2408953 w 3690709"/>
              <a:gd name="connsiteY0" fmla="*/ 0 h 4817907"/>
              <a:gd name="connsiteX1" fmla="*/ 3690709 w 3690709"/>
              <a:gd name="connsiteY1" fmla="*/ 0 h 4817907"/>
              <a:gd name="connsiteX2" fmla="*/ 3690709 w 3690709"/>
              <a:gd name="connsiteY2" fmla="*/ 1682954 h 4817907"/>
              <a:gd name="connsiteX3" fmla="*/ 2365907 w 3690709"/>
              <a:gd name="connsiteY3" fmla="*/ 1682954 h 4817907"/>
              <a:gd name="connsiteX4" fmla="*/ 1639081 w 3690709"/>
              <a:gd name="connsiteY4" fmla="*/ 2409780 h 4817907"/>
              <a:gd name="connsiteX5" fmla="*/ 2365907 w 3690709"/>
              <a:gd name="connsiteY5" fmla="*/ 3135777 h 4817907"/>
              <a:gd name="connsiteX6" fmla="*/ 3690709 w 3690709"/>
              <a:gd name="connsiteY6" fmla="*/ 3135777 h 4817907"/>
              <a:gd name="connsiteX7" fmla="*/ 3690709 w 3690709"/>
              <a:gd name="connsiteY7" fmla="*/ 4817907 h 4817907"/>
              <a:gd name="connsiteX8" fmla="*/ 2408953 w 3690709"/>
              <a:gd name="connsiteY8" fmla="*/ 4817907 h 4817907"/>
              <a:gd name="connsiteX9" fmla="*/ 0 w 3690709"/>
              <a:gd name="connsiteY9" fmla="*/ 2408952 h 4817907"/>
              <a:gd name="connsiteX10" fmla="*/ 2408953 w 3690709"/>
              <a:gd name="connsiteY10" fmla="*/ 0 h 4817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90709" h="4817907">
                <a:moveTo>
                  <a:pt x="2408953" y="0"/>
                </a:moveTo>
                <a:lnTo>
                  <a:pt x="3690709" y="0"/>
                </a:lnTo>
                <a:lnTo>
                  <a:pt x="3690709" y="1682954"/>
                </a:lnTo>
                <a:lnTo>
                  <a:pt x="2365907" y="1682954"/>
                </a:lnTo>
                <a:cubicBezTo>
                  <a:pt x="1964416" y="1682954"/>
                  <a:pt x="1639081" y="2008290"/>
                  <a:pt x="1639081" y="2409780"/>
                </a:cubicBezTo>
                <a:cubicBezTo>
                  <a:pt x="1639081" y="2811275"/>
                  <a:pt x="1964416" y="3135777"/>
                  <a:pt x="2365907" y="3135777"/>
                </a:cubicBezTo>
                <a:lnTo>
                  <a:pt x="3690709" y="3135777"/>
                </a:lnTo>
                <a:lnTo>
                  <a:pt x="3690709" y="4817907"/>
                </a:lnTo>
                <a:lnTo>
                  <a:pt x="2408953" y="4817907"/>
                </a:lnTo>
                <a:cubicBezTo>
                  <a:pt x="1078647" y="4817907"/>
                  <a:pt x="0" y="3739260"/>
                  <a:pt x="0" y="2408952"/>
                </a:cubicBezTo>
                <a:cubicBezTo>
                  <a:pt x="0" y="1078647"/>
                  <a:pt x="1078647" y="0"/>
                  <a:pt x="2408953" y="0"/>
                </a:cubicBezTo>
                <a:close/>
              </a:path>
            </a:pathLst>
          </a:custGeom>
          <a:solidFill>
            <a:srgbClr val="A2B969">
              <a:alpha val="5000"/>
            </a:srgbClr>
          </a:solidFill>
          <a:ln w="31750" cap="flat">
            <a:noFill/>
            <a:prstDash val="solid"/>
            <a:bevel/>
          </a:ln>
        </p:spPr>
        <p:txBody>
          <a:bodyPr wrap="square" rtlCol="0" anchor="ctr">
            <a:noAutofit/>
          </a:bodyPr>
          <a:lstStyle/>
          <a:p>
            <a:pPr algn="ctr"/>
            <a:endParaRPr lang="fr-FR"/>
          </a:p>
        </p:txBody>
      </p:sp>
      <p:sp>
        <p:nvSpPr>
          <p:cNvPr id="25" name="Titre 24">
            <a:extLst>
              <a:ext uri="{FF2B5EF4-FFF2-40B4-BE49-F238E27FC236}">
                <a16:creationId xmlns:a16="http://schemas.microsoft.com/office/drawing/2014/main" id="{18EE1731-4537-E9B9-0F5D-D120F61265CD}"/>
              </a:ext>
            </a:extLst>
          </p:cNvPr>
          <p:cNvSpPr>
            <a:spLocks noGrp="1"/>
          </p:cNvSpPr>
          <p:nvPr>
            <p:ph type="title" hasCustomPrompt="1"/>
          </p:nvPr>
        </p:nvSpPr>
        <p:spPr>
          <a:xfrm>
            <a:off x="838595" y="338788"/>
            <a:ext cx="5375394" cy="369332"/>
          </a:xfrm>
          <a:prstGeom prst="rect">
            <a:avLst/>
          </a:prstGeom>
          <a:noFill/>
        </p:spPr>
        <p:txBody>
          <a:bodyPr wrap="square" rtlCol="0">
            <a:spAutoFit/>
          </a:bodyPr>
          <a:lstStyle>
            <a:lvl1pPr>
              <a:defRPr lang="fr-FR" sz="2000" b="1" cap="all" baseline="0">
                <a:solidFill>
                  <a:srgbClr val="102031"/>
                </a:solidFill>
                <a:latin typeface="Avenir Black" panose="02000503020000020003" pitchFamily="2" charset="0"/>
                <a:ea typeface="+mn-ea"/>
                <a:cs typeface="+mn-cs"/>
              </a:defRPr>
            </a:lvl1pPr>
          </a:lstStyle>
          <a:p>
            <a:pPr marL="0" lvl="0" indent="0"/>
            <a:r>
              <a:rPr lang="fr-FR" dirty="0"/>
              <a:t>TITRE</a:t>
            </a:r>
          </a:p>
        </p:txBody>
      </p:sp>
      <p:sp>
        <p:nvSpPr>
          <p:cNvPr id="29" name="Espace réservé du texte 28">
            <a:extLst>
              <a:ext uri="{FF2B5EF4-FFF2-40B4-BE49-F238E27FC236}">
                <a16:creationId xmlns:a16="http://schemas.microsoft.com/office/drawing/2014/main" id="{4B4DCA80-AF36-A5D8-A976-87B3A70F0970}"/>
              </a:ext>
            </a:extLst>
          </p:cNvPr>
          <p:cNvSpPr>
            <a:spLocks noGrp="1"/>
          </p:cNvSpPr>
          <p:nvPr>
            <p:ph type="body" sz="quarter" idx="10" hasCustomPrompt="1"/>
          </p:nvPr>
        </p:nvSpPr>
        <p:spPr>
          <a:xfrm>
            <a:off x="924539" y="790043"/>
            <a:ext cx="846707" cy="286232"/>
          </a:xfrm>
          <a:prstGeom prst="rect">
            <a:avLst/>
          </a:prstGeom>
          <a:noFill/>
        </p:spPr>
        <p:txBody>
          <a:bodyPr wrap="none" rtlCol="0">
            <a:spAutoFit/>
          </a:bodyPr>
          <a:lstStyle>
            <a:lvl1pPr marL="0" indent="0">
              <a:buNone/>
              <a:defRPr lang="fr-FR" sz="1400" dirty="0" smtClean="0">
                <a:solidFill>
                  <a:srgbClr val="096D6D"/>
                </a:solidFill>
                <a:latin typeface="Avenir Book" panose="02000503020000020003" pitchFamily="2" charset="0"/>
              </a:defRPr>
            </a:lvl1pPr>
          </a:lstStyle>
          <a:p>
            <a:pPr marL="0" lvl="0"/>
            <a:r>
              <a:rPr lang="fr-FR" dirty="0"/>
              <a:t>Sous-titre</a:t>
            </a:r>
          </a:p>
        </p:txBody>
      </p:sp>
      <p:sp>
        <p:nvSpPr>
          <p:cNvPr id="31" name="Espace réservé du texte 30">
            <a:extLst>
              <a:ext uri="{FF2B5EF4-FFF2-40B4-BE49-F238E27FC236}">
                <a16:creationId xmlns:a16="http://schemas.microsoft.com/office/drawing/2014/main" id="{4F9DB383-8B18-4CB4-E7D6-BADD1BD6EFCC}"/>
              </a:ext>
            </a:extLst>
          </p:cNvPr>
          <p:cNvSpPr>
            <a:spLocks noGrp="1"/>
          </p:cNvSpPr>
          <p:nvPr>
            <p:ph type="body" sz="quarter" idx="11" hasCustomPrompt="1"/>
          </p:nvPr>
        </p:nvSpPr>
        <p:spPr>
          <a:xfrm>
            <a:off x="116613" y="216514"/>
            <a:ext cx="680525" cy="609398"/>
          </a:xfrm>
          <a:prstGeom prst="rect">
            <a:avLst/>
          </a:prstGeom>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marL="0" indent="0">
              <a:buNone/>
              <a:defRPr lang="fr-FR" sz="4400" dirty="0">
                <a:solidFill>
                  <a:srgbClr val="93C97B"/>
                </a:solidFill>
                <a:latin typeface="Barlow Black" panose="00000A00000000000000" pitchFamily="2" charset="0"/>
              </a:defRPr>
            </a:lvl1pPr>
          </a:lstStyle>
          <a:p>
            <a:pPr>
              <a:spcBef>
                <a:spcPts val="3400"/>
              </a:spcBef>
            </a:pPr>
            <a:r>
              <a:rPr lang="en-GB" sz="4400" dirty="0">
                <a:solidFill>
                  <a:schemeClr val="bg1">
                    <a:lumMod val="75000"/>
                  </a:schemeClr>
                </a:solidFill>
                <a:latin typeface="Barlow Black" panose="00000A00000000000000" pitchFamily="2" charset="0"/>
              </a:rPr>
              <a:t>00</a:t>
            </a:r>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septembre 25</a:t>
            </a:fld>
            <a:r>
              <a:rPr lang="fr-FR" sz="1100" kern="1200" dirty="0">
                <a:solidFill>
                  <a:schemeClr val="bg1"/>
                </a:solidFill>
                <a:latin typeface="Avenir Book" panose="02000503020000020003"/>
                <a:ea typeface="+mn-ea"/>
                <a:cs typeface="+mn-cs"/>
              </a:rPr>
              <a:t>    |</a:t>
            </a:r>
          </a:p>
        </p:txBody>
      </p:sp>
      <p:sp>
        <p:nvSpPr>
          <p:cNvPr id="8" name="Rectangle : coins arrondis 7">
            <a:extLst>
              <a:ext uri="{FF2B5EF4-FFF2-40B4-BE49-F238E27FC236}">
                <a16:creationId xmlns:a16="http://schemas.microsoft.com/office/drawing/2014/main" id="{3BD770B0-21D5-E466-C1A6-77536D715690}"/>
              </a:ext>
            </a:extLst>
          </p:cNvPr>
          <p:cNvSpPr/>
          <p:nvPr userDrawn="1">
            <p:custDataLst>
              <p:tags r:id="rId4"/>
            </p:custDataLst>
          </p:nvPr>
        </p:nvSpPr>
        <p:spPr>
          <a:xfrm flipV="1">
            <a:off x="4787329" y="474113"/>
            <a:ext cx="725466" cy="45719"/>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400" dirty="0"/>
          </a:p>
        </p:txBody>
      </p:sp>
      <p:grpSp>
        <p:nvGrpSpPr>
          <p:cNvPr id="9" name="Groupe 8">
            <a:extLst>
              <a:ext uri="{FF2B5EF4-FFF2-40B4-BE49-F238E27FC236}">
                <a16:creationId xmlns:a16="http://schemas.microsoft.com/office/drawing/2014/main" id="{E804E688-E4F8-E96E-CFE4-D97712435C8D}"/>
              </a:ext>
            </a:extLst>
          </p:cNvPr>
          <p:cNvGrpSpPr/>
          <p:nvPr userDrawn="1">
            <p:custDataLst>
              <p:tags r:id="rId5"/>
            </p:custDataLst>
          </p:nvPr>
        </p:nvGrpSpPr>
        <p:grpSpPr>
          <a:xfrm rot="8217329">
            <a:off x="126957" y="6052671"/>
            <a:ext cx="428426" cy="540954"/>
            <a:chOff x="9790045" y="4246976"/>
            <a:chExt cx="1843965" cy="2328292"/>
          </a:xfrm>
        </p:grpSpPr>
        <p:sp>
          <p:nvSpPr>
            <p:cNvPr id="10" name="Délai  10">
              <a:extLst>
                <a:ext uri="{FF2B5EF4-FFF2-40B4-BE49-F238E27FC236}">
                  <a16:creationId xmlns:a16="http://schemas.microsoft.com/office/drawing/2014/main" id="{F7849B97-B937-B22F-79ED-891A3537A326}"/>
                </a:ext>
              </a:extLst>
            </p:cNvPr>
            <p:cNvSpPr/>
            <p:nvPr/>
          </p:nvSpPr>
          <p:spPr>
            <a:xfrm rot="2571875">
              <a:off x="10485910" y="4484086"/>
              <a:ext cx="1148100" cy="2091182"/>
            </a:xfrm>
            <a:prstGeom prst="flowChartDelay">
              <a:avLst/>
            </a:prstGeom>
            <a:solidFill>
              <a:srgbClr val="1020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llipse 12">
              <a:extLst>
                <a:ext uri="{FF2B5EF4-FFF2-40B4-BE49-F238E27FC236}">
                  <a16:creationId xmlns:a16="http://schemas.microsoft.com/office/drawing/2014/main" id="{C6967639-7D2E-F2A4-AB93-A57ED4441330}"/>
                </a:ext>
              </a:extLst>
            </p:cNvPr>
            <p:cNvSpPr/>
            <p:nvPr/>
          </p:nvSpPr>
          <p:spPr>
            <a:xfrm>
              <a:off x="9790045" y="4246976"/>
              <a:ext cx="920749" cy="920749"/>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4176307570"/>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rchitecture_masque_oran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coins arrondis 6">
            <a:extLst>
              <a:ext uri="{FF2B5EF4-FFF2-40B4-BE49-F238E27FC236}">
                <a16:creationId xmlns:a16="http://schemas.microsoft.com/office/drawing/2014/main" id="{D7B87E15-4AA2-A2F0-F09B-7B91AE50EEF3}"/>
              </a:ext>
            </a:extLst>
          </p:cNvPr>
          <p:cNvSpPr/>
          <p:nvPr userDrawn="1">
            <p:custDataLst>
              <p:tags r:id="rId2"/>
            </p:custDataLst>
          </p:nvPr>
        </p:nvSpPr>
        <p:spPr>
          <a:xfrm flipV="1">
            <a:off x="5862416" y="477735"/>
            <a:ext cx="725466" cy="45719"/>
          </a:xfrm>
          <a:prstGeom prst="round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400"/>
          </a:p>
        </p:txBody>
      </p:sp>
      <p:grpSp>
        <p:nvGrpSpPr>
          <p:cNvPr id="8" name="Groupe 7">
            <a:extLst>
              <a:ext uri="{FF2B5EF4-FFF2-40B4-BE49-F238E27FC236}">
                <a16:creationId xmlns:a16="http://schemas.microsoft.com/office/drawing/2014/main" id="{1DBE4A6B-0BE2-3F37-192A-554E023BC7C5}"/>
              </a:ext>
            </a:extLst>
          </p:cNvPr>
          <p:cNvGrpSpPr/>
          <p:nvPr userDrawn="1">
            <p:custDataLst>
              <p:tags r:id="rId3"/>
            </p:custDataLst>
          </p:nvPr>
        </p:nvGrpSpPr>
        <p:grpSpPr>
          <a:xfrm>
            <a:off x="155324" y="6113809"/>
            <a:ext cx="437865" cy="552872"/>
            <a:chOff x="9790045" y="4246976"/>
            <a:chExt cx="1843965" cy="2328292"/>
          </a:xfrm>
        </p:grpSpPr>
        <p:sp>
          <p:nvSpPr>
            <p:cNvPr id="9" name="Délai  2">
              <a:extLst>
                <a:ext uri="{FF2B5EF4-FFF2-40B4-BE49-F238E27FC236}">
                  <a16:creationId xmlns:a16="http://schemas.microsoft.com/office/drawing/2014/main" id="{3243DAB8-72A0-4957-4E95-168951833B51}"/>
                </a:ext>
              </a:extLst>
            </p:cNvPr>
            <p:cNvSpPr/>
            <p:nvPr/>
          </p:nvSpPr>
          <p:spPr>
            <a:xfrm rot="2571875">
              <a:off x="10485910" y="4484086"/>
              <a:ext cx="1148100" cy="2091182"/>
            </a:xfrm>
            <a:prstGeom prst="flowChartDelay">
              <a:avLst/>
            </a:prstGeom>
            <a:solidFill>
              <a:srgbClr val="10203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122C508D-A2A0-D452-2DD5-2494F8056F6F}"/>
                </a:ext>
              </a:extLst>
            </p:cNvPr>
            <p:cNvSpPr/>
            <p:nvPr/>
          </p:nvSpPr>
          <p:spPr>
            <a:xfrm>
              <a:off x="9790045" y="4246976"/>
              <a:ext cx="920749" cy="920749"/>
            </a:xfrm>
            <a:prstGeom prst="ellipse">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2" name="Image 11" descr="Une image contenant Graphique, graphisme, Police, logo&#10;&#10;Description générée automatiquement">
            <a:extLst>
              <a:ext uri="{FF2B5EF4-FFF2-40B4-BE49-F238E27FC236}">
                <a16:creationId xmlns:a16="http://schemas.microsoft.com/office/drawing/2014/main" id="{CF39D1B6-EAC1-C0C6-42D0-0FA330F6197C}"/>
              </a:ext>
            </a:extLst>
          </p:cNvPr>
          <p:cNvPicPr>
            <a:picLocks noChangeAspect="1"/>
          </p:cNvPicPr>
          <p:nvPr userDrawn="1">
            <p:custDataLst>
              <p:tags r:id="rId4"/>
            </p:custDataLst>
          </p:nvPr>
        </p:nvPicPr>
        <p:blipFill>
          <a:blip r:embed="rId7"/>
          <a:stretch>
            <a:fillRect/>
          </a:stretch>
        </p:blipFill>
        <p:spPr>
          <a:xfrm>
            <a:off x="11361046" y="5904942"/>
            <a:ext cx="794657" cy="794657"/>
          </a:xfrm>
          <a:prstGeom prst="rect">
            <a:avLst/>
          </a:prstGeom>
        </p:spPr>
      </p:pic>
      <p:sp>
        <p:nvSpPr>
          <p:cNvPr id="16" name="Forme libre : forme 4">
            <a:extLst>
              <a:ext uri="{FF2B5EF4-FFF2-40B4-BE49-F238E27FC236}">
                <a16:creationId xmlns:a16="http://schemas.microsoft.com/office/drawing/2014/main" id="{5B20FF11-895E-10A3-49AB-7136E3E46E8B}"/>
              </a:ext>
            </a:extLst>
          </p:cNvPr>
          <p:cNvSpPr/>
          <p:nvPr userDrawn="1">
            <p:custDataLst>
              <p:tags r:id="rId5"/>
            </p:custDataLst>
          </p:nvPr>
        </p:nvSpPr>
        <p:spPr>
          <a:xfrm rot="10800000">
            <a:off x="0" y="139686"/>
            <a:ext cx="502791" cy="656351"/>
          </a:xfrm>
          <a:custGeom>
            <a:avLst/>
            <a:gdLst>
              <a:gd name="connsiteX0" fmla="*/ 2408953 w 3690709"/>
              <a:gd name="connsiteY0" fmla="*/ 0 h 4817907"/>
              <a:gd name="connsiteX1" fmla="*/ 3690709 w 3690709"/>
              <a:gd name="connsiteY1" fmla="*/ 0 h 4817907"/>
              <a:gd name="connsiteX2" fmla="*/ 3690709 w 3690709"/>
              <a:gd name="connsiteY2" fmla="*/ 1682954 h 4817907"/>
              <a:gd name="connsiteX3" fmla="*/ 2365907 w 3690709"/>
              <a:gd name="connsiteY3" fmla="*/ 1682954 h 4817907"/>
              <a:gd name="connsiteX4" fmla="*/ 1639081 w 3690709"/>
              <a:gd name="connsiteY4" fmla="*/ 2409780 h 4817907"/>
              <a:gd name="connsiteX5" fmla="*/ 2365907 w 3690709"/>
              <a:gd name="connsiteY5" fmla="*/ 3135777 h 4817907"/>
              <a:gd name="connsiteX6" fmla="*/ 3690709 w 3690709"/>
              <a:gd name="connsiteY6" fmla="*/ 3135777 h 4817907"/>
              <a:gd name="connsiteX7" fmla="*/ 3690709 w 3690709"/>
              <a:gd name="connsiteY7" fmla="*/ 4817907 h 4817907"/>
              <a:gd name="connsiteX8" fmla="*/ 2408953 w 3690709"/>
              <a:gd name="connsiteY8" fmla="*/ 4817907 h 4817907"/>
              <a:gd name="connsiteX9" fmla="*/ 0 w 3690709"/>
              <a:gd name="connsiteY9" fmla="*/ 2408952 h 4817907"/>
              <a:gd name="connsiteX10" fmla="*/ 2408953 w 3690709"/>
              <a:gd name="connsiteY10" fmla="*/ 0 h 4817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90709" h="4817907">
                <a:moveTo>
                  <a:pt x="2408953" y="0"/>
                </a:moveTo>
                <a:lnTo>
                  <a:pt x="3690709" y="0"/>
                </a:lnTo>
                <a:lnTo>
                  <a:pt x="3690709" y="1682954"/>
                </a:lnTo>
                <a:lnTo>
                  <a:pt x="2365907" y="1682954"/>
                </a:lnTo>
                <a:cubicBezTo>
                  <a:pt x="1964416" y="1682954"/>
                  <a:pt x="1639081" y="2008290"/>
                  <a:pt x="1639081" y="2409780"/>
                </a:cubicBezTo>
                <a:cubicBezTo>
                  <a:pt x="1639081" y="2811275"/>
                  <a:pt x="1964416" y="3135777"/>
                  <a:pt x="2365907" y="3135777"/>
                </a:cubicBezTo>
                <a:lnTo>
                  <a:pt x="3690709" y="3135777"/>
                </a:lnTo>
                <a:lnTo>
                  <a:pt x="3690709" y="4817907"/>
                </a:lnTo>
                <a:lnTo>
                  <a:pt x="2408953" y="4817907"/>
                </a:lnTo>
                <a:cubicBezTo>
                  <a:pt x="1078647" y="4817907"/>
                  <a:pt x="0" y="3739260"/>
                  <a:pt x="0" y="2408952"/>
                </a:cubicBezTo>
                <a:cubicBezTo>
                  <a:pt x="0" y="1078647"/>
                  <a:pt x="1078647" y="0"/>
                  <a:pt x="2408953" y="0"/>
                </a:cubicBezTo>
                <a:close/>
              </a:path>
            </a:pathLst>
          </a:custGeom>
          <a:solidFill>
            <a:srgbClr val="E65012">
              <a:alpha val="5000"/>
            </a:srgbClr>
          </a:solidFill>
          <a:ln w="31750" cap="flat">
            <a:noFill/>
            <a:prstDash val="solid"/>
            <a:bevel/>
          </a:ln>
        </p:spPr>
        <p:txBody>
          <a:bodyPr wrap="square" rtlCol="0" anchor="ctr">
            <a:noAutofit/>
          </a:bodyPr>
          <a:lstStyle/>
          <a:p>
            <a:pPr algn="ctr"/>
            <a:endParaRPr lang="fr-FR"/>
          </a:p>
        </p:txBody>
      </p:sp>
      <p:sp>
        <p:nvSpPr>
          <p:cNvPr id="25" name="Titre 24">
            <a:extLst>
              <a:ext uri="{FF2B5EF4-FFF2-40B4-BE49-F238E27FC236}">
                <a16:creationId xmlns:a16="http://schemas.microsoft.com/office/drawing/2014/main" id="{18EE1731-4537-E9B9-0F5D-D120F61265CD}"/>
              </a:ext>
            </a:extLst>
          </p:cNvPr>
          <p:cNvSpPr>
            <a:spLocks noGrp="1"/>
          </p:cNvSpPr>
          <p:nvPr>
            <p:ph type="title" hasCustomPrompt="1"/>
          </p:nvPr>
        </p:nvSpPr>
        <p:spPr>
          <a:xfrm>
            <a:off x="838595" y="338788"/>
            <a:ext cx="5375394" cy="369332"/>
          </a:xfrm>
          <a:prstGeom prst="rect">
            <a:avLst/>
          </a:prstGeom>
          <a:noFill/>
        </p:spPr>
        <p:txBody>
          <a:bodyPr wrap="square" rtlCol="0">
            <a:spAutoFit/>
          </a:bodyPr>
          <a:lstStyle>
            <a:lvl1pPr>
              <a:defRPr lang="fr-FR" sz="2000" b="1" cap="all" baseline="0">
                <a:solidFill>
                  <a:srgbClr val="102031"/>
                </a:solidFill>
                <a:latin typeface="Avenir Black" panose="02000503020000020003" pitchFamily="2" charset="0"/>
                <a:ea typeface="+mn-ea"/>
                <a:cs typeface="+mn-cs"/>
              </a:defRPr>
            </a:lvl1pPr>
          </a:lstStyle>
          <a:p>
            <a:pPr marL="0" lvl="0" indent="0"/>
            <a:r>
              <a:rPr lang="fr-FR" dirty="0"/>
              <a:t>TITRE</a:t>
            </a:r>
          </a:p>
        </p:txBody>
      </p:sp>
      <p:sp>
        <p:nvSpPr>
          <p:cNvPr id="29" name="Espace réservé du texte 28">
            <a:extLst>
              <a:ext uri="{FF2B5EF4-FFF2-40B4-BE49-F238E27FC236}">
                <a16:creationId xmlns:a16="http://schemas.microsoft.com/office/drawing/2014/main" id="{4B4DCA80-AF36-A5D8-A976-87B3A70F0970}"/>
              </a:ext>
            </a:extLst>
          </p:cNvPr>
          <p:cNvSpPr>
            <a:spLocks noGrp="1"/>
          </p:cNvSpPr>
          <p:nvPr>
            <p:ph type="body" sz="quarter" idx="10" hasCustomPrompt="1"/>
          </p:nvPr>
        </p:nvSpPr>
        <p:spPr>
          <a:xfrm>
            <a:off x="924539" y="790043"/>
            <a:ext cx="846707" cy="286232"/>
          </a:xfrm>
          <a:prstGeom prst="rect">
            <a:avLst/>
          </a:prstGeom>
          <a:noFill/>
        </p:spPr>
        <p:txBody>
          <a:bodyPr wrap="none" rtlCol="0">
            <a:spAutoFit/>
          </a:bodyPr>
          <a:lstStyle>
            <a:lvl1pPr marL="0" indent="0">
              <a:buNone/>
              <a:defRPr lang="fr-FR" sz="1400" dirty="0" smtClean="0">
                <a:solidFill>
                  <a:srgbClr val="096D6D"/>
                </a:solidFill>
                <a:latin typeface="Avenir Book" panose="02000503020000020003" pitchFamily="2" charset="0"/>
              </a:defRPr>
            </a:lvl1pPr>
          </a:lstStyle>
          <a:p>
            <a:pPr marL="0" lvl="0"/>
            <a:r>
              <a:rPr lang="fr-FR" dirty="0"/>
              <a:t>Sous-titre</a:t>
            </a:r>
          </a:p>
        </p:txBody>
      </p:sp>
      <p:sp>
        <p:nvSpPr>
          <p:cNvPr id="31" name="Espace réservé du texte 30">
            <a:extLst>
              <a:ext uri="{FF2B5EF4-FFF2-40B4-BE49-F238E27FC236}">
                <a16:creationId xmlns:a16="http://schemas.microsoft.com/office/drawing/2014/main" id="{4F9DB383-8B18-4CB4-E7D6-BADD1BD6EFCC}"/>
              </a:ext>
            </a:extLst>
          </p:cNvPr>
          <p:cNvSpPr>
            <a:spLocks noGrp="1"/>
          </p:cNvSpPr>
          <p:nvPr>
            <p:ph type="body" sz="quarter" idx="11" hasCustomPrompt="1"/>
          </p:nvPr>
        </p:nvSpPr>
        <p:spPr>
          <a:xfrm>
            <a:off x="116613" y="216514"/>
            <a:ext cx="680525" cy="609398"/>
          </a:xfrm>
          <a:prstGeom prst="rect">
            <a:avLst/>
          </a:prstGeom>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marL="0" indent="0">
              <a:buNone/>
              <a:defRPr lang="fr-FR" sz="4400" dirty="0">
                <a:solidFill>
                  <a:srgbClr val="E75113"/>
                </a:solidFill>
                <a:latin typeface="Barlow Black" panose="00000A00000000000000" pitchFamily="2" charset="0"/>
              </a:defRPr>
            </a:lvl1pPr>
          </a:lstStyle>
          <a:p>
            <a:pPr marL="0" lvl="0">
              <a:spcBef>
                <a:spcPts val="3400"/>
              </a:spcBef>
            </a:pPr>
            <a:r>
              <a:rPr lang="fr-FR" dirty="0"/>
              <a:t>00</a:t>
            </a:r>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septembre 25</a:t>
            </a:fld>
            <a:r>
              <a:rPr lang="fr-FR" sz="1100" kern="1200" dirty="0">
                <a:solidFill>
                  <a:schemeClr val="bg1"/>
                </a:solidFill>
                <a:latin typeface="Avenir Book" panose="02000503020000020003"/>
                <a:ea typeface="+mn-ea"/>
                <a:cs typeface="+mn-cs"/>
              </a:rPr>
              <a:t>    |</a:t>
            </a:r>
          </a:p>
        </p:txBody>
      </p:sp>
    </p:spTree>
    <p:extLst>
      <p:ext uri="{BB962C8B-B14F-4D97-AF65-F5344CB8AC3E}">
        <p14:creationId xmlns:p14="http://schemas.microsoft.com/office/powerpoint/2010/main" val="632422395"/>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rchitecture_masque_ve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Image 11" descr="Une image contenant Graphique, graphisme, Police, logo&#10;&#10;Description générée automatiquement">
            <a:extLst>
              <a:ext uri="{FF2B5EF4-FFF2-40B4-BE49-F238E27FC236}">
                <a16:creationId xmlns:a16="http://schemas.microsoft.com/office/drawing/2014/main" id="{CF39D1B6-EAC1-C0C6-42D0-0FA330F6197C}"/>
              </a:ext>
            </a:extLst>
          </p:cNvPr>
          <p:cNvPicPr>
            <a:picLocks noChangeAspect="1"/>
          </p:cNvPicPr>
          <p:nvPr userDrawn="1">
            <p:custDataLst>
              <p:tags r:id="rId2"/>
            </p:custDataLst>
          </p:nvPr>
        </p:nvPicPr>
        <p:blipFill>
          <a:blip r:embed="rId7"/>
          <a:stretch>
            <a:fillRect/>
          </a:stretch>
        </p:blipFill>
        <p:spPr>
          <a:xfrm>
            <a:off x="11361046" y="5904942"/>
            <a:ext cx="794657" cy="794657"/>
          </a:xfrm>
          <a:prstGeom prst="rect">
            <a:avLst/>
          </a:prstGeom>
        </p:spPr>
      </p:pic>
      <p:sp>
        <p:nvSpPr>
          <p:cNvPr id="16" name="Forme libre : forme 4">
            <a:extLst>
              <a:ext uri="{FF2B5EF4-FFF2-40B4-BE49-F238E27FC236}">
                <a16:creationId xmlns:a16="http://schemas.microsoft.com/office/drawing/2014/main" id="{5B20FF11-895E-10A3-49AB-7136E3E46E8B}"/>
              </a:ext>
            </a:extLst>
          </p:cNvPr>
          <p:cNvSpPr/>
          <p:nvPr userDrawn="1">
            <p:custDataLst>
              <p:tags r:id="rId3"/>
            </p:custDataLst>
          </p:nvPr>
        </p:nvSpPr>
        <p:spPr>
          <a:xfrm rot="10800000">
            <a:off x="0" y="139686"/>
            <a:ext cx="502791" cy="656351"/>
          </a:xfrm>
          <a:custGeom>
            <a:avLst/>
            <a:gdLst>
              <a:gd name="connsiteX0" fmla="*/ 2408953 w 3690709"/>
              <a:gd name="connsiteY0" fmla="*/ 0 h 4817907"/>
              <a:gd name="connsiteX1" fmla="*/ 3690709 w 3690709"/>
              <a:gd name="connsiteY1" fmla="*/ 0 h 4817907"/>
              <a:gd name="connsiteX2" fmla="*/ 3690709 w 3690709"/>
              <a:gd name="connsiteY2" fmla="*/ 1682954 h 4817907"/>
              <a:gd name="connsiteX3" fmla="*/ 2365907 w 3690709"/>
              <a:gd name="connsiteY3" fmla="*/ 1682954 h 4817907"/>
              <a:gd name="connsiteX4" fmla="*/ 1639081 w 3690709"/>
              <a:gd name="connsiteY4" fmla="*/ 2409780 h 4817907"/>
              <a:gd name="connsiteX5" fmla="*/ 2365907 w 3690709"/>
              <a:gd name="connsiteY5" fmla="*/ 3135777 h 4817907"/>
              <a:gd name="connsiteX6" fmla="*/ 3690709 w 3690709"/>
              <a:gd name="connsiteY6" fmla="*/ 3135777 h 4817907"/>
              <a:gd name="connsiteX7" fmla="*/ 3690709 w 3690709"/>
              <a:gd name="connsiteY7" fmla="*/ 4817907 h 4817907"/>
              <a:gd name="connsiteX8" fmla="*/ 2408953 w 3690709"/>
              <a:gd name="connsiteY8" fmla="*/ 4817907 h 4817907"/>
              <a:gd name="connsiteX9" fmla="*/ 0 w 3690709"/>
              <a:gd name="connsiteY9" fmla="*/ 2408952 h 4817907"/>
              <a:gd name="connsiteX10" fmla="*/ 2408953 w 3690709"/>
              <a:gd name="connsiteY10" fmla="*/ 0 h 4817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90709" h="4817907">
                <a:moveTo>
                  <a:pt x="2408953" y="0"/>
                </a:moveTo>
                <a:lnTo>
                  <a:pt x="3690709" y="0"/>
                </a:lnTo>
                <a:lnTo>
                  <a:pt x="3690709" y="1682954"/>
                </a:lnTo>
                <a:lnTo>
                  <a:pt x="2365907" y="1682954"/>
                </a:lnTo>
                <a:cubicBezTo>
                  <a:pt x="1964416" y="1682954"/>
                  <a:pt x="1639081" y="2008290"/>
                  <a:pt x="1639081" y="2409780"/>
                </a:cubicBezTo>
                <a:cubicBezTo>
                  <a:pt x="1639081" y="2811275"/>
                  <a:pt x="1964416" y="3135777"/>
                  <a:pt x="2365907" y="3135777"/>
                </a:cubicBezTo>
                <a:lnTo>
                  <a:pt x="3690709" y="3135777"/>
                </a:lnTo>
                <a:lnTo>
                  <a:pt x="3690709" y="4817907"/>
                </a:lnTo>
                <a:lnTo>
                  <a:pt x="2408953" y="4817907"/>
                </a:lnTo>
                <a:cubicBezTo>
                  <a:pt x="1078647" y="4817907"/>
                  <a:pt x="0" y="3739260"/>
                  <a:pt x="0" y="2408952"/>
                </a:cubicBezTo>
                <a:cubicBezTo>
                  <a:pt x="0" y="1078647"/>
                  <a:pt x="1078647" y="0"/>
                  <a:pt x="2408953" y="0"/>
                </a:cubicBezTo>
                <a:close/>
              </a:path>
            </a:pathLst>
          </a:custGeom>
          <a:solidFill>
            <a:srgbClr val="A2B969">
              <a:alpha val="5000"/>
            </a:srgbClr>
          </a:solidFill>
          <a:ln w="31750" cap="flat">
            <a:noFill/>
            <a:prstDash val="solid"/>
            <a:bevel/>
          </a:ln>
        </p:spPr>
        <p:txBody>
          <a:bodyPr wrap="square" rtlCol="0" anchor="ctr">
            <a:noAutofit/>
          </a:bodyPr>
          <a:lstStyle/>
          <a:p>
            <a:pPr algn="ctr"/>
            <a:endParaRPr lang="fr-FR"/>
          </a:p>
        </p:txBody>
      </p:sp>
      <p:sp>
        <p:nvSpPr>
          <p:cNvPr id="25" name="Titre 24">
            <a:extLst>
              <a:ext uri="{FF2B5EF4-FFF2-40B4-BE49-F238E27FC236}">
                <a16:creationId xmlns:a16="http://schemas.microsoft.com/office/drawing/2014/main" id="{18EE1731-4537-E9B9-0F5D-D120F61265CD}"/>
              </a:ext>
            </a:extLst>
          </p:cNvPr>
          <p:cNvSpPr>
            <a:spLocks noGrp="1"/>
          </p:cNvSpPr>
          <p:nvPr>
            <p:ph type="title" hasCustomPrompt="1"/>
          </p:nvPr>
        </p:nvSpPr>
        <p:spPr>
          <a:xfrm>
            <a:off x="838595" y="338788"/>
            <a:ext cx="5375394" cy="369332"/>
          </a:xfrm>
          <a:prstGeom prst="rect">
            <a:avLst/>
          </a:prstGeom>
          <a:noFill/>
        </p:spPr>
        <p:txBody>
          <a:bodyPr wrap="square" rtlCol="0">
            <a:spAutoFit/>
          </a:bodyPr>
          <a:lstStyle>
            <a:lvl1pPr>
              <a:defRPr lang="fr-FR" sz="2000" b="1" cap="all" baseline="0">
                <a:solidFill>
                  <a:srgbClr val="102031"/>
                </a:solidFill>
                <a:latin typeface="Avenir Black" panose="02000503020000020003" pitchFamily="2" charset="0"/>
                <a:ea typeface="+mn-ea"/>
                <a:cs typeface="+mn-cs"/>
              </a:defRPr>
            </a:lvl1pPr>
          </a:lstStyle>
          <a:p>
            <a:pPr marL="0" lvl="0" indent="0"/>
            <a:r>
              <a:rPr lang="fr-FR" dirty="0"/>
              <a:t>TITRE</a:t>
            </a:r>
          </a:p>
        </p:txBody>
      </p:sp>
      <p:sp>
        <p:nvSpPr>
          <p:cNvPr id="29" name="Espace réservé du texte 28">
            <a:extLst>
              <a:ext uri="{FF2B5EF4-FFF2-40B4-BE49-F238E27FC236}">
                <a16:creationId xmlns:a16="http://schemas.microsoft.com/office/drawing/2014/main" id="{4B4DCA80-AF36-A5D8-A976-87B3A70F0970}"/>
              </a:ext>
            </a:extLst>
          </p:cNvPr>
          <p:cNvSpPr>
            <a:spLocks noGrp="1"/>
          </p:cNvSpPr>
          <p:nvPr>
            <p:ph type="body" sz="quarter" idx="10" hasCustomPrompt="1"/>
          </p:nvPr>
        </p:nvSpPr>
        <p:spPr>
          <a:xfrm>
            <a:off x="924539" y="790043"/>
            <a:ext cx="846707" cy="286232"/>
          </a:xfrm>
          <a:prstGeom prst="rect">
            <a:avLst/>
          </a:prstGeom>
          <a:noFill/>
        </p:spPr>
        <p:txBody>
          <a:bodyPr wrap="none" rtlCol="0">
            <a:spAutoFit/>
          </a:bodyPr>
          <a:lstStyle>
            <a:lvl1pPr marL="0" indent="0">
              <a:buNone/>
              <a:defRPr lang="fr-FR" sz="1400" dirty="0" smtClean="0">
                <a:solidFill>
                  <a:srgbClr val="096D6D"/>
                </a:solidFill>
                <a:latin typeface="Avenir Book" panose="02000503020000020003" pitchFamily="2" charset="0"/>
              </a:defRPr>
            </a:lvl1pPr>
          </a:lstStyle>
          <a:p>
            <a:pPr marL="0" lvl="0"/>
            <a:r>
              <a:rPr lang="fr-FR" dirty="0"/>
              <a:t>Sous-titre</a:t>
            </a:r>
          </a:p>
        </p:txBody>
      </p:sp>
      <p:sp>
        <p:nvSpPr>
          <p:cNvPr id="31" name="Espace réservé du texte 30">
            <a:extLst>
              <a:ext uri="{FF2B5EF4-FFF2-40B4-BE49-F238E27FC236}">
                <a16:creationId xmlns:a16="http://schemas.microsoft.com/office/drawing/2014/main" id="{4F9DB383-8B18-4CB4-E7D6-BADD1BD6EFCC}"/>
              </a:ext>
            </a:extLst>
          </p:cNvPr>
          <p:cNvSpPr>
            <a:spLocks noGrp="1"/>
          </p:cNvSpPr>
          <p:nvPr>
            <p:ph type="body" sz="quarter" idx="11" hasCustomPrompt="1"/>
          </p:nvPr>
        </p:nvSpPr>
        <p:spPr>
          <a:xfrm>
            <a:off x="116613" y="216514"/>
            <a:ext cx="680525" cy="609398"/>
          </a:xfrm>
          <a:prstGeom prst="rect">
            <a:avLst/>
          </a:prstGeom>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marL="0" indent="0">
              <a:buNone/>
              <a:defRPr lang="fr-FR" sz="4400" dirty="0">
                <a:solidFill>
                  <a:srgbClr val="93C97B"/>
                </a:solidFill>
                <a:latin typeface="Barlow Black" panose="00000A00000000000000" pitchFamily="2" charset="0"/>
              </a:defRPr>
            </a:lvl1pPr>
          </a:lstStyle>
          <a:p>
            <a:pPr marL="0" lvl="0">
              <a:spcBef>
                <a:spcPts val="3400"/>
              </a:spcBef>
            </a:pPr>
            <a:r>
              <a:rPr lang="fr-FR" dirty="0"/>
              <a:t>00</a:t>
            </a:r>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septembre 25</a:t>
            </a:fld>
            <a:r>
              <a:rPr lang="fr-FR" sz="1100" kern="1200" dirty="0">
                <a:solidFill>
                  <a:schemeClr val="bg1"/>
                </a:solidFill>
                <a:latin typeface="Avenir Book" panose="02000503020000020003"/>
                <a:ea typeface="+mn-ea"/>
                <a:cs typeface="+mn-cs"/>
              </a:rPr>
              <a:t>    |</a:t>
            </a:r>
          </a:p>
        </p:txBody>
      </p:sp>
      <p:sp>
        <p:nvSpPr>
          <p:cNvPr id="2" name="Rectangle : coins arrondis 1">
            <a:extLst>
              <a:ext uri="{FF2B5EF4-FFF2-40B4-BE49-F238E27FC236}">
                <a16:creationId xmlns:a16="http://schemas.microsoft.com/office/drawing/2014/main" id="{32391908-6327-0A6E-E1BD-2A13E5BD7645}"/>
              </a:ext>
            </a:extLst>
          </p:cNvPr>
          <p:cNvSpPr/>
          <p:nvPr userDrawn="1">
            <p:custDataLst>
              <p:tags r:id="rId4"/>
            </p:custDataLst>
          </p:nvPr>
        </p:nvSpPr>
        <p:spPr>
          <a:xfrm flipV="1">
            <a:off x="6922286" y="477735"/>
            <a:ext cx="725466" cy="45719"/>
          </a:xfrm>
          <a:prstGeom prst="roundRect">
            <a:avLst/>
          </a:prstGeom>
          <a:solidFill>
            <a:srgbClr val="93C9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400"/>
          </a:p>
        </p:txBody>
      </p:sp>
      <p:grpSp>
        <p:nvGrpSpPr>
          <p:cNvPr id="4" name="Groupe 3">
            <a:extLst>
              <a:ext uri="{FF2B5EF4-FFF2-40B4-BE49-F238E27FC236}">
                <a16:creationId xmlns:a16="http://schemas.microsoft.com/office/drawing/2014/main" id="{BC352DF8-5C00-39C8-A735-F0FDD9A8558A}"/>
              </a:ext>
            </a:extLst>
          </p:cNvPr>
          <p:cNvGrpSpPr/>
          <p:nvPr userDrawn="1">
            <p:custDataLst>
              <p:tags r:id="rId5"/>
            </p:custDataLst>
          </p:nvPr>
        </p:nvGrpSpPr>
        <p:grpSpPr>
          <a:xfrm rot="16200000">
            <a:off x="155324" y="6113809"/>
            <a:ext cx="437865" cy="552872"/>
            <a:chOff x="9790045" y="4246976"/>
            <a:chExt cx="1843965" cy="2328292"/>
          </a:xfrm>
        </p:grpSpPr>
        <p:sp>
          <p:nvSpPr>
            <p:cNvPr id="5" name="Délai  30">
              <a:extLst>
                <a:ext uri="{FF2B5EF4-FFF2-40B4-BE49-F238E27FC236}">
                  <a16:creationId xmlns:a16="http://schemas.microsoft.com/office/drawing/2014/main" id="{D98E0DFC-2079-1B7E-B812-EC894FE1BD2C}"/>
                </a:ext>
              </a:extLst>
            </p:cNvPr>
            <p:cNvSpPr/>
            <p:nvPr/>
          </p:nvSpPr>
          <p:spPr>
            <a:xfrm rot="2571875">
              <a:off x="10485910" y="4484086"/>
              <a:ext cx="1148100" cy="2091182"/>
            </a:xfrm>
            <a:prstGeom prst="flowChartDelay">
              <a:avLst/>
            </a:prstGeom>
            <a:solidFill>
              <a:srgbClr val="93C9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Ellipse 5">
              <a:extLst>
                <a:ext uri="{FF2B5EF4-FFF2-40B4-BE49-F238E27FC236}">
                  <a16:creationId xmlns:a16="http://schemas.microsoft.com/office/drawing/2014/main" id="{9CF77167-9BAB-2FD0-E7DD-1F45D91F76FA}"/>
                </a:ext>
              </a:extLst>
            </p:cNvPr>
            <p:cNvSpPr/>
            <p:nvPr/>
          </p:nvSpPr>
          <p:spPr>
            <a:xfrm>
              <a:off x="9790045" y="4246976"/>
              <a:ext cx="920749" cy="920749"/>
            </a:xfrm>
            <a:prstGeom prst="ellipse">
              <a:avLst/>
            </a:prstGeom>
            <a:solidFill>
              <a:srgbClr val="1020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3074432389"/>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rchitecture_masque_jaun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Image 11" descr="Une image contenant Graphique, graphisme, Police, logo&#10;&#10;Description générée automatiquement">
            <a:extLst>
              <a:ext uri="{FF2B5EF4-FFF2-40B4-BE49-F238E27FC236}">
                <a16:creationId xmlns:a16="http://schemas.microsoft.com/office/drawing/2014/main" id="{CF39D1B6-EAC1-C0C6-42D0-0FA330F6197C}"/>
              </a:ext>
            </a:extLst>
          </p:cNvPr>
          <p:cNvPicPr>
            <a:picLocks noChangeAspect="1"/>
          </p:cNvPicPr>
          <p:nvPr userDrawn="1">
            <p:custDataLst>
              <p:tags r:id="rId2"/>
            </p:custDataLst>
          </p:nvPr>
        </p:nvPicPr>
        <p:blipFill>
          <a:blip r:embed="rId7"/>
          <a:stretch>
            <a:fillRect/>
          </a:stretch>
        </p:blipFill>
        <p:spPr>
          <a:xfrm>
            <a:off x="11361046" y="5904942"/>
            <a:ext cx="794657" cy="794657"/>
          </a:xfrm>
          <a:prstGeom prst="rect">
            <a:avLst/>
          </a:prstGeom>
        </p:spPr>
      </p:pic>
      <p:sp>
        <p:nvSpPr>
          <p:cNvPr id="16" name="Forme libre : forme 4">
            <a:extLst>
              <a:ext uri="{FF2B5EF4-FFF2-40B4-BE49-F238E27FC236}">
                <a16:creationId xmlns:a16="http://schemas.microsoft.com/office/drawing/2014/main" id="{5B20FF11-895E-10A3-49AB-7136E3E46E8B}"/>
              </a:ext>
            </a:extLst>
          </p:cNvPr>
          <p:cNvSpPr/>
          <p:nvPr userDrawn="1">
            <p:custDataLst>
              <p:tags r:id="rId3"/>
            </p:custDataLst>
          </p:nvPr>
        </p:nvSpPr>
        <p:spPr>
          <a:xfrm rot="10800000">
            <a:off x="0" y="139686"/>
            <a:ext cx="502791" cy="656351"/>
          </a:xfrm>
          <a:custGeom>
            <a:avLst/>
            <a:gdLst>
              <a:gd name="connsiteX0" fmla="*/ 2408953 w 3690709"/>
              <a:gd name="connsiteY0" fmla="*/ 0 h 4817907"/>
              <a:gd name="connsiteX1" fmla="*/ 3690709 w 3690709"/>
              <a:gd name="connsiteY1" fmla="*/ 0 h 4817907"/>
              <a:gd name="connsiteX2" fmla="*/ 3690709 w 3690709"/>
              <a:gd name="connsiteY2" fmla="*/ 1682954 h 4817907"/>
              <a:gd name="connsiteX3" fmla="*/ 2365907 w 3690709"/>
              <a:gd name="connsiteY3" fmla="*/ 1682954 h 4817907"/>
              <a:gd name="connsiteX4" fmla="*/ 1639081 w 3690709"/>
              <a:gd name="connsiteY4" fmla="*/ 2409780 h 4817907"/>
              <a:gd name="connsiteX5" fmla="*/ 2365907 w 3690709"/>
              <a:gd name="connsiteY5" fmla="*/ 3135777 h 4817907"/>
              <a:gd name="connsiteX6" fmla="*/ 3690709 w 3690709"/>
              <a:gd name="connsiteY6" fmla="*/ 3135777 h 4817907"/>
              <a:gd name="connsiteX7" fmla="*/ 3690709 w 3690709"/>
              <a:gd name="connsiteY7" fmla="*/ 4817907 h 4817907"/>
              <a:gd name="connsiteX8" fmla="*/ 2408953 w 3690709"/>
              <a:gd name="connsiteY8" fmla="*/ 4817907 h 4817907"/>
              <a:gd name="connsiteX9" fmla="*/ 0 w 3690709"/>
              <a:gd name="connsiteY9" fmla="*/ 2408952 h 4817907"/>
              <a:gd name="connsiteX10" fmla="*/ 2408953 w 3690709"/>
              <a:gd name="connsiteY10" fmla="*/ 0 h 4817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90709" h="4817907">
                <a:moveTo>
                  <a:pt x="2408953" y="0"/>
                </a:moveTo>
                <a:lnTo>
                  <a:pt x="3690709" y="0"/>
                </a:lnTo>
                <a:lnTo>
                  <a:pt x="3690709" y="1682954"/>
                </a:lnTo>
                <a:lnTo>
                  <a:pt x="2365907" y="1682954"/>
                </a:lnTo>
                <a:cubicBezTo>
                  <a:pt x="1964416" y="1682954"/>
                  <a:pt x="1639081" y="2008290"/>
                  <a:pt x="1639081" y="2409780"/>
                </a:cubicBezTo>
                <a:cubicBezTo>
                  <a:pt x="1639081" y="2811275"/>
                  <a:pt x="1964416" y="3135777"/>
                  <a:pt x="2365907" y="3135777"/>
                </a:cubicBezTo>
                <a:lnTo>
                  <a:pt x="3690709" y="3135777"/>
                </a:lnTo>
                <a:lnTo>
                  <a:pt x="3690709" y="4817907"/>
                </a:lnTo>
                <a:lnTo>
                  <a:pt x="2408953" y="4817907"/>
                </a:lnTo>
                <a:cubicBezTo>
                  <a:pt x="1078647" y="4817907"/>
                  <a:pt x="0" y="3739260"/>
                  <a:pt x="0" y="2408952"/>
                </a:cubicBezTo>
                <a:cubicBezTo>
                  <a:pt x="0" y="1078647"/>
                  <a:pt x="1078647" y="0"/>
                  <a:pt x="2408953" y="0"/>
                </a:cubicBezTo>
                <a:close/>
              </a:path>
            </a:pathLst>
          </a:custGeom>
          <a:solidFill>
            <a:srgbClr val="F5C56F">
              <a:alpha val="5000"/>
            </a:srgbClr>
          </a:solidFill>
          <a:ln w="31750" cap="flat">
            <a:noFill/>
            <a:prstDash val="solid"/>
            <a:bevel/>
          </a:ln>
        </p:spPr>
        <p:txBody>
          <a:bodyPr wrap="square" rtlCol="0" anchor="ctr">
            <a:noAutofit/>
          </a:bodyPr>
          <a:lstStyle/>
          <a:p>
            <a:pPr algn="ctr"/>
            <a:endParaRPr lang="fr-FR"/>
          </a:p>
        </p:txBody>
      </p:sp>
      <p:sp>
        <p:nvSpPr>
          <p:cNvPr id="25" name="Titre 24">
            <a:extLst>
              <a:ext uri="{FF2B5EF4-FFF2-40B4-BE49-F238E27FC236}">
                <a16:creationId xmlns:a16="http://schemas.microsoft.com/office/drawing/2014/main" id="{18EE1731-4537-E9B9-0F5D-D120F61265CD}"/>
              </a:ext>
            </a:extLst>
          </p:cNvPr>
          <p:cNvSpPr>
            <a:spLocks noGrp="1"/>
          </p:cNvSpPr>
          <p:nvPr>
            <p:ph type="title" hasCustomPrompt="1"/>
          </p:nvPr>
        </p:nvSpPr>
        <p:spPr>
          <a:xfrm>
            <a:off x="838595" y="338788"/>
            <a:ext cx="5375394" cy="369332"/>
          </a:xfrm>
          <a:prstGeom prst="rect">
            <a:avLst/>
          </a:prstGeom>
          <a:noFill/>
        </p:spPr>
        <p:txBody>
          <a:bodyPr wrap="square" rtlCol="0">
            <a:spAutoFit/>
          </a:bodyPr>
          <a:lstStyle>
            <a:lvl1pPr>
              <a:defRPr lang="fr-FR" sz="2000" b="1" cap="all" baseline="0">
                <a:solidFill>
                  <a:srgbClr val="102031"/>
                </a:solidFill>
                <a:latin typeface="Avenir Black" panose="02000503020000020003" pitchFamily="2" charset="0"/>
                <a:ea typeface="+mn-ea"/>
                <a:cs typeface="+mn-cs"/>
              </a:defRPr>
            </a:lvl1pPr>
          </a:lstStyle>
          <a:p>
            <a:pPr marL="0" lvl="0" indent="0"/>
            <a:r>
              <a:rPr lang="fr-FR" dirty="0"/>
              <a:t>TITRE</a:t>
            </a:r>
          </a:p>
        </p:txBody>
      </p:sp>
      <p:sp>
        <p:nvSpPr>
          <p:cNvPr id="29" name="Espace réservé du texte 28">
            <a:extLst>
              <a:ext uri="{FF2B5EF4-FFF2-40B4-BE49-F238E27FC236}">
                <a16:creationId xmlns:a16="http://schemas.microsoft.com/office/drawing/2014/main" id="{4B4DCA80-AF36-A5D8-A976-87B3A70F0970}"/>
              </a:ext>
            </a:extLst>
          </p:cNvPr>
          <p:cNvSpPr>
            <a:spLocks noGrp="1"/>
          </p:cNvSpPr>
          <p:nvPr>
            <p:ph type="body" sz="quarter" idx="10" hasCustomPrompt="1"/>
          </p:nvPr>
        </p:nvSpPr>
        <p:spPr>
          <a:xfrm>
            <a:off x="924539" y="790043"/>
            <a:ext cx="846707" cy="286232"/>
          </a:xfrm>
          <a:prstGeom prst="rect">
            <a:avLst/>
          </a:prstGeom>
          <a:noFill/>
        </p:spPr>
        <p:txBody>
          <a:bodyPr wrap="none" rtlCol="0">
            <a:spAutoFit/>
          </a:bodyPr>
          <a:lstStyle>
            <a:lvl1pPr marL="0" indent="0">
              <a:buNone/>
              <a:defRPr lang="fr-FR" sz="1400" dirty="0" smtClean="0">
                <a:solidFill>
                  <a:srgbClr val="096D6D"/>
                </a:solidFill>
                <a:latin typeface="Avenir Book" panose="02000503020000020003" pitchFamily="2" charset="0"/>
              </a:defRPr>
            </a:lvl1pPr>
          </a:lstStyle>
          <a:p>
            <a:pPr marL="0" lvl="0"/>
            <a:r>
              <a:rPr lang="fr-FR" dirty="0"/>
              <a:t>Sous-titre</a:t>
            </a:r>
          </a:p>
        </p:txBody>
      </p:sp>
      <p:sp>
        <p:nvSpPr>
          <p:cNvPr id="31" name="Espace réservé du texte 30">
            <a:extLst>
              <a:ext uri="{FF2B5EF4-FFF2-40B4-BE49-F238E27FC236}">
                <a16:creationId xmlns:a16="http://schemas.microsoft.com/office/drawing/2014/main" id="{4F9DB383-8B18-4CB4-E7D6-BADD1BD6EFCC}"/>
              </a:ext>
            </a:extLst>
          </p:cNvPr>
          <p:cNvSpPr>
            <a:spLocks noGrp="1"/>
          </p:cNvSpPr>
          <p:nvPr>
            <p:ph type="body" sz="quarter" idx="11" hasCustomPrompt="1"/>
          </p:nvPr>
        </p:nvSpPr>
        <p:spPr>
          <a:xfrm>
            <a:off x="116613" y="216514"/>
            <a:ext cx="680525" cy="609398"/>
          </a:xfrm>
          <a:prstGeom prst="rect">
            <a:avLst/>
          </a:prstGeom>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marL="0" indent="0">
              <a:buNone/>
              <a:defRPr lang="fr-FR" sz="4400" dirty="0">
                <a:solidFill>
                  <a:srgbClr val="E75113"/>
                </a:solidFill>
                <a:latin typeface="Barlow Black" panose="00000A00000000000000" pitchFamily="2" charset="0"/>
              </a:defRPr>
            </a:lvl1pPr>
          </a:lstStyle>
          <a:p>
            <a:pPr marL="0" lvl="0">
              <a:spcBef>
                <a:spcPts val="3400"/>
              </a:spcBef>
            </a:pPr>
            <a:r>
              <a:rPr lang="en-GB" sz="4400" dirty="0">
                <a:solidFill>
                  <a:srgbClr val="FAB92E"/>
                </a:solidFill>
                <a:latin typeface="Barlow Black" panose="00000A00000000000000" pitchFamily="2" charset="0"/>
              </a:rPr>
              <a:t>00</a:t>
            </a:r>
            <a:endParaRPr lang="fr-FR" dirty="0"/>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septembre 25</a:t>
            </a:fld>
            <a:r>
              <a:rPr lang="fr-FR" sz="1100" kern="1200" dirty="0">
                <a:solidFill>
                  <a:schemeClr val="bg1"/>
                </a:solidFill>
                <a:latin typeface="Avenir Book" panose="02000503020000020003"/>
                <a:ea typeface="+mn-ea"/>
                <a:cs typeface="+mn-cs"/>
              </a:rPr>
              <a:t>    |</a:t>
            </a:r>
          </a:p>
        </p:txBody>
      </p:sp>
      <p:sp>
        <p:nvSpPr>
          <p:cNvPr id="2" name="Rectangle : coins arrondis 1">
            <a:extLst>
              <a:ext uri="{FF2B5EF4-FFF2-40B4-BE49-F238E27FC236}">
                <a16:creationId xmlns:a16="http://schemas.microsoft.com/office/drawing/2014/main" id="{A1BC00A5-DC47-A137-705E-3EC58E50E705}"/>
              </a:ext>
            </a:extLst>
          </p:cNvPr>
          <p:cNvSpPr/>
          <p:nvPr userDrawn="1">
            <p:custDataLst>
              <p:tags r:id="rId4"/>
            </p:custDataLst>
          </p:nvPr>
        </p:nvSpPr>
        <p:spPr>
          <a:xfrm flipV="1">
            <a:off x="7993622" y="472711"/>
            <a:ext cx="725466" cy="45719"/>
          </a:xfrm>
          <a:prstGeom prst="roundRect">
            <a:avLst/>
          </a:prstGeom>
          <a:solidFill>
            <a:srgbClr val="FAB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400"/>
          </a:p>
        </p:txBody>
      </p:sp>
      <p:grpSp>
        <p:nvGrpSpPr>
          <p:cNvPr id="3" name="Groupe 2">
            <a:extLst>
              <a:ext uri="{FF2B5EF4-FFF2-40B4-BE49-F238E27FC236}">
                <a16:creationId xmlns:a16="http://schemas.microsoft.com/office/drawing/2014/main" id="{EE35BFF7-93F2-F1A5-CC99-CC76FA7F9119}"/>
              </a:ext>
            </a:extLst>
          </p:cNvPr>
          <p:cNvGrpSpPr/>
          <p:nvPr userDrawn="1">
            <p:custDataLst>
              <p:tags r:id="rId5"/>
            </p:custDataLst>
          </p:nvPr>
        </p:nvGrpSpPr>
        <p:grpSpPr>
          <a:xfrm rot="5182598">
            <a:off x="171123" y="6048826"/>
            <a:ext cx="434031" cy="548033"/>
            <a:chOff x="9790045" y="4246976"/>
            <a:chExt cx="1843965" cy="2328292"/>
          </a:xfrm>
        </p:grpSpPr>
        <p:sp>
          <p:nvSpPr>
            <p:cNvPr id="4" name="Délai  87">
              <a:extLst>
                <a:ext uri="{FF2B5EF4-FFF2-40B4-BE49-F238E27FC236}">
                  <a16:creationId xmlns:a16="http://schemas.microsoft.com/office/drawing/2014/main" id="{A629D8B5-DAA9-B229-75F3-7DBAD840DBB0}"/>
                </a:ext>
              </a:extLst>
            </p:cNvPr>
            <p:cNvSpPr/>
            <p:nvPr/>
          </p:nvSpPr>
          <p:spPr>
            <a:xfrm rot="2571875">
              <a:off x="10485910" y="4484086"/>
              <a:ext cx="1148100" cy="2091182"/>
            </a:xfrm>
            <a:prstGeom prst="flowChartDelay">
              <a:avLst/>
            </a:prstGeom>
            <a:solidFill>
              <a:srgbClr val="1020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llipse 4">
              <a:extLst>
                <a:ext uri="{FF2B5EF4-FFF2-40B4-BE49-F238E27FC236}">
                  <a16:creationId xmlns:a16="http://schemas.microsoft.com/office/drawing/2014/main" id="{28C001A9-3E20-B8BE-64EA-05C0404183B1}"/>
                </a:ext>
              </a:extLst>
            </p:cNvPr>
            <p:cNvSpPr/>
            <p:nvPr/>
          </p:nvSpPr>
          <p:spPr>
            <a:xfrm>
              <a:off x="9790045" y="4246976"/>
              <a:ext cx="920749" cy="920749"/>
            </a:xfrm>
            <a:prstGeom prst="ellipse">
              <a:avLst/>
            </a:prstGeom>
            <a:solidFill>
              <a:srgbClr val="FAB8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4188829886"/>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Architecture_masque_viole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Image 11" descr="Une image contenant Graphique, graphisme, Police, logo&#10;&#10;Description générée automatiquement">
            <a:extLst>
              <a:ext uri="{FF2B5EF4-FFF2-40B4-BE49-F238E27FC236}">
                <a16:creationId xmlns:a16="http://schemas.microsoft.com/office/drawing/2014/main" id="{CF39D1B6-EAC1-C0C6-42D0-0FA330F6197C}"/>
              </a:ext>
            </a:extLst>
          </p:cNvPr>
          <p:cNvPicPr>
            <a:picLocks noChangeAspect="1"/>
          </p:cNvPicPr>
          <p:nvPr userDrawn="1">
            <p:custDataLst>
              <p:tags r:id="rId2"/>
            </p:custDataLst>
          </p:nvPr>
        </p:nvPicPr>
        <p:blipFill>
          <a:blip r:embed="rId7"/>
          <a:stretch>
            <a:fillRect/>
          </a:stretch>
        </p:blipFill>
        <p:spPr>
          <a:xfrm>
            <a:off x="11361046" y="5904942"/>
            <a:ext cx="794657" cy="794657"/>
          </a:xfrm>
          <a:prstGeom prst="rect">
            <a:avLst/>
          </a:prstGeom>
        </p:spPr>
      </p:pic>
      <p:sp>
        <p:nvSpPr>
          <p:cNvPr id="16" name="Forme libre : forme 4">
            <a:extLst>
              <a:ext uri="{FF2B5EF4-FFF2-40B4-BE49-F238E27FC236}">
                <a16:creationId xmlns:a16="http://schemas.microsoft.com/office/drawing/2014/main" id="{5B20FF11-895E-10A3-49AB-7136E3E46E8B}"/>
              </a:ext>
            </a:extLst>
          </p:cNvPr>
          <p:cNvSpPr/>
          <p:nvPr userDrawn="1">
            <p:custDataLst>
              <p:tags r:id="rId3"/>
            </p:custDataLst>
          </p:nvPr>
        </p:nvSpPr>
        <p:spPr>
          <a:xfrm rot="10800000">
            <a:off x="0" y="139686"/>
            <a:ext cx="502791" cy="656351"/>
          </a:xfrm>
          <a:custGeom>
            <a:avLst/>
            <a:gdLst>
              <a:gd name="connsiteX0" fmla="*/ 2408953 w 3690709"/>
              <a:gd name="connsiteY0" fmla="*/ 0 h 4817907"/>
              <a:gd name="connsiteX1" fmla="*/ 3690709 w 3690709"/>
              <a:gd name="connsiteY1" fmla="*/ 0 h 4817907"/>
              <a:gd name="connsiteX2" fmla="*/ 3690709 w 3690709"/>
              <a:gd name="connsiteY2" fmla="*/ 1682954 h 4817907"/>
              <a:gd name="connsiteX3" fmla="*/ 2365907 w 3690709"/>
              <a:gd name="connsiteY3" fmla="*/ 1682954 h 4817907"/>
              <a:gd name="connsiteX4" fmla="*/ 1639081 w 3690709"/>
              <a:gd name="connsiteY4" fmla="*/ 2409780 h 4817907"/>
              <a:gd name="connsiteX5" fmla="*/ 2365907 w 3690709"/>
              <a:gd name="connsiteY5" fmla="*/ 3135777 h 4817907"/>
              <a:gd name="connsiteX6" fmla="*/ 3690709 w 3690709"/>
              <a:gd name="connsiteY6" fmla="*/ 3135777 h 4817907"/>
              <a:gd name="connsiteX7" fmla="*/ 3690709 w 3690709"/>
              <a:gd name="connsiteY7" fmla="*/ 4817907 h 4817907"/>
              <a:gd name="connsiteX8" fmla="*/ 2408953 w 3690709"/>
              <a:gd name="connsiteY8" fmla="*/ 4817907 h 4817907"/>
              <a:gd name="connsiteX9" fmla="*/ 0 w 3690709"/>
              <a:gd name="connsiteY9" fmla="*/ 2408952 h 4817907"/>
              <a:gd name="connsiteX10" fmla="*/ 2408953 w 3690709"/>
              <a:gd name="connsiteY10" fmla="*/ 0 h 4817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90709" h="4817907">
                <a:moveTo>
                  <a:pt x="2408953" y="0"/>
                </a:moveTo>
                <a:lnTo>
                  <a:pt x="3690709" y="0"/>
                </a:lnTo>
                <a:lnTo>
                  <a:pt x="3690709" y="1682954"/>
                </a:lnTo>
                <a:lnTo>
                  <a:pt x="2365907" y="1682954"/>
                </a:lnTo>
                <a:cubicBezTo>
                  <a:pt x="1964416" y="1682954"/>
                  <a:pt x="1639081" y="2008290"/>
                  <a:pt x="1639081" y="2409780"/>
                </a:cubicBezTo>
                <a:cubicBezTo>
                  <a:pt x="1639081" y="2811275"/>
                  <a:pt x="1964416" y="3135777"/>
                  <a:pt x="2365907" y="3135777"/>
                </a:cubicBezTo>
                <a:lnTo>
                  <a:pt x="3690709" y="3135777"/>
                </a:lnTo>
                <a:lnTo>
                  <a:pt x="3690709" y="4817907"/>
                </a:lnTo>
                <a:lnTo>
                  <a:pt x="2408953" y="4817907"/>
                </a:lnTo>
                <a:cubicBezTo>
                  <a:pt x="1078647" y="4817907"/>
                  <a:pt x="0" y="3739260"/>
                  <a:pt x="0" y="2408952"/>
                </a:cubicBezTo>
                <a:cubicBezTo>
                  <a:pt x="0" y="1078647"/>
                  <a:pt x="1078647" y="0"/>
                  <a:pt x="2408953" y="0"/>
                </a:cubicBezTo>
                <a:close/>
              </a:path>
            </a:pathLst>
          </a:custGeom>
          <a:solidFill>
            <a:srgbClr val="6B8DE7">
              <a:alpha val="5000"/>
            </a:srgbClr>
          </a:solidFill>
          <a:ln w="31750" cap="flat">
            <a:noFill/>
            <a:prstDash val="solid"/>
            <a:bevel/>
          </a:ln>
        </p:spPr>
        <p:txBody>
          <a:bodyPr wrap="square" rtlCol="0" anchor="ctr">
            <a:noAutofit/>
          </a:bodyPr>
          <a:lstStyle/>
          <a:p>
            <a:pPr algn="ctr"/>
            <a:endParaRPr lang="fr-FR"/>
          </a:p>
        </p:txBody>
      </p:sp>
      <p:sp>
        <p:nvSpPr>
          <p:cNvPr id="25" name="Titre 24">
            <a:extLst>
              <a:ext uri="{FF2B5EF4-FFF2-40B4-BE49-F238E27FC236}">
                <a16:creationId xmlns:a16="http://schemas.microsoft.com/office/drawing/2014/main" id="{18EE1731-4537-E9B9-0F5D-D120F61265CD}"/>
              </a:ext>
            </a:extLst>
          </p:cNvPr>
          <p:cNvSpPr>
            <a:spLocks noGrp="1"/>
          </p:cNvSpPr>
          <p:nvPr>
            <p:ph type="title" hasCustomPrompt="1"/>
          </p:nvPr>
        </p:nvSpPr>
        <p:spPr>
          <a:xfrm>
            <a:off x="838595" y="338788"/>
            <a:ext cx="5375394" cy="369332"/>
          </a:xfrm>
          <a:prstGeom prst="rect">
            <a:avLst/>
          </a:prstGeom>
          <a:noFill/>
        </p:spPr>
        <p:txBody>
          <a:bodyPr wrap="square" rtlCol="0">
            <a:spAutoFit/>
          </a:bodyPr>
          <a:lstStyle>
            <a:lvl1pPr>
              <a:defRPr lang="fr-FR" sz="2000" b="1" cap="all" baseline="0">
                <a:solidFill>
                  <a:srgbClr val="102031"/>
                </a:solidFill>
                <a:latin typeface="Avenir Black" panose="02000503020000020003" pitchFamily="2" charset="0"/>
                <a:ea typeface="+mn-ea"/>
                <a:cs typeface="+mn-cs"/>
              </a:defRPr>
            </a:lvl1pPr>
          </a:lstStyle>
          <a:p>
            <a:pPr marL="0" lvl="0" indent="0"/>
            <a:r>
              <a:rPr lang="fr-FR" dirty="0"/>
              <a:t>TITRE</a:t>
            </a:r>
          </a:p>
        </p:txBody>
      </p:sp>
      <p:sp>
        <p:nvSpPr>
          <p:cNvPr id="29" name="Espace réservé du texte 28">
            <a:extLst>
              <a:ext uri="{FF2B5EF4-FFF2-40B4-BE49-F238E27FC236}">
                <a16:creationId xmlns:a16="http://schemas.microsoft.com/office/drawing/2014/main" id="{4B4DCA80-AF36-A5D8-A976-87B3A70F0970}"/>
              </a:ext>
            </a:extLst>
          </p:cNvPr>
          <p:cNvSpPr>
            <a:spLocks noGrp="1"/>
          </p:cNvSpPr>
          <p:nvPr>
            <p:ph type="body" sz="quarter" idx="10" hasCustomPrompt="1"/>
          </p:nvPr>
        </p:nvSpPr>
        <p:spPr>
          <a:xfrm>
            <a:off x="924539" y="790043"/>
            <a:ext cx="846707" cy="286232"/>
          </a:xfrm>
          <a:prstGeom prst="rect">
            <a:avLst/>
          </a:prstGeom>
          <a:noFill/>
        </p:spPr>
        <p:txBody>
          <a:bodyPr wrap="none" rtlCol="0">
            <a:spAutoFit/>
          </a:bodyPr>
          <a:lstStyle>
            <a:lvl1pPr marL="0" indent="0">
              <a:buNone/>
              <a:defRPr lang="fr-FR" sz="1400" dirty="0" smtClean="0">
                <a:solidFill>
                  <a:srgbClr val="096D6D"/>
                </a:solidFill>
                <a:latin typeface="Avenir Book" panose="02000503020000020003" pitchFamily="2" charset="0"/>
              </a:defRPr>
            </a:lvl1pPr>
          </a:lstStyle>
          <a:p>
            <a:pPr marL="0" lvl="0"/>
            <a:r>
              <a:rPr lang="fr-FR" dirty="0"/>
              <a:t>Sous-titre</a:t>
            </a:r>
          </a:p>
        </p:txBody>
      </p:sp>
      <p:sp>
        <p:nvSpPr>
          <p:cNvPr id="31" name="Espace réservé du texte 30">
            <a:extLst>
              <a:ext uri="{FF2B5EF4-FFF2-40B4-BE49-F238E27FC236}">
                <a16:creationId xmlns:a16="http://schemas.microsoft.com/office/drawing/2014/main" id="{4F9DB383-8B18-4CB4-E7D6-BADD1BD6EFCC}"/>
              </a:ext>
            </a:extLst>
          </p:cNvPr>
          <p:cNvSpPr>
            <a:spLocks noGrp="1"/>
          </p:cNvSpPr>
          <p:nvPr>
            <p:ph type="body" sz="quarter" idx="11" hasCustomPrompt="1"/>
          </p:nvPr>
        </p:nvSpPr>
        <p:spPr>
          <a:xfrm>
            <a:off x="116613" y="216514"/>
            <a:ext cx="680525" cy="609398"/>
          </a:xfrm>
          <a:prstGeom prst="rect">
            <a:avLst/>
          </a:prstGeom>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marL="0" indent="0">
              <a:buNone/>
              <a:defRPr lang="fr-FR" sz="4400" dirty="0">
                <a:solidFill>
                  <a:srgbClr val="E75113"/>
                </a:solidFill>
                <a:latin typeface="Barlow Black" panose="00000A00000000000000" pitchFamily="2" charset="0"/>
              </a:defRPr>
            </a:lvl1pPr>
          </a:lstStyle>
          <a:p>
            <a:pPr marL="0" lvl="0">
              <a:spcBef>
                <a:spcPts val="3400"/>
              </a:spcBef>
            </a:pPr>
            <a:r>
              <a:rPr lang="en-GB" sz="4400" dirty="0">
                <a:solidFill>
                  <a:srgbClr val="6B8DE7"/>
                </a:solidFill>
                <a:latin typeface="Barlow Black" panose="00000A00000000000000" pitchFamily="2" charset="0"/>
              </a:rPr>
              <a:t>00</a:t>
            </a:r>
            <a:endParaRPr lang="fr-FR" dirty="0"/>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septembre 25</a:t>
            </a:fld>
            <a:r>
              <a:rPr lang="fr-FR" sz="1100" kern="1200" dirty="0">
                <a:solidFill>
                  <a:schemeClr val="bg1"/>
                </a:solidFill>
                <a:latin typeface="Avenir Book" panose="02000503020000020003"/>
                <a:ea typeface="+mn-ea"/>
                <a:cs typeface="+mn-cs"/>
              </a:rPr>
              <a:t>    |</a:t>
            </a:r>
          </a:p>
        </p:txBody>
      </p:sp>
      <p:sp>
        <p:nvSpPr>
          <p:cNvPr id="6" name="Rectangle : coins arrondis 5">
            <a:extLst>
              <a:ext uri="{FF2B5EF4-FFF2-40B4-BE49-F238E27FC236}">
                <a16:creationId xmlns:a16="http://schemas.microsoft.com/office/drawing/2014/main" id="{97F1A43D-13BB-272E-D1BC-6794B6D58654}"/>
              </a:ext>
            </a:extLst>
          </p:cNvPr>
          <p:cNvSpPr/>
          <p:nvPr userDrawn="1">
            <p:custDataLst>
              <p:tags r:id="rId4"/>
            </p:custDataLst>
          </p:nvPr>
        </p:nvSpPr>
        <p:spPr>
          <a:xfrm flipV="1">
            <a:off x="9070132" y="467687"/>
            <a:ext cx="725466" cy="45719"/>
          </a:xfrm>
          <a:prstGeom prst="roundRect">
            <a:avLst/>
          </a:prstGeom>
          <a:solidFill>
            <a:srgbClr val="6B8D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400"/>
          </a:p>
        </p:txBody>
      </p:sp>
      <p:grpSp>
        <p:nvGrpSpPr>
          <p:cNvPr id="7" name="Groupe 6">
            <a:extLst>
              <a:ext uri="{FF2B5EF4-FFF2-40B4-BE49-F238E27FC236}">
                <a16:creationId xmlns:a16="http://schemas.microsoft.com/office/drawing/2014/main" id="{CCAF8A86-62C2-FDE1-91F5-5F45ADC89748}"/>
              </a:ext>
            </a:extLst>
          </p:cNvPr>
          <p:cNvGrpSpPr/>
          <p:nvPr userDrawn="1">
            <p:custDataLst>
              <p:tags r:id="rId5"/>
            </p:custDataLst>
          </p:nvPr>
        </p:nvGrpSpPr>
        <p:grpSpPr>
          <a:xfrm rot="10800000">
            <a:off x="139895" y="6043019"/>
            <a:ext cx="433236" cy="547028"/>
            <a:chOff x="9789002" y="336546"/>
            <a:chExt cx="1843965" cy="2328292"/>
          </a:xfrm>
        </p:grpSpPr>
        <p:sp>
          <p:nvSpPr>
            <p:cNvPr id="8" name="Délai  12">
              <a:extLst>
                <a:ext uri="{FF2B5EF4-FFF2-40B4-BE49-F238E27FC236}">
                  <a16:creationId xmlns:a16="http://schemas.microsoft.com/office/drawing/2014/main" id="{C5405FDD-5711-911B-E060-925AEE459E17}"/>
                </a:ext>
              </a:extLst>
            </p:cNvPr>
            <p:cNvSpPr/>
            <p:nvPr/>
          </p:nvSpPr>
          <p:spPr>
            <a:xfrm rot="2571875">
              <a:off x="10484867" y="573656"/>
              <a:ext cx="1148100" cy="2091182"/>
            </a:xfrm>
            <a:prstGeom prst="flowChartDelay">
              <a:avLst/>
            </a:prstGeom>
            <a:solidFill>
              <a:srgbClr val="6B8DE7"/>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42C90F05-0B84-8C62-47BF-857DE13C1225}"/>
                </a:ext>
              </a:extLst>
            </p:cNvPr>
            <p:cNvSpPr/>
            <p:nvPr/>
          </p:nvSpPr>
          <p:spPr>
            <a:xfrm>
              <a:off x="9789002" y="336546"/>
              <a:ext cx="920749" cy="920749"/>
            </a:xfrm>
            <a:prstGeom prst="ellipse">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2832964463"/>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rchitecture_masque_turquois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Image 11" descr="Une image contenant Graphique, graphisme, Police, logo&#10;&#10;Description générée automatiquement">
            <a:extLst>
              <a:ext uri="{FF2B5EF4-FFF2-40B4-BE49-F238E27FC236}">
                <a16:creationId xmlns:a16="http://schemas.microsoft.com/office/drawing/2014/main" id="{CF39D1B6-EAC1-C0C6-42D0-0FA330F6197C}"/>
              </a:ext>
            </a:extLst>
          </p:cNvPr>
          <p:cNvPicPr>
            <a:picLocks noChangeAspect="1"/>
          </p:cNvPicPr>
          <p:nvPr userDrawn="1">
            <p:custDataLst>
              <p:tags r:id="rId2"/>
            </p:custDataLst>
          </p:nvPr>
        </p:nvPicPr>
        <p:blipFill>
          <a:blip r:embed="rId7"/>
          <a:stretch>
            <a:fillRect/>
          </a:stretch>
        </p:blipFill>
        <p:spPr>
          <a:xfrm>
            <a:off x="11361046" y="5904942"/>
            <a:ext cx="794657" cy="794657"/>
          </a:xfrm>
          <a:prstGeom prst="rect">
            <a:avLst/>
          </a:prstGeom>
        </p:spPr>
      </p:pic>
      <p:sp>
        <p:nvSpPr>
          <p:cNvPr id="16" name="Forme libre : forme 4">
            <a:extLst>
              <a:ext uri="{FF2B5EF4-FFF2-40B4-BE49-F238E27FC236}">
                <a16:creationId xmlns:a16="http://schemas.microsoft.com/office/drawing/2014/main" id="{5B20FF11-895E-10A3-49AB-7136E3E46E8B}"/>
              </a:ext>
            </a:extLst>
          </p:cNvPr>
          <p:cNvSpPr/>
          <p:nvPr userDrawn="1">
            <p:custDataLst>
              <p:tags r:id="rId3"/>
            </p:custDataLst>
          </p:nvPr>
        </p:nvSpPr>
        <p:spPr>
          <a:xfrm rot="10800000">
            <a:off x="0" y="139686"/>
            <a:ext cx="502791" cy="656351"/>
          </a:xfrm>
          <a:custGeom>
            <a:avLst/>
            <a:gdLst>
              <a:gd name="connsiteX0" fmla="*/ 2408953 w 3690709"/>
              <a:gd name="connsiteY0" fmla="*/ 0 h 4817907"/>
              <a:gd name="connsiteX1" fmla="*/ 3690709 w 3690709"/>
              <a:gd name="connsiteY1" fmla="*/ 0 h 4817907"/>
              <a:gd name="connsiteX2" fmla="*/ 3690709 w 3690709"/>
              <a:gd name="connsiteY2" fmla="*/ 1682954 h 4817907"/>
              <a:gd name="connsiteX3" fmla="*/ 2365907 w 3690709"/>
              <a:gd name="connsiteY3" fmla="*/ 1682954 h 4817907"/>
              <a:gd name="connsiteX4" fmla="*/ 1639081 w 3690709"/>
              <a:gd name="connsiteY4" fmla="*/ 2409780 h 4817907"/>
              <a:gd name="connsiteX5" fmla="*/ 2365907 w 3690709"/>
              <a:gd name="connsiteY5" fmla="*/ 3135777 h 4817907"/>
              <a:gd name="connsiteX6" fmla="*/ 3690709 w 3690709"/>
              <a:gd name="connsiteY6" fmla="*/ 3135777 h 4817907"/>
              <a:gd name="connsiteX7" fmla="*/ 3690709 w 3690709"/>
              <a:gd name="connsiteY7" fmla="*/ 4817907 h 4817907"/>
              <a:gd name="connsiteX8" fmla="*/ 2408953 w 3690709"/>
              <a:gd name="connsiteY8" fmla="*/ 4817907 h 4817907"/>
              <a:gd name="connsiteX9" fmla="*/ 0 w 3690709"/>
              <a:gd name="connsiteY9" fmla="*/ 2408952 h 4817907"/>
              <a:gd name="connsiteX10" fmla="*/ 2408953 w 3690709"/>
              <a:gd name="connsiteY10" fmla="*/ 0 h 4817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90709" h="4817907">
                <a:moveTo>
                  <a:pt x="2408953" y="0"/>
                </a:moveTo>
                <a:lnTo>
                  <a:pt x="3690709" y="0"/>
                </a:lnTo>
                <a:lnTo>
                  <a:pt x="3690709" y="1682954"/>
                </a:lnTo>
                <a:lnTo>
                  <a:pt x="2365907" y="1682954"/>
                </a:lnTo>
                <a:cubicBezTo>
                  <a:pt x="1964416" y="1682954"/>
                  <a:pt x="1639081" y="2008290"/>
                  <a:pt x="1639081" y="2409780"/>
                </a:cubicBezTo>
                <a:cubicBezTo>
                  <a:pt x="1639081" y="2811275"/>
                  <a:pt x="1964416" y="3135777"/>
                  <a:pt x="2365907" y="3135777"/>
                </a:cubicBezTo>
                <a:lnTo>
                  <a:pt x="3690709" y="3135777"/>
                </a:lnTo>
                <a:lnTo>
                  <a:pt x="3690709" y="4817907"/>
                </a:lnTo>
                <a:lnTo>
                  <a:pt x="2408953" y="4817907"/>
                </a:lnTo>
                <a:cubicBezTo>
                  <a:pt x="1078647" y="4817907"/>
                  <a:pt x="0" y="3739260"/>
                  <a:pt x="0" y="2408952"/>
                </a:cubicBezTo>
                <a:cubicBezTo>
                  <a:pt x="0" y="1078647"/>
                  <a:pt x="1078647" y="0"/>
                  <a:pt x="2408953" y="0"/>
                </a:cubicBezTo>
                <a:close/>
              </a:path>
            </a:pathLst>
          </a:custGeom>
          <a:solidFill>
            <a:srgbClr val="00B7B5">
              <a:alpha val="5000"/>
            </a:srgbClr>
          </a:solidFill>
          <a:ln w="31750" cap="flat">
            <a:noFill/>
            <a:prstDash val="solid"/>
            <a:bevel/>
          </a:ln>
        </p:spPr>
        <p:txBody>
          <a:bodyPr wrap="square" rtlCol="0" anchor="ctr">
            <a:noAutofit/>
          </a:bodyPr>
          <a:lstStyle/>
          <a:p>
            <a:pPr algn="ctr"/>
            <a:endParaRPr lang="fr-FR"/>
          </a:p>
        </p:txBody>
      </p:sp>
      <p:sp>
        <p:nvSpPr>
          <p:cNvPr id="25" name="Titre 24">
            <a:extLst>
              <a:ext uri="{FF2B5EF4-FFF2-40B4-BE49-F238E27FC236}">
                <a16:creationId xmlns:a16="http://schemas.microsoft.com/office/drawing/2014/main" id="{18EE1731-4537-E9B9-0F5D-D120F61265CD}"/>
              </a:ext>
            </a:extLst>
          </p:cNvPr>
          <p:cNvSpPr>
            <a:spLocks noGrp="1"/>
          </p:cNvSpPr>
          <p:nvPr>
            <p:ph type="title" hasCustomPrompt="1"/>
          </p:nvPr>
        </p:nvSpPr>
        <p:spPr>
          <a:xfrm>
            <a:off x="838595" y="338788"/>
            <a:ext cx="5375394" cy="369332"/>
          </a:xfrm>
          <a:prstGeom prst="rect">
            <a:avLst/>
          </a:prstGeom>
          <a:noFill/>
        </p:spPr>
        <p:txBody>
          <a:bodyPr wrap="square" rtlCol="0">
            <a:spAutoFit/>
          </a:bodyPr>
          <a:lstStyle>
            <a:lvl1pPr>
              <a:defRPr lang="fr-FR" sz="2000" b="1" cap="all" baseline="0">
                <a:solidFill>
                  <a:srgbClr val="102031"/>
                </a:solidFill>
                <a:latin typeface="Avenir Black" panose="02000503020000020003" pitchFamily="2" charset="0"/>
                <a:ea typeface="+mn-ea"/>
                <a:cs typeface="+mn-cs"/>
              </a:defRPr>
            </a:lvl1pPr>
          </a:lstStyle>
          <a:p>
            <a:pPr marL="0" lvl="0" indent="0"/>
            <a:r>
              <a:rPr lang="fr-FR" dirty="0"/>
              <a:t>TITRE</a:t>
            </a:r>
          </a:p>
        </p:txBody>
      </p:sp>
      <p:sp>
        <p:nvSpPr>
          <p:cNvPr id="29" name="Espace réservé du texte 28">
            <a:extLst>
              <a:ext uri="{FF2B5EF4-FFF2-40B4-BE49-F238E27FC236}">
                <a16:creationId xmlns:a16="http://schemas.microsoft.com/office/drawing/2014/main" id="{4B4DCA80-AF36-A5D8-A976-87B3A70F0970}"/>
              </a:ext>
            </a:extLst>
          </p:cNvPr>
          <p:cNvSpPr>
            <a:spLocks noGrp="1"/>
          </p:cNvSpPr>
          <p:nvPr>
            <p:ph type="body" sz="quarter" idx="10" hasCustomPrompt="1"/>
          </p:nvPr>
        </p:nvSpPr>
        <p:spPr>
          <a:xfrm>
            <a:off x="924539" y="790043"/>
            <a:ext cx="846707" cy="286232"/>
          </a:xfrm>
          <a:prstGeom prst="rect">
            <a:avLst/>
          </a:prstGeom>
          <a:noFill/>
        </p:spPr>
        <p:txBody>
          <a:bodyPr wrap="none" rtlCol="0">
            <a:spAutoFit/>
          </a:bodyPr>
          <a:lstStyle>
            <a:lvl1pPr marL="0" indent="0">
              <a:buNone/>
              <a:defRPr lang="fr-FR" sz="1400" dirty="0" smtClean="0">
                <a:solidFill>
                  <a:srgbClr val="096D6D"/>
                </a:solidFill>
                <a:latin typeface="Avenir Book" panose="02000503020000020003" pitchFamily="2" charset="0"/>
              </a:defRPr>
            </a:lvl1pPr>
          </a:lstStyle>
          <a:p>
            <a:pPr marL="0" lvl="0"/>
            <a:r>
              <a:rPr lang="fr-FR" dirty="0"/>
              <a:t>Sous-titre</a:t>
            </a:r>
          </a:p>
        </p:txBody>
      </p:sp>
      <p:sp>
        <p:nvSpPr>
          <p:cNvPr id="31" name="Espace réservé du texte 30">
            <a:extLst>
              <a:ext uri="{FF2B5EF4-FFF2-40B4-BE49-F238E27FC236}">
                <a16:creationId xmlns:a16="http://schemas.microsoft.com/office/drawing/2014/main" id="{4F9DB383-8B18-4CB4-E7D6-BADD1BD6EFCC}"/>
              </a:ext>
            </a:extLst>
          </p:cNvPr>
          <p:cNvSpPr>
            <a:spLocks noGrp="1"/>
          </p:cNvSpPr>
          <p:nvPr>
            <p:ph type="body" sz="quarter" idx="11" hasCustomPrompt="1"/>
          </p:nvPr>
        </p:nvSpPr>
        <p:spPr>
          <a:xfrm>
            <a:off x="116613" y="216514"/>
            <a:ext cx="680525" cy="609398"/>
          </a:xfrm>
          <a:prstGeom prst="rect">
            <a:avLst/>
          </a:prstGeom>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marL="0" indent="0">
              <a:buNone/>
              <a:defRPr lang="fr-FR" sz="4400" dirty="0">
                <a:solidFill>
                  <a:srgbClr val="E75113"/>
                </a:solidFill>
                <a:latin typeface="Barlow Black" panose="00000A00000000000000" pitchFamily="2" charset="0"/>
              </a:defRPr>
            </a:lvl1pPr>
          </a:lstStyle>
          <a:p>
            <a:pPr marL="0" lvl="0">
              <a:spcBef>
                <a:spcPts val="3400"/>
              </a:spcBef>
            </a:pPr>
            <a:r>
              <a:rPr lang="en-GB" sz="4400" dirty="0">
                <a:solidFill>
                  <a:srgbClr val="2F9BB2"/>
                </a:solidFill>
                <a:latin typeface="Barlow Black" panose="00000A00000000000000" pitchFamily="2" charset="0"/>
              </a:rPr>
              <a:t>00</a:t>
            </a:r>
            <a:endParaRPr lang="fr-FR" dirty="0"/>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septembre 25</a:t>
            </a:fld>
            <a:r>
              <a:rPr lang="fr-FR" sz="1100" kern="1200" dirty="0">
                <a:solidFill>
                  <a:schemeClr val="bg1"/>
                </a:solidFill>
                <a:latin typeface="Avenir Book" panose="02000503020000020003"/>
                <a:ea typeface="+mn-ea"/>
                <a:cs typeface="+mn-cs"/>
              </a:rPr>
              <a:t>    |</a:t>
            </a:r>
          </a:p>
        </p:txBody>
      </p:sp>
      <p:sp>
        <p:nvSpPr>
          <p:cNvPr id="2" name="Rectangle : coins arrondis 1">
            <a:extLst>
              <a:ext uri="{FF2B5EF4-FFF2-40B4-BE49-F238E27FC236}">
                <a16:creationId xmlns:a16="http://schemas.microsoft.com/office/drawing/2014/main" id="{69A91C6A-2E7F-D587-6E72-C9118EB0E131}"/>
              </a:ext>
            </a:extLst>
          </p:cNvPr>
          <p:cNvSpPr/>
          <p:nvPr userDrawn="1">
            <p:custDataLst>
              <p:tags r:id="rId4"/>
            </p:custDataLst>
          </p:nvPr>
        </p:nvSpPr>
        <p:spPr>
          <a:xfrm flipV="1">
            <a:off x="10131092" y="462663"/>
            <a:ext cx="725466" cy="45719"/>
          </a:xfrm>
          <a:prstGeom prst="roundRect">
            <a:avLst/>
          </a:prstGeom>
          <a:solidFill>
            <a:srgbClr val="2F99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400"/>
          </a:p>
        </p:txBody>
      </p:sp>
      <p:grpSp>
        <p:nvGrpSpPr>
          <p:cNvPr id="3" name="Groupe 2">
            <a:extLst>
              <a:ext uri="{FF2B5EF4-FFF2-40B4-BE49-F238E27FC236}">
                <a16:creationId xmlns:a16="http://schemas.microsoft.com/office/drawing/2014/main" id="{A4B1A693-CB2F-6E2C-7870-A6A645904D03}"/>
              </a:ext>
            </a:extLst>
          </p:cNvPr>
          <p:cNvGrpSpPr/>
          <p:nvPr userDrawn="1">
            <p:custDataLst>
              <p:tags r:id="rId5"/>
            </p:custDataLst>
          </p:nvPr>
        </p:nvGrpSpPr>
        <p:grpSpPr>
          <a:xfrm rot="13590674">
            <a:off x="191314" y="6037242"/>
            <a:ext cx="451048" cy="569518"/>
            <a:chOff x="9789002" y="336546"/>
            <a:chExt cx="1843965" cy="2328292"/>
          </a:xfrm>
        </p:grpSpPr>
        <p:sp>
          <p:nvSpPr>
            <p:cNvPr id="4" name="Délai  2">
              <a:extLst>
                <a:ext uri="{FF2B5EF4-FFF2-40B4-BE49-F238E27FC236}">
                  <a16:creationId xmlns:a16="http://schemas.microsoft.com/office/drawing/2014/main" id="{57C41BE6-9913-6708-047F-3DA6E3395F47}"/>
                </a:ext>
              </a:extLst>
            </p:cNvPr>
            <p:cNvSpPr/>
            <p:nvPr/>
          </p:nvSpPr>
          <p:spPr>
            <a:xfrm rot="2571875">
              <a:off x="10484867" y="573656"/>
              <a:ext cx="1148100" cy="2091182"/>
            </a:xfrm>
            <a:prstGeom prst="flowChartDelay">
              <a:avLst/>
            </a:prstGeom>
            <a:solidFill>
              <a:srgbClr val="309B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llipse 4">
              <a:extLst>
                <a:ext uri="{FF2B5EF4-FFF2-40B4-BE49-F238E27FC236}">
                  <a16:creationId xmlns:a16="http://schemas.microsoft.com/office/drawing/2014/main" id="{F8AF1736-D16F-7670-39B9-20AA04C8816E}"/>
                </a:ext>
              </a:extLst>
            </p:cNvPr>
            <p:cNvSpPr/>
            <p:nvPr/>
          </p:nvSpPr>
          <p:spPr>
            <a:xfrm>
              <a:off x="9789002" y="336546"/>
              <a:ext cx="920749" cy="920749"/>
            </a:xfrm>
            <a:prstGeom prst="ellipse">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1912417366"/>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exte 2 colonnes">
    <p:spTree>
      <p:nvGrpSpPr>
        <p:cNvPr id="1" name=""/>
        <p:cNvGrpSpPr/>
        <p:nvPr/>
      </p:nvGrpSpPr>
      <p:grpSpPr>
        <a:xfrm>
          <a:off x="0" y="0"/>
          <a:ext cx="0" cy="0"/>
          <a:chOff x="0" y="0"/>
          <a:chExt cx="0" cy="0"/>
        </a:xfrm>
      </p:grpSpPr>
      <p:sp>
        <p:nvSpPr>
          <p:cNvPr id="9" name="Forme">
            <a:extLst>
              <a:ext uri="{FF2B5EF4-FFF2-40B4-BE49-F238E27FC236}">
                <a16:creationId xmlns:a16="http://schemas.microsoft.com/office/drawing/2014/main" id="{BC88A112-8D5D-4071-83A6-96206EDEA365}"/>
              </a:ext>
            </a:extLst>
          </p:cNvPr>
          <p:cNvSpPr/>
          <p:nvPr userDrawn="1"/>
        </p:nvSpPr>
        <p:spPr>
          <a:xfrm>
            <a:off x="0" y="0"/>
            <a:ext cx="5130800" cy="6854190"/>
          </a:xfrm>
          <a:custGeom>
            <a:avLst/>
            <a:gdLst/>
            <a:ahLst/>
            <a:cxnLst/>
            <a:rect l="l" t="t" r="r" b="b"/>
            <a:pathLst>
              <a:path w="5130800" h="6854190">
                <a:moveTo>
                  <a:pt x="2968762" y="0"/>
                </a:moveTo>
                <a:lnTo>
                  <a:pt x="0" y="0"/>
                </a:lnTo>
                <a:lnTo>
                  <a:pt x="0" y="6854014"/>
                </a:lnTo>
                <a:lnTo>
                  <a:pt x="5130224" y="6854014"/>
                </a:lnTo>
                <a:lnTo>
                  <a:pt x="5130224" y="2329563"/>
                </a:lnTo>
                <a:lnTo>
                  <a:pt x="5129732" y="2280741"/>
                </a:lnTo>
                <a:lnTo>
                  <a:pt x="5128261" y="2232163"/>
                </a:lnTo>
                <a:lnTo>
                  <a:pt x="5125821" y="2183839"/>
                </a:lnTo>
                <a:lnTo>
                  <a:pt x="5122422" y="2135779"/>
                </a:lnTo>
                <a:lnTo>
                  <a:pt x="5118074" y="2087993"/>
                </a:lnTo>
                <a:lnTo>
                  <a:pt x="5112785" y="2040490"/>
                </a:lnTo>
                <a:lnTo>
                  <a:pt x="5106566" y="1993280"/>
                </a:lnTo>
                <a:lnTo>
                  <a:pt x="5099426" y="1946373"/>
                </a:lnTo>
                <a:lnTo>
                  <a:pt x="5091375" y="1899778"/>
                </a:lnTo>
                <a:lnTo>
                  <a:pt x="5082422" y="1853506"/>
                </a:lnTo>
                <a:lnTo>
                  <a:pt x="5072577" y="1807565"/>
                </a:lnTo>
                <a:lnTo>
                  <a:pt x="5061849" y="1761967"/>
                </a:lnTo>
                <a:lnTo>
                  <a:pt x="5050248" y="1716720"/>
                </a:lnTo>
                <a:lnTo>
                  <a:pt x="5037784" y="1671834"/>
                </a:lnTo>
                <a:lnTo>
                  <a:pt x="5024466" y="1627319"/>
                </a:lnTo>
                <a:lnTo>
                  <a:pt x="5010304" y="1583185"/>
                </a:lnTo>
                <a:lnTo>
                  <a:pt x="4995307" y="1539442"/>
                </a:lnTo>
                <a:lnTo>
                  <a:pt x="4979485" y="1496099"/>
                </a:lnTo>
                <a:lnTo>
                  <a:pt x="4962848" y="1453166"/>
                </a:lnTo>
                <a:lnTo>
                  <a:pt x="4945405" y="1410652"/>
                </a:lnTo>
                <a:lnTo>
                  <a:pt x="4927165" y="1368568"/>
                </a:lnTo>
                <a:lnTo>
                  <a:pt x="4908139" y="1326923"/>
                </a:lnTo>
                <a:lnTo>
                  <a:pt x="4888336" y="1285728"/>
                </a:lnTo>
                <a:lnTo>
                  <a:pt x="4867765" y="1244991"/>
                </a:lnTo>
                <a:lnTo>
                  <a:pt x="4846436" y="1204722"/>
                </a:lnTo>
                <a:lnTo>
                  <a:pt x="4824359" y="1164932"/>
                </a:lnTo>
                <a:lnTo>
                  <a:pt x="4801543" y="1125629"/>
                </a:lnTo>
                <a:lnTo>
                  <a:pt x="4777998" y="1086825"/>
                </a:lnTo>
                <a:lnTo>
                  <a:pt x="4753733" y="1048528"/>
                </a:lnTo>
                <a:lnTo>
                  <a:pt x="4728758" y="1010747"/>
                </a:lnTo>
                <a:lnTo>
                  <a:pt x="4703083" y="973494"/>
                </a:lnTo>
                <a:lnTo>
                  <a:pt x="4676717" y="936778"/>
                </a:lnTo>
                <a:lnTo>
                  <a:pt x="4649670" y="900608"/>
                </a:lnTo>
                <a:lnTo>
                  <a:pt x="4621951" y="864994"/>
                </a:lnTo>
                <a:lnTo>
                  <a:pt x="4593569" y="829946"/>
                </a:lnTo>
                <a:lnTo>
                  <a:pt x="4564536" y="795474"/>
                </a:lnTo>
                <a:lnTo>
                  <a:pt x="4534859" y="761587"/>
                </a:lnTo>
                <a:lnTo>
                  <a:pt x="4504549" y="728295"/>
                </a:lnTo>
                <a:lnTo>
                  <a:pt x="4473616" y="695608"/>
                </a:lnTo>
                <a:lnTo>
                  <a:pt x="4442068" y="663536"/>
                </a:lnTo>
                <a:lnTo>
                  <a:pt x="4409915" y="632088"/>
                </a:lnTo>
                <a:lnTo>
                  <a:pt x="4377168" y="601275"/>
                </a:lnTo>
                <a:lnTo>
                  <a:pt x="4343835" y="571105"/>
                </a:lnTo>
                <a:lnTo>
                  <a:pt x="4309926" y="541589"/>
                </a:lnTo>
                <a:lnTo>
                  <a:pt x="4275451" y="512736"/>
                </a:lnTo>
                <a:lnTo>
                  <a:pt x="4240420" y="484556"/>
                </a:lnTo>
                <a:lnTo>
                  <a:pt x="4204841" y="457059"/>
                </a:lnTo>
                <a:lnTo>
                  <a:pt x="4168725" y="430255"/>
                </a:lnTo>
                <a:lnTo>
                  <a:pt x="4132081" y="404153"/>
                </a:lnTo>
                <a:lnTo>
                  <a:pt x="4094919" y="378763"/>
                </a:lnTo>
                <a:lnTo>
                  <a:pt x="4057247" y="354095"/>
                </a:lnTo>
                <a:lnTo>
                  <a:pt x="4019077" y="330159"/>
                </a:lnTo>
                <a:lnTo>
                  <a:pt x="3980417" y="306963"/>
                </a:lnTo>
                <a:lnTo>
                  <a:pt x="3941278" y="284519"/>
                </a:lnTo>
                <a:lnTo>
                  <a:pt x="3901667" y="262836"/>
                </a:lnTo>
                <a:lnTo>
                  <a:pt x="3861596" y="241923"/>
                </a:lnTo>
                <a:lnTo>
                  <a:pt x="3821074" y="221791"/>
                </a:lnTo>
                <a:lnTo>
                  <a:pt x="3780110" y="202448"/>
                </a:lnTo>
                <a:lnTo>
                  <a:pt x="3738714" y="183906"/>
                </a:lnTo>
                <a:lnTo>
                  <a:pt x="3696896" y="166173"/>
                </a:lnTo>
                <a:lnTo>
                  <a:pt x="3654665" y="149259"/>
                </a:lnTo>
                <a:lnTo>
                  <a:pt x="3612030" y="133174"/>
                </a:lnTo>
                <a:lnTo>
                  <a:pt x="3569002" y="117928"/>
                </a:lnTo>
                <a:lnTo>
                  <a:pt x="3525589" y="103530"/>
                </a:lnTo>
                <a:lnTo>
                  <a:pt x="3481802" y="89991"/>
                </a:lnTo>
                <a:lnTo>
                  <a:pt x="3437651" y="77320"/>
                </a:lnTo>
                <a:lnTo>
                  <a:pt x="3393143" y="65526"/>
                </a:lnTo>
                <a:lnTo>
                  <a:pt x="3348290" y="54620"/>
                </a:lnTo>
                <a:lnTo>
                  <a:pt x="3303101" y="44611"/>
                </a:lnTo>
                <a:lnTo>
                  <a:pt x="3257585" y="35509"/>
                </a:lnTo>
                <a:lnTo>
                  <a:pt x="3211752" y="27324"/>
                </a:lnTo>
                <a:lnTo>
                  <a:pt x="3165612" y="20065"/>
                </a:lnTo>
                <a:lnTo>
                  <a:pt x="3119174" y="13743"/>
                </a:lnTo>
                <a:lnTo>
                  <a:pt x="3072447" y="8366"/>
                </a:lnTo>
                <a:lnTo>
                  <a:pt x="3025442" y="3946"/>
                </a:lnTo>
                <a:lnTo>
                  <a:pt x="2978168" y="490"/>
                </a:lnTo>
                <a:lnTo>
                  <a:pt x="2968762" y="0"/>
                </a:lnTo>
                <a:close/>
              </a:path>
            </a:pathLst>
          </a:custGeom>
          <a:solidFill>
            <a:schemeClr val="tx2"/>
          </a:solidFill>
          <a:ln>
            <a:noFill/>
          </a:ln>
        </p:spPr>
        <p:txBody>
          <a:bodyPr wrap="square" lIns="0" tIns="0" rIns="0" bIns="0" rtlCol="0"/>
          <a:lstStyle/>
          <a:p>
            <a:endParaRPr/>
          </a:p>
        </p:txBody>
      </p:sp>
      <p:sp>
        <p:nvSpPr>
          <p:cNvPr id="2" name="Titre 1"/>
          <p:cNvSpPr>
            <a:spLocks noGrp="1"/>
          </p:cNvSpPr>
          <p:nvPr>
            <p:ph type="title"/>
          </p:nvPr>
        </p:nvSpPr>
        <p:spPr/>
        <p:txBody>
          <a:bodyPr/>
          <a:lstStyle>
            <a:lvl1pPr>
              <a:defRPr>
                <a:solidFill>
                  <a:schemeClr val="bg1"/>
                </a:solidFill>
              </a:defRPr>
            </a:lvl1pPr>
          </a:lstStyle>
          <a:p>
            <a:r>
              <a:rPr lang="fr-FR"/>
              <a:t>Modifiez le style du titre</a:t>
            </a:r>
            <a:endParaRPr lang="fr-FR" dirty="0"/>
          </a:p>
        </p:txBody>
      </p:sp>
      <p:sp>
        <p:nvSpPr>
          <p:cNvPr id="6" name="Espace réservé du texte 5"/>
          <p:cNvSpPr>
            <a:spLocks noGrp="1"/>
          </p:cNvSpPr>
          <p:nvPr>
            <p:ph type="body" sz="quarter" idx="12"/>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5" name="Espace réservé du pied de page 4"/>
          <p:cNvSpPr>
            <a:spLocks noGrp="1"/>
          </p:cNvSpPr>
          <p:nvPr>
            <p:ph type="ftr" sz="quarter" idx="13"/>
          </p:nvPr>
        </p:nvSpPr>
        <p:spPr/>
        <p:txBody>
          <a:bodyPr/>
          <a:lstStyle/>
          <a:p>
            <a:r>
              <a:rPr lang="fr-FR"/>
              <a:t>Bouygues Construction  |  Mois Année</a:t>
            </a:r>
            <a:endParaRPr lang="fr-FR" dirty="0"/>
          </a:p>
        </p:txBody>
      </p:sp>
      <p:sp>
        <p:nvSpPr>
          <p:cNvPr id="8" name="Espace réservé du numéro de diapositive 7"/>
          <p:cNvSpPr>
            <a:spLocks noGrp="1"/>
          </p:cNvSpPr>
          <p:nvPr>
            <p:ph type="sldNum" sz="quarter" idx="14"/>
          </p:nvPr>
        </p:nvSpPr>
        <p:spPr/>
        <p:txBody>
          <a:bodyPr/>
          <a:lstStyle/>
          <a:p>
            <a:r>
              <a:rPr lang="fr-FR"/>
              <a:t>| </a:t>
            </a:r>
            <a:fld id="{C2EBF694-A8F9-4F06-8F8E-D09447FAA2D5}" type="slidenum">
              <a:rPr smtClean="0"/>
              <a:pPr/>
              <a:t>‹N°›</a:t>
            </a:fld>
            <a:endParaRPr dirty="0"/>
          </a:p>
        </p:txBody>
      </p:sp>
      <p:sp>
        <p:nvSpPr>
          <p:cNvPr id="4" name="Espace réservé du texte 3">
            <a:extLst>
              <a:ext uri="{FF2B5EF4-FFF2-40B4-BE49-F238E27FC236}">
                <a16:creationId xmlns:a16="http://schemas.microsoft.com/office/drawing/2014/main" id="{93198A24-13E4-4B5E-8DF8-DB281C2BEA5B}"/>
              </a:ext>
            </a:extLst>
          </p:cNvPr>
          <p:cNvSpPr>
            <a:spLocks noGrp="1"/>
          </p:cNvSpPr>
          <p:nvPr>
            <p:ph type="body" sz="quarter" idx="15"/>
          </p:nvPr>
        </p:nvSpPr>
        <p:spPr>
          <a:xfrm>
            <a:off x="766763" y="2059992"/>
            <a:ext cx="4105275" cy="2197100"/>
          </a:xfrm>
        </p:spPr>
        <p:txBody>
          <a:bodyPr/>
          <a:lstStyle>
            <a:lvl1pPr>
              <a:defRPr sz="1400" b="0">
                <a:solidFill>
                  <a:schemeClr val="bg1"/>
                </a:solidFill>
              </a:defRPr>
            </a:lvl1pPr>
            <a:lvl2pPr>
              <a:spcBef>
                <a:spcPts val="0"/>
              </a:spcBef>
              <a:defRPr>
                <a:solidFill>
                  <a:schemeClr val="bg1"/>
                </a:solidFill>
              </a:defRPr>
            </a:lvl2pPr>
            <a:lvl3pPr marL="612" indent="0">
              <a:spcBef>
                <a:spcPts val="0"/>
              </a:spcBef>
              <a:buFontTx/>
              <a:buNone/>
              <a:defRPr>
                <a:solidFill>
                  <a:schemeClr val="bg1"/>
                </a:solidFill>
              </a:defRPr>
            </a:lvl3pPr>
            <a:lvl4pPr marL="0" indent="0">
              <a:buFontTx/>
              <a:buNone/>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35765102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imeline">
    <p:bg>
      <p:bgPr>
        <a:solidFill>
          <a:schemeClr val="bg1"/>
        </a:solidFill>
        <a:effectLst/>
      </p:bgPr>
    </p:bg>
    <p:spTree>
      <p:nvGrpSpPr>
        <p:cNvPr id="1" name=""/>
        <p:cNvGrpSpPr/>
        <p:nvPr/>
      </p:nvGrpSpPr>
      <p:grpSpPr>
        <a:xfrm>
          <a:off x="0" y="0"/>
          <a:ext cx="0" cy="0"/>
          <a:chOff x="0" y="0"/>
          <a:chExt cx="0" cy="0"/>
        </a:xfrm>
      </p:grpSpPr>
      <p:sp>
        <p:nvSpPr>
          <p:cNvPr id="6" name="Forme libre 12">
            <a:extLst>
              <a:ext uri="{FF2B5EF4-FFF2-40B4-BE49-F238E27FC236}">
                <a16:creationId xmlns:a16="http://schemas.microsoft.com/office/drawing/2014/main" id="{4A91FB13-993B-0646-BDEF-5BA37FBA5560}"/>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7" name="Espace réservé de la date 2">
            <a:extLst>
              <a:ext uri="{FF2B5EF4-FFF2-40B4-BE49-F238E27FC236}">
                <a16:creationId xmlns:a16="http://schemas.microsoft.com/office/drawing/2014/main" id="{CC68DB94-46EA-043B-E293-89F74B538394}"/>
              </a:ext>
            </a:extLst>
          </p:cNvPr>
          <p:cNvSpPr>
            <a:spLocks noGrp="1"/>
          </p:cNvSpPr>
          <p:nvPr>
            <p:ph type="dt" sz="half" idx="10"/>
          </p:nvPr>
        </p:nvSpPr>
        <p:spPr>
          <a:xfrm>
            <a:off x="10854180" y="6426109"/>
            <a:ext cx="718026" cy="215444"/>
          </a:xfrm>
          <a:prstGeom prst="rect">
            <a:avLst/>
          </a:prstGeom>
        </p:spPr>
        <p:txBody>
          <a:bodyPr/>
          <a:lstStyle>
            <a:lvl1pPr>
              <a:defRPr>
                <a:solidFill>
                  <a:schemeClr val="tx1"/>
                </a:solidFill>
              </a:defRPr>
            </a:lvl1pPr>
          </a:lstStyle>
          <a:p>
            <a:r>
              <a:rPr lang="fr-FR"/>
              <a:t>MOIS ANNÉE</a:t>
            </a:r>
          </a:p>
        </p:txBody>
      </p:sp>
      <p:sp>
        <p:nvSpPr>
          <p:cNvPr id="8" name="Espace réservé du pied de page 3">
            <a:extLst>
              <a:ext uri="{FF2B5EF4-FFF2-40B4-BE49-F238E27FC236}">
                <a16:creationId xmlns:a16="http://schemas.microsoft.com/office/drawing/2014/main" id="{764C7C74-33B5-01AC-0ED6-605AF83A08E2}"/>
              </a:ext>
            </a:extLst>
          </p:cNvPr>
          <p:cNvSpPr>
            <a:spLocks noGrp="1"/>
          </p:cNvSpPr>
          <p:nvPr>
            <p:ph type="ftr" sz="quarter" idx="11"/>
          </p:nvPr>
        </p:nvSpPr>
        <p:spPr>
          <a:xfrm>
            <a:off x="8310059" y="6426110"/>
            <a:ext cx="2492445" cy="215444"/>
          </a:xfrm>
        </p:spPr>
        <p:txBody>
          <a:bodyPr/>
          <a:lstStyle>
            <a:lvl1pPr>
              <a:defRPr>
                <a:solidFill>
                  <a:schemeClr val="tx1"/>
                </a:solidFill>
              </a:defRPr>
            </a:lvl1pPr>
          </a:lstStyle>
          <a:p>
            <a:r>
              <a:rPr lang="fr-FR"/>
              <a:t>BOUYGUES CONSTRUCTION | </a:t>
            </a:r>
          </a:p>
        </p:txBody>
      </p:sp>
      <p:sp>
        <p:nvSpPr>
          <p:cNvPr id="9" name="Espace réservé du numéro de diapositive 4">
            <a:extLst>
              <a:ext uri="{FF2B5EF4-FFF2-40B4-BE49-F238E27FC236}">
                <a16:creationId xmlns:a16="http://schemas.microsoft.com/office/drawing/2014/main" id="{65686FF6-4D85-888C-F01B-0B708B6BF449}"/>
              </a:ext>
            </a:extLst>
          </p:cNvPr>
          <p:cNvSpPr>
            <a:spLocks noGrp="1"/>
          </p:cNvSpPr>
          <p:nvPr>
            <p:ph type="sldNum" sz="quarter" idx="12"/>
          </p:nvPr>
        </p:nvSpPr>
        <p:spPr>
          <a:xfrm>
            <a:off x="11525908" y="6382485"/>
            <a:ext cx="560986" cy="276999"/>
          </a:xfrm>
        </p:spPr>
        <p:txBody>
          <a:bodyPr/>
          <a:lstStyle/>
          <a:p>
            <a:fld id="{CD166EB1-B284-8541-B839-321F682B6B05}" type="slidenum">
              <a:rPr lang="fr-FR" smtClean="0"/>
              <a:pPr/>
              <a:t>‹N°›</a:t>
            </a:fld>
            <a:endParaRPr lang="fr-FR"/>
          </a:p>
        </p:txBody>
      </p:sp>
      <p:sp>
        <p:nvSpPr>
          <p:cNvPr id="5" name="Titre 4">
            <a:extLst>
              <a:ext uri="{FF2B5EF4-FFF2-40B4-BE49-F238E27FC236}">
                <a16:creationId xmlns:a16="http://schemas.microsoft.com/office/drawing/2014/main" id="{A59EB49E-DF8D-B601-5E77-80AB45E58A13}"/>
              </a:ext>
            </a:extLst>
          </p:cNvPr>
          <p:cNvSpPr>
            <a:spLocks noGrp="1"/>
          </p:cNvSpPr>
          <p:nvPr>
            <p:ph type="title"/>
          </p:nvPr>
        </p:nvSpPr>
        <p:spPr/>
        <p:txBody>
          <a:bodyPr/>
          <a:lstStyle>
            <a:lvl1pPr>
              <a:defRPr b="0">
                <a:solidFill>
                  <a:schemeClr val="accent3"/>
                </a:solidFill>
              </a:defRPr>
            </a:lvl1pPr>
          </a:lstStyle>
          <a:p>
            <a:r>
              <a:rPr lang="fr-FR"/>
              <a:t>Modifiez le style du titre</a:t>
            </a:r>
          </a:p>
        </p:txBody>
      </p:sp>
      <p:grpSp>
        <p:nvGrpSpPr>
          <p:cNvPr id="10" name="Groupe 9">
            <a:extLst>
              <a:ext uri="{FF2B5EF4-FFF2-40B4-BE49-F238E27FC236}">
                <a16:creationId xmlns:a16="http://schemas.microsoft.com/office/drawing/2014/main" id="{25D667FE-7C9F-239C-24FE-5942B911F966}"/>
              </a:ext>
            </a:extLst>
          </p:cNvPr>
          <p:cNvGrpSpPr/>
          <p:nvPr userDrawn="1"/>
        </p:nvGrpSpPr>
        <p:grpSpPr>
          <a:xfrm>
            <a:off x="-1" y="263015"/>
            <a:ext cx="5860125" cy="375126"/>
            <a:chOff x="-5557295" y="172402"/>
            <a:chExt cx="5860125" cy="375126"/>
          </a:xfrm>
        </p:grpSpPr>
        <p:sp>
          <p:nvSpPr>
            <p:cNvPr id="13" name="Forme libre 11">
              <a:extLst>
                <a:ext uri="{FF2B5EF4-FFF2-40B4-BE49-F238E27FC236}">
                  <a16:creationId xmlns:a16="http://schemas.microsoft.com/office/drawing/2014/main" id="{EA605168-0F05-B4F8-1A38-8221BCFF59F0}"/>
                </a:ext>
              </a:extLst>
            </p:cNvPr>
            <p:cNvSpPr/>
            <p:nvPr userDrawn="1"/>
          </p:nvSpPr>
          <p:spPr>
            <a:xfrm>
              <a:off x="-1040936" y="172403"/>
              <a:ext cx="1343766" cy="375125"/>
            </a:xfrm>
            <a:custGeom>
              <a:avLst/>
              <a:gdLst>
                <a:gd name="connsiteX0" fmla="*/ 0 w 1343766"/>
                <a:gd name="connsiteY0" fmla="*/ 0 h 375125"/>
                <a:gd name="connsiteX1" fmla="*/ 1152348 w 1343766"/>
                <a:gd name="connsiteY1" fmla="*/ 0 h 375125"/>
                <a:gd name="connsiteX2" fmla="*/ 1343766 w 1343766"/>
                <a:gd name="connsiteY2" fmla="*/ 187562 h 375125"/>
                <a:gd name="connsiteX3" fmla="*/ 1152348 w 1343766"/>
                <a:gd name="connsiteY3" fmla="*/ 375125 h 375125"/>
                <a:gd name="connsiteX4" fmla="*/ 0 w 1343766"/>
                <a:gd name="connsiteY4" fmla="*/ 375125 h 375125"/>
                <a:gd name="connsiteX5" fmla="*/ 0 w 1343766"/>
                <a:gd name="connsiteY5" fmla="*/ 0 h 37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3766" h="375125">
                  <a:moveTo>
                    <a:pt x="0" y="0"/>
                  </a:moveTo>
                  <a:lnTo>
                    <a:pt x="1152348" y="0"/>
                  </a:lnTo>
                  <a:cubicBezTo>
                    <a:pt x="1258011" y="0"/>
                    <a:pt x="1343766" y="84028"/>
                    <a:pt x="1343766" y="187562"/>
                  </a:cubicBezTo>
                  <a:cubicBezTo>
                    <a:pt x="1343766" y="291096"/>
                    <a:pt x="1258011" y="375125"/>
                    <a:pt x="1152348" y="375125"/>
                  </a:cubicBez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sp>
          <p:nvSpPr>
            <p:cNvPr id="14" name="Forme libre 12">
              <a:extLst>
                <a:ext uri="{FF2B5EF4-FFF2-40B4-BE49-F238E27FC236}">
                  <a16:creationId xmlns:a16="http://schemas.microsoft.com/office/drawing/2014/main" id="{CC0785B7-F8C0-76AA-E523-B5D8BD3739C2}"/>
                </a:ext>
              </a:extLst>
            </p:cNvPr>
            <p:cNvSpPr/>
            <p:nvPr userDrawn="1"/>
          </p:nvSpPr>
          <p:spPr>
            <a:xfrm>
              <a:off x="-5557295" y="172402"/>
              <a:ext cx="4758407" cy="375125"/>
            </a:xfrm>
            <a:custGeom>
              <a:avLst/>
              <a:gdLst>
                <a:gd name="connsiteX0" fmla="*/ 0 w 1319485"/>
                <a:gd name="connsiteY0" fmla="*/ 0 h 375125"/>
                <a:gd name="connsiteX1" fmla="*/ 1319485 w 1319485"/>
                <a:gd name="connsiteY1" fmla="*/ 0 h 375125"/>
                <a:gd name="connsiteX2" fmla="*/ 1319485 w 1319485"/>
                <a:gd name="connsiteY2" fmla="*/ 375125 h 375125"/>
                <a:gd name="connsiteX3" fmla="*/ 0 w 1319485"/>
                <a:gd name="connsiteY3" fmla="*/ 375125 h 375125"/>
                <a:gd name="connsiteX4" fmla="*/ 0 w 1319485"/>
                <a:gd name="connsiteY4" fmla="*/ 0 h 37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485" h="375125">
                  <a:moveTo>
                    <a:pt x="0" y="0"/>
                  </a:moveTo>
                  <a:lnTo>
                    <a:pt x="1319485" y="0"/>
                  </a:lnTo>
                  <a:lnTo>
                    <a:pt x="1319485" y="375125"/>
                  </a:lnTo>
                  <a:lnTo>
                    <a:pt x="0" y="375125"/>
                  </a:lnTo>
                  <a:lnTo>
                    <a:pt x="0" y="0"/>
                  </a:lnTo>
                  <a:close/>
                </a:path>
              </a:pathLst>
            </a:custGeom>
            <a:solidFill>
              <a:schemeClr val="tx1"/>
            </a:solidFill>
            <a:ln w="126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fr-FR"/>
            </a:p>
          </p:txBody>
        </p:sp>
      </p:grpSp>
      <p:sp>
        <p:nvSpPr>
          <p:cNvPr id="2" name="Espace réservé du texte 45">
            <a:extLst>
              <a:ext uri="{FF2B5EF4-FFF2-40B4-BE49-F238E27FC236}">
                <a16:creationId xmlns:a16="http://schemas.microsoft.com/office/drawing/2014/main" id="{FE982806-76A8-310E-FE59-4D453BC80C83}"/>
              </a:ext>
            </a:extLst>
          </p:cNvPr>
          <p:cNvSpPr>
            <a:spLocks noGrp="1"/>
          </p:cNvSpPr>
          <p:nvPr>
            <p:ph type="body" sz="quarter" idx="19" hasCustomPrompt="1"/>
          </p:nvPr>
        </p:nvSpPr>
        <p:spPr>
          <a:xfrm>
            <a:off x="968835" y="263014"/>
            <a:ext cx="4758407" cy="375125"/>
          </a:xfrm>
        </p:spPr>
        <p:txBody>
          <a:bodyPr wrap="square" lIns="0" tIns="0" rIns="0" bIns="0" anchor="ctr" anchorCtr="0">
            <a:normAutofit/>
          </a:bodyPr>
          <a:lstStyle>
            <a:lvl1pPr>
              <a:lnSpc>
                <a:spcPct val="100000"/>
              </a:lnSpc>
              <a:spcBef>
                <a:spcPts val="0"/>
              </a:spcBef>
              <a:defRPr sz="1600">
                <a:solidFill>
                  <a:schemeClr val="bg1"/>
                </a:solidFill>
                <a:latin typeface="+mj-lt"/>
              </a:defRPr>
            </a:lvl1pPr>
          </a:lstStyle>
          <a:p>
            <a:pPr lvl="0"/>
            <a:r>
              <a:rPr lang="fr-FR"/>
              <a:t>Titre</a:t>
            </a:r>
          </a:p>
        </p:txBody>
      </p:sp>
      <p:sp>
        <p:nvSpPr>
          <p:cNvPr id="3" name="Espace réservé du texte 45">
            <a:extLst>
              <a:ext uri="{FF2B5EF4-FFF2-40B4-BE49-F238E27FC236}">
                <a16:creationId xmlns:a16="http://schemas.microsoft.com/office/drawing/2014/main" id="{854303AA-3ED4-F142-035C-0E51218D4187}"/>
              </a:ext>
            </a:extLst>
          </p:cNvPr>
          <p:cNvSpPr>
            <a:spLocks noGrp="1"/>
          </p:cNvSpPr>
          <p:nvPr>
            <p:ph type="body" sz="quarter" idx="30" hasCustomPrompt="1"/>
          </p:nvPr>
        </p:nvSpPr>
        <p:spPr>
          <a:xfrm>
            <a:off x="537577" y="263014"/>
            <a:ext cx="338724" cy="375125"/>
          </a:xfrm>
        </p:spPr>
        <p:txBody>
          <a:bodyPr wrap="square" lIns="0" tIns="0" rIns="0" bIns="0" anchor="ctr" anchorCtr="0">
            <a:normAutofit/>
          </a:bodyPr>
          <a:lstStyle>
            <a:lvl1pPr algn="r">
              <a:lnSpc>
                <a:spcPct val="100000"/>
              </a:lnSpc>
              <a:spcBef>
                <a:spcPts val="0"/>
              </a:spcBef>
              <a:defRPr sz="1600" b="1">
                <a:solidFill>
                  <a:schemeClr val="bg1"/>
                </a:solidFill>
                <a:latin typeface="+mj-lt"/>
              </a:defRPr>
            </a:lvl1pPr>
          </a:lstStyle>
          <a:p>
            <a:pPr lvl="0"/>
            <a:r>
              <a:rPr lang="fr-FR"/>
              <a:t>XX</a:t>
            </a:r>
          </a:p>
        </p:txBody>
      </p:sp>
    </p:spTree>
    <p:extLst>
      <p:ext uri="{BB962C8B-B14F-4D97-AF65-F5344CB8AC3E}">
        <p14:creationId xmlns:p14="http://schemas.microsoft.com/office/powerpoint/2010/main" val="85551487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Archirecture_Section_ve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septembre 25</a:t>
            </a:fld>
            <a:r>
              <a:rPr lang="fr-FR" sz="1100" kern="1200" dirty="0">
                <a:solidFill>
                  <a:schemeClr val="bg1"/>
                </a:solidFill>
                <a:latin typeface="Avenir Book" panose="02000503020000020003"/>
                <a:ea typeface="+mn-ea"/>
                <a:cs typeface="+mn-cs"/>
              </a:rPr>
              <a:t>    |</a:t>
            </a:r>
          </a:p>
        </p:txBody>
      </p:sp>
      <p:sp>
        <p:nvSpPr>
          <p:cNvPr id="9" name="Espace réservé du texte 8">
            <a:extLst>
              <a:ext uri="{FF2B5EF4-FFF2-40B4-BE49-F238E27FC236}">
                <a16:creationId xmlns:a16="http://schemas.microsoft.com/office/drawing/2014/main" id="{A053FBA9-8D6E-4662-095D-6F7BA72D7393}"/>
              </a:ext>
            </a:extLst>
          </p:cNvPr>
          <p:cNvSpPr>
            <a:spLocks noGrp="1"/>
          </p:cNvSpPr>
          <p:nvPr>
            <p:ph type="body" sz="quarter" idx="10" hasCustomPrompt="1"/>
          </p:nvPr>
        </p:nvSpPr>
        <p:spPr>
          <a:xfrm>
            <a:off x="1761206" y="1512888"/>
            <a:ext cx="2374959" cy="4256087"/>
          </a:xfrm>
          <a:prstGeom prst="rect">
            <a:avLst/>
          </a:prstGeom>
        </p:spPr>
        <p:txBody>
          <a:bodyPr/>
          <a:lstStyle>
            <a:lvl1pPr marL="0" indent="0">
              <a:buNone/>
              <a:defRPr/>
            </a:lvl1pPr>
          </a:lstStyle>
          <a:p>
            <a:pPr lvl="0"/>
            <a:r>
              <a:rPr kumimoji="0" lang="fr-FR" sz="34400" b="1" i="0" u="none" strike="noStrike" kern="1200" cap="none" spc="0" normalizeH="0" baseline="0" noProof="0" dirty="0">
                <a:ln>
                  <a:noFill/>
                </a:ln>
                <a:solidFill>
                  <a:srgbClr val="93C97B"/>
                </a:solidFill>
                <a:effectLst/>
                <a:uLnTx/>
                <a:uFillTx/>
                <a:latin typeface="Avenir Black" panose="02000503020000020003" pitchFamily="2" charset="0"/>
                <a:ea typeface="+mn-ea"/>
                <a:cs typeface="+mn-cs"/>
              </a:rPr>
              <a:t>0</a:t>
            </a:r>
            <a:endParaRPr lang="fr-FR" dirty="0"/>
          </a:p>
        </p:txBody>
      </p:sp>
      <p:sp>
        <p:nvSpPr>
          <p:cNvPr id="13" name="Espace réservé du texte 12">
            <a:extLst>
              <a:ext uri="{FF2B5EF4-FFF2-40B4-BE49-F238E27FC236}">
                <a16:creationId xmlns:a16="http://schemas.microsoft.com/office/drawing/2014/main" id="{A4E0DD6F-2100-E8CD-7021-B364F225952F}"/>
              </a:ext>
            </a:extLst>
          </p:cNvPr>
          <p:cNvSpPr>
            <a:spLocks noGrp="1"/>
          </p:cNvSpPr>
          <p:nvPr>
            <p:ph type="body" sz="quarter" idx="11" hasCustomPrompt="1"/>
          </p:nvPr>
        </p:nvSpPr>
        <p:spPr>
          <a:xfrm>
            <a:off x="4229868" y="2101910"/>
            <a:ext cx="6349822" cy="1777881"/>
          </a:xfrm>
          <a:prstGeom prst="rect">
            <a:avLst/>
          </a:prstGeom>
        </p:spPr>
        <p:txBody>
          <a:bodyPr/>
          <a:lstStyle>
            <a:lvl1pPr marL="0" indent="0">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TITRE SUR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DEUX LIGNES</a:t>
            </a:r>
          </a:p>
        </p:txBody>
      </p:sp>
      <p:sp>
        <p:nvSpPr>
          <p:cNvPr id="20" name="Espace réservé du texte 19">
            <a:extLst>
              <a:ext uri="{FF2B5EF4-FFF2-40B4-BE49-F238E27FC236}">
                <a16:creationId xmlns:a16="http://schemas.microsoft.com/office/drawing/2014/main" id="{8F6EF4AE-70CF-CFED-4B5E-81E4B5220C1A}"/>
              </a:ext>
            </a:extLst>
          </p:cNvPr>
          <p:cNvSpPr>
            <a:spLocks noGrp="1"/>
          </p:cNvSpPr>
          <p:nvPr>
            <p:ph type="body" sz="quarter" idx="12" hasCustomPrompt="1"/>
          </p:nvPr>
        </p:nvSpPr>
        <p:spPr>
          <a:xfrm>
            <a:off x="4221400" y="3958903"/>
            <a:ext cx="6160968" cy="555555"/>
          </a:xfrm>
          <a:prstGeom prst="rect">
            <a:avLst/>
          </a:prstGeom>
        </p:spPr>
        <p:txBody>
          <a:bodyPr/>
          <a:lstStyle>
            <a:lvl1pPr marL="0" indent="0">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800" b="1" i="0" u="none" strike="noStrike" kern="1200" cap="none" spc="0" normalizeH="0" baseline="0" noProof="0" dirty="0">
                <a:ln>
                  <a:noFill/>
                </a:ln>
                <a:solidFill>
                  <a:srgbClr val="93C97B"/>
                </a:solidFill>
                <a:effectLst/>
                <a:highlight>
                  <a:srgbClr val="102031"/>
                </a:highlight>
                <a:uLnTx/>
                <a:uFillTx/>
                <a:latin typeface="Avenir Light" panose="020B0402020203020204" pitchFamily="34" charset="77"/>
                <a:ea typeface="+mn-ea"/>
                <a:cs typeface="+mn-cs"/>
              </a:rPr>
              <a:t>TITRE</a:t>
            </a:r>
          </a:p>
        </p:txBody>
      </p:sp>
      <p:sp>
        <p:nvSpPr>
          <p:cNvPr id="2" name="Rectangle: Rounded Corners 16">
            <a:extLst>
              <a:ext uri="{FF2B5EF4-FFF2-40B4-BE49-F238E27FC236}">
                <a16:creationId xmlns:a16="http://schemas.microsoft.com/office/drawing/2014/main" id="{30AD7C7B-0BBB-FE0B-F5A7-5C0B49C51DA8}"/>
              </a:ext>
            </a:extLst>
          </p:cNvPr>
          <p:cNvSpPr/>
          <p:nvPr userDrawn="1">
            <p:custDataLst>
              <p:tags r:id="rId2"/>
            </p:custDataLst>
          </p:nvPr>
        </p:nvSpPr>
        <p:spPr>
          <a:xfrm>
            <a:off x="4356767" y="3575371"/>
            <a:ext cx="2437579" cy="117488"/>
          </a:xfrm>
          <a:prstGeom prst="roundRect">
            <a:avLst>
              <a:gd name="adj" fmla="val 50000"/>
            </a:avLst>
          </a:prstGeom>
          <a:solidFill>
            <a:srgbClr val="93C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3" name="Groupe 2">
            <a:extLst>
              <a:ext uri="{FF2B5EF4-FFF2-40B4-BE49-F238E27FC236}">
                <a16:creationId xmlns:a16="http://schemas.microsoft.com/office/drawing/2014/main" id="{A27943C2-815C-197E-0311-8BB9A7C47DB1}"/>
              </a:ext>
            </a:extLst>
          </p:cNvPr>
          <p:cNvGrpSpPr/>
          <p:nvPr userDrawn="1">
            <p:custDataLst>
              <p:tags r:id="rId3"/>
            </p:custDataLst>
          </p:nvPr>
        </p:nvGrpSpPr>
        <p:grpSpPr>
          <a:xfrm rot="16200000">
            <a:off x="10068215" y="4320008"/>
            <a:ext cx="1843965" cy="2328292"/>
            <a:chOff x="9790045" y="4246976"/>
            <a:chExt cx="1843965" cy="2328292"/>
          </a:xfrm>
        </p:grpSpPr>
        <p:sp>
          <p:nvSpPr>
            <p:cNvPr id="4" name="Délai  7">
              <a:extLst>
                <a:ext uri="{FF2B5EF4-FFF2-40B4-BE49-F238E27FC236}">
                  <a16:creationId xmlns:a16="http://schemas.microsoft.com/office/drawing/2014/main" id="{8C8E7B4D-0A01-020E-DC3F-D4FBB2F7DD52}"/>
                </a:ext>
              </a:extLst>
            </p:cNvPr>
            <p:cNvSpPr/>
            <p:nvPr/>
          </p:nvSpPr>
          <p:spPr>
            <a:xfrm rot="2571875">
              <a:off x="10485910" y="4484086"/>
              <a:ext cx="1148100" cy="2091182"/>
            </a:xfrm>
            <a:prstGeom prst="flowChartDelay">
              <a:avLst/>
            </a:prstGeom>
            <a:solidFill>
              <a:srgbClr val="93C9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llipse 4">
              <a:extLst>
                <a:ext uri="{FF2B5EF4-FFF2-40B4-BE49-F238E27FC236}">
                  <a16:creationId xmlns:a16="http://schemas.microsoft.com/office/drawing/2014/main" id="{E6550899-D8B3-18E8-E0D9-5CE14F09F8E0}"/>
                </a:ext>
              </a:extLst>
            </p:cNvPr>
            <p:cNvSpPr/>
            <p:nvPr/>
          </p:nvSpPr>
          <p:spPr>
            <a:xfrm>
              <a:off x="9790045" y="4246976"/>
              <a:ext cx="920749" cy="920749"/>
            </a:xfrm>
            <a:prstGeom prst="ellipse">
              <a:avLst/>
            </a:prstGeom>
            <a:solidFill>
              <a:srgbClr val="1020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206856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4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42" presetClass="path" presetSubtype="0" decel="100000" fill="hold" grpId="1" nodeType="withEffect">
                                  <p:stCondLst>
                                    <p:cond delay="400"/>
                                  </p:stCondLst>
                                  <p:childTnLst>
                                    <p:animMotion origin="layout" path="M -3.125E-6 -4.44444E-6 L 0.02591 -4.44444E-6 " pathEditMode="relative" rAng="0" ptsTypes="AA">
                                      <p:cBhvr>
                                        <p:cTn id="9" dur="1250" spd="-100000" fill="hold"/>
                                        <p:tgtEl>
                                          <p:spTgt spid="2"/>
                                        </p:tgtEl>
                                        <p:attrNameLst>
                                          <p:attrName>ppt_x</p:attrName>
                                          <p:attrName>ppt_y</p:attrName>
                                        </p:attrNameLst>
                                      </p:cBhvr>
                                      <p:rCtr x="128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Archirecture_Section_Jaun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a:t>Slide </a:t>
            </a:r>
            <a:fld id="{E84159DD-8F1B-447B-8C76-93B9AD99256E}" type="slidenum">
              <a:rPr lang="fr-FR" smtClean="0"/>
              <a:t>‹N°›</a:t>
            </a:fld>
            <a:endParaRPr lang="fr-FR"/>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septembre 25</a:t>
            </a:fld>
            <a:r>
              <a:rPr lang="fr-FR" sz="1100" kern="1200">
                <a:solidFill>
                  <a:schemeClr val="bg1"/>
                </a:solidFill>
                <a:latin typeface="Avenir Book" panose="02000503020000020003"/>
                <a:ea typeface="+mn-ea"/>
                <a:cs typeface="+mn-cs"/>
              </a:rPr>
              <a:t>    |</a:t>
            </a:r>
          </a:p>
        </p:txBody>
      </p:sp>
      <p:sp>
        <p:nvSpPr>
          <p:cNvPr id="9" name="Espace réservé du texte 8">
            <a:extLst>
              <a:ext uri="{FF2B5EF4-FFF2-40B4-BE49-F238E27FC236}">
                <a16:creationId xmlns:a16="http://schemas.microsoft.com/office/drawing/2014/main" id="{A053FBA9-8D6E-4662-095D-6F7BA72D7393}"/>
              </a:ext>
            </a:extLst>
          </p:cNvPr>
          <p:cNvSpPr>
            <a:spLocks noGrp="1"/>
          </p:cNvSpPr>
          <p:nvPr>
            <p:ph type="body" sz="quarter" idx="10" hasCustomPrompt="1"/>
          </p:nvPr>
        </p:nvSpPr>
        <p:spPr>
          <a:xfrm>
            <a:off x="1761206" y="1512888"/>
            <a:ext cx="2374959" cy="4256087"/>
          </a:xfrm>
          <a:prstGeom prst="rect">
            <a:avLst/>
          </a:prstGeom>
        </p:spPr>
        <p:txBody>
          <a:bodyPr/>
          <a:lstStyle>
            <a:lvl1pPr marL="0" indent="0">
              <a:buNone/>
              <a:defRPr/>
            </a:lvl1pPr>
          </a:lstStyle>
          <a:p>
            <a:pPr lvl="0"/>
            <a:r>
              <a:rPr kumimoji="0" lang="fr-FR" sz="34400" b="1" i="0" u="none" strike="noStrike" kern="1200" cap="none" spc="0" normalizeH="0" baseline="0" noProof="0">
                <a:ln>
                  <a:noFill/>
                </a:ln>
                <a:solidFill>
                  <a:srgbClr val="FAB82F"/>
                </a:solidFill>
                <a:effectLst/>
                <a:uLnTx/>
                <a:uFillTx/>
                <a:latin typeface="Avenir Black" panose="02000503020000020003" pitchFamily="2" charset="0"/>
                <a:ea typeface="+mn-ea"/>
                <a:cs typeface="+mn-cs"/>
              </a:rPr>
              <a:t>0</a:t>
            </a:r>
            <a:endParaRPr lang="fr-FR"/>
          </a:p>
        </p:txBody>
      </p:sp>
      <p:sp>
        <p:nvSpPr>
          <p:cNvPr id="13" name="Espace réservé du texte 12">
            <a:extLst>
              <a:ext uri="{FF2B5EF4-FFF2-40B4-BE49-F238E27FC236}">
                <a16:creationId xmlns:a16="http://schemas.microsoft.com/office/drawing/2014/main" id="{A4E0DD6F-2100-E8CD-7021-B364F225952F}"/>
              </a:ext>
            </a:extLst>
          </p:cNvPr>
          <p:cNvSpPr>
            <a:spLocks noGrp="1"/>
          </p:cNvSpPr>
          <p:nvPr>
            <p:ph type="body" sz="quarter" idx="11" hasCustomPrompt="1"/>
          </p:nvPr>
        </p:nvSpPr>
        <p:spPr>
          <a:xfrm>
            <a:off x="4229868" y="2101910"/>
            <a:ext cx="6349822" cy="1777881"/>
          </a:xfrm>
          <a:prstGeom prst="rect">
            <a:avLst/>
          </a:prstGeom>
        </p:spPr>
        <p:txBody>
          <a:bodyPr/>
          <a:lstStyle>
            <a:lvl1pPr marL="0" indent="0">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a:ln>
                  <a:noFill/>
                </a:ln>
                <a:solidFill>
                  <a:srgbClr val="102031"/>
                </a:solidFill>
                <a:effectLst/>
                <a:uLnTx/>
                <a:uFillTx/>
                <a:latin typeface="Avenir Black" panose="02000503020000020003" pitchFamily="2" charset="0"/>
                <a:ea typeface="+mn-ea"/>
                <a:cs typeface="+mn-cs"/>
              </a:rPr>
              <a:t>TITRE SUR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a:ln>
                  <a:noFill/>
                </a:ln>
                <a:solidFill>
                  <a:srgbClr val="102031"/>
                </a:solidFill>
                <a:effectLst/>
                <a:uLnTx/>
                <a:uFillTx/>
                <a:latin typeface="Avenir Black" panose="02000503020000020003" pitchFamily="2" charset="0"/>
                <a:ea typeface="+mn-ea"/>
                <a:cs typeface="+mn-cs"/>
              </a:rPr>
              <a:t>DEUX LIGNES</a:t>
            </a:r>
          </a:p>
        </p:txBody>
      </p:sp>
      <p:sp>
        <p:nvSpPr>
          <p:cNvPr id="20" name="Espace réservé du texte 19">
            <a:extLst>
              <a:ext uri="{FF2B5EF4-FFF2-40B4-BE49-F238E27FC236}">
                <a16:creationId xmlns:a16="http://schemas.microsoft.com/office/drawing/2014/main" id="{8F6EF4AE-70CF-CFED-4B5E-81E4B5220C1A}"/>
              </a:ext>
            </a:extLst>
          </p:cNvPr>
          <p:cNvSpPr>
            <a:spLocks noGrp="1"/>
          </p:cNvSpPr>
          <p:nvPr>
            <p:ph type="body" sz="quarter" idx="12" hasCustomPrompt="1"/>
          </p:nvPr>
        </p:nvSpPr>
        <p:spPr>
          <a:xfrm>
            <a:off x="4221400" y="3958903"/>
            <a:ext cx="6160968" cy="555555"/>
          </a:xfrm>
          <a:prstGeom prst="rect">
            <a:avLst/>
          </a:prstGeom>
        </p:spPr>
        <p:txBody>
          <a:bodyPr/>
          <a:lstStyle>
            <a:lvl1pPr marL="0" indent="0">
              <a:buNone/>
              <a:defRPr/>
            </a:lvl1pPr>
          </a:lstStyle>
          <a:p>
            <a:pPr marL="0" indent="0" algn="l">
              <a:buNone/>
            </a:pPr>
            <a:r>
              <a:rPr lang="fr-FR" sz="2800" b="1">
                <a:solidFill>
                  <a:srgbClr val="FAB82F"/>
                </a:solidFill>
                <a:highlight>
                  <a:srgbClr val="102031"/>
                </a:highlight>
                <a:latin typeface="Avenir Light" panose="020B0402020203020204" pitchFamily="34" charset="77"/>
              </a:rPr>
              <a:t>TITRE</a:t>
            </a:r>
          </a:p>
        </p:txBody>
      </p:sp>
      <p:sp>
        <p:nvSpPr>
          <p:cNvPr id="6" name="Rectangle: Rounded Corners 16">
            <a:extLst>
              <a:ext uri="{FF2B5EF4-FFF2-40B4-BE49-F238E27FC236}">
                <a16:creationId xmlns:a16="http://schemas.microsoft.com/office/drawing/2014/main" id="{87A765EA-8209-C0AB-E177-D27F890D3D54}"/>
              </a:ext>
            </a:extLst>
          </p:cNvPr>
          <p:cNvSpPr/>
          <p:nvPr userDrawn="1">
            <p:custDataLst>
              <p:tags r:id="rId2"/>
            </p:custDataLst>
          </p:nvPr>
        </p:nvSpPr>
        <p:spPr>
          <a:xfrm>
            <a:off x="4314041" y="3575371"/>
            <a:ext cx="2437579" cy="117488"/>
          </a:xfrm>
          <a:prstGeom prst="roundRect">
            <a:avLst>
              <a:gd name="adj" fmla="val 50000"/>
            </a:avLst>
          </a:prstGeom>
          <a:solidFill>
            <a:srgbClr val="FAB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7" name="Groupe 6">
            <a:extLst>
              <a:ext uri="{FF2B5EF4-FFF2-40B4-BE49-F238E27FC236}">
                <a16:creationId xmlns:a16="http://schemas.microsoft.com/office/drawing/2014/main" id="{273F78D3-A8A3-EB74-F642-941A069D8E8C}"/>
              </a:ext>
            </a:extLst>
          </p:cNvPr>
          <p:cNvGrpSpPr/>
          <p:nvPr userDrawn="1">
            <p:custDataLst>
              <p:tags r:id="rId3"/>
            </p:custDataLst>
          </p:nvPr>
        </p:nvGrpSpPr>
        <p:grpSpPr>
          <a:xfrm rot="5182598">
            <a:off x="9813622" y="4184800"/>
            <a:ext cx="1843965" cy="2328292"/>
            <a:chOff x="9790045" y="4246976"/>
            <a:chExt cx="1843965" cy="2328292"/>
          </a:xfrm>
        </p:grpSpPr>
        <p:sp>
          <p:nvSpPr>
            <p:cNvPr id="8" name="Délai  2">
              <a:extLst>
                <a:ext uri="{FF2B5EF4-FFF2-40B4-BE49-F238E27FC236}">
                  <a16:creationId xmlns:a16="http://schemas.microsoft.com/office/drawing/2014/main" id="{1FC19798-C751-4583-5166-BF052A5991B1}"/>
                </a:ext>
              </a:extLst>
            </p:cNvPr>
            <p:cNvSpPr/>
            <p:nvPr/>
          </p:nvSpPr>
          <p:spPr>
            <a:xfrm rot="2571875">
              <a:off x="10485910" y="4484086"/>
              <a:ext cx="1148100" cy="2091182"/>
            </a:xfrm>
            <a:prstGeom prst="flowChartDelay">
              <a:avLst/>
            </a:prstGeom>
            <a:solidFill>
              <a:srgbClr val="1020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FAB06DC7-1819-7047-B03C-3ADA4971DB8E}"/>
                </a:ext>
              </a:extLst>
            </p:cNvPr>
            <p:cNvSpPr/>
            <p:nvPr/>
          </p:nvSpPr>
          <p:spPr>
            <a:xfrm>
              <a:off x="9790045" y="4246976"/>
              <a:ext cx="920749" cy="920749"/>
            </a:xfrm>
            <a:prstGeom prst="ellipse">
              <a:avLst/>
            </a:prstGeom>
            <a:solidFill>
              <a:srgbClr val="FAB8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1298895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4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par>
                                <p:cTn id="8" presetID="42" presetClass="path" presetSubtype="0" decel="100000" fill="hold" grpId="1" nodeType="withEffect">
                                  <p:stCondLst>
                                    <p:cond delay="400"/>
                                  </p:stCondLst>
                                  <p:childTnLst>
                                    <p:animMotion origin="layout" path="M -3.125E-6 -4.44444E-6 L 0.02591 -4.44444E-6 " pathEditMode="relative" rAng="0" ptsTypes="AA">
                                      <p:cBhvr>
                                        <p:cTn id="9" dur="1250" spd="-100000" fill="hold"/>
                                        <p:tgtEl>
                                          <p:spTgt spid="6"/>
                                        </p:tgtEl>
                                        <p:attrNameLst>
                                          <p:attrName>ppt_x</p:attrName>
                                          <p:attrName>ppt_y</p:attrName>
                                        </p:attrNameLst>
                                      </p:cBhvr>
                                      <p:rCtr x="128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Architecture_garde_dernièr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C395831-37E3-E9A5-A288-5F3BF929E740}"/>
              </a:ext>
            </a:extLst>
          </p:cNvPr>
          <p:cNvSpPr/>
          <p:nvPr userDrawn="1">
            <p:custDataLst>
              <p:tags r:id="rId1"/>
            </p:custDataLst>
          </p:nvPr>
        </p:nvSpPr>
        <p:spPr>
          <a:xfrm>
            <a:off x="0" y="6700603"/>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descr="Une image contenant Graphique, graphisme, Police, logo&#10;&#10;Description générée automatiquement">
            <a:extLst>
              <a:ext uri="{FF2B5EF4-FFF2-40B4-BE49-F238E27FC236}">
                <a16:creationId xmlns:a16="http://schemas.microsoft.com/office/drawing/2014/main" id="{A7B4E72D-701D-D6ED-169E-EC4E67ACEE52}"/>
              </a:ext>
            </a:extLst>
          </p:cNvPr>
          <p:cNvPicPr>
            <a:picLocks noChangeAspect="1"/>
          </p:cNvPicPr>
          <p:nvPr userDrawn="1">
            <p:custDataLst>
              <p:tags r:id="rId2"/>
            </p:custDataLst>
          </p:nvPr>
        </p:nvPicPr>
        <p:blipFill>
          <a:blip r:embed="rId4"/>
          <a:stretch>
            <a:fillRect/>
          </a:stretch>
        </p:blipFill>
        <p:spPr>
          <a:xfrm>
            <a:off x="3802380" y="1135380"/>
            <a:ext cx="4587240" cy="4587240"/>
          </a:xfrm>
          <a:prstGeom prst="rect">
            <a:avLst/>
          </a:prstGeom>
        </p:spPr>
      </p:pic>
    </p:spTree>
    <p:extLst>
      <p:ext uri="{BB962C8B-B14F-4D97-AF65-F5344CB8AC3E}">
        <p14:creationId xmlns:p14="http://schemas.microsoft.com/office/powerpoint/2010/main" val="1340885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250" fill="hold"/>
                                        <p:tgtEl>
                                          <p:spTgt spid="3"/>
                                        </p:tgtEl>
                                        <p:attrNameLst>
                                          <p:attrName>ppt_x</p:attrName>
                                        </p:attrNameLst>
                                      </p:cBhvr>
                                      <p:tavLst>
                                        <p:tav tm="0">
                                          <p:val>
                                            <p:strVal val="#ppt_x"/>
                                          </p:val>
                                        </p:tav>
                                        <p:tav tm="100000">
                                          <p:val>
                                            <p:strVal val="#ppt_x"/>
                                          </p:val>
                                        </p:tav>
                                      </p:tavLst>
                                    </p:anim>
                                    <p:anim calcmode="lin" valueType="num">
                                      <p:cBhvr additive="base">
                                        <p:cTn id="8" dur="125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rchirecture_Section_gri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septembre 25</a:t>
            </a:fld>
            <a:r>
              <a:rPr lang="fr-FR" sz="1100" kern="1200" dirty="0">
                <a:solidFill>
                  <a:schemeClr val="bg1"/>
                </a:solidFill>
                <a:latin typeface="Avenir Book" panose="02000503020000020003"/>
                <a:ea typeface="+mn-ea"/>
                <a:cs typeface="+mn-cs"/>
              </a:rPr>
              <a:t>    |</a:t>
            </a:r>
          </a:p>
        </p:txBody>
      </p:sp>
      <p:sp>
        <p:nvSpPr>
          <p:cNvPr id="9" name="Espace réservé du texte 8">
            <a:extLst>
              <a:ext uri="{FF2B5EF4-FFF2-40B4-BE49-F238E27FC236}">
                <a16:creationId xmlns:a16="http://schemas.microsoft.com/office/drawing/2014/main" id="{A053FBA9-8D6E-4662-095D-6F7BA72D7393}"/>
              </a:ext>
            </a:extLst>
          </p:cNvPr>
          <p:cNvSpPr>
            <a:spLocks noGrp="1"/>
          </p:cNvSpPr>
          <p:nvPr>
            <p:ph type="body" sz="quarter" idx="10" hasCustomPrompt="1"/>
          </p:nvPr>
        </p:nvSpPr>
        <p:spPr>
          <a:xfrm>
            <a:off x="1761206" y="1512888"/>
            <a:ext cx="2374959" cy="4256087"/>
          </a:xfrm>
          <a:prstGeom prst="rect">
            <a:avLst/>
          </a:prstGeom>
        </p:spPr>
        <p:txBody>
          <a:bodyPr/>
          <a:lstStyle>
            <a:lvl1pPr marL="0" indent="0">
              <a:buNone/>
              <a:defRPr/>
            </a:lvl1pPr>
          </a:lstStyle>
          <a:p>
            <a:pPr lvl="0"/>
            <a:r>
              <a:rPr kumimoji="0" lang="fr-FR" sz="34400" b="1" i="0" u="none" strike="noStrike" kern="1200" cap="none" spc="0" normalizeH="0" baseline="0" noProof="0" dirty="0">
                <a:ln>
                  <a:noFill/>
                </a:ln>
                <a:solidFill>
                  <a:prstClr val="white">
                    <a:lumMod val="75000"/>
                  </a:prstClr>
                </a:solidFill>
                <a:effectLst/>
                <a:uLnTx/>
                <a:uFillTx/>
                <a:latin typeface="Avenir Black" panose="02000503020000020003" pitchFamily="2" charset="0"/>
                <a:ea typeface="+mn-ea"/>
                <a:cs typeface="+mn-cs"/>
              </a:rPr>
              <a:t>0</a:t>
            </a:r>
            <a:endParaRPr lang="fr-FR" dirty="0"/>
          </a:p>
        </p:txBody>
      </p:sp>
      <p:sp>
        <p:nvSpPr>
          <p:cNvPr id="13" name="Espace réservé du texte 12">
            <a:extLst>
              <a:ext uri="{FF2B5EF4-FFF2-40B4-BE49-F238E27FC236}">
                <a16:creationId xmlns:a16="http://schemas.microsoft.com/office/drawing/2014/main" id="{A4E0DD6F-2100-E8CD-7021-B364F225952F}"/>
              </a:ext>
            </a:extLst>
          </p:cNvPr>
          <p:cNvSpPr>
            <a:spLocks noGrp="1"/>
          </p:cNvSpPr>
          <p:nvPr>
            <p:ph type="body" sz="quarter" idx="11" hasCustomPrompt="1"/>
          </p:nvPr>
        </p:nvSpPr>
        <p:spPr>
          <a:xfrm>
            <a:off x="4229868" y="2101910"/>
            <a:ext cx="6349822" cy="1777881"/>
          </a:xfrm>
          <a:prstGeom prst="rect">
            <a:avLst/>
          </a:prstGeom>
        </p:spPr>
        <p:txBody>
          <a:bodyPr/>
          <a:lstStyle>
            <a:lvl1pPr marL="0" indent="0">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TITRE SUR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DEUX LIGNES</a:t>
            </a:r>
          </a:p>
        </p:txBody>
      </p:sp>
      <p:sp>
        <p:nvSpPr>
          <p:cNvPr id="20" name="Espace réservé du texte 19">
            <a:extLst>
              <a:ext uri="{FF2B5EF4-FFF2-40B4-BE49-F238E27FC236}">
                <a16:creationId xmlns:a16="http://schemas.microsoft.com/office/drawing/2014/main" id="{8F6EF4AE-70CF-CFED-4B5E-81E4B5220C1A}"/>
              </a:ext>
            </a:extLst>
          </p:cNvPr>
          <p:cNvSpPr>
            <a:spLocks noGrp="1"/>
          </p:cNvSpPr>
          <p:nvPr>
            <p:ph type="body" sz="quarter" idx="12" hasCustomPrompt="1"/>
          </p:nvPr>
        </p:nvSpPr>
        <p:spPr>
          <a:xfrm>
            <a:off x="4221400" y="3958903"/>
            <a:ext cx="6160968" cy="555555"/>
          </a:xfrm>
          <a:prstGeom prst="rect">
            <a:avLst/>
          </a:prstGeom>
        </p:spPr>
        <p:txBody>
          <a:bodyPr/>
          <a:lstStyle>
            <a:lvl1pPr marL="0" indent="0">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800" b="1" i="0" u="none" strike="noStrike" kern="1200" cap="none" spc="0" normalizeH="0" baseline="0" noProof="0" dirty="0">
                <a:ln>
                  <a:noFill/>
                </a:ln>
                <a:solidFill>
                  <a:prstClr val="white">
                    <a:lumMod val="75000"/>
                  </a:prstClr>
                </a:solidFill>
                <a:effectLst/>
                <a:highlight>
                  <a:srgbClr val="102031"/>
                </a:highlight>
                <a:uLnTx/>
                <a:uFillTx/>
                <a:latin typeface="Avenir Light" panose="020B0402020203020204" pitchFamily="34" charset="77"/>
                <a:ea typeface="+mn-ea"/>
                <a:cs typeface="+mn-cs"/>
              </a:rPr>
              <a:t>TITRE</a:t>
            </a:r>
          </a:p>
        </p:txBody>
      </p:sp>
      <p:sp>
        <p:nvSpPr>
          <p:cNvPr id="27" name="Rectangle: Rounded Corners 16">
            <a:extLst>
              <a:ext uri="{FF2B5EF4-FFF2-40B4-BE49-F238E27FC236}">
                <a16:creationId xmlns:a16="http://schemas.microsoft.com/office/drawing/2014/main" id="{F30F7EC5-0EC5-74F2-0CDE-440CB84038BB}"/>
              </a:ext>
            </a:extLst>
          </p:cNvPr>
          <p:cNvSpPr/>
          <p:nvPr userDrawn="1">
            <p:custDataLst>
              <p:tags r:id="rId2"/>
            </p:custDataLst>
          </p:nvPr>
        </p:nvSpPr>
        <p:spPr>
          <a:xfrm>
            <a:off x="4294962" y="3523443"/>
            <a:ext cx="2437579" cy="117488"/>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28" name="Groupe 27">
            <a:extLst>
              <a:ext uri="{FF2B5EF4-FFF2-40B4-BE49-F238E27FC236}">
                <a16:creationId xmlns:a16="http://schemas.microsoft.com/office/drawing/2014/main" id="{35AEB636-64FD-3A63-7464-B031A7870BEA}"/>
              </a:ext>
            </a:extLst>
          </p:cNvPr>
          <p:cNvGrpSpPr/>
          <p:nvPr userDrawn="1">
            <p:custDataLst>
              <p:tags r:id="rId3"/>
            </p:custDataLst>
          </p:nvPr>
        </p:nvGrpSpPr>
        <p:grpSpPr>
          <a:xfrm rot="8217329">
            <a:off x="9801604" y="4156602"/>
            <a:ext cx="1843965" cy="2328292"/>
            <a:chOff x="9790045" y="4246976"/>
            <a:chExt cx="1843965" cy="2328292"/>
          </a:xfrm>
        </p:grpSpPr>
        <p:sp>
          <p:nvSpPr>
            <p:cNvPr id="30" name="Délai  2">
              <a:extLst>
                <a:ext uri="{FF2B5EF4-FFF2-40B4-BE49-F238E27FC236}">
                  <a16:creationId xmlns:a16="http://schemas.microsoft.com/office/drawing/2014/main" id="{3137665A-D6B1-79C1-B361-E4CE4C9D6B84}"/>
                </a:ext>
              </a:extLst>
            </p:cNvPr>
            <p:cNvSpPr/>
            <p:nvPr/>
          </p:nvSpPr>
          <p:spPr>
            <a:xfrm rot="2571875">
              <a:off x="10485910" y="4484086"/>
              <a:ext cx="1148100" cy="2091182"/>
            </a:xfrm>
            <a:prstGeom prst="flowChartDelay">
              <a:avLst/>
            </a:prstGeom>
            <a:solidFill>
              <a:srgbClr val="1020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Ellipse 31">
              <a:extLst>
                <a:ext uri="{FF2B5EF4-FFF2-40B4-BE49-F238E27FC236}">
                  <a16:creationId xmlns:a16="http://schemas.microsoft.com/office/drawing/2014/main" id="{E12AAEA5-0840-BFF4-2317-1C063BCF498A}"/>
                </a:ext>
              </a:extLst>
            </p:cNvPr>
            <p:cNvSpPr/>
            <p:nvPr/>
          </p:nvSpPr>
          <p:spPr>
            <a:xfrm>
              <a:off x="9790045" y="4246976"/>
              <a:ext cx="920749" cy="920749"/>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2586466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40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childTnLst>
                                </p:cTn>
                              </p:par>
                              <p:par>
                                <p:cTn id="8" presetID="42" presetClass="path" presetSubtype="0" decel="100000" fill="hold" grpId="1" nodeType="withEffect">
                                  <p:stCondLst>
                                    <p:cond delay="400"/>
                                  </p:stCondLst>
                                  <p:childTnLst>
                                    <p:animMotion origin="layout" path="M -3.125E-6 -4.44444E-6 L 0.02591 -4.44444E-6 " pathEditMode="relative" rAng="0" ptsTypes="AA">
                                      <p:cBhvr>
                                        <p:cTn id="9" dur="1250" spd="-100000" fill="hold"/>
                                        <p:tgtEl>
                                          <p:spTgt spid="27"/>
                                        </p:tgtEl>
                                        <p:attrNameLst>
                                          <p:attrName>ppt_x</p:attrName>
                                          <p:attrName>ppt_y</p:attrName>
                                        </p:attrNameLst>
                                      </p:cBhvr>
                                      <p:rCtr x="128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7" grpId="1" animBg="1"/>
    </p:bldLst>
  </p:timing>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rchirecture_Section_Oran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septembre 25</a:t>
            </a:fld>
            <a:r>
              <a:rPr lang="fr-FR" sz="1100" kern="1200" dirty="0">
                <a:solidFill>
                  <a:schemeClr val="bg1"/>
                </a:solidFill>
                <a:latin typeface="Avenir Book" panose="02000503020000020003"/>
                <a:ea typeface="+mn-ea"/>
                <a:cs typeface="+mn-cs"/>
              </a:rPr>
              <a:t>    |</a:t>
            </a:r>
          </a:p>
        </p:txBody>
      </p:sp>
      <p:sp>
        <p:nvSpPr>
          <p:cNvPr id="9" name="Espace réservé du texte 8">
            <a:extLst>
              <a:ext uri="{FF2B5EF4-FFF2-40B4-BE49-F238E27FC236}">
                <a16:creationId xmlns:a16="http://schemas.microsoft.com/office/drawing/2014/main" id="{A053FBA9-8D6E-4662-095D-6F7BA72D7393}"/>
              </a:ext>
            </a:extLst>
          </p:cNvPr>
          <p:cNvSpPr>
            <a:spLocks noGrp="1"/>
          </p:cNvSpPr>
          <p:nvPr>
            <p:ph type="body" sz="quarter" idx="10" hasCustomPrompt="1"/>
          </p:nvPr>
        </p:nvSpPr>
        <p:spPr>
          <a:xfrm>
            <a:off x="1761206" y="1512888"/>
            <a:ext cx="2374959" cy="4256087"/>
          </a:xfrm>
          <a:prstGeom prst="rect">
            <a:avLst/>
          </a:prstGeom>
        </p:spPr>
        <p:txBody>
          <a:bodyPr/>
          <a:lstStyle>
            <a:lvl1pPr marL="0" indent="0">
              <a:buNone/>
              <a:defRPr/>
            </a:lvl1pPr>
          </a:lstStyle>
          <a:p>
            <a:pPr lvl="0"/>
            <a:r>
              <a:rPr kumimoji="0" lang="fr-FR" sz="34400" b="1" i="0" u="none" strike="noStrike" kern="1200" cap="none" spc="0" normalizeH="0" baseline="0" noProof="0" dirty="0">
                <a:ln>
                  <a:noFill/>
                </a:ln>
                <a:solidFill>
                  <a:srgbClr val="E75113"/>
                </a:solidFill>
                <a:effectLst/>
                <a:uLnTx/>
                <a:uFillTx/>
                <a:latin typeface="Avenir Black" panose="02000503020000020003" pitchFamily="2" charset="0"/>
                <a:ea typeface="+mn-ea"/>
                <a:cs typeface="+mn-cs"/>
              </a:rPr>
              <a:t>0</a:t>
            </a:r>
            <a:endParaRPr lang="fr-FR" dirty="0"/>
          </a:p>
        </p:txBody>
      </p:sp>
      <p:sp>
        <p:nvSpPr>
          <p:cNvPr id="13" name="Espace réservé du texte 12">
            <a:extLst>
              <a:ext uri="{FF2B5EF4-FFF2-40B4-BE49-F238E27FC236}">
                <a16:creationId xmlns:a16="http://schemas.microsoft.com/office/drawing/2014/main" id="{A4E0DD6F-2100-E8CD-7021-B364F225952F}"/>
              </a:ext>
            </a:extLst>
          </p:cNvPr>
          <p:cNvSpPr>
            <a:spLocks noGrp="1"/>
          </p:cNvSpPr>
          <p:nvPr>
            <p:ph type="body" sz="quarter" idx="11" hasCustomPrompt="1"/>
          </p:nvPr>
        </p:nvSpPr>
        <p:spPr>
          <a:xfrm>
            <a:off x="4229868" y="2101910"/>
            <a:ext cx="6349822" cy="1777881"/>
          </a:xfrm>
          <a:prstGeom prst="rect">
            <a:avLst/>
          </a:prstGeom>
        </p:spPr>
        <p:txBody>
          <a:bodyPr/>
          <a:lstStyle>
            <a:lvl1pPr marL="0" indent="0">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TITRE SUR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DEUX LIGNES</a:t>
            </a:r>
          </a:p>
        </p:txBody>
      </p:sp>
      <p:sp>
        <p:nvSpPr>
          <p:cNvPr id="18" name="Rectangle: Rounded Corners 16">
            <a:extLst>
              <a:ext uri="{FF2B5EF4-FFF2-40B4-BE49-F238E27FC236}">
                <a16:creationId xmlns:a16="http://schemas.microsoft.com/office/drawing/2014/main" id="{CB1F8601-3790-938D-F323-384B4D5997A9}"/>
              </a:ext>
            </a:extLst>
          </p:cNvPr>
          <p:cNvSpPr/>
          <p:nvPr userDrawn="1">
            <p:custDataLst>
              <p:tags r:id="rId2"/>
            </p:custDataLst>
          </p:nvPr>
        </p:nvSpPr>
        <p:spPr>
          <a:xfrm>
            <a:off x="4277199" y="3575371"/>
            <a:ext cx="2437579" cy="117488"/>
          </a:xfrm>
          <a:prstGeom prst="roundRect">
            <a:avLst>
              <a:gd name="adj" fmla="val 50000"/>
            </a:avLst>
          </a:prstGeom>
          <a:solidFill>
            <a:srgbClr val="E751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Espace réservé du texte 19">
            <a:extLst>
              <a:ext uri="{FF2B5EF4-FFF2-40B4-BE49-F238E27FC236}">
                <a16:creationId xmlns:a16="http://schemas.microsoft.com/office/drawing/2014/main" id="{8F6EF4AE-70CF-CFED-4B5E-81E4B5220C1A}"/>
              </a:ext>
            </a:extLst>
          </p:cNvPr>
          <p:cNvSpPr>
            <a:spLocks noGrp="1"/>
          </p:cNvSpPr>
          <p:nvPr>
            <p:ph type="body" sz="quarter" idx="12" hasCustomPrompt="1"/>
          </p:nvPr>
        </p:nvSpPr>
        <p:spPr>
          <a:xfrm>
            <a:off x="4221400" y="3958903"/>
            <a:ext cx="6160968" cy="555555"/>
          </a:xfrm>
          <a:prstGeom prst="rect">
            <a:avLst/>
          </a:prstGeom>
        </p:spPr>
        <p:txBody>
          <a:bodyPr/>
          <a:lstStyle>
            <a:lvl1pPr marL="0" indent="0">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sz="2800" b="1" dirty="0">
                <a:solidFill>
                  <a:srgbClr val="E75113"/>
                </a:solidFill>
                <a:highlight>
                  <a:srgbClr val="102031"/>
                </a:highlight>
                <a:latin typeface="Avenir Light" panose="020B0402020203020204" pitchFamily="34" charset="77"/>
              </a:rPr>
              <a:t>TITRE</a:t>
            </a:r>
          </a:p>
        </p:txBody>
      </p:sp>
      <p:grpSp>
        <p:nvGrpSpPr>
          <p:cNvPr id="21" name="Groupe 20">
            <a:extLst>
              <a:ext uri="{FF2B5EF4-FFF2-40B4-BE49-F238E27FC236}">
                <a16:creationId xmlns:a16="http://schemas.microsoft.com/office/drawing/2014/main" id="{EFD68BEC-E40E-69E0-6373-AF29CEAC6F1E}"/>
              </a:ext>
            </a:extLst>
          </p:cNvPr>
          <p:cNvGrpSpPr/>
          <p:nvPr userDrawn="1">
            <p:custDataLst>
              <p:tags r:id="rId3"/>
            </p:custDataLst>
          </p:nvPr>
        </p:nvGrpSpPr>
        <p:grpSpPr>
          <a:xfrm>
            <a:off x="9790045" y="4246976"/>
            <a:ext cx="1843965" cy="2328292"/>
            <a:chOff x="9790045" y="4246976"/>
            <a:chExt cx="1843965" cy="2328292"/>
          </a:xfrm>
        </p:grpSpPr>
        <p:sp>
          <p:nvSpPr>
            <p:cNvPr id="22" name="Délai  2">
              <a:extLst>
                <a:ext uri="{FF2B5EF4-FFF2-40B4-BE49-F238E27FC236}">
                  <a16:creationId xmlns:a16="http://schemas.microsoft.com/office/drawing/2014/main" id="{8AEB4EB7-601D-B875-1CAC-27F854AEA6D2}"/>
                </a:ext>
              </a:extLst>
            </p:cNvPr>
            <p:cNvSpPr/>
            <p:nvPr/>
          </p:nvSpPr>
          <p:spPr>
            <a:xfrm rot="2571875">
              <a:off x="10485910" y="4484086"/>
              <a:ext cx="1148100" cy="2091182"/>
            </a:xfrm>
            <a:prstGeom prst="flowChartDelay">
              <a:avLst/>
            </a:prstGeom>
            <a:solidFill>
              <a:srgbClr val="1020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Ellipse 22">
              <a:extLst>
                <a:ext uri="{FF2B5EF4-FFF2-40B4-BE49-F238E27FC236}">
                  <a16:creationId xmlns:a16="http://schemas.microsoft.com/office/drawing/2014/main" id="{A5C4F44F-0A12-ABB7-8DA8-F084D5C64E33}"/>
                </a:ext>
              </a:extLst>
            </p:cNvPr>
            <p:cNvSpPr/>
            <p:nvPr/>
          </p:nvSpPr>
          <p:spPr>
            <a:xfrm>
              <a:off x="9790045" y="4246976"/>
              <a:ext cx="920749" cy="920749"/>
            </a:xfrm>
            <a:prstGeom prst="ellipse">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3262603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40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childTnLst>
                                </p:cTn>
                              </p:par>
                              <p:par>
                                <p:cTn id="8" presetID="42" presetClass="path" presetSubtype="0" decel="100000" fill="hold" grpId="1" nodeType="withEffect">
                                  <p:stCondLst>
                                    <p:cond delay="400"/>
                                  </p:stCondLst>
                                  <p:childTnLst>
                                    <p:animMotion origin="layout" path="M -3.125E-6 -4.44444E-6 L 0.02591 -4.44444E-6 " pathEditMode="relative" rAng="0" ptsTypes="AA">
                                      <p:cBhvr>
                                        <p:cTn id="9" dur="1250" spd="-100000" fill="hold"/>
                                        <p:tgtEl>
                                          <p:spTgt spid="18"/>
                                        </p:tgtEl>
                                        <p:attrNameLst>
                                          <p:attrName>ppt_x</p:attrName>
                                          <p:attrName>ppt_y</p:attrName>
                                        </p:attrNameLst>
                                      </p:cBhvr>
                                      <p:rCtr x="128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Lst>
  </p:timing>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Archirecture_Section_ve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septembre 25</a:t>
            </a:fld>
            <a:r>
              <a:rPr lang="fr-FR" sz="1100" kern="1200" dirty="0">
                <a:solidFill>
                  <a:schemeClr val="bg1"/>
                </a:solidFill>
                <a:latin typeface="Avenir Book" panose="02000503020000020003"/>
                <a:ea typeface="+mn-ea"/>
                <a:cs typeface="+mn-cs"/>
              </a:rPr>
              <a:t>    |</a:t>
            </a:r>
          </a:p>
        </p:txBody>
      </p:sp>
      <p:sp>
        <p:nvSpPr>
          <p:cNvPr id="9" name="Espace réservé du texte 8">
            <a:extLst>
              <a:ext uri="{FF2B5EF4-FFF2-40B4-BE49-F238E27FC236}">
                <a16:creationId xmlns:a16="http://schemas.microsoft.com/office/drawing/2014/main" id="{A053FBA9-8D6E-4662-095D-6F7BA72D7393}"/>
              </a:ext>
            </a:extLst>
          </p:cNvPr>
          <p:cNvSpPr>
            <a:spLocks noGrp="1"/>
          </p:cNvSpPr>
          <p:nvPr>
            <p:ph type="body" sz="quarter" idx="10" hasCustomPrompt="1"/>
          </p:nvPr>
        </p:nvSpPr>
        <p:spPr>
          <a:xfrm>
            <a:off x="1761206" y="1512888"/>
            <a:ext cx="2374959" cy="4256087"/>
          </a:xfrm>
          <a:prstGeom prst="rect">
            <a:avLst/>
          </a:prstGeom>
        </p:spPr>
        <p:txBody>
          <a:bodyPr/>
          <a:lstStyle>
            <a:lvl1pPr marL="0" indent="0">
              <a:buNone/>
              <a:defRPr/>
            </a:lvl1pPr>
          </a:lstStyle>
          <a:p>
            <a:pPr lvl="0"/>
            <a:r>
              <a:rPr kumimoji="0" lang="fr-FR" sz="34400" b="1" i="0" u="none" strike="noStrike" kern="1200" cap="none" spc="0" normalizeH="0" baseline="0" noProof="0" dirty="0">
                <a:ln>
                  <a:noFill/>
                </a:ln>
                <a:solidFill>
                  <a:srgbClr val="93C97B"/>
                </a:solidFill>
                <a:effectLst/>
                <a:uLnTx/>
                <a:uFillTx/>
                <a:latin typeface="Avenir Black" panose="02000503020000020003" pitchFamily="2" charset="0"/>
                <a:ea typeface="+mn-ea"/>
                <a:cs typeface="+mn-cs"/>
              </a:rPr>
              <a:t>0</a:t>
            </a:r>
            <a:endParaRPr lang="fr-FR" dirty="0"/>
          </a:p>
        </p:txBody>
      </p:sp>
      <p:sp>
        <p:nvSpPr>
          <p:cNvPr id="13" name="Espace réservé du texte 12">
            <a:extLst>
              <a:ext uri="{FF2B5EF4-FFF2-40B4-BE49-F238E27FC236}">
                <a16:creationId xmlns:a16="http://schemas.microsoft.com/office/drawing/2014/main" id="{A4E0DD6F-2100-E8CD-7021-B364F225952F}"/>
              </a:ext>
            </a:extLst>
          </p:cNvPr>
          <p:cNvSpPr>
            <a:spLocks noGrp="1"/>
          </p:cNvSpPr>
          <p:nvPr>
            <p:ph type="body" sz="quarter" idx="11" hasCustomPrompt="1"/>
          </p:nvPr>
        </p:nvSpPr>
        <p:spPr>
          <a:xfrm>
            <a:off x="4229868" y="2101910"/>
            <a:ext cx="6349822" cy="1777881"/>
          </a:xfrm>
          <a:prstGeom prst="rect">
            <a:avLst/>
          </a:prstGeom>
        </p:spPr>
        <p:txBody>
          <a:bodyPr/>
          <a:lstStyle>
            <a:lvl1pPr marL="0" indent="0">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TITRE SUR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DEUX LIGNES</a:t>
            </a:r>
          </a:p>
        </p:txBody>
      </p:sp>
      <p:sp>
        <p:nvSpPr>
          <p:cNvPr id="20" name="Espace réservé du texte 19">
            <a:extLst>
              <a:ext uri="{FF2B5EF4-FFF2-40B4-BE49-F238E27FC236}">
                <a16:creationId xmlns:a16="http://schemas.microsoft.com/office/drawing/2014/main" id="{8F6EF4AE-70CF-CFED-4B5E-81E4B5220C1A}"/>
              </a:ext>
            </a:extLst>
          </p:cNvPr>
          <p:cNvSpPr>
            <a:spLocks noGrp="1"/>
          </p:cNvSpPr>
          <p:nvPr>
            <p:ph type="body" sz="quarter" idx="12" hasCustomPrompt="1"/>
          </p:nvPr>
        </p:nvSpPr>
        <p:spPr>
          <a:xfrm>
            <a:off x="4221400" y="3958903"/>
            <a:ext cx="6160968" cy="555555"/>
          </a:xfrm>
          <a:prstGeom prst="rect">
            <a:avLst/>
          </a:prstGeom>
        </p:spPr>
        <p:txBody>
          <a:bodyPr/>
          <a:lstStyle>
            <a:lvl1pPr marL="0" indent="0">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800" b="1" i="0" u="none" strike="noStrike" kern="1200" cap="none" spc="0" normalizeH="0" baseline="0" noProof="0" dirty="0">
                <a:ln>
                  <a:noFill/>
                </a:ln>
                <a:solidFill>
                  <a:srgbClr val="93C97B"/>
                </a:solidFill>
                <a:effectLst/>
                <a:highlight>
                  <a:srgbClr val="102031"/>
                </a:highlight>
                <a:uLnTx/>
                <a:uFillTx/>
                <a:latin typeface="Avenir Light" panose="020B0402020203020204" pitchFamily="34" charset="77"/>
                <a:ea typeface="+mn-ea"/>
                <a:cs typeface="+mn-cs"/>
              </a:rPr>
              <a:t>TITRE</a:t>
            </a:r>
          </a:p>
        </p:txBody>
      </p:sp>
      <p:sp>
        <p:nvSpPr>
          <p:cNvPr id="2" name="Rectangle: Rounded Corners 16">
            <a:extLst>
              <a:ext uri="{FF2B5EF4-FFF2-40B4-BE49-F238E27FC236}">
                <a16:creationId xmlns:a16="http://schemas.microsoft.com/office/drawing/2014/main" id="{30AD7C7B-0BBB-FE0B-F5A7-5C0B49C51DA8}"/>
              </a:ext>
            </a:extLst>
          </p:cNvPr>
          <p:cNvSpPr/>
          <p:nvPr userDrawn="1">
            <p:custDataLst>
              <p:tags r:id="rId2"/>
            </p:custDataLst>
          </p:nvPr>
        </p:nvSpPr>
        <p:spPr>
          <a:xfrm>
            <a:off x="4356767" y="3575371"/>
            <a:ext cx="2437579" cy="117488"/>
          </a:xfrm>
          <a:prstGeom prst="roundRect">
            <a:avLst>
              <a:gd name="adj" fmla="val 50000"/>
            </a:avLst>
          </a:prstGeom>
          <a:solidFill>
            <a:srgbClr val="93C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3" name="Groupe 2">
            <a:extLst>
              <a:ext uri="{FF2B5EF4-FFF2-40B4-BE49-F238E27FC236}">
                <a16:creationId xmlns:a16="http://schemas.microsoft.com/office/drawing/2014/main" id="{A27943C2-815C-197E-0311-8BB9A7C47DB1}"/>
              </a:ext>
            </a:extLst>
          </p:cNvPr>
          <p:cNvGrpSpPr/>
          <p:nvPr userDrawn="1">
            <p:custDataLst>
              <p:tags r:id="rId3"/>
            </p:custDataLst>
          </p:nvPr>
        </p:nvGrpSpPr>
        <p:grpSpPr>
          <a:xfrm rot="16200000">
            <a:off x="10068215" y="4320008"/>
            <a:ext cx="1843965" cy="2328292"/>
            <a:chOff x="9790045" y="4246976"/>
            <a:chExt cx="1843965" cy="2328292"/>
          </a:xfrm>
        </p:grpSpPr>
        <p:sp>
          <p:nvSpPr>
            <p:cNvPr id="4" name="Délai  7">
              <a:extLst>
                <a:ext uri="{FF2B5EF4-FFF2-40B4-BE49-F238E27FC236}">
                  <a16:creationId xmlns:a16="http://schemas.microsoft.com/office/drawing/2014/main" id="{8C8E7B4D-0A01-020E-DC3F-D4FBB2F7DD52}"/>
                </a:ext>
              </a:extLst>
            </p:cNvPr>
            <p:cNvSpPr/>
            <p:nvPr/>
          </p:nvSpPr>
          <p:spPr>
            <a:xfrm rot="2571875">
              <a:off x="10485910" y="4484086"/>
              <a:ext cx="1148100" cy="2091182"/>
            </a:xfrm>
            <a:prstGeom prst="flowChartDelay">
              <a:avLst/>
            </a:prstGeom>
            <a:solidFill>
              <a:srgbClr val="93C9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llipse 4">
              <a:extLst>
                <a:ext uri="{FF2B5EF4-FFF2-40B4-BE49-F238E27FC236}">
                  <a16:creationId xmlns:a16="http://schemas.microsoft.com/office/drawing/2014/main" id="{E6550899-D8B3-18E8-E0D9-5CE14F09F8E0}"/>
                </a:ext>
              </a:extLst>
            </p:cNvPr>
            <p:cNvSpPr/>
            <p:nvPr/>
          </p:nvSpPr>
          <p:spPr>
            <a:xfrm>
              <a:off x="9790045" y="4246976"/>
              <a:ext cx="920749" cy="920749"/>
            </a:xfrm>
            <a:prstGeom prst="ellipse">
              <a:avLst/>
            </a:prstGeom>
            <a:solidFill>
              <a:srgbClr val="1020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3155773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4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42" presetClass="path" presetSubtype="0" decel="100000" fill="hold" grpId="1" nodeType="withEffect">
                                  <p:stCondLst>
                                    <p:cond delay="400"/>
                                  </p:stCondLst>
                                  <p:childTnLst>
                                    <p:animMotion origin="layout" path="M -3.125E-6 -4.44444E-6 L 0.02591 -4.44444E-6 " pathEditMode="relative" rAng="0" ptsTypes="AA">
                                      <p:cBhvr>
                                        <p:cTn id="9" dur="1250" spd="-100000" fill="hold"/>
                                        <p:tgtEl>
                                          <p:spTgt spid="2"/>
                                        </p:tgtEl>
                                        <p:attrNameLst>
                                          <p:attrName>ppt_x</p:attrName>
                                          <p:attrName>ppt_y</p:attrName>
                                        </p:attrNameLst>
                                      </p:cBhvr>
                                      <p:rCtr x="128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rchirecture_Section_Jaun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septembre 25</a:t>
            </a:fld>
            <a:r>
              <a:rPr lang="fr-FR" sz="1100" kern="1200" dirty="0">
                <a:solidFill>
                  <a:schemeClr val="bg1"/>
                </a:solidFill>
                <a:latin typeface="Avenir Book" panose="02000503020000020003"/>
                <a:ea typeface="+mn-ea"/>
                <a:cs typeface="+mn-cs"/>
              </a:rPr>
              <a:t>    |</a:t>
            </a:r>
          </a:p>
        </p:txBody>
      </p:sp>
      <p:sp>
        <p:nvSpPr>
          <p:cNvPr id="9" name="Espace réservé du texte 8">
            <a:extLst>
              <a:ext uri="{FF2B5EF4-FFF2-40B4-BE49-F238E27FC236}">
                <a16:creationId xmlns:a16="http://schemas.microsoft.com/office/drawing/2014/main" id="{A053FBA9-8D6E-4662-095D-6F7BA72D7393}"/>
              </a:ext>
            </a:extLst>
          </p:cNvPr>
          <p:cNvSpPr>
            <a:spLocks noGrp="1"/>
          </p:cNvSpPr>
          <p:nvPr>
            <p:ph type="body" sz="quarter" idx="10" hasCustomPrompt="1"/>
          </p:nvPr>
        </p:nvSpPr>
        <p:spPr>
          <a:xfrm>
            <a:off x="1761206" y="1512888"/>
            <a:ext cx="2374959" cy="4256087"/>
          </a:xfrm>
          <a:prstGeom prst="rect">
            <a:avLst/>
          </a:prstGeom>
        </p:spPr>
        <p:txBody>
          <a:bodyPr/>
          <a:lstStyle>
            <a:lvl1pPr marL="0" indent="0">
              <a:buNone/>
              <a:defRPr/>
            </a:lvl1pPr>
          </a:lstStyle>
          <a:p>
            <a:pPr lvl="0"/>
            <a:r>
              <a:rPr kumimoji="0" lang="fr-FR" sz="34400" b="1" i="0" u="none" strike="noStrike" kern="1200" cap="none" spc="0" normalizeH="0" baseline="0" noProof="0" dirty="0">
                <a:ln>
                  <a:noFill/>
                </a:ln>
                <a:solidFill>
                  <a:srgbClr val="FAB82F"/>
                </a:solidFill>
                <a:effectLst/>
                <a:uLnTx/>
                <a:uFillTx/>
                <a:latin typeface="Avenir Black" panose="02000503020000020003" pitchFamily="2" charset="0"/>
                <a:ea typeface="+mn-ea"/>
                <a:cs typeface="+mn-cs"/>
              </a:rPr>
              <a:t>0</a:t>
            </a:r>
            <a:endParaRPr lang="fr-FR" dirty="0"/>
          </a:p>
        </p:txBody>
      </p:sp>
      <p:sp>
        <p:nvSpPr>
          <p:cNvPr id="13" name="Espace réservé du texte 12">
            <a:extLst>
              <a:ext uri="{FF2B5EF4-FFF2-40B4-BE49-F238E27FC236}">
                <a16:creationId xmlns:a16="http://schemas.microsoft.com/office/drawing/2014/main" id="{A4E0DD6F-2100-E8CD-7021-B364F225952F}"/>
              </a:ext>
            </a:extLst>
          </p:cNvPr>
          <p:cNvSpPr>
            <a:spLocks noGrp="1"/>
          </p:cNvSpPr>
          <p:nvPr>
            <p:ph type="body" sz="quarter" idx="11" hasCustomPrompt="1"/>
          </p:nvPr>
        </p:nvSpPr>
        <p:spPr>
          <a:xfrm>
            <a:off x="4229868" y="2101910"/>
            <a:ext cx="6349822" cy="1777881"/>
          </a:xfrm>
          <a:prstGeom prst="rect">
            <a:avLst/>
          </a:prstGeom>
        </p:spPr>
        <p:txBody>
          <a:bodyPr/>
          <a:lstStyle>
            <a:lvl1pPr marL="0" indent="0">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TITRE SUR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DEUX LIGNES</a:t>
            </a:r>
          </a:p>
        </p:txBody>
      </p:sp>
      <p:sp>
        <p:nvSpPr>
          <p:cNvPr id="20" name="Espace réservé du texte 19">
            <a:extLst>
              <a:ext uri="{FF2B5EF4-FFF2-40B4-BE49-F238E27FC236}">
                <a16:creationId xmlns:a16="http://schemas.microsoft.com/office/drawing/2014/main" id="{8F6EF4AE-70CF-CFED-4B5E-81E4B5220C1A}"/>
              </a:ext>
            </a:extLst>
          </p:cNvPr>
          <p:cNvSpPr>
            <a:spLocks noGrp="1"/>
          </p:cNvSpPr>
          <p:nvPr>
            <p:ph type="body" sz="quarter" idx="12" hasCustomPrompt="1"/>
          </p:nvPr>
        </p:nvSpPr>
        <p:spPr>
          <a:xfrm>
            <a:off x="4221400" y="3958903"/>
            <a:ext cx="6160968" cy="555555"/>
          </a:xfrm>
          <a:prstGeom prst="rect">
            <a:avLst/>
          </a:prstGeom>
        </p:spPr>
        <p:txBody>
          <a:bodyPr/>
          <a:lstStyle>
            <a:lvl1pPr marL="0" indent="0">
              <a:buNone/>
              <a:defRPr/>
            </a:lvl1pPr>
          </a:lstStyle>
          <a:p>
            <a:pPr marL="0" indent="0" algn="l">
              <a:buNone/>
            </a:pPr>
            <a:r>
              <a:rPr lang="fr-FR" sz="2800" b="1" dirty="0">
                <a:solidFill>
                  <a:srgbClr val="FAB82F"/>
                </a:solidFill>
                <a:highlight>
                  <a:srgbClr val="102031"/>
                </a:highlight>
                <a:latin typeface="Avenir Light" panose="020B0402020203020204" pitchFamily="34" charset="77"/>
              </a:rPr>
              <a:t>TITRE</a:t>
            </a:r>
          </a:p>
        </p:txBody>
      </p:sp>
      <p:sp>
        <p:nvSpPr>
          <p:cNvPr id="6" name="Rectangle: Rounded Corners 16">
            <a:extLst>
              <a:ext uri="{FF2B5EF4-FFF2-40B4-BE49-F238E27FC236}">
                <a16:creationId xmlns:a16="http://schemas.microsoft.com/office/drawing/2014/main" id="{87A765EA-8209-C0AB-E177-D27F890D3D54}"/>
              </a:ext>
            </a:extLst>
          </p:cNvPr>
          <p:cNvSpPr/>
          <p:nvPr userDrawn="1">
            <p:custDataLst>
              <p:tags r:id="rId2"/>
            </p:custDataLst>
          </p:nvPr>
        </p:nvSpPr>
        <p:spPr>
          <a:xfrm>
            <a:off x="4314041" y="3575371"/>
            <a:ext cx="2437579" cy="117488"/>
          </a:xfrm>
          <a:prstGeom prst="roundRect">
            <a:avLst>
              <a:gd name="adj" fmla="val 50000"/>
            </a:avLst>
          </a:prstGeom>
          <a:solidFill>
            <a:srgbClr val="FAB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7" name="Groupe 6">
            <a:extLst>
              <a:ext uri="{FF2B5EF4-FFF2-40B4-BE49-F238E27FC236}">
                <a16:creationId xmlns:a16="http://schemas.microsoft.com/office/drawing/2014/main" id="{273F78D3-A8A3-EB74-F642-941A069D8E8C}"/>
              </a:ext>
            </a:extLst>
          </p:cNvPr>
          <p:cNvGrpSpPr/>
          <p:nvPr userDrawn="1">
            <p:custDataLst>
              <p:tags r:id="rId3"/>
            </p:custDataLst>
          </p:nvPr>
        </p:nvGrpSpPr>
        <p:grpSpPr>
          <a:xfrm rot="5182598">
            <a:off x="9813622" y="4184800"/>
            <a:ext cx="1843965" cy="2328292"/>
            <a:chOff x="9790045" y="4246976"/>
            <a:chExt cx="1843965" cy="2328292"/>
          </a:xfrm>
        </p:grpSpPr>
        <p:sp>
          <p:nvSpPr>
            <p:cNvPr id="8" name="Délai  2">
              <a:extLst>
                <a:ext uri="{FF2B5EF4-FFF2-40B4-BE49-F238E27FC236}">
                  <a16:creationId xmlns:a16="http://schemas.microsoft.com/office/drawing/2014/main" id="{1FC19798-C751-4583-5166-BF052A5991B1}"/>
                </a:ext>
              </a:extLst>
            </p:cNvPr>
            <p:cNvSpPr/>
            <p:nvPr/>
          </p:nvSpPr>
          <p:spPr>
            <a:xfrm rot="2571875">
              <a:off x="10485910" y="4484086"/>
              <a:ext cx="1148100" cy="2091182"/>
            </a:xfrm>
            <a:prstGeom prst="flowChartDelay">
              <a:avLst/>
            </a:prstGeom>
            <a:solidFill>
              <a:srgbClr val="1020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FAB06DC7-1819-7047-B03C-3ADA4971DB8E}"/>
                </a:ext>
              </a:extLst>
            </p:cNvPr>
            <p:cNvSpPr/>
            <p:nvPr/>
          </p:nvSpPr>
          <p:spPr>
            <a:xfrm>
              <a:off x="9790045" y="4246976"/>
              <a:ext cx="920749" cy="920749"/>
            </a:xfrm>
            <a:prstGeom prst="ellipse">
              <a:avLst/>
            </a:prstGeom>
            <a:solidFill>
              <a:srgbClr val="FAB8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2973363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4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par>
                                <p:cTn id="8" presetID="42" presetClass="path" presetSubtype="0" decel="100000" fill="hold" grpId="1" nodeType="withEffect">
                                  <p:stCondLst>
                                    <p:cond delay="400"/>
                                  </p:stCondLst>
                                  <p:childTnLst>
                                    <p:animMotion origin="layout" path="M -3.125E-6 -4.44444E-6 L 0.02591 -4.44444E-6 " pathEditMode="relative" rAng="0" ptsTypes="AA">
                                      <p:cBhvr>
                                        <p:cTn id="9" dur="1250" spd="-100000" fill="hold"/>
                                        <p:tgtEl>
                                          <p:spTgt spid="6"/>
                                        </p:tgtEl>
                                        <p:attrNameLst>
                                          <p:attrName>ppt_x</p:attrName>
                                          <p:attrName>ppt_y</p:attrName>
                                        </p:attrNameLst>
                                      </p:cBhvr>
                                      <p:rCtr x="128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rchirecture_Section_viole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septembre 25</a:t>
            </a:fld>
            <a:r>
              <a:rPr lang="fr-FR" sz="1100" kern="1200" dirty="0">
                <a:solidFill>
                  <a:schemeClr val="bg1"/>
                </a:solidFill>
                <a:latin typeface="Avenir Book" panose="02000503020000020003"/>
                <a:ea typeface="+mn-ea"/>
                <a:cs typeface="+mn-cs"/>
              </a:rPr>
              <a:t>    |</a:t>
            </a:r>
          </a:p>
        </p:txBody>
      </p:sp>
      <p:sp>
        <p:nvSpPr>
          <p:cNvPr id="9" name="Espace réservé du texte 8">
            <a:extLst>
              <a:ext uri="{FF2B5EF4-FFF2-40B4-BE49-F238E27FC236}">
                <a16:creationId xmlns:a16="http://schemas.microsoft.com/office/drawing/2014/main" id="{A053FBA9-8D6E-4662-095D-6F7BA72D7393}"/>
              </a:ext>
            </a:extLst>
          </p:cNvPr>
          <p:cNvSpPr>
            <a:spLocks noGrp="1"/>
          </p:cNvSpPr>
          <p:nvPr>
            <p:ph type="body" sz="quarter" idx="10" hasCustomPrompt="1"/>
          </p:nvPr>
        </p:nvSpPr>
        <p:spPr>
          <a:xfrm>
            <a:off x="1761206" y="1512888"/>
            <a:ext cx="2374959" cy="4256087"/>
          </a:xfrm>
          <a:prstGeom prst="rect">
            <a:avLst/>
          </a:prstGeom>
        </p:spPr>
        <p:txBody>
          <a:bodyPr/>
          <a:lstStyle>
            <a:lvl1pPr marL="0" indent="0">
              <a:buNone/>
              <a:defRPr/>
            </a:lvl1pPr>
          </a:lstStyle>
          <a:p>
            <a:pPr lvl="0"/>
            <a:r>
              <a:rPr kumimoji="0" lang="fr-FR" sz="34400" b="1" i="0" u="none" strike="noStrike" kern="1200" cap="none" spc="0" normalizeH="0" baseline="0" noProof="0" dirty="0">
                <a:ln>
                  <a:noFill/>
                </a:ln>
                <a:solidFill>
                  <a:srgbClr val="6B8DE7"/>
                </a:solidFill>
                <a:effectLst/>
                <a:uLnTx/>
                <a:uFillTx/>
                <a:latin typeface="Avenir Black" panose="02000503020000020003" pitchFamily="2" charset="0"/>
                <a:ea typeface="+mn-ea"/>
                <a:cs typeface="+mn-cs"/>
              </a:rPr>
              <a:t>0</a:t>
            </a:r>
            <a:endParaRPr lang="fr-FR" dirty="0"/>
          </a:p>
        </p:txBody>
      </p:sp>
      <p:sp>
        <p:nvSpPr>
          <p:cNvPr id="13" name="Espace réservé du texte 12">
            <a:extLst>
              <a:ext uri="{FF2B5EF4-FFF2-40B4-BE49-F238E27FC236}">
                <a16:creationId xmlns:a16="http://schemas.microsoft.com/office/drawing/2014/main" id="{A4E0DD6F-2100-E8CD-7021-B364F225952F}"/>
              </a:ext>
            </a:extLst>
          </p:cNvPr>
          <p:cNvSpPr>
            <a:spLocks noGrp="1"/>
          </p:cNvSpPr>
          <p:nvPr>
            <p:ph type="body" sz="quarter" idx="11" hasCustomPrompt="1"/>
          </p:nvPr>
        </p:nvSpPr>
        <p:spPr>
          <a:xfrm>
            <a:off x="4229868" y="2101910"/>
            <a:ext cx="6349822" cy="1777881"/>
          </a:xfrm>
          <a:prstGeom prst="rect">
            <a:avLst/>
          </a:prstGeom>
        </p:spPr>
        <p:txBody>
          <a:bodyPr/>
          <a:lstStyle>
            <a:lvl1pPr marL="0" indent="0">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TITRE SUR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DEUX LIGNES</a:t>
            </a:r>
          </a:p>
        </p:txBody>
      </p:sp>
      <p:sp>
        <p:nvSpPr>
          <p:cNvPr id="20" name="Espace réservé du texte 19">
            <a:extLst>
              <a:ext uri="{FF2B5EF4-FFF2-40B4-BE49-F238E27FC236}">
                <a16:creationId xmlns:a16="http://schemas.microsoft.com/office/drawing/2014/main" id="{8F6EF4AE-70CF-CFED-4B5E-81E4B5220C1A}"/>
              </a:ext>
            </a:extLst>
          </p:cNvPr>
          <p:cNvSpPr>
            <a:spLocks noGrp="1"/>
          </p:cNvSpPr>
          <p:nvPr>
            <p:ph type="body" sz="quarter" idx="12" hasCustomPrompt="1"/>
          </p:nvPr>
        </p:nvSpPr>
        <p:spPr>
          <a:xfrm>
            <a:off x="4221400" y="3958903"/>
            <a:ext cx="6160968" cy="555555"/>
          </a:xfrm>
          <a:prstGeom prst="rect">
            <a:avLst/>
          </a:prstGeom>
        </p:spPr>
        <p:txBody>
          <a:bodyPr/>
          <a:lstStyle>
            <a:lvl1pPr marL="0" indent="0">
              <a:buNone/>
              <a:defRPr/>
            </a:lvl1pPr>
          </a:lstStyle>
          <a:p>
            <a:pPr marL="0" indent="0" algn="l">
              <a:buNone/>
            </a:pPr>
            <a:r>
              <a:rPr lang="fr-FR" sz="2800" b="1" dirty="0">
                <a:solidFill>
                  <a:srgbClr val="6B8DE7"/>
                </a:solidFill>
                <a:highlight>
                  <a:srgbClr val="102031"/>
                </a:highlight>
                <a:latin typeface="Avenir Light" panose="020B0402020203020204" pitchFamily="34" charset="77"/>
              </a:rPr>
              <a:t>TITRE</a:t>
            </a:r>
          </a:p>
        </p:txBody>
      </p:sp>
      <p:sp>
        <p:nvSpPr>
          <p:cNvPr id="2" name="Rectangle: Rounded Corners 16">
            <a:extLst>
              <a:ext uri="{FF2B5EF4-FFF2-40B4-BE49-F238E27FC236}">
                <a16:creationId xmlns:a16="http://schemas.microsoft.com/office/drawing/2014/main" id="{7BE6B667-0822-2608-50CA-857E3D45D61B}"/>
              </a:ext>
            </a:extLst>
          </p:cNvPr>
          <p:cNvSpPr/>
          <p:nvPr userDrawn="1">
            <p:custDataLst>
              <p:tags r:id="rId2"/>
            </p:custDataLst>
          </p:nvPr>
        </p:nvSpPr>
        <p:spPr>
          <a:xfrm>
            <a:off x="4348224" y="3575371"/>
            <a:ext cx="2437579" cy="117488"/>
          </a:xfrm>
          <a:prstGeom prst="roundRect">
            <a:avLst>
              <a:gd name="adj" fmla="val 50000"/>
            </a:avLst>
          </a:prstGeom>
          <a:solidFill>
            <a:srgbClr val="6B8D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5" name="Groupe 4">
            <a:extLst>
              <a:ext uri="{FF2B5EF4-FFF2-40B4-BE49-F238E27FC236}">
                <a16:creationId xmlns:a16="http://schemas.microsoft.com/office/drawing/2014/main" id="{314033DC-F477-DC95-DD58-383885B87730}"/>
              </a:ext>
            </a:extLst>
          </p:cNvPr>
          <p:cNvGrpSpPr/>
          <p:nvPr userDrawn="1">
            <p:custDataLst>
              <p:tags r:id="rId3"/>
            </p:custDataLst>
          </p:nvPr>
        </p:nvGrpSpPr>
        <p:grpSpPr>
          <a:xfrm rot="10800000">
            <a:off x="9978788" y="4111926"/>
            <a:ext cx="1816971" cy="2294210"/>
            <a:chOff x="9789002" y="336546"/>
            <a:chExt cx="1843965" cy="2328292"/>
          </a:xfrm>
        </p:grpSpPr>
        <p:sp>
          <p:nvSpPr>
            <p:cNvPr id="12" name="Délai  15">
              <a:extLst>
                <a:ext uri="{FF2B5EF4-FFF2-40B4-BE49-F238E27FC236}">
                  <a16:creationId xmlns:a16="http://schemas.microsoft.com/office/drawing/2014/main" id="{17BA1938-6CA8-436E-94D7-4D07E53A05D6}"/>
                </a:ext>
              </a:extLst>
            </p:cNvPr>
            <p:cNvSpPr/>
            <p:nvPr/>
          </p:nvSpPr>
          <p:spPr>
            <a:xfrm rot="2571875">
              <a:off x="10484867" y="573656"/>
              <a:ext cx="1148100" cy="2091182"/>
            </a:xfrm>
            <a:prstGeom prst="flowChartDelay">
              <a:avLst/>
            </a:prstGeom>
            <a:solidFill>
              <a:srgbClr val="6B8D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Ellipse 13">
              <a:extLst>
                <a:ext uri="{FF2B5EF4-FFF2-40B4-BE49-F238E27FC236}">
                  <a16:creationId xmlns:a16="http://schemas.microsoft.com/office/drawing/2014/main" id="{14BCEBD8-D08C-82E6-565F-525A3168599C}"/>
                </a:ext>
              </a:extLst>
            </p:cNvPr>
            <p:cNvSpPr/>
            <p:nvPr/>
          </p:nvSpPr>
          <p:spPr>
            <a:xfrm>
              <a:off x="9789002" y="336546"/>
              <a:ext cx="920749" cy="920749"/>
            </a:xfrm>
            <a:prstGeom prst="ellipse">
              <a:avLst/>
            </a:prstGeom>
            <a:solidFill>
              <a:srgbClr val="FF5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1186653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4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42" presetClass="path" presetSubtype="0" decel="100000" fill="hold" grpId="1" nodeType="withEffect">
                                  <p:stCondLst>
                                    <p:cond delay="400"/>
                                  </p:stCondLst>
                                  <p:childTnLst>
                                    <p:animMotion origin="layout" path="M -3.125E-6 -4.44444E-6 L 0.02591 -4.44444E-6 " pathEditMode="relative" rAng="0" ptsTypes="AA">
                                      <p:cBhvr>
                                        <p:cTn id="9" dur="1250" spd="-100000" fill="hold"/>
                                        <p:tgtEl>
                                          <p:spTgt spid="2"/>
                                        </p:tgtEl>
                                        <p:attrNameLst>
                                          <p:attrName>ppt_x</p:attrName>
                                          <p:attrName>ppt_y</p:attrName>
                                        </p:attrNameLst>
                                      </p:cBhvr>
                                      <p:rCtr x="128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rchirecture_Section_turquois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septembre 25</a:t>
            </a:fld>
            <a:r>
              <a:rPr lang="fr-FR" sz="1100" kern="1200" dirty="0">
                <a:solidFill>
                  <a:schemeClr val="bg1"/>
                </a:solidFill>
                <a:latin typeface="Avenir Book" panose="02000503020000020003"/>
                <a:ea typeface="+mn-ea"/>
                <a:cs typeface="+mn-cs"/>
              </a:rPr>
              <a:t>    |</a:t>
            </a:r>
          </a:p>
        </p:txBody>
      </p:sp>
      <p:sp>
        <p:nvSpPr>
          <p:cNvPr id="9" name="Espace réservé du texte 8">
            <a:extLst>
              <a:ext uri="{FF2B5EF4-FFF2-40B4-BE49-F238E27FC236}">
                <a16:creationId xmlns:a16="http://schemas.microsoft.com/office/drawing/2014/main" id="{A053FBA9-8D6E-4662-095D-6F7BA72D7393}"/>
              </a:ext>
            </a:extLst>
          </p:cNvPr>
          <p:cNvSpPr>
            <a:spLocks noGrp="1"/>
          </p:cNvSpPr>
          <p:nvPr>
            <p:ph type="body" sz="quarter" idx="10" hasCustomPrompt="1"/>
          </p:nvPr>
        </p:nvSpPr>
        <p:spPr>
          <a:xfrm>
            <a:off x="1761206" y="1512888"/>
            <a:ext cx="2374959" cy="4256087"/>
          </a:xfrm>
          <a:prstGeom prst="rect">
            <a:avLst/>
          </a:prstGeom>
        </p:spPr>
        <p:txBody>
          <a:bodyPr/>
          <a:lstStyle>
            <a:lvl1pPr marL="0" indent="0">
              <a:buNone/>
              <a:defRPr/>
            </a:lvl1pPr>
          </a:lstStyle>
          <a:p>
            <a:pPr lvl="0"/>
            <a:r>
              <a:rPr kumimoji="0" lang="fr-FR" sz="34400" b="1" i="0" u="none" strike="noStrike" kern="1200" cap="none" spc="0" normalizeH="0" baseline="0" noProof="0" dirty="0">
                <a:ln>
                  <a:noFill/>
                </a:ln>
                <a:solidFill>
                  <a:srgbClr val="2F9BB2"/>
                </a:solidFill>
                <a:effectLst/>
                <a:uLnTx/>
                <a:uFillTx/>
                <a:latin typeface="Avenir Black" panose="02000503020000020003" pitchFamily="2" charset="0"/>
                <a:ea typeface="+mn-ea"/>
                <a:cs typeface="+mn-cs"/>
              </a:rPr>
              <a:t>0</a:t>
            </a:r>
            <a:endParaRPr lang="fr-FR" dirty="0"/>
          </a:p>
        </p:txBody>
      </p:sp>
      <p:sp>
        <p:nvSpPr>
          <p:cNvPr id="13" name="Espace réservé du texte 12">
            <a:extLst>
              <a:ext uri="{FF2B5EF4-FFF2-40B4-BE49-F238E27FC236}">
                <a16:creationId xmlns:a16="http://schemas.microsoft.com/office/drawing/2014/main" id="{A4E0DD6F-2100-E8CD-7021-B364F225952F}"/>
              </a:ext>
            </a:extLst>
          </p:cNvPr>
          <p:cNvSpPr>
            <a:spLocks noGrp="1"/>
          </p:cNvSpPr>
          <p:nvPr>
            <p:ph type="body" sz="quarter" idx="11" hasCustomPrompt="1"/>
          </p:nvPr>
        </p:nvSpPr>
        <p:spPr>
          <a:xfrm>
            <a:off x="4229868" y="2101910"/>
            <a:ext cx="6349822" cy="1777881"/>
          </a:xfrm>
          <a:prstGeom prst="rect">
            <a:avLst/>
          </a:prstGeom>
        </p:spPr>
        <p:txBody>
          <a:bodyPr/>
          <a:lstStyle>
            <a:lvl1pPr marL="0" indent="0">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TITRE SUR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dirty="0">
                <a:ln>
                  <a:noFill/>
                </a:ln>
                <a:solidFill>
                  <a:srgbClr val="102031"/>
                </a:solidFill>
                <a:effectLst/>
                <a:uLnTx/>
                <a:uFillTx/>
                <a:latin typeface="Avenir Black" panose="02000503020000020003" pitchFamily="2" charset="0"/>
                <a:ea typeface="+mn-ea"/>
                <a:cs typeface="+mn-cs"/>
              </a:rPr>
              <a:t>DEUX LIGNES</a:t>
            </a:r>
          </a:p>
        </p:txBody>
      </p:sp>
      <p:sp>
        <p:nvSpPr>
          <p:cNvPr id="20" name="Espace réservé du texte 19">
            <a:extLst>
              <a:ext uri="{FF2B5EF4-FFF2-40B4-BE49-F238E27FC236}">
                <a16:creationId xmlns:a16="http://schemas.microsoft.com/office/drawing/2014/main" id="{8F6EF4AE-70CF-CFED-4B5E-81E4B5220C1A}"/>
              </a:ext>
            </a:extLst>
          </p:cNvPr>
          <p:cNvSpPr>
            <a:spLocks noGrp="1"/>
          </p:cNvSpPr>
          <p:nvPr>
            <p:ph type="body" sz="quarter" idx="12" hasCustomPrompt="1"/>
          </p:nvPr>
        </p:nvSpPr>
        <p:spPr>
          <a:xfrm>
            <a:off x="4221400" y="3958903"/>
            <a:ext cx="6160968" cy="555555"/>
          </a:xfrm>
          <a:prstGeom prst="rect">
            <a:avLst/>
          </a:prstGeom>
        </p:spPr>
        <p:txBody>
          <a:bodyPr/>
          <a:lstStyle>
            <a:lvl1pPr marL="0" indent="0">
              <a:buNone/>
              <a:defRPr/>
            </a:lvl1pPr>
          </a:lstStyle>
          <a:p>
            <a:r>
              <a:rPr lang="fr-FR" sz="2800" b="1" dirty="0">
                <a:solidFill>
                  <a:srgbClr val="2F9BB2"/>
                </a:solidFill>
                <a:highlight>
                  <a:srgbClr val="102031"/>
                </a:highlight>
                <a:latin typeface="Avenir Light" panose="020B0402020203020204" pitchFamily="34" charset="77"/>
              </a:rPr>
              <a:t>TITRE</a:t>
            </a:r>
            <a:endParaRPr lang="fr-FR" sz="2800" b="1" dirty="0">
              <a:solidFill>
                <a:srgbClr val="6B8DE7"/>
              </a:solidFill>
              <a:highlight>
                <a:srgbClr val="102031"/>
              </a:highlight>
              <a:latin typeface="Avenir Light" panose="020B0402020203020204" pitchFamily="34" charset="77"/>
            </a:endParaRPr>
          </a:p>
        </p:txBody>
      </p:sp>
      <p:sp>
        <p:nvSpPr>
          <p:cNvPr id="3" name="Rectangle: Rounded Corners 16">
            <a:extLst>
              <a:ext uri="{FF2B5EF4-FFF2-40B4-BE49-F238E27FC236}">
                <a16:creationId xmlns:a16="http://schemas.microsoft.com/office/drawing/2014/main" id="{B1F662C7-E533-6556-81C2-9855CFBF5D4C}"/>
              </a:ext>
            </a:extLst>
          </p:cNvPr>
          <p:cNvSpPr/>
          <p:nvPr userDrawn="1">
            <p:custDataLst>
              <p:tags r:id="rId2"/>
            </p:custDataLst>
          </p:nvPr>
        </p:nvSpPr>
        <p:spPr>
          <a:xfrm>
            <a:off x="4344986" y="3564597"/>
            <a:ext cx="2437579" cy="117488"/>
          </a:xfrm>
          <a:prstGeom prst="roundRect">
            <a:avLst>
              <a:gd name="adj" fmla="val 50000"/>
            </a:avLst>
          </a:prstGeom>
          <a:solidFill>
            <a:srgbClr val="2F9B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 name="Groupe 3">
            <a:extLst>
              <a:ext uri="{FF2B5EF4-FFF2-40B4-BE49-F238E27FC236}">
                <a16:creationId xmlns:a16="http://schemas.microsoft.com/office/drawing/2014/main" id="{B0EFE777-5E25-54F0-4081-C131B0F9DEAB}"/>
              </a:ext>
            </a:extLst>
          </p:cNvPr>
          <p:cNvGrpSpPr/>
          <p:nvPr userDrawn="1">
            <p:custDataLst>
              <p:tags r:id="rId3"/>
            </p:custDataLst>
          </p:nvPr>
        </p:nvGrpSpPr>
        <p:grpSpPr>
          <a:xfrm rot="13580166">
            <a:off x="10119122" y="4057484"/>
            <a:ext cx="1821722" cy="2300207"/>
            <a:chOff x="9789002" y="336546"/>
            <a:chExt cx="1843965" cy="2328292"/>
          </a:xfrm>
        </p:grpSpPr>
        <p:sp>
          <p:nvSpPr>
            <p:cNvPr id="6" name="Délai  10">
              <a:extLst>
                <a:ext uri="{FF2B5EF4-FFF2-40B4-BE49-F238E27FC236}">
                  <a16:creationId xmlns:a16="http://schemas.microsoft.com/office/drawing/2014/main" id="{79C16733-4A80-A237-9151-07F58F1F3699}"/>
                </a:ext>
              </a:extLst>
            </p:cNvPr>
            <p:cNvSpPr/>
            <p:nvPr/>
          </p:nvSpPr>
          <p:spPr>
            <a:xfrm rot="2571875">
              <a:off x="10484867" y="573656"/>
              <a:ext cx="1148100" cy="2091182"/>
            </a:xfrm>
            <a:prstGeom prst="flowChartDelay">
              <a:avLst/>
            </a:prstGeom>
            <a:solidFill>
              <a:srgbClr val="309B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llipse 6">
              <a:extLst>
                <a:ext uri="{FF2B5EF4-FFF2-40B4-BE49-F238E27FC236}">
                  <a16:creationId xmlns:a16="http://schemas.microsoft.com/office/drawing/2014/main" id="{0DE57359-16FA-5993-A392-84030FACEC80}"/>
                </a:ext>
              </a:extLst>
            </p:cNvPr>
            <p:cNvSpPr/>
            <p:nvPr/>
          </p:nvSpPr>
          <p:spPr>
            <a:xfrm>
              <a:off x="9789002" y="336546"/>
              <a:ext cx="920749" cy="920749"/>
            </a:xfrm>
            <a:prstGeom prst="ellipse">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1702328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4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par>
                                <p:cTn id="8" presetID="42" presetClass="path" presetSubtype="0" decel="100000" fill="hold" grpId="1" nodeType="withEffect">
                                  <p:stCondLst>
                                    <p:cond delay="400"/>
                                  </p:stCondLst>
                                  <p:childTnLst>
                                    <p:animMotion origin="layout" path="M -3.125E-6 -4.44444E-6 L 0.02591 -4.44444E-6 " pathEditMode="relative" rAng="0" ptsTypes="AA">
                                      <p:cBhvr>
                                        <p:cTn id="9" dur="1250" spd="-100000" fill="hold"/>
                                        <p:tgtEl>
                                          <p:spTgt spid="3"/>
                                        </p:tgtEl>
                                        <p:attrNameLst>
                                          <p:attrName>ppt_x</p:attrName>
                                          <p:attrName>ppt_y</p:attrName>
                                        </p:attrNameLst>
                                      </p:cBhvr>
                                      <p:rCtr x="128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Architecture_masque_jaun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Image 11" descr="Une image contenant Graphique, graphisme, Police, logo&#10;&#10;Description générée automatiquement">
            <a:extLst>
              <a:ext uri="{FF2B5EF4-FFF2-40B4-BE49-F238E27FC236}">
                <a16:creationId xmlns:a16="http://schemas.microsoft.com/office/drawing/2014/main" id="{CF39D1B6-EAC1-C0C6-42D0-0FA330F6197C}"/>
              </a:ext>
            </a:extLst>
          </p:cNvPr>
          <p:cNvPicPr>
            <a:picLocks noChangeAspect="1"/>
          </p:cNvPicPr>
          <p:nvPr userDrawn="1">
            <p:custDataLst>
              <p:tags r:id="rId2"/>
            </p:custDataLst>
          </p:nvPr>
        </p:nvPicPr>
        <p:blipFill>
          <a:blip r:embed="rId7"/>
          <a:stretch>
            <a:fillRect/>
          </a:stretch>
        </p:blipFill>
        <p:spPr>
          <a:xfrm>
            <a:off x="11361046" y="5904942"/>
            <a:ext cx="794657" cy="794657"/>
          </a:xfrm>
          <a:prstGeom prst="rect">
            <a:avLst/>
          </a:prstGeom>
        </p:spPr>
      </p:pic>
      <p:sp>
        <p:nvSpPr>
          <p:cNvPr id="16" name="Forme libre : forme 4">
            <a:extLst>
              <a:ext uri="{FF2B5EF4-FFF2-40B4-BE49-F238E27FC236}">
                <a16:creationId xmlns:a16="http://schemas.microsoft.com/office/drawing/2014/main" id="{5B20FF11-895E-10A3-49AB-7136E3E46E8B}"/>
              </a:ext>
            </a:extLst>
          </p:cNvPr>
          <p:cNvSpPr/>
          <p:nvPr userDrawn="1">
            <p:custDataLst>
              <p:tags r:id="rId3"/>
            </p:custDataLst>
          </p:nvPr>
        </p:nvSpPr>
        <p:spPr>
          <a:xfrm rot="10800000">
            <a:off x="0" y="139686"/>
            <a:ext cx="502791" cy="656351"/>
          </a:xfrm>
          <a:custGeom>
            <a:avLst/>
            <a:gdLst>
              <a:gd name="connsiteX0" fmla="*/ 2408953 w 3690709"/>
              <a:gd name="connsiteY0" fmla="*/ 0 h 4817907"/>
              <a:gd name="connsiteX1" fmla="*/ 3690709 w 3690709"/>
              <a:gd name="connsiteY1" fmla="*/ 0 h 4817907"/>
              <a:gd name="connsiteX2" fmla="*/ 3690709 w 3690709"/>
              <a:gd name="connsiteY2" fmla="*/ 1682954 h 4817907"/>
              <a:gd name="connsiteX3" fmla="*/ 2365907 w 3690709"/>
              <a:gd name="connsiteY3" fmla="*/ 1682954 h 4817907"/>
              <a:gd name="connsiteX4" fmla="*/ 1639081 w 3690709"/>
              <a:gd name="connsiteY4" fmla="*/ 2409780 h 4817907"/>
              <a:gd name="connsiteX5" fmla="*/ 2365907 w 3690709"/>
              <a:gd name="connsiteY5" fmla="*/ 3135777 h 4817907"/>
              <a:gd name="connsiteX6" fmla="*/ 3690709 w 3690709"/>
              <a:gd name="connsiteY6" fmla="*/ 3135777 h 4817907"/>
              <a:gd name="connsiteX7" fmla="*/ 3690709 w 3690709"/>
              <a:gd name="connsiteY7" fmla="*/ 4817907 h 4817907"/>
              <a:gd name="connsiteX8" fmla="*/ 2408953 w 3690709"/>
              <a:gd name="connsiteY8" fmla="*/ 4817907 h 4817907"/>
              <a:gd name="connsiteX9" fmla="*/ 0 w 3690709"/>
              <a:gd name="connsiteY9" fmla="*/ 2408952 h 4817907"/>
              <a:gd name="connsiteX10" fmla="*/ 2408953 w 3690709"/>
              <a:gd name="connsiteY10" fmla="*/ 0 h 4817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90709" h="4817907">
                <a:moveTo>
                  <a:pt x="2408953" y="0"/>
                </a:moveTo>
                <a:lnTo>
                  <a:pt x="3690709" y="0"/>
                </a:lnTo>
                <a:lnTo>
                  <a:pt x="3690709" y="1682954"/>
                </a:lnTo>
                <a:lnTo>
                  <a:pt x="2365907" y="1682954"/>
                </a:lnTo>
                <a:cubicBezTo>
                  <a:pt x="1964416" y="1682954"/>
                  <a:pt x="1639081" y="2008290"/>
                  <a:pt x="1639081" y="2409780"/>
                </a:cubicBezTo>
                <a:cubicBezTo>
                  <a:pt x="1639081" y="2811275"/>
                  <a:pt x="1964416" y="3135777"/>
                  <a:pt x="2365907" y="3135777"/>
                </a:cubicBezTo>
                <a:lnTo>
                  <a:pt x="3690709" y="3135777"/>
                </a:lnTo>
                <a:lnTo>
                  <a:pt x="3690709" y="4817907"/>
                </a:lnTo>
                <a:lnTo>
                  <a:pt x="2408953" y="4817907"/>
                </a:lnTo>
                <a:cubicBezTo>
                  <a:pt x="1078647" y="4817907"/>
                  <a:pt x="0" y="3739260"/>
                  <a:pt x="0" y="2408952"/>
                </a:cubicBezTo>
                <a:cubicBezTo>
                  <a:pt x="0" y="1078647"/>
                  <a:pt x="1078647" y="0"/>
                  <a:pt x="2408953" y="0"/>
                </a:cubicBezTo>
                <a:close/>
              </a:path>
            </a:pathLst>
          </a:custGeom>
          <a:solidFill>
            <a:srgbClr val="F5C56F">
              <a:alpha val="5000"/>
            </a:srgbClr>
          </a:solidFill>
          <a:ln w="31750" cap="flat">
            <a:noFill/>
            <a:prstDash val="solid"/>
            <a:bevel/>
          </a:ln>
        </p:spPr>
        <p:txBody>
          <a:bodyPr wrap="square" rtlCol="0" anchor="ctr">
            <a:noAutofit/>
          </a:bodyPr>
          <a:lstStyle/>
          <a:p>
            <a:pPr algn="ctr"/>
            <a:endParaRPr lang="fr-FR"/>
          </a:p>
        </p:txBody>
      </p:sp>
      <p:sp>
        <p:nvSpPr>
          <p:cNvPr id="25" name="Titre 24">
            <a:extLst>
              <a:ext uri="{FF2B5EF4-FFF2-40B4-BE49-F238E27FC236}">
                <a16:creationId xmlns:a16="http://schemas.microsoft.com/office/drawing/2014/main" id="{18EE1731-4537-E9B9-0F5D-D120F61265CD}"/>
              </a:ext>
            </a:extLst>
          </p:cNvPr>
          <p:cNvSpPr>
            <a:spLocks noGrp="1"/>
          </p:cNvSpPr>
          <p:nvPr>
            <p:ph type="title" hasCustomPrompt="1"/>
          </p:nvPr>
        </p:nvSpPr>
        <p:spPr>
          <a:xfrm>
            <a:off x="838595" y="338788"/>
            <a:ext cx="5375394" cy="369332"/>
          </a:xfrm>
          <a:prstGeom prst="rect">
            <a:avLst/>
          </a:prstGeom>
          <a:noFill/>
        </p:spPr>
        <p:txBody>
          <a:bodyPr wrap="square" rtlCol="0">
            <a:spAutoFit/>
          </a:bodyPr>
          <a:lstStyle>
            <a:lvl1pPr>
              <a:defRPr lang="fr-FR" sz="2000" b="1" cap="all" baseline="0">
                <a:solidFill>
                  <a:srgbClr val="102031"/>
                </a:solidFill>
                <a:latin typeface="Avenir Black" panose="02000503020000020003" pitchFamily="2" charset="0"/>
                <a:ea typeface="+mn-ea"/>
                <a:cs typeface="+mn-cs"/>
              </a:defRPr>
            </a:lvl1pPr>
          </a:lstStyle>
          <a:p>
            <a:pPr marL="0" lvl="0" indent="0"/>
            <a:r>
              <a:rPr lang="fr-FR" dirty="0"/>
              <a:t>TITRE</a:t>
            </a:r>
          </a:p>
        </p:txBody>
      </p:sp>
      <p:sp>
        <p:nvSpPr>
          <p:cNvPr id="29" name="Espace réservé du texte 28">
            <a:extLst>
              <a:ext uri="{FF2B5EF4-FFF2-40B4-BE49-F238E27FC236}">
                <a16:creationId xmlns:a16="http://schemas.microsoft.com/office/drawing/2014/main" id="{4B4DCA80-AF36-A5D8-A976-87B3A70F0970}"/>
              </a:ext>
            </a:extLst>
          </p:cNvPr>
          <p:cNvSpPr>
            <a:spLocks noGrp="1"/>
          </p:cNvSpPr>
          <p:nvPr>
            <p:ph type="body" sz="quarter" idx="10" hasCustomPrompt="1"/>
          </p:nvPr>
        </p:nvSpPr>
        <p:spPr>
          <a:xfrm>
            <a:off x="924539" y="790043"/>
            <a:ext cx="846707" cy="286232"/>
          </a:xfrm>
          <a:prstGeom prst="rect">
            <a:avLst/>
          </a:prstGeom>
          <a:noFill/>
        </p:spPr>
        <p:txBody>
          <a:bodyPr wrap="none" rtlCol="0">
            <a:spAutoFit/>
          </a:bodyPr>
          <a:lstStyle>
            <a:lvl1pPr marL="0" indent="0">
              <a:buNone/>
              <a:defRPr lang="fr-FR" sz="1400" dirty="0" smtClean="0">
                <a:solidFill>
                  <a:srgbClr val="096D6D"/>
                </a:solidFill>
                <a:latin typeface="Avenir Book" panose="02000503020000020003" pitchFamily="2" charset="0"/>
              </a:defRPr>
            </a:lvl1pPr>
          </a:lstStyle>
          <a:p>
            <a:pPr marL="0" lvl="0"/>
            <a:r>
              <a:rPr lang="fr-FR" dirty="0"/>
              <a:t>Sous-titre</a:t>
            </a:r>
          </a:p>
        </p:txBody>
      </p:sp>
      <p:sp>
        <p:nvSpPr>
          <p:cNvPr id="31" name="Espace réservé du texte 30">
            <a:extLst>
              <a:ext uri="{FF2B5EF4-FFF2-40B4-BE49-F238E27FC236}">
                <a16:creationId xmlns:a16="http://schemas.microsoft.com/office/drawing/2014/main" id="{4F9DB383-8B18-4CB4-E7D6-BADD1BD6EFCC}"/>
              </a:ext>
            </a:extLst>
          </p:cNvPr>
          <p:cNvSpPr>
            <a:spLocks noGrp="1"/>
          </p:cNvSpPr>
          <p:nvPr>
            <p:ph type="body" sz="quarter" idx="11" hasCustomPrompt="1"/>
          </p:nvPr>
        </p:nvSpPr>
        <p:spPr>
          <a:xfrm>
            <a:off x="116613" y="216514"/>
            <a:ext cx="680525" cy="609398"/>
          </a:xfrm>
          <a:prstGeom prst="rect">
            <a:avLst/>
          </a:prstGeom>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marL="0" indent="0">
              <a:buNone/>
              <a:defRPr lang="fr-FR" sz="4400" dirty="0">
                <a:solidFill>
                  <a:srgbClr val="E75113"/>
                </a:solidFill>
                <a:latin typeface="Barlow Black" panose="00000A00000000000000" pitchFamily="2" charset="0"/>
              </a:defRPr>
            </a:lvl1pPr>
          </a:lstStyle>
          <a:p>
            <a:pPr marL="0" lvl="0">
              <a:spcBef>
                <a:spcPts val="3400"/>
              </a:spcBef>
            </a:pPr>
            <a:r>
              <a:rPr lang="en-GB" sz="4400" dirty="0">
                <a:solidFill>
                  <a:srgbClr val="FAB92E"/>
                </a:solidFill>
                <a:latin typeface="Barlow Black" panose="00000A00000000000000" pitchFamily="2" charset="0"/>
              </a:rPr>
              <a:t>00</a:t>
            </a:r>
            <a:endParaRPr lang="fr-FR" dirty="0"/>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septembre 25</a:t>
            </a:fld>
            <a:r>
              <a:rPr lang="fr-FR" sz="1100" kern="1200" dirty="0">
                <a:solidFill>
                  <a:schemeClr val="bg1"/>
                </a:solidFill>
                <a:latin typeface="Avenir Book" panose="02000503020000020003"/>
                <a:ea typeface="+mn-ea"/>
                <a:cs typeface="+mn-cs"/>
              </a:rPr>
              <a:t>    |</a:t>
            </a:r>
          </a:p>
        </p:txBody>
      </p:sp>
      <p:sp>
        <p:nvSpPr>
          <p:cNvPr id="2" name="Rectangle : coins arrondis 1">
            <a:extLst>
              <a:ext uri="{FF2B5EF4-FFF2-40B4-BE49-F238E27FC236}">
                <a16:creationId xmlns:a16="http://schemas.microsoft.com/office/drawing/2014/main" id="{A1BC00A5-DC47-A137-705E-3EC58E50E705}"/>
              </a:ext>
            </a:extLst>
          </p:cNvPr>
          <p:cNvSpPr/>
          <p:nvPr userDrawn="1">
            <p:custDataLst>
              <p:tags r:id="rId4"/>
            </p:custDataLst>
          </p:nvPr>
        </p:nvSpPr>
        <p:spPr>
          <a:xfrm flipV="1">
            <a:off x="7993622" y="472711"/>
            <a:ext cx="725466" cy="45719"/>
          </a:xfrm>
          <a:prstGeom prst="roundRect">
            <a:avLst/>
          </a:prstGeom>
          <a:solidFill>
            <a:srgbClr val="FAB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400"/>
          </a:p>
        </p:txBody>
      </p:sp>
      <p:grpSp>
        <p:nvGrpSpPr>
          <p:cNvPr id="3" name="Groupe 2">
            <a:extLst>
              <a:ext uri="{FF2B5EF4-FFF2-40B4-BE49-F238E27FC236}">
                <a16:creationId xmlns:a16="http://schemas.microsoft.com/office/drawing/2014/main" id="{EE35BFF7-93F2-F1A5-CC99-CC76FA7F9119}"/>
              </a:ext>
            </a:extLst>
          </p:cNvPr>
          <p:cNvGrpSpPr/>
          <p:nvPr userDrawn="1">
            <p:custDataLst>
              <p:tags r:id="rId5"/>
            </p:custDataLst>
          </p:nvPr>
        </p:nvGrpSpPr>
        <p:grpSpPr>
          <a:xfrm rot="5182598">
            <a:off x="171123" y="6048826"/>
            <a:ext cx="434031" cy="548033"/>
            <a:chOff x="9790045" y="4246976"/>
            <a:chExt cx="1843965" cy="2328292"/>
          </a:xfrm>
        </p:grpSpPr>
        <p:sp>
          <p:nvSpPr>
            <p:cNvPr id="4" name="Délai  87">
              <a:extLst>
                <a:ext uri="{FF2B5EF4-FFF2-40B4-BE49-F238E27FC236}">
                  <a16:creationId xmlns:a16="http://schemas.microsoft.com/office/drawing/2014/main" id="{A629D8B5-DAA9-B229-75F3-7DBAD840DBB0}"/>
                </a:ext>
              </a:extLst>
            </p:cNvPr>
            <p:cNvSpPr/>
            <p:nvPr/>
          </p:nvSpPr>
          <p:spPr>
            <a:xfrm rot="2571875">
              <a:off x="10485910" y="4484086"/>
              <a:ext cx="1148100" cy="2091182"/>
            </a:xfrm>
            <a:prstGeom prst="flowChartDelay">
              <a:avLst/>
            </a:prstGeom>
            <a:solidFill>
              <a:srgbClr val="1020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llipse 4">
              <a:extLst>
                <a:ext uri="{FF2B5EF4-FFF2-40B4-BE49-F238E27FC236}">
                  <a16:creationId xmlns:a16="http://schemas.microsoft.com/office/drawing/2014/main" id="{28C001A9-3E20-B8BE-64EA-05C0404183B1}"/>
                </a:ext>
              </a:extLst>
            </p:cNvPr>
            <p:cNvSpPr/>
            <p:nvPr/>
          </p:nvSpPr>
          <p:spPr>
            <a:xfrm>
              <a:off x="9790045" y="4246976"/>
              <a:ext cx="920749" cy="920749"/>
            </a:xfrm>
            <a:prstGeom prst="ellipse">
              <a:avLst/>
            </a:prstGeom>
            <a:solidFill>
              <a:srgbClr val="FAB8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1868276480"/>
      </p:ext>
    </p:extLst>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Architecture_masque_oran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AC1B31-23F4-AB5E-2F85-51718DAB1138}"/>
              </a:ext>
            </a:extLst>
          </p:cNvPr>
          <p:cNvSpPr/>
          <p:nvPr userDrawn="1">
            <p:custDataLst>
              <p:tags r:id="rId1"/>
            </p:custDataLst>
          </p:nvPr>
        </p:nvSpPr>
        <p:spPr>
          <a:xfrm>
            <a:off x="0" y="6718314"/>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coins arrondis 6">
            <a:extLst>
              <a:ext uri="{FF2B5EF4-FFF2-40B4-BE49-F238E27FC236}">
                <a16:creationId xmlns:a16="http://schemas.microsoft.com/office/drawing/2014/main" id="{D7B87E15-4AA2-A2F0-F09B-7B91AE50EEF3}"/>
              </a:ext>
            </a:extLst>
          </p:cNvPr>
          <p:cNvSpPr/>
          <p:nvPr userDrawn="1">
            <p:custDataLst>
              <p:tags r:id="rId2"/>
            </p:custDataLst>
          </p:nvPr>
        </p:nvSpPr>
        <p:spPr>
          <a:xfrm flipV="1">
            <a:off x="5862416" y="477735"/>
            <a:ext cx="725466" cy="45719"/>
          </a:xfrm>
          <a:prstGeom prst="round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400"/>
          </a:p>
        </p:txBody>
      </p:sp>
      <p:grpSp>
        <p:nvGrpSpPr>
          <p:cNvPr id="8" name="Groupe 7">
            <a:extLst>
              <a:ext uri="{FF2B5EF4-FFF2-40B4-BE49-F238E27FC236}">
                <a16:creationId xmlns:a16="http://schemas.microsoft.com/office/drawing/2014/main" id="{1DBE4A6B-0BE2-3F37-192A-554E023BC7C5}"/>
              </a:ext>
            </a:extLst>
          </p:cNvPr>
          <p:cNvGrpSpPr/>
          <p:nvPr userDrawn="1">
            <p:custDataLst>
              <p:tags r:id="rId3"/>
            </p:custDataLst>
          </p:nvPr>
        </p:nvGrpSpPr>
        <p:grpSpPr>
          <a:xfrm>
            <a:off x="155324" y="6113809"/>
            <a:ext cx="437865" cy="552872"/>
            <a:chOff x="9790045" y="4246976"/>
            <a:chExt cx="1843965" cy="2328292"/>
          </a:xfrm>
        </p:grpSpPr>
        <p:sp>
          <p:nvSpPr>
            <p:cNvPr id="9" name="Délai  2">
              <a:extLst>
                <a:ext uri="{FF2B5EF4-FFF2-40B4-BE49-F238E27FC236}">
                  <a16:creationId xmlns:a16="http://schemas.microsoft.com/office/drawing/2014/main" id="{3243DAB8-72A0-4957-4E95-168951833B51}"/>
                </a:ext>
              </a:extLst>
            </p:cNvPr>
            <p:cNvSpPr/>
            <p:nvPr/>
          </p:nvSpPr>
          <p:spPr>
            <a:xfrm rot="2571875">
              <a:off x="10485910" y="4484086"/>
              <a:ext cx="1148100" cy="2091182"/>
            </a:xfrm>
            <a:prstGeom prst="flowChartDelay">
              <a:avLst/>
            </a:prstGeom>
            <a:solidFill>
              <a:srgbClr val="10203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122C508D-A2A0-D452-2DD5-2494F8056F6F}"/>
                </a:ext>
              </a:extLst>
            </p:cNvPr>
            <p:cNvSpPr/>
            <p:nvPr/>
          </p:nvSpPr>
          <p:spPr>
            <a:xfrm>
              <a:off x="9790045" y="4246976"/>
              <a:ext cx="920749" cy="920749"/>
            </a:xfrm>
            <a:prstGeom prst="ellipse">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2" name="Image 11" descr="Une image contenant Graphique, graphisme, Police, logo&#10;&#10;Description générée automatiquement">
            <a:extLst>
              <a:ext uri="{FF2B5EF4-FFF2-40B4-BE49-F238E27FC236}">
                <a16:creationId xmlns:a16="http://schemas.microsoft.com/office/drawing/2014/main" id="{CF39D1B6-EAC1-C0C6-42D0-0FA330F6197C}"/>
              </a:ext>
            </a:extLst>
          </p:cNvPr>
          <p:cNvPicPr>
            <a:picLocks noChangeAspect="1"/>
          </p:cNvPicPr>
          <p:nvPr userDrawn="1">
            <p:custDataLst>
              <p:tags r:id="rId4"/>
            </p:custDataLst>
          </p:nvPr>
        </p:nvPicPr>
        <p:blipFill>
          <a:blip r:embed="rId7"/>
          <a:stretch>
            <a:fillRect/>
          </a:stretch>
        </p:blipFill>
        <p:spPr>
          <a:xfrm>
            <a:off x="11361046" y="5904942"/>
            <a:ext cx="794657" cy="794657"/>
          </a:xfrm>
          <a:prstGeom prst="rect">
            <a:avLst/>
          </a:prstGeom>
        </p:spPr>
      </p:pic>
      <p:sp>
        <p:nvSpPr>
          <p:cNvPr id="16" name="Forme libre : forme 4">
            <a:extLst>
              <a:ext uri="{FF2B5EF4-FFF2-40B4-BE49-F238E27FC236}">
                <a16:creationId xmlns:a16="http://schemas.microsoft.com/office/drawing/2014/main" id="{5B20FF11-895E-10A3-49AB-7136E3E46E8B}"/>
              </a:ext>
            </a:extLst>
          </p:cNvPr>
          <p:cNvSpPr/>
          <p:nvPr userDrawn="1">
            <p:custDataLst>
              <p:tags r:id="rId5"/>
            </p:custDataLst>
          </p:nvPr>
        </p:nvSpPr>
        <p:spPr>
          <a:xfrm rot="10800000">
            <a:off x="0" y="139686"/>
            <a:ext cx="502791" cy="656351"/>
          </a:xfrm>
          <a:custGeom>
            <a:avLst/>
            <a:gdLst>
              <a:gd name="connsiteX0" fmla="*/ 2408953 w 3690709"/>
              <a:gd name="connsiteY0" fmla="*/ 0 h 4817907"/>
              <a:gd name="connsiteX1" fmla="*/ 3690709 w 3690709"/>
              <a:gd name="connsiteY1" fmla="*/ 0 h 4817907"/>
              <a:gd name="connsiteX2" fmla="*/ 3690709 w 3690709"/>
              <a:gd name="connsiteY2" fmla="*/ 1682954 h 4817907"/>
              <a:gd name="connsiteX3" fmla="*/ 2365907 w 3690709"/>
              <a:gd name="connsiteY3" fmla="*/ 1682954 h 4817907"/>
              <a:gd name="connsiteX4" fmla="*/ 1639081 w 3690709"/>
              <a:gd name="connsiteY4" fmla="*/ 2409780 h 4817907"/>
              <a:gd name="connsiteX5" fmla="*/ 2365907 w 3690709"/>
              <a:gd name="connsiteY5" fmla="*/ 3135777 h 4817907"/>
              <a:gd name="connsiteX6" fmla="*/ 3690709 w 3690709"/>
              <a:gd name="connsiteY6" fmla="*/ 3135777 h 4817907"/>
              <a:gd name="connsiteX7" fmla="*/ 3690709 w 3690709"/>
              <a:gd name="connsiteY7" fmla="*/ 4817907 h 4817907"/>
              <a:gd name="connsiteX8" fmla="*/ 2408953 w 3690709"/>
              <a:gd name="connsiteY8" fmla="*/ 4817907 h 4817907"/>
              <a:gd name="connsiteX9" fmla="*/ 0 w 3690709"/>
              <a:gd name="connsiteY9" fmla="*/ 2408952 h 4817907"/>
              <a:gd name="connsiteX10" fmla="*/ 2408953 w 3690709"/>
              <a:gd name="connsiteY10" fmla="*/ 0 h 4817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90709" h="4817907">
                <a:moveTo>
                  <a:pt x="2408953" y="0"/>
                </a:moveTo>
                <a:lnTo>
                  <a:pt x="3690709" y="0"/>
                </a:lnTo>
                <a:lnTo>
                  <a:pt x="3690709" y="1682954"/>
                </a:lnTo>
                <a:lnTo>
                  <a:pt x="2365907" y="1682954"/>
                </a:lnTo>
                <a:cubicBezTo>
                  <a:pt x="1964416" y="1682954"/>
                  <a:pt x="1639081" y="2008290"/>
                  <a:pt x="1639081" y="2409780"/>
                </a:cubicBezTo>
                <a:cubicBezTo>
                  <a:pt x="1639081" y="2811275"/>
                  <a:pt x="1964416" y="3135777"/>
                  <a:pt x="2365907" y="3135777"/>
                </a:cubicBezTo>
                <a:lnTo>
                  <a:pt x="3690709" y="3135777"/>
                </a:lnTo>
                <a:lnTo>
                  <a:pt x="3690709" y="4817907"/>
                </a:lnTo>
                <a:lnTo>
                  <a:pt x="2408953" y="4817907"/>
                </a:lnTo>
                <a:cubicBezTo>
                  <a:pt x="1078647" y="4817907"/>
                  <a:pt x="0" y="3739260"/>
                  <a:pt x="0" y="2408952"/>
                </a:cubicBezTo>
                <a:cubicBezTo>
                  <a:pt x="0" y="1078647"/>
                  <a:pt x="1078647" y="0"/>
                  <a:pt x="2408953" y="0"/>
                </a:cubicBezTo>
                <a:close/>
              </a:path>
            </a:pathLst>
          </a:custGeom>
          <a:solidFill>
            <a:srgbClr val="E65012">
              <a:alpha val="5000"/>
            </a:srgbClr>
          </a:solidFill>
          <a:ln w="31750" cap="flat">
            <a:noFill/>
            <a:prstDash val="solid"/>
            <a:bevel/>
          </a:ln>
        </p:spPr>
        <p:txBody>
          <a:bodyPr wrap="square" rtlCol="0" anchor="ctr">
            <a:noAutofit/>
          </a:bodyPr>
          <a:lstStyle/>
          <a:p>
            <a:pPr algn="ctr"/>
            <a:endParaRPr lang="fr-FR"/>
          </a:p>
        </p:txBody>
      </p:sp>
      <p:sp>
        <p:nvSpPr>
          <p:cNvPr id="25" name="Titre 24">
            <a:extLst>
              <a:ext uri="{FF2B5EF4-FFF2-40B4-BE49-F238E27FC236}">
                <a16:creationId xmlns:a16="http://schemas.microsoft.com/office/drawing/2014/main" id="{18EE1731-4537-E9B9-0F5D-D120F61265CD}"/>
              </a:ext>
            </a:extLst>
          </p:cNvPr>
          <p:cNvSpPr>
            <a:spLocks noGrp="1"/>
          </p:cNvSpPr>
          <p:nvPr>
            <p:ph type="title" hasCustomPrompt="1"/>
          </p:nvPr>
        </p:nvSpPr>
        <p:spPr>
          <a:xfrm>
            <a:off x="838595" y="338788"/>
            <a:ext cx="5375394" cy="369332"/>
          </a:xfrm>
          <a:prstGeom prst="rect">
            <a:avLst/>
          </a:prstGeom>
          <a:noFill/>
        </p:spPr>
        <p:txBody>
          <a:bodyPr wrap="square" rtlCol="0">
            <a:spAutoFit/>
          </a:bodyPr>
          <a:lstStyle>
            <a:lvl1pPr>
              <a:defRPr lang="fr-FR" sz="2000" b="1" cap="all" baseline="0">
                <a:solidFill>
                  <a:srgbClr val="102031"/>
                </a:solidFill>
                <a:latin typeface="Avenir Black" panose="02000503020000020003" pitchFamily="2" charset="0"/>
                <a:ea typeface="+mn-ea"/>
                <a:cs typeface="+mn-cs"/>
              </a:defRPr>
            </a:lvl1pPr>
          </a:lstStyle>
          <a:p>
            <a:pPr marL="0" lvl="0" indent="0"/>
            <a:r>
              <a:rPr lang="fr-FR" dirty="0"/>
              <a:t>TITRE</a:t>
            </a:r>
          </a:p>
        </p:txBody>
      </p:sp>
      <p:sp>
        <p:nvSpPr>
          <p:cNvPr id="29" name="Espace réservé du texte 28">
            <a:extLst>
              <a:ext uri="{FF2B5EF4-FFF2-40B4-BE49-F238E27FC236}">
                <a16:creationId xmlns:a16="http://schemas.microsoft.com/office/drawing/2014/main" id="{4B4DCA80-AF36-A5D8-A976-87B3A70F0970}"/>
              </a:ext>
            </a:extLst>
          </p:cNvPr>
          <p:cNvSpPr>
            <a:spLocks noGrp="1"/>
          </p:cNvSpPr>
          <p:nvPr>
            <p:ph type="body" sz="quarter" idx="10" hasCustomPrompt="1"/>
          </p:nvPr>
        </p:nvSpPr>
        <p:spPr>
          <a:xfrm>
            <a:off x="924539" y="790043"/>
            <a:ext cx="846707" cy="286232"/>
          </a:xfrm>
          <a:prstGeom prst="rect">
            <a:avLst/>
          </a:prstGeom>
          <a:noFill/>
        </p:spPr>
        <p:txBody>
          <a:bodyPr wrap="none" rtlCol="0">
            <a:spAutoFit/>
          </a:bodyPr>
          <a:lstStyle>
            <a:lvl1pPr marL="0" indent="0">
              <a:buNone/>
              <a:defRPr lang="fr-FR" sz="1400" dirty="0" smtClean="0">
                <a:solidFill>
                  <a:srgbClr val="096D6D"/>
                </a:solidFill>
                <a:latin typeface="Avenir Book" panose="02000503020000020003" pitchFamily="2" charset="0"/>
              </a:defRPr>
            </a:lvl1pPr>
          </a:lstStyle>
          <a:p>
            <a:pPr marL="0" lvl="0"/>
            <a:r>
              <a:rPr lang="fr-FR" dirty="0"/>
              <a:t>Sous-titre</a:t>
            </a:r>
          </a:p>
        </p:txBody>
      </p:sp>
      <p:sp>
        <p:nvSpPr>
          <p:cNvPr id="31" name="Espace réservé du texte 30">
            <a:extLst>
              <a:ext uri="{FF2B5EF4-FFF2-40B4-BE49-F238E27FC236}">
                <a16:creationId xmlns:a16="http://schemas.microsoft.com/office/drawing/2014/main" id="{4F9DB383-8B18-4CB4-E7D6-BADD1BD6EFCC}"/>
              </a:ext>
            </a:extLst>
          </p:cNvPr>
          <p:cNvSpPr>
            <a:spLocks noGrp="1"/>
          </p:cNvSpPr>
          <p:nvPr>
            <p:ph type="body" sz="quarter" idx="11" hasCustomPrompt="1"/>
          </p:nvPr>
        </p:nvSpPr>
        <p:spPr>
          <a:xfrm>
            <a:off x="116613" y="216514"/>
            <a:ext cx="680525" cy="609398"/>
          </a:xfrm>
          <a:prstGeom prst="rect">
            <a:avLst/>
          </a:prstGeom>
          <a:noFill/>
          <a:ln w="15875" cap="flat">
            <a:noFill/>
            <a:prstDash val="solid"/>
            <a:miter/>
          </a:ln>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marL="0" indent="0">
              <a:buNone/>
              <a:defRPr lang="fr-FR" sz="4400" dirty="0">
                <a:solidFill>
                  <a:srgbClr val="E75113"/>
                </a:solidFill>
                <a:latin typeface="Barlow Black" panose="00000A00000000000000" pitchFamily="2" charset="0"/>
              </a:defRPr>
            </a:lvl1pPr>
          </a:lstStyle>
          <a:p>
            <a:pPr marL="0" lvl="0">
              <a:spcBef>
                <a:spcPts val="3400"/>
              </a:spcBef>
            </a:pPr>
            <a:r>
              <a:rPr lang="fr-FR" dirty="0"/>
              <a:t>00</a:t>
            </a:r>
          </a:p>
        </p:txBody>
      </p:sp>
      <p:sp>
        <p:nvSpPr>
          <p:cNvPr id="40" name="ZoneTexte 39">
            <a:extLst>
              <a:ext uri="{FF2B5EF4-FFF2-40B4-BE49-F238E27FC236}">
                <a16:creationId xmlns:a16="http://schemas.microsoft.com/office/drawing/2014/main" id="{13990DB1-95BB-1D06-72AF-A415874AD388}"/>
              </a:ext>
            </a:extLst>
          </p:cNvPr>
          <p:cNvSpPr txBox="1"/>
          <p:nvPr userDrawn="1"/>
        </p:nvSpPr>
        <p:spPr>
          <a:xfrm>
            <a:off x="3883742" y="6673446"/>
            <a:ext cx="2045110" cy="261610"/>
          </a:xfrm>
          <a:prstGeom prst="rect">
            <a:avLst/>
          </a:prstGeom>
          <a:noFill/>
        </p:spPr>
        <p:txBody>
          <a:bodyPr wrap="square" rtlCol="0">
            <a:spAutoFit/>
          </a:bodyPr>
          <a:lstStyle/>
          <a:p>
            <a:r>
              <a:rPr lang="fr-FR" sz="1100" dirty="0">
                <a:solidFill>
                  <a:schemeClr val="bg1"/>
                </a:solidFill>
                <a:latin typeface="Avenir Book" panose="02000503020000020003"/>
              </a:rPr>
              <a:t>BOUYGUES CONSTRUCTION |</a:t>
            </a:r>
          </a:p>
        </p:txBody>
      </p:sp>
      <p:sp>
        <p:nvSpPr>
          <p:cNvPr id="42" name="ZoneTexte 41">
            <a:extLst>
              <a:ext uri="{FF2B5EF4-FFF2-40B4-BE49-F238E27FC236}">
                <a16:creationId xmlns:a16="http://schemas.microsoft.com/office/drawing/2014/main" id="{A79693B3-6DE4-1B37-05AF-CBCA7552FA38}"/>
              </a:ext>
            </a:extLst>
          </p:cNvPr>
          <p:cNvSpPr txBox="1"/>
          <p:nvPr userDrawn="1"/>
        </p:nvSpPr>
        <p:spPr>
          <a:xfrm>
            <a:off x="6794500" y="6667710"/>
            <a:ext cx="901700" cy="261610"/>
          </a:xfrm>
          <a:prstGeom prst="rect">
            <a:avLst/>
          </a:prstGeom>
          <a:noFill/>
        </p:spPr>
        <p:txBody>
          <a:bodyPr wrap="square" rtlCol="0">
            <a:spAutoFit/>
          </a:bodyPr>
          <a:lstStyle>
            <a:defPPr>
              <a:defRPr lang="fr-FR"/>
            </a:defPPr>
            <a:lvl1pPr>
              <a:defRPr sz="1100">
                <a:solidFill>
                  <a:schemeClr val="bg1"/>
                </a:solidFill>
                <a:latin typeface="Avenir Book" panose="02000503020000020003"/>
              </a:defRPr>
            </a:lvl1pPr>
          </a:lstStyle>
          <a:p>
            <a:pPr lvl="0"/>
            <a:r>
              <a:rPr lang="fr-FR" dirty="0"/>
              <a:t>Slide </a:t>
            </a:r>
            <a:fld id="{E84159DD-8F1B-447B-8C76-93B9AD99256E}" type="slidenum">
              <a:rPr lang="fr-FR" smtClean="0"/>
              <a:t>‹N°›</a:t>
            </a:fld>
            <a:endParaRPr lang="fr-FR" dirty="0"/>
          </a:p>
        </p:txBody>
      </p:sp>
      <p:sp>
        <p:nvSpPr>
          <p:cNvPr id="43" name="ZoneTexte 42">
            <a:extLst>
              <a:ext uri="{FF2B5EF4-FFF2-40B4-BE49-F238E27FC236}">
                <a16:creationId xmlns:a16="http://schemas.microsoft.com/office/drawing/2014/main" id="{97DAE72F-5B20-2C23-D12F-8BA2B1D93F94}"/>
              </a:ext>
            </a:extLst>
          </p:cNvPr>
          <p:cNvSpPr txBox="1"/>
          <p:nvPr userDrawn="1"/>
        </p:nvSpPr>
        <p:spPr>
          <a:xfrm>
            <a:off x="5667367" y="6664532"/>
            <a:ext cx="1295407" cy="261610"/>
          </a:xfrm>
          <a:prstGeom prst="rect">
            <a:avLst/>
          </a:prstGeom>
          <a:noFill/>
        </p:spPr>
        <p:txBody>
          <a:bodyPr wrap="square" rtlCol="0">
            <a:spAutoFit/>
          </a:bodyPr>
          <a:lstStyle/>
          <a:p>
            <a:r>
              <a:rPr lang="fr-FR" sz="1100" kern="1200" dirty="0">
                <a:solidFill>
                  <a:schemeClr val="bg1"/>
                </a:solidFill>
                <a:latin typeface="Avenir Book" panose="02000503020000020003"/>
                <a:ea typeface="+mn-ea"/>
                <a:cs typeface="+mn-cs"/>
              </a:rPr>
              <a:t> </a:t>
            </a:r>
            <a:fld id="{50F8E9D7-6B83-4506-8BF4-C568860DEEC5}" type="datetime6">
              <a:rPr lang="fr-FR" sz="1100" kern="1200" smtClean="0">
                <a:solidFill>
                  <a:schemeClr val="bg1"/>
                </a:solidFill>
                <a:latin typeface="Avenir Book" panose="02000503020000020003"/>
                <a:ea typeface="+mn-ea"/>
                <a:cs typeface="+mn-cs"/>
              </a:rPr>
              <a:t>septembre 25</a:t>
            </a:fld>
            <a:r>
              <a:rPr lang="fr-FR" sz="1100" kern="1200" dirty="0">
                <a:solidFill>
                  <a:schemeClr val="bg1"/>
                </a:solidFill>
                <a:latin typeface="Avenir Book" panose="02000503020000020003"/>
                <a:ea typeface="+mn-ea"/>
                <a:cs typeface="+mn-cs"/>
              </a:rPr>
              <a:t>    |</a:t>
            </a:r>
          </a:p>
        </p:txBody>
      </p:sp>
    </p:spTree>
    <p:extLst>
      <p:ext uri="{BB962C8B-B14F-4D97-AF65-F5344CB8AC3E}">
        <p14:creationId xmlns:p14="http://schemas.microsoft.com/office/powerpoint/2010/main" val="2241641196"/>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tags" Target="../tags/tag4.xml"/><Relationship Id="rId18" Type="http://schemas.openxmlformats.org/officeDocument/2006/relationships/tags" Target="../tags/tag9.xml"/><Relationship Id="rId3" Type="http://schemas.openxmlformats.org/officeDocument/2006/relationships/slideLayout" Target="../slideLayouts/slideLayout31.xml"/><Relationship Id="rId21" Type="http://schemas.openxmlformats.org/officeDocument/2006/relationships/image" Target="../media/image5.svg"/><Relationship Id="rId7" Type="http://schemas.openxmlformats.org/officeDocument/2006/relationships/slideLayout" Target="../slideLayouts/slideLayout35.xml"/><Relationship Id="rId12" Type="http://schemas.openxmlformats.org/officeDocument/2006/relationships/theme" Target="../theme/theme2.xml"/><Relationship Id="rId17" Type="http://schemas.openxmlformats.org/officeDocument/2006/relationships/tags" Target="../tags/tag8.xml"/><Relationship Id="rId2" Type="http://schemas.openxmlformats.org/officeDocument/2006/relationships/slideLayout" Target="../slideLayouts/slideLayout30.xml"/><Relationship Id="rId16" Type="http://schemas.openxmlformats.org/officeDocument/2006/relationships/tags" Target="../tags/tag7.xml"/><Relationship Id="rId20" Type="http://schemas.openxmlformats.org/officeDocument/2006/relationships/image" Target="../media/image4.png"/><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tags" Target="../tags/tag6.xml"/><Relationship Id="rId10" Type="http://schemas.openxmlformats.org/officeDocument/2006/relationships/slideLayout" Target="../slideLayouts/slideLayout38.xml"/><Relationship Id="rId19" Type="http://schemas.openxmlformats.org/officeDocument/2006/relationships/tags" Target="../tags/tag10.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tags" Target="../tags/tag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tags" Target="../tags/tag52.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tags" Target="../tags/tag51.xml"/><Relationship Id="rId17" Type="http://schemas.openxmlformats.org/officeDocument/2006/relationships/image" Target="../media/image20.png"/><Relationship Id="rId2" Type="http://schemas.openxmlformats.org/officeDocument/2006/relationships/slideLayout" Target="../slideLayouts/slideLayout41.xml"/><Relationship Id="rId16" Type="http://schemas.openxmlformats.org/officeDocument/2006/relationships/image" Target="../media/image5.svg"/><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tags" Target="../tags/tag50.xml"/><Relationship Id="rId5" Type="http://schemas.openxmlformats.org/officeDocument/2006/relationships/slideLayout" Target="../slideLayouts/slideLayout44.xml"/><Relationship Id="rId15" Type="http://schemas.openxmlformats.org/officeDocument/2006/relationships/image" Target="../media/image4.png"/><Relationship Id="rId10" Type="http://schemas.openxmlformats.org/officeDocument/2006/relationships/tags" Target="../tags/tag49.xml"/><Relationship Id="rId4" Type="http://schemas.openxmlformats.org/officeDocument/2006/relationships/slideLayout" Target="../slideLayouts/slideLayout43.xml"/><Relationship Id="rId9" Type="http://schemas.openxmlformats.org/officeDocument/2006/relationships/theme" Target="../theme/theme3.xml"/><Relationship Id="rId14" Type="http://schemas.openxmlformats.org/officeDocument/2006/relationships/tags" Target="../tags/tag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6" name="Forme libre 25">
            <a:extLst>
              <a:ext uri="{FF2B5EF4-FFF2-40B4-BE49-F238E27FC236}">
                <a16:creationId xmlns:a16="http://schemas.microsoft.com/office/drawing/2014/main" id="{1F86ED98-ECB6-B545-B96D-487DB096D68B}"/>
              </a:ext>
            </a:extLst>
          </p:cNvPr>
          <p:cNvSpPr/>
          <p:nvPr userDrawn="1"/>
        </p:nvSpPr>
        <p:spPr>
          <a:xfrm>
            <a:off x="11693488" y="6342553"/>
            <a:ext cx="498512" cy="382556"/>
          </a:xfrm>
          <a:custGeom>
            <a:avLst/>
            <a:gdLst>
              <a:gd name="connsiteX0" fmla="*/ 195210 w 498512"/>
              <a:gd name="connsiteY0" fmla="*/ 0 h 382556"/>
              <a:gd name="connsiteX1" fmla="*/ 498512 w 498512"/>
              <a:gd name="connsiteY1" fmla="*/ 0 h 382556"/>
              <a:gd name="connsiteX2" fmla="*/ 498512 w 498512"/>
              <a:gd name="connsiteY2" fmla="*/ 382556 h 382556"/>
              <a:gd name="connsiteX3" fmla="*/ 195210 w 498512"/>
              <a:gd name="connsiteY3" fmla="*/ 382556 h 382556"/>
              <a:gd name="connsiteX4" fmla="*/ 0 w 498512"/>
              <a:gd name="connsiteY4" fmla="*/ 191278 h 382556"/>
              <a:gd name="connsiteX5" fmla="*/ 195210 w 498512"/>
              <a:gd name="connsiteY5" fmla="*/ 0 h 38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8512" h="382556">
                <a:moveTo>
                  <a:pt x="195210" y="0"/>
                </a:moveTo>
                <a:lnTo>
                  <a:pt x="498512" y="0"/>
                </a:lnTo>
                <a:lnTo>
                  <a:pt x="498512" y="382556"/>
                </a:lnTo>
                <a:lnTo>
                  <a:pt x="195210" y="382556"/>
                </a:lnTo>
                <a:cubicBezTo>
                  <a:pt x="87454" y="382556"/>
                  <a:pt x="0" y="296863"/>
                  <a:pt x="0" y="191278"/>
                </a:cubicBezTo>
                <a:cubicBezTo>
                  <a:pt x="0" y="85693"/>
                  <a:pt x="87454" y="0"/>
                  <a:pt x="19521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fr-FR" sz="1200">
              <a:latin typeface="+mj-lt"/>
            </a:endParaRPr>
          </a:p>
        </p:txBody>
      </p:sp>
      <p:sp>
        <p:nvSpPr>
          <p:cNvPr id="2" name="Espace réservé du titre 1">
            <a:extLst>
              <a:ext uri="{FF2B5EF4-FFF2-40B4-BE49-F238E27FC236}">
                <a16:creationId xmlns:a16="http://schemas.microsoft.com/office/drawing/2014/main" id="{A54A61B3-8DF8-A1A6-BC1C-0E727CB26CA1}"/>
              </a:ext>
            </a:extLst>
          </p:cNvPr>
          <p:cNvSpPr>
            <a:spLocks noGrp="1"/>
          </p:cNvSpPr>
          <p:nvPr>
            <p:ph type="title"/>
          </p:nvPr>
        </p:nvSpPr>
        <p:spPr>
          <a:xfrm>
            <a:off x="537575" y="849535"/>
            <a:ext cx="11086578" cy="590931"/>
          </a:xfrm>
          <a:prstGeom prst="rect">
            <a:avLst/>
          </a:prstGeom>
        </p:spPr>
        <p:txBody>
          <a:bodyPr vert="horz" wrap="square" lIns="91440" tIns="45720" rIns="91440" bIns="45720" rtlCol="0" anchor="t" anchorCtr="0">
            <a:spAutoFit/>
          </a:bodyPr>
          <a:lstStyle/>
          <a:p>
            <a:r>
              <a:rPr lang="fr-FR"/>
              <a:t>Titre de la slide</a:t>
            </a:r>
          </a:p>
        </p:txBody>
      </p:sp>
      <p:sp>
        <p:nvSpPr>
          <p:cNvPr id="3" name="Espace réservé du texte 2">
            <a:extLst>
              <a:ext uri="{FF2B5EF4-FFF2-40B4-BE49-F238E27FC236}">
                <a16:creationId xmlns:a16="http://schemas.microsoft.com/office/drawing/2014/main" id="{1F692DB4-FE59-0C09-79A5-C9DD1B631E18}"/>
              </a:ext>
            </a:extLst>
          </p:cNvPr>
          <p:cNvSpPr>
            <a:spLocks noGrp="1"/>
          </p:cNvSpPr>
          <p:nvPr>
            <p:ph type="body" idx="1"/>
          </p:nvPr>
        </p:nvSpPr>
        <p:spPr>
          <a:xfrm>
            <a:off x="537575" y="2175048"/>
            <a:ext cx="11086578" cy="3820891"/>
          </a:xfrm>
          <a:prstGeom prst="rect">
            <a:avLst/>
          </a:prstGeom>
        </p:spPr>
        <p:txBody>
          <a:bodyPr vert="horz" lIns="91440" tIns="45720" rIns="91440" bIns="45720" rtlCol="0">
            <a:normAutofit/>
          </a:bodyPr>
          <a:lstStyle/>
          <a:p>
            <a:pPr lvl="0"/>
            <a:r>
              <a:rPr lang="fr-FR"/>
              <a:t>Lorem ipsum </a:t>
            </a:r>
            <a:r>
              <a:rPr lang="fr-FR" err="1"/>
              <a:t>dolore</a:t>
            </a:r>
            <a:r>
              <a:rPr lang="fr-FR"/>
              <a:t> magnat </a:t>
            </a:r>
            <a:r>
              <a:rPr lang="fr-FR" err="1"/>
              <a:t>akmet</a:t>
            </a:r>
            <a:r>
              <a:rPr lang="fr-FR"/>
              <a:t> </a:t>
            </a:r>
            <a:r>
              <a:rPr lang="fr-FR" err="1"/>
              <a:t>nurgatsu</a:t>
            </a:r>
            <a:r>
              <a:rPr lang="fr-FR"/>
              <a:t> </a:t>
            </a:r>
            <a:r>
              <a:rPr lang="fr-FR" err="1"/>
              <a:t>opma</a:t>
            </a:r>
            <a:r>
              <a:rPr lang="fr-FR"/>
              <a:t> magnat. Lorem ipsum </a:t>
            </a:r>
            <a:r>
              <a:rPr lang="fr-FR" err="1"/>
              <a:t>dolorenot</a:t>
            </a:r>
            <a:r>
              <a:rPr lang="fr-FR"/>
              <a:t> </a:t>
            </a:r>
            <a:r>
              <a:rPr lang="fr-FR" err="1"/>
              <a:t>too</a:t>
            </a:r>
            <a:r>
              <a:rPr lang="fr-FR"/>
              <a:t> long </a:t>
            </a:r>
            <a:r>
              <a:rPr lang="fr-FR" err="1"/>
              <a:t>nat</a:t>
            </a:r>
            <a:r>
              <a:rPr lang="fr-FR"/>
              <a:t> </a:t>
            </a:r>
            <a:r>
              <a:rPr lang="fr-FR" err="1"/>
              <a:t>kmet</a:t>
            </a:r>
            <a:r>
              <a:rPr lang="fr-FR"/>
              <a:t> </a:t>
            </a:r>
            <a:r>
              <a:rPr lang="fr-FR" err="1"/>
              <a:t>nur</a:t>
            </a:r>
            <a:r>
              <a:rPr lang="fr-FR"/>
              <a:t> </a:t>
            </a:r>
            <a:r>
              <a:rPr lang="fr-FR" err="1"/>
              <a:t>gatuios</a:t>
            </a:r>
            <a:endParaRPr lang="fr-FR"/>
          </a:p>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a:p>
            <a:pPr lvl="0"/>
            <a:r>
              <a:rPr lang="fr-FR"/>
              <a:t>Lorem ipsum </a:t>
            </a:r>
            <a:r>
              <a:rPr lang="fr-FR" err="1"/>
              <a:t>dolore</a:t>
            </a:r>
            <a:r>
              <a:rPr lang="fr-FR"/>
              <a:t> magnat </a:t>
            </a:r>
            <a:r>
              <a:rPr lang="fr-FR" err="1"/>
              <a:t>akmet</a:t>
            </a:r>
            <a:r>
              <a:rPr lang="fr-FR"/>
              <a:t> </a:t>
            </a:r>
            <a:r>
              <a:rPr lang="fr-FR" err="1"/>
              <a:t>nur</a:t>
            </a:r>
            <a:r>
              <a:rPr lang="fr-FR"/>
              <a:t> </a:t>
            </a:r>
            <a:r>
              <a:rPr lang="fr-FR" err="1"/>
              <a:t>gatsuopma</a:t>
            </a:r>
            <a:r>
              <a:rPr lang="fr-FR"/>
              <a:t> </a:t>
            </a:r>
            <a:r>
              <a:rPr lang="fr-FR" err="1"/>
              <a:t>dolore</a:t>
            </a:r>
            <a:r>
              <a:rPr lang="fr-FR"/>
              <a:t> magnat </a:t>
            </a:r>
            <a:r>
              <a:rPr lang="fr-FR" err="1"/>
              <a:t>dolore</a:t>
            </a:r>
            <a:r>
              <a:rPr lang="fr-FR"/>
              <a:t> </a:t>
            </a:r>
            <a:r>
              <a:rPr lang="fr-FR" err="1"/>
              <a:t>tus.Lorem</a:t>
            </a:r>
            <a:r>
              <a:rPr lang="fr-FR"/>
              <a:t> ipsum </a:t>
            </a:r>
            <a:r>
              <a:rPr lang="fr-FR" err="1"/>
              <a:t>dolore</a:t>
            </a:r>
            <a:r>
              <a:rPr lang="fr-FR"/>
              <a:t> not </a:t>
            </a:r>
            <a:r>
              <a:rPr lang="fr-FR" err="1"/>
              <a:t>too</a:t>
            </a:r>
            <a:r>
              <a:rPr lang="fr-FR"/>
              <a:t> long </a:t>
            </a:r>
            <a:r>
              <a:rPr lang="fr-FR" err="1"/>
              <a:t>nalomet</a:t>
            </a:r>
            <a:r>
              <a:rPr lang="fr-FR"/>
              <a:t> </a:t>
            </a:r>
            <a:r>
              <a:rPr lang="fr-FR" err="1"/>
              <a:t>nur</a:t>
            </a:r>
            <a:r>
              <a:rPr lang="fr-FR"/>
              <a:t> </a:t>
            </a:r>
            <a:r>
              <a:rPr lang="fr-FR" err="1"/>
              <a:t>gatuios</a:t>
            </a:r>
            <a:endParaRPr lang="fr-FR"/>
          </a:p>
        </p:txBody>
      </p:sp>
      <p:sp>
        <p:nvSpPr>
          <p:cNvPr id="4" name="Espace réservé de la date 3">
            <a:extLst>
              <a:ext uri="{FF2B5EF4-FFF2-40B4-BE49-F238E27FC236}">
                <a16:creationId xmlns:a16="http://schemas.microsoft.com/office/drawing/2014/main" id="{99399531-832D-5914-A0E6-C1277C081489}"/>
              </a:ext>
            </a:extLst>
          </p:cNvPr>
          <p:cNvSpPr>
            <a:spLocks noGrp="1"/>
          </p:cNvSpPr>
          <p:nvPr>
            <p:ph type="dt" sz="half" idx="2"/>
          </p:nvPr>
        </p:nvSpPr>
        <p:spPr>
          <a:xfrm>
            <a:off x="10748077" y="6426109"/>
            <a:ext cx="835015" cy="215444"/>
          </a:xfrm>
          <a:prstGeom prst="rect">
            <a:avLst/>
          </a:prstGeom>
        </p:spPr>
        <p:txBody>
          <a:bodyPr vert="horz" wrap="square" lIns="0" tIns="45720" rIns="0" bIns="45720" rtlCol="0" anchor="ctr">
            <a:spAutoFit/>
          </a:bodyPr>
          <a:lstStyle>
            <a:lvl1pPr algn="l">
              <a:defRPr sz="800">
                <a:solidFill>
                  <a:schemeClr val="tx1"/>
                </a:solidFill>
              </a:defRPr>
            </a:lvl1pPr>
          </a:lstStyle>
          <a:p>
            <a:r>
              <a:rPr lang="fr-FR"/>
              <a:t>Juin 2024</a:t>
            </a:r>
          </a:p>
        </p:txBody>
      </p:sp>
      <p:sp>
        <p:nvSpPr>
          <p:cNvPr id="5" name="Espace réservé du pied de page 4">
            <a:extLst>
              <a:ext uri="{FF2B5EF4-FFF2-40B4-BE49-F238E27FC236}">
                <a16:creationId xmlns:a16="http://schemas.microsoft.com/office/drawing/2014/main" id="{D4E7768A-5EBE-0A78-FD15-72356CDE7A1E}"/>
              </a:ext>
            </a:extLst>
          </p:cNvPr>
          <p:cNvSpPr>
            <a:spLocks noGrp="1"/>
          </p:cNvSpPr>
          <p:nvPr>
            <p:ph type="ftr" sz="quarter" idx="3"/>
          </p:nvPr>
        </p:nvSpPr>
        <p:spPr>
          <a:xfrm>
            <a:off x="8255632" y="6426110"/>
            <a:ext cx="2492445" cy="215444"/>
          </a:xfrm>
          <a:prstGeom prst="rect">
            <a:avLst/>
          </a:prstGeom>
        </p:spPr>
        <p:txBody>
          <a:bodyPr vert="horz" wrap="square" lIns="91440" tIns="45720" rIns="91440" bIns="45720" rtlCol="0" anchor="ctr">
            <a:spAutoFit/>
          </a:bodyPr>
          <a:lstStyle>
            <a:lvl1pPr algn="r">
              <a:defRPr sz="800">
                <a:solidFill>
                  <a:schemeClr val="tx1"/>
                </a:solidFill>
                <a:latin typeface="+mj-lt"/>
              </a:defRPr>
            </a:lvl1pPr>
          </a:lstStyle>
          <a:p>
            <a:r>
              <a:rPr lang="fr-FR"/>
              <a:t>BOUYGUES CONSTRUCTION | </a:t>
            </a:r>
          </a:p>
        </p:txBody>
      </p:sp>
      <p:sp>
        <p:nvSpPr>
          <p:cNvPr id="30" name="Espace réservé du numéro de diapositive 29">
            <a:extLst>
              <a:ext uri="{FF2B5EF4-FFF2-40B4-BE49-F238E27FC236}">
                <a16:creationId xmlns:a16="http://schemas.microsoft.com/office/drawing/2014/main" id="{6980B1DF-90E7-C3FD-93C1-9975E2A0EF5B}"/>
              </a:ext>
            </a:extLst>
          </p:cNvPr>
          <p:cNvSpPr>
            <a:spLocks noGrp="1"/>
          </p:cNvSpPr>
          <p:nvPr>
            <p:ph type="sldNum" sz="quarter" idx="4"/>
          </p:nvPr>
        </p:nvSpPr>
        <p:spPr>
          <a:xfrm>
            <a:off x="11525908" y="6382485"/>
            <a:ext cx="560986" cy="276999"/>
          </a:xfrm>
          <a:prstGeom prst="rect">
            <a:avLst/>
          </a:prstGeom>
        </p:spPr>
        <p:txBody>
          <a:bodyPr vert="horz" wrap="square" lIns="0" tIns="45720" rIns="0" bIns="45720" rtlCol="0" anchor="ctr">
            <a:spAutoFit/>
          </a:bodyPr>
          <a:lstStyle>
            <a:lvl1pPr algn="r">
              <a:defRPr sz="1200">
                <a:solidFill>
                  <a:schemeClr val="bg1"/>
                </a:solidFill>
                <a:latin typeface="+mj-lt"/>
              </a:defRPr>
            </a:lvl1pPr>
          </a:lstStyle>
          <a:p>
            <a:fld id="{CD166EB1-B284-8541-B839-321F682B6B05}" type="slidenum">
              <a:rPr lang="fr-FR" smtClean="0"/>
              <a:pPr/>
              <a:t>‹N°›</a:t>
            </a:fld>
            <a:endParaRPr lang="fr-FR"/>
          </a:p>
        </p:txBody>
      </p:sp>
    </p:spTree>
    <p:extLst>
      <p:ext uri="{BB962C8B-B14F-4D97-AF65-F5344CB8AC3E}">
        <p14:creationId xmlns:p14="http://schemas.microsoft.com/office/powerpoint/2010/main" val="3749809564"/>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49" r:id="rId14"/>
    <p:sldLayoutId id="2147483737" r:id="rId15"/>
    <p:sldLayoutId id="2147483738" r:id="rId16"/>
    <p:sldLayoutId id="2147483739" r:id="rId17"/>
    <p:sldLayoutId id="2147483740" r:id="rId18"/>
    <p:sldLayoutId id="2147483741" r:id="rId19"/>
    <p:sldLayoutId id="2147483742" r:id="rId20"/>
    <p:sldLayoutId id="2147483743" r:id="rId21"/>
    <p:sldLayoutId id="2147483744" r:id="rId22"/>
    <p:sldLayoutId id="2147483745" r:id="rId23"/>
    <p:sldLayoutId id="2147483746" r:id="rId24"/>
    <p:sldLayoutId id="2147483747" r:id="rId25"/>
    <p:sldLayoutId id="2147483748" r:id="rId26"/>
    <p:sldLayoutId id="2147483766" r:id="rId27"/>
    <p:sldLayoutId id="2147483767" r:id="rId28"/>
  </p:sldLayoutIdLst>
  <p:hf hdr="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3400"/>
        </a:spcBef>
        <a:buFont typeface="Arial" panose="020B0604020202020204" pitchFamily="34" charset="0"/>
        <a:buNone/>
        <a:defRPr sz="2000" kern="1200">
          <a:solidFill>
            <a:schemeClr val="accent3"/>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Espace réservé du pied de page 4">
            <a:extLst>
              <a:ext uri="{FF2B5EF4-FFF2-40B4-BE49-F238E27FC236}">
                <a16:creationId xmlns:a16="http://schemas.microsoft.com/office/drawing/2014/main" id="{52E05B37-8992-71DE-3826-41A49AF834CB}"/>
              </a:ext>
            </a:extLst>
          </p:cNvPr>
          <p:cNvSpPr txBox="1">
            <a:spLocks/>
          </p:cNvSpPr>
          <p:nvPr userDrawn="1"/>
        </p:nvSpPr>
        <p:spPr>
          <a:xfrm>
            <a:off x="4293232" y="6624626"/>
            <a:ext cx="2492445" cy="215444"/>
          </a:xfrm>
          <a:prstGeom prst="rect">
            <a:avLst/>
          </a:prstGeom>
        </p:spPr>
        <p:txBody>
          <a:bodyPr vert="horz" wrap="square" lIns="91440" tIns="45720" rIns="91440" bIns="45720" rtlCol="0" anchor="ctr">
            <a:spAutoFit/>
          </a:bodyPr>
          <a:lstStyle>
            <a:defPPr>
              <a:defRPr lang="fr-FR"/>
            </a:defPPr>
            <a:lvl1pPr marL="0" algn="r" defTabSz="914400" rtl="0" eaLnBrk="1" latinLnBrk="0" hangingPunct="1">
              <a:defRPr sz="8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dirty="0">
              <a:solidFill>
                <a:srgbClr val="102031"/>
              </a:solidFill>
              <a:latin typeface="Calibri"/>
            </a:endParaRPr>
          </a:p>
        </p:txBody>
      </p:sp>
      <p:pic>
        <p:nvPicPr>
          <p:cNvPr id="16" name="Graphique 15">
            <a:extLst>
              <a:ext uri="{FF2B5EF4-FFF2-40B4-BE49-F238E27FC236}">
                <a16:creationId xmlns:a16="http://schemas.microsoft.com/office/drawing/2014/main" id="{8836456A-DF37-959D-FB9A-C66E7F50F511}"/>
              </a:ext>
            </a:extLst>
          </p:cNvPr>
          <p:cNvPicPr>
            <a:picLocks noChangeAspect="1"/>
          </p:cNvPicPr>
          <p:nvPr userDrawn="1">
            <p:custDataLst>
              <p:tags r:id="rId13"/>
            </p:custDataLst>
          </p:nvPr>
        </p:nvPicPr>
        <p:blipFill>
          <a:blip r:embed="rId20">
            <a:extLst>
              <a:ext uri="{96DAC541-7B7A-43D3-8B79-37D633B846F1}">
                <asvg:svgBlip xmlns:asvg="http://schemas.microsoft.com/office/drawing/2016/SVG/main" r:embed="rId21"/>
              </a:ext>
            </a:extLst>
          </a:blip>
          <a:stretch>
            <a:fillRect/>
          </a:stretch>
        </p:blipFill>
        <p:spPr>
          <a:xfrm>
            <a:off x="11029984" y="197431"/>
            <a:ext cx="973453" cy="498598"/>
          </a:xfrm>
          <a:prstGeom prst="rect">
            <a:avLst/>
          </a:prstGeom>
        </p:spPr>
      </p:pic>
      <p:sp>
        <p:nvSpPr>
          <p:cNvPr id="17" name="Rectangle 16">
            <a:extLst>
              <a:ext uri="{FF2B5EF4-FFF2-40B4-BE49-F238E27FC236}">
                <a16:creationId xmlns:a16="http://schemas.microsoft.com/office/drawing/2014/main" id="{7E2725B0-FC78-DFE2-74A2-22A2F0F99FA1}"/>
              </a:ext>
            </a:extLst>
          </p:cNvPr>
          <p:cNvSpPr/>
          <p:nvPr userDrawn="1">
            <p:custDataLst>
              <p:tags r:id="rId14"/>
            </p:custDataLst>
          </p:nvPr>
        </p:nvSpPr>
        <p:spPr>
          <a:xfrm>
            <a:off x="9978909" y="-8916"/>
            <a:ext cx="1035349" cy="498598"/>
          </a:xfrm>
          <a:prstGeom prst="rect">
            <a:avLst/>
          </a:prstGeom>
          <a:solidFill>
            <a:srgbClr val="2F99B0">
              <a:alpha val="410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17">
            <a:extLst>
              <a:ext uri="{FF2B5EF4-FFF2-40B4-BE49-F238E27FC236}">
                <a16:creationId xmlns:a16="http://schemas.microsoft.com/office/drawing/2014/main" id="{12A3EC07-3DA9-1B17-C355-81A4F7640FFF}"/>
              </a:ext>
            </a:extLst>
          </p:cNvPr>
          <p:cNvSpPr/>
          <p:nvPr userDrawn="1">
            <p:custDataLst>
              <p:tags r:id="rId15"/>
            </p:custDataLst>
          </p:nvPr>
        </p:nvSpPr>
        <p:spPr>
          <a:xfrm>
            <a:off x="6767779" y="-4008"/>
            <a:ext cx="1035349" cy="498598"/>
          </a:xfrm>
          <a:prstGeom prst="rect">
            <a:avLst/>
          </a:prstGeom>
          <a:solidFill>
            <a:srgbClr val="93C97B">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CDC3B616-B910-C3D5-2511-AB81C9D3D101}"/>
              </a:ext>
            </a:extLst>
          </p:cNvPr>
          <p:cNvSpPr/>
          <p:nvPr userDrawn="1">
            <p:custDataLst>
              <p:tags r:id="rId16"/>
            </p:custDataLst>
          </p:nvPr>
        </p:nvSpPr>
        <p:spPr>
          <a:xfrm>
            <a:off x="7839204" y="-4008"/>
            <a:ext cx="1035349" cy="498598"/>
          </a:xfrm>
          <a:prstGeom prst="rect">
            <a:avLst/>
          </a:prstGeom>
          <a:solidFill>
            <a:srgbClr val="FAB92E">
              <a:alpha val="410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19">
            <a:extLst>
              <a:ext uri="{FF2B5EF4-FFF2-40B4-BE49-F238E27FC236}">
                <a16:creationId xmlns:a16="http://schemas.microsoft.com/office/drawing/2014/main" id="{2D35D2CB-670B-3A2E-6DA5-B3C37DE9D066}"/>
              </a:ext>
            </a:extLst>
          </p:cNvPr>
          <p:cNvSpPr/>
          <p:nvPr userDrawn="1">
            <p:custDataLst>
              <p:tags r:id="rId17"/>
            </p:custDataLst>
          </p:nvPr>
        </p:nvSpPr>
        <p:spPr>
          <a:xfrm>
            <a:off x="8910629" y="-8916"/>
            <a:ext cx="1035349" cy="498598"/>
          </a:xfrm>
          <a:prstGeom prst="rect">
            <a:avLst/>
          </a:prstGeom>
          <a:solidFill>
            <a:srgbClr val="6B8DE7">
              <a:alpha val="410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20">
            <a:extLst>
              <a:ext uri="{FF2B5EF4-FFF2-40B4-BE49-F238E27FC236}">
                <a16:creationId xmlns:a16="http://schemas.microsoft.com/office/drawing/2014/main" id="{464468C9-D86F-548D-6883-3F77B8660876}"/>
              </a:ext>
            </a:extLst>
          </p:cNvPr>
          <p:cNvSpPr/>
          <p:nvPr userDrawn="1">
            <p:custDataLst>
              <p:tags r:id="rId18"/>
            </p:custDataLst>
          </p:nvPr>
        </p:nvSpPr>
        <p:spPr>
          <a:xfrm>
            <a:off x="5699499" y="0"/>
            <a:ext cx="1035349" cy="498598"/>
          </a:xfrm>
          <a:prstGeom prst="rect">
            <a:avLst/>
          </a:prstGeom>
          <a:solidFill>
            <a:srgbClr val="E75113">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Rectangle 27">
            <a:extLst>
              <a:ext uri="{FF2B5EF4-FFF2-40B4-BE49-F238E27FC236}">
                <a16:creationId xmlns:a16="http://schemas.microsoft.com/office/drawing/2014/main" id="{3CBA140D-FF9B-A1DF-0A96-F56941361A3C}"/>
              </a:ext>
            </a:extLst>
          </p:cNvPr>
          <p:cNvSpPr/>
          <p:nvPr userDrawn="1">
            <p:custDataLst>
              <p:tags r:id="rId19"/>
            </p:custDataLst>
          </p:nvPr>
        </p:nvSpPr>
        <p:spPr>
          <a:xfrm>
            <a:off x="4628074" y="-8916"/>
            <a:ext cx="1035349" cy="498598"/>
          </a:xfrm>
          <a:prstGeom prst="rect">
            <a:avLst/>
          </a:prstGeom>
          <a:solidFill>
            <a:schemeClr val="bg2">
              <a:lumMod val="75000"/>
              <a:alpha val="418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398810595"/>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64" r:id="rId7"/>
    <p:sldLayoutId id="2147483765" r:id="rId8"/>
    <p:sldLayoutId id="2147483768" r:id="rId9"/>
    <p:sldLayoutId id="2147483769" r:id="rId10"/>
    <p:sldLayoutId id="214748377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Espace réservé du pied de page 4">
            <a:extLst>
              <a:ext uri="{FF2B5EF4-FFF2-40B4-BE49-F238E27FC236}">
                <a16:creationId xmlns:a16="http://schemas.microsoft.com/office/drawing/2014/main" id="{52E05B37-8992-71DE-3826-41A49AF834CB}"/>
              </a:ext>
            </a:extLst>
          </p:cNvPr>
          <p:cNvSpPr txBox="1">
            <a:spLocks/>
          </p:cNvSpPr>
          <p:nvPr userDrawn="1"/>
        </p:nvSpPr>
        <p:spPr>
          <a:xfrm>
            <a:off x="4293232" y="6624626"/>
            <a:ext cx="2492445" cy="215444"/>
          </a:xfrm>
          <a:prstGeom prst="rect">
            <a:avLst/>
          </a:prstGeom>
        </p:spPr>
        <p:txBody>
          <a:bodyPr vert="horz" wrap="square" lIns="91440" tIns="45720" rIns="91440" bIns="45720" rtlCol="0" anchor="ctr">
            <a:spAutoFit/>
          </a:bodyPr>
          <a:lstStyle>
            <a:defPPr>
              <a:defRPr lang="fr-FR"/>
            </a:defPPr>
            <a:lvl1pPr marL="0" algn="r" defTabSz="914400" rtl="0" eaLnBrk="1" latinLnBrk="0" hangingPunct="1">
              <a:defRPr sz="800"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dirty="0">
              <a:solidFill>
                <a:srgbClr val="102031"/>
              </a:solidFill>
              <a:latin typeface="Calibri"/>
            </a:endParaRPr>
          </a:p>
        </p:txBody>
      </p:sp>
      <p:pic>
        <p:nvPicPr>
          <p:cNvPr id="16" name="Graphique 15">
            <a:extLst>
              <a:ext uri="{FF2B5EF4-FFF2-40B4-BE49-F238E27FC236}">
                <a16:creationId xmlns:a16="http://schemas.microsoft.com/office/drawing/2014/main" id="{8836456A-DF37-959D-FB9A-C66E7F50F511}"/>
              </a:ext>
            </a:extLst>
          </p:cNvPr>
          <p:cNvPicPr>
            <a:picLocks noChangeAspect="1"/>
          </p:cNvPicPr>
          <p:nvPr userDrawn="1">
            <p:custDataLst>
              <p:tags r:id="rId10"/>
            </p:custDataLst>
          </p:nvPr>
        </p:nvPicPr>
        <p:blipFill>
          <a:blip r:embed="rId15">
            <a:extLst>
              <a:ext uri="{96DAC541-7B7A-43D3-8B79-37D633B846F1}">
                <asvg:svgBlip xmlns:asvg="http://schemas.microsoft.com/office/drawing/2016/SVG/main" r:embed="rId16"/>
              </a:ext>
            </a:extLst>
          </a:blip>
          <a:stretch>
            <a:fillRect/>
          </a:stretch>
        </p:blipFill>
        <p:spPr>
          <a:xfrm>
            <a:off x="11029984" y="197431"/>
            <a:ext cx="973453" cy="498598"/>
          </a:xfrm>
          <a:prstGeom prst="rect">
            <a:avLst/>
          </a:prstGeom>
        </p:spPr>
      </p:pic>
      <p:sp>
        <p:nvSpPr>
          <p:cNvPr id="2" name="Forme libre : forme 4">
            <a:extLst>
              <a:ext uri="{FF2B5EF4-FFF2-40B4-BE49-F238E27FC236}">
                <a16:creationId xmlns:a16="http://schemas.microsoft.com/office/drawing/2014/main" id="{3F80BD6D-B020-69E8-C4D0-B1E3CC47DABF}"/>
              </a:ext>
            </a:extLst>
          </p:cNvPr>
          <p:cNvSpPr/>
          <p:nvPr userDrawn="1">
            <p:custDataLst>
              <p:tags r:id="rId11"/>
            </p:custDataLst>
          </p:nvPr>
        </p:nvSpPr>
        <p:spPr>
          <a:xfrm rot="10800000">
            <a:off x="0" y="1020046"/>
            <a:ext cx="3690709" cy="4817907"/>
          </a:xfrm>
          <a:custGeom>
            <a:avLst/>
            <a:gdLst>
              <a:gd name="connsiteX0" fmla="*/ 2408953 w 3690709"/>
              <a:gd name="connsiteY0" fmla="*/ 0 h 4817907"/>
              <a:gd name="connsiteX1" fmla="*/ 3690709 w 3690709"/>
              <a:gd name="connsiteY1" fmla="*/ 0 h 4817907"/>
              <a:gd name="connsiteX2" fmla="*/ 3690709 w 3690709"/>
              <a:gd name="connsiteY2" fmla="*/ 1682954 h 4817907"/>
              <a:gd name="connsiteX3" fmla="*/ 2365907 w 3690709"/>
              <a:gd name="connsiteY3" fmla="*/ 1682954 h 4817907"/>
              <a:gd name="connsiteX4" fmla="*/ 1639081 w 3690709"/>
              <a:gd name="connsiteY4" fmla="*/ 2409780 h 4817907"/>
              <a:gd name="connsiteX5" fmla="*/ 2365907 w 3690709"/>
              <a:gd name="connsiteY5" fmla="*/ 3135777 h 4817907"/>
              <a:gd name="connsiteX6" fmla="*/ 3690709 w 3690709"/>
              <a:gd name="connsiteY6" fmla="*/ 3135777 h 4817907"/>
              <a:gd name="connsiteX7" fmla="*/ 3690709 w 3690709"/>
              <a:gd name="connsiteY7" fmla="*/ 4817907 h 4817907"/>
              <a:gd name="connsiteX8" fmla="*/ 2408953 w 3690709"/>
              <a:gd name="connsiteY8" fmla="*/ 4817907 h 4817907"/>
              <a:gd name="connsiteX9" fmla="*/ 0 w 3690709"/>
              <a:gd name="connsiteY9" fmla="*/ 2408952 h 4817907"/>
              <a:gd name="connsiteX10" fmla="*/ 2408953 w 3690709"/>
              <a:gd name="connsiteY10" fmla="*/ 0 h 4817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90709" h="4817907">
                <a:moveTo>
                  <a:pt x="2408953" y="0"/>
                </a:moveTo>
                <a:lnTo>
                  <a:pt x="3690709" y="0"/>
                </a:lnTo>
                <a:lnTo>
                  <a:pt x="3690709" y="1682954"/>
                </a:lnTo>
                <a:lnTo>
                  <a:pt x="2365907" y="1682954"/>
                </a:lnTo>
                <a:cubicBezTo>
                  <a:pt x="1964416" y="1682954"/>
                  <a:pt x="1639081" y="2008290"/>
                  <a:pt x="1639081" y="2409780"/>
                </a:cubicBezTo>
                <a:cubicBezTo>
                  <a:pt x="1639081" y="2811275"/>
                  <a:pt x="1964416" y="3135777"/>
                  <a:pt x="2365907" y="3135777"/>
                </a:cubicBezTo>
                <a:lnTo>
                  <a:pt x="3690709" y="3135777"/>
                </a:lnTo>
                <a:lnTo>
                  <a:pt x="3690709" y="4817907"/>
                </a:lnTo>
                <a:lnTo>
                  <a:pt x="2408953" y="4817907"/>
                </a:lnTo>
                <a:cubicBezTo>
                  <a:pt x="1078647" y="4817907"/>
                  <a:pt x="0" y="3739260"/>
                  <a:pt x="0" y="2408952"/>
                </a:cubicBezTo>
                <a:cubicBezTo>
                  <a:pt x="0" y="1078647"/>
                  <a:pt x="1078647" y="0"/>
                  <a:pt x="2408953" y="0"/>
                </a:cubicBezTo>
                <a:close/>
              </a:path>
            </a:pathLst>
          </a:custGeom>
          <a:solidFill>
            <a:schemeClr val="bg1">
              <a:lumMod val="95000"/>
              <a:alpha val="84000"/>
            </a:schemeClr>
          </a:solidFill>
          <a:ln w="31750" cap="flat">
            <a:noFill/>
            <a:prstDash val="solid"/>
            <a:bevel/>
          </a:ln>
        </p:spPr>
        <p:txBody>
          <a:bodyPr wrap="square" rtlCol="0" anchor="ctr">
            <a:noAutofit/>
          </a:bodyPr>
          <a:lstStyle/>
          <a:p>
            <a:pPr algn="ctr"/>
            <a:endParaRPr lang="fr-FR"/>
          </a:p>
        </p:txBody>
      </p:sp>
      <p:sp>
        <p:nvSpPr>
          <p:cNvPr id="3" name="Délai  15">
            <a:extLst>
              <a:ext uri="{FF2B5EF4-FFF2-40B4-BE49-F238E27FC236}">
                <a16:creationId xmlns:a16="http://schemas.microsoft.com/office/drawing/2014/main" id="{1941DDF8-F972-8E26-9B5D-F9071BDC9233}"/>
              </a:ext>
            </a:extLst>
          </p:cNvPr>
          <p:cNvSpPr/>
          <p:nvPr userDrawn="1">
            <p:custDataLst>
              <p:tags r:id="rId12"/>
            </p:custDataLst>
          </p:nvPr>
        </p:nvSpPr>
        <p:spPr>
          <a:xfrm rot="5400000">
            <a:off x="597898" y="-115894"/>
            <a:ext cx="1049104" cy="1222776"/>
          </a:xfrm>
          <a:prstGeom prst="flowChartDelay">
            <a:avLst/>
          </a:prstGeom>
          <a:solidFill>
            <a:srgbClr val="1020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F224A97C-62EA-E4CF-1526-BBF3FE15B901}"/>
              </a:ext>
            </a:extLst>
          </p:cNvPr>
          <p:cNvSpPr/>
          <p:nvPr userDrawn="1">
            <p:custDataLst>
              <p:tags r:id="rId13"/>
            </p:custDataLst>
          </p:nvPr>
        </p:nvSpPr>
        <p:spPr>
          <a:xfrm>
            <a:off x="0" y="6700603"/>
            <a:ext cx="12192000" cy="158400"/>
          </a:xfrm>
          <a:prstGeom prst="rect">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Image 8" descr="Une image contenant Graphique, croquis, silhouette, art&#10;&#10;Description générée automatiquement">
            <a:extLst>
              <a:ext uri="{FF2B5EF4-FFF2-40B4-BE49-F238E27FC236}">
                <a16:creationId xmlns:a16="http://schemas.microsoft.com/office/drawing/2014/main" id="{1F4F6AB1-648E-91BE-0696-1E34FAD205FC}"/>
              </a:ext>
            </a:extLst>
          </p:cNvPr>
          <p:cNvPicPr>
            <a:picLocks noChangeAspect="1"/>
          </p:cNvPicPr>
          <p:nvPr userDrawn="1">
            <p:custDataLst>
              <p:tags r:id="rId14"/>
            </p:custDataLst>
          </p:nvPr>
        </p:nvPicPr>
        <p:blipFill>
          <a:blip r:embed="rId17"/>
          <a:stretch>
            <a:fillRect/>
          </a:stretch>
        </p:blipFill>
        <p:spPr>
          <a:xfrm>
            <a:off x="625473" y="-47179"/>
            <a:ext cx="986360" cy="986360"/>
          </a:xfrm>
          <a:prstGeom prst="rect">
            <a:avLst/>
          </a:prstGeom>
        </p:spPr>
      </p:pic>
    </p:spTree>
    <p:extLst>
      <p:ext uri="{BB962C8B-B14F-4D97-AF65-F5344CB8AC3E}">
        <p14:creationId xmlns:p14="http://schemas.microsoft.com/office/powerpoint/2010/main" val="1486994466"/>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71" r:id="rId7"/>
    <p:sldLayoutId id="2147483772" r:id="rId8"/>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42" presetClass="path" presetSubtype="0" decel="100000" fill="hold" grpId="1" nodeType="withEffect">
                                  <p:stCondLst>
                                    <p:cond delay="200"/>
                                  </p:stCondLst>
                                  <p:childTnLst>
                                    <p:animMotion origin="layout" path="M 1.875E-6 0 L -0.04557 -0.00046 " pathEditMode="relative" rAng="0" ptsTypes="AA">
                                      <p:cBhvr>
                                        <p:cTn id="9" dur="1250" spd="-100000" fill="hold"/>
                                        <p:tgtEl>
                                          <p:spTgt spid="2"/>
                                        </p:tgtEl>
                                        <p:attrNameLst>
                                          <p:attrName>ppt_x</p:attrName>
                                          <p:attrName>ppt_y</p:attrName>
                                        </p:attrNameLst>
                                      </p:cBhvr>
                                      <p:rCtr x="-2279" y="-23"/>
                                    </p:animMotion>
                                  </p:childTnLst>
                                </p:cTn>
                              </p:par>
                              <p:par>
                                <p:cTn id="10" presetID="2" presetClass="entr" presetSubtype="4" decel="10000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1250" fill="hold"/>
                                        <p:tgtEl>
                                          <p:spTgt spid="8"/>
                                        </p:tgtEl>
                                        <p:attrNameLst>
                                          <p:attrName>ppt_x</p:attrName>
                                        </p:attrNameLst>
                                      </p:cBhvr>
                                      <p:tavLst>
                                        <p:tav tm="0">
                                          <p:val>
                                            <p:strVal val="#ppt_x"/>
                                          </p:val>
                                        </p:tav>
                                        <p:tav tm="100000">
                                          <p:val>
                                            <p:strVal val="#ppt_x"/>
                                          </p:val>
                                        </p:tav>
                                      </p:tavLst>
                                    </p:anim>
                                    <p:anim calcmode="lin" valueType="num">
                                      <p:cBhvr additive="base">
                                        <p:cTn id="13" dur="125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8" grpId="0" animBg="1"/>
    </p:bld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xml.rels><?xml version="1.0" encoding="UTF-8" standalone="yes"?>
<Relationships xmlns="http://schemas.openxmlformats.org/package/2006/relationships"><Relationship Id="rId13" Type="http://schemas.openxmlformats.org/officeDocument/2006/relationships/tags" Target="../tags/tag94.xml"/><Relationship Id="rId18" Type="http://schemas.openxmlformats.org/officeDocument/2006/relationships/tags" Target="../tags/tag99.xml"/><Relationship Id="rId26" Type="http://schemas.openxmlformats.org/officeDocument/2006/relationships/tags" Target="../tags/tag107.xml"/><Relationship Id="rId39" Type="http://schemas.openxmlformats.org/officeDocument/2006/relationships/slideLayout" Target="../slideLayouts/slideLayout29.xml"/><Relationship Id="rId21" Type="http://schemas.openxmlformats.org/officeDocument/2006/relationships/tags" Target="../tags/tag102.xml"/><Relationship Id="rId34" Type="http://schemas.openxmlformats.org/officeDocument/2006/relationships/tags" Target="../tags/tag115.xml"/><Relationship Id="rId42" Type="http://schemas.openxmlformats.org/officeDocument/2006/relationships/image" Target="../media/image5.svg"/><Relationship Id="rId47" Type="http://schemas.openxmlformats.org/officeDocument/2006/relationships/image" Target="../media/image26.png"/><Relationship Id="rId50" Type="http://schemas.openxmlformats.org/officeDocument/2006/relationships/image" Target="../media/image29.svg"/><Relationship Id="rId55" Type="http://schemas.openxmlformats.org/officeDocument/2006/relationships/image" Target="../media/image34.svg"/><Relationship Id="rId7" Type="http://schemas.openxmlformats.org/officeDocument/2006/relationships/tags" Target="../tags/tag88.xml"/><Relationship Id="rId2" Type="http://schemas.openxmlformats.org/officeDocument/2006/relationships/tags" Target="../tags/tag83.xml"/><Relationship Id="rId16" Type="http://schemas.openxmlformats.org/officeDocument/2006/relationships/tags" Target="../tags/tag97.xml"/><Relationship Id="rId29" Type="http://schemas.openxmlformats.org/officeDocument/2006/relationships/tags" Target="../tags/tag110.xml"/><Relationship Id="rId11" Type="http://schemas.openxmlformats.org/officeDocument/2006/relationships/tags" Target="../tags/tag92.xml"/><Relationship Id="rId24" Type="http://schemas.openxmlformats.org/officeDocument/2006/relationships/tags" Target="../tags/tag105.xml"/><Relationship Id="rId32" Type="http://schemas.openxmlformats.org/officeDocument/2006/relationships/tags" Target="../tags/tag113.xml"/><Relationship Id="rId37" Type="http://schemas.openxmlformats.org/officeDocument/2006/relationships/tags" Target="../tags/tag118.xml"/><Relationship Id="rId40" Type="http://schemas.openxmlformats.org/officeDocument/2006/relationships/notesSlide" Target="../notesSlides/notesSlide2.xml"/><Relationship Id="rId45" Type="http://schemas.openxmlformats.org/officeDocument/2006/relationships/image" Target="../media/image24.png"/><Relationship Id="rId53" Type="http://schemas.openxmlformats.org/officeDocument/2006/relationships/image" Target="../media/image32.png"/><Relationship Id="rId5" Type="http://schemas.openxmlformats.org/officeDocument/2006/relationships/tags" Target="../tags/tag86.xml"/><Relationship Id="rId10" Type="http://schemas.openxmlformats.org/officeDocument/2006/relationships/tags" Target="../tags/tag91.xml"/><Relationship Id="rId19" Type="http://schemas.openxmlformats.org/officeDocument/2006/relationships/tags" Target="../tags/tag100.xml"/><Relationship Id="rId31" Type="http://schemas.openxmlformats.org/officeDocument/2006/relationships/tags" Target="../tags/tag112.xml"/><Relationship Id="rId44" Type="http://schemas.openxmlformats.org/officeDocument/2006/relationships/image" Target="../media/image23.svg"/><Relationship Id="rId52" Type="http://schemas.openxmlformats.org/officeDocument/2006/relationships/image" Target="../media/image31.svg"/><Relationship Id="rId4" Type="http://schemas.openxmlformats.org/officeDocument/2006/relationships/tags" Target="../tags/tag85.xml"/><Relationship Id="rId9" Type="http://schemas.openxmlformats.org/officeDocument/2006/relationships/tags" Target="../tags/tag90.xml"/><Relationship Id="rId14" Type="http://schemas.openxmlformats.org/officeDocument/2006/relationships/tags" Target="../tags/tag95.xml"/><Relationship Id="rId22" Type="http://schemas.openxmlformats.org/officeDocument/2006/relationships/tags" Target="../tags/tag103.xml"/><Relationship Id="rId27" Type="http://schemas.openxmlformats.org/officeDocument/2006/relationships/tags" Target="../tags/tag108.xml"/><Relationship Id="rId30" Type="http://schemas.openxmlformats.org/officeDocument/2006/relationships/tags" Target="../tags/tag111.xml"/><Relationship Id="rId35" Type="http://schemas.openxmlformats.org/officeDocument/2006/relationships/tags" Target="../tags/tag116.xml"/><Relationship Id="rId43" Type="http://schemas.openxmlformats.org/officeDocument/2006/relationships/image" Target="../media/image22.png"/><Relationship Id="rId48" Type="http://schemas.openxmlformats.org/officeDocument/2006/relationships/image" Target="../media/image27.svg"/><Relationship Id="rId8" Type="http://schemas.openxmlformats.org/officeDocument/2006/relationships/tags" Target="../tags/tag89.xml"/><Relationship Id="rId51" Type="http://schemas.openxmlformats.org/officeDocument/2006/relationships/image" Target="../media/image30.png"/><Relationship Id="rId3" Type="http://schemas.openxmlformats.org/officeDocument/2006/relationships/tags" Target="../tags/tag84.xml"/><Relationship Id="rId12" Type="http://schemas.openxmlformats.org/officeDocument/2006/relationships/tags" Target="../tags/tag93.xml"/><Relationship Id="rId17" Type="http://schemas.openxmlformats.org/officeDocument/2006/relationships/tags" Target="../tags/tag98.xml"/><Relationship Id="rId25" Type="http://schemas.openxmlformats.org/officeDocument/2006/relationships/tags" Target="../tags/tag106.xml"/><Relationship Id="rId33" Type="http://schemas.openxmlformats.org/officeDocument/2006/relationships/tags" Target="../tags/tag114.xml"/><Relationship Id="rId38" Type="http://schemas.openxmlformats.org/officeDocument/2006/relationships/tags" Target="../tags/tag119.xml"/><Relationship Id="rId46" Type="http://schemas.openxmlformats.org/officeDocument/2006/relationships/image" Target="../media/image25.svg"/><Relationship Id="rId20" Type="http://schemas.openxmlformats.org/officeDocument/2006/relationships/tags" Target="../tags/tag101.xml"/><Relationship Id="rId41" Type="http://schemas.openxmlformats.org/officeDocument/2006/relationships/image" Target="../media/image4.png"/><Relationship Id="rId54" Type="http://schemas.openxmlformats.org/officeDocument/2006/relationships/image" Target="../media/image33.png"/><Relationship Id="rId1" Type="http://schemas.openxmlformats.org/officeDocument/2006/relationships/tags" Target="../tags/tag82.xml"/><Relationship Id="rId6" Type="http://schemas.openxmlformats.org/officeDocument/2006/relationships/tags" Target="../tags/tag87.xml"/><Relationship Id="rId15" Type="http://schemas.openxmlformats.org/officeDocument/2006/relationships/tags" Target="../tags/tag96.xml"/><Relationship Id="rId23" Type="http://schemas.openxmlformats.org/officeDocument/2006/relationships/tags" Target="../tags/tag104.xml"/><Relationship Id="rId28" Type="http://schemas.openxmlformats.org/officeDocument/2006/relationships/tags" Target="../tags/tag109.xml"/><Relationship Id="rId36" Type="http://schemas.openxmlformats.org/officeDocument/2006/relationships/tags" Target="../tags/tag117.xml"/><Relationship Id="rId49" Type="http://schemas.openxmlformats.org/officeDocument/2006/relationships/image" Target="../media/image28.png"/></Relationships>
</file>

<file path=ppt/slides/_rels/slide4.xml.rels><?xml version="1.0" encoding="UTF-8" standalone="yes"?>
<Relationships xmlns="http://schemas.openxmlformats.org/package/2006/relationships"><Relationship Id="rId13" Type="http://schemas.openxmlformats.org/officeDocument/2006/relationships/tags" Target="../tags/tag132.xml"/><Relationship Id="rId18" Type="http://schemas.openxmlformats.org/officeDocument/2006/relationships/tags" Target="../tags/tag137.xml"/><Relationship Id="rId26" Type="http://schemas.openxmlformats.org/officeDocument/2006/relationships/tags" Target="../tags/tag145.xml"/><Relationship Id="rId39" Type="http://schemas.openxmlformats.org/officeDocument/2006/relationships/tags" Target="../tags/tag158.xml"/><Relationship Id="rId21" Type="http://schemas.openxmlformats.org/officeDocument/2006/relationships/tags" Target="../tags/tag140.xml"/><Relationship Id="rId34" Type="http://schemas.openxmlformats.org/officeDocument/2006/relationships/tags" Target="../tags/tag153.xml"/><Relationship Id="rId42" Type="http://schemas.openxmlformats.org/officeDocument/2006/relationships/notesSlide" Target="../notesSlides/notesSlide3.xml"/><Relationship Id="rId7" Type="http://schemas.openxmlformats.org/officeDocument/2006/relationships/tags" Target="../tags/tag126.xml"/><Relationship Id="rId2" Type="http://schemas.openxmlformats.org/officeDocument/2006/relationships/tags" Target="../tags/tag121.xml"/><Relationship Id="rId16" Type="http://schemas.openxmlformats.org/officeDocument/2006/relationships/tags" Target="../tags/tag135.xml"/><Relationship Id="rId20" Type="http://schemas.openxmlformats.org/officeDocument/2006/relationships/tags" Target="../tags/tag139.xml"/><Relationship Id="rId29" Type="http://schemas.openxmlformats.org/officeDocument/2006/relationships/tags" Target="../tags/tag148.xml"/><Relationship Id="rId41" Type="http://schemas.openxmlformats.org/officeDocument/2006/relationships/slideLayout" Target="../slideLayouts/slideLayout29.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tags" Target="../tags/tag130.xml"/><Relationship Id="rId24" Type="http://schemas.openxmlformats.org/officeDocument/2006/relationships/tags" Target="../tags/tag143.xml"/><Relationship Id="rId32" Type="http://schemas.openxmlformats.org/officeDocument/2006/relationships/tags" Target="../tags/tag151.xml"/><Relationship Id="rId37" Type="http://schemas.openxmlformats.org/officeDocument/2006/relationships/tags" Target="../tags/tag156.xml"/><Relationship Id="rId40" Type="http://schemas.openxmlformats.org/officeDocument/2006/relationships/tags" Target="../tags/tag159.xml"/><Relationship Id="rId5" Type="http://schemas.openxmlformats.org/officeDocument/2006/relationships/tags" Target="../tags/tag124.xml"/><Relationship Id="rId15" Type="http://schemas.openxmlformats.org/officeDocument/2006/relationships/tags" Target="../tags/tag134.xml"/><Relationship Id="rId23" Type="http://schemas.openxmlformats.org/officeDocument/2006/relationships/tags" Target="../tags/tag142.xml"/><Relationship Id="rId28" Type="http://schemas.openxmlformats.org/officeDocument/2006/relationships/tags" Target="../tags/tag147.xml"/><Relationship Id="rId36" Type="http://schemas.openxmlformats.org/officeDocument/2006/relationships/tags" Target="../tags/tag155.xml"/><Relationship Id="rId10" Type="http://schemas.openxmlformats.org/officeDocument/2006/relationships/tags" Target="../tags/tag129.xml"/><Relationship Id="rId19" Type="http://schemas.openxmlformats.org/officeDocument/2006/relationships/tags" Target="../tags/tag138.xml"/><Relationship Id="rId31" Type="http://schemas.openxmlformats.org/officeDocument/2006/relationships/tags" Target="../tags/tag150.xml"/><Relationship Id="rId4" Type="http://schemas.openxmlformats.org/officeDocument/2006/relationships/tags" Target="../tags/tag123.xml"/><Relationship Id="rId9" Type="http://schemas.openxmlformats.org/officeDocument/2006/relationships/tags" Target="../tags/tag128.xml"/><Relationship Id="rId14" Type="http://schemas.openxmlformats.org/officeDocument/2006/relationships/tags" Target="../tags/tag133.xml"/><Relationship Id="rId22" Type="http://schemas.openxmlformats.org/officeDocument/2006/relationships/tags" Target="../tags/tag141.xml"/><Relationship Id="rId27" Type="http://schemas.openxmlformats.org/officeDocument/2006/relationships/tags" Target="../tags/tag146.xml"/><Relationship Id="rId30" Type="http://schemas.openxmlformats.org/officeDocument/2006/relationships/tags" Target="../tags/tag149.xml"/><Relationship Id="rId35" Type="http://schemas.openxmlformats.org/officeDocument/2006/relationships/tags" Target="../tags/tag154.xml"/><Relationship Id="rId43" Type="http://schemas.openxmlformats.org/officeDocument/2006/relationships/image" Target="../media/image35.png"/><Relationship Id="rId8" Type="http://schemas.openxmlformats.org/officeDocument/2006/relationships/tags" Target="../tags/tag127.xml"/><Relationship Id="rId3" Type="http://schemas.openxmlformats.org/officeDocument/2006/relationships/tags" Target="../tags/tag122.xml"/><Relationship Id="rId12" Type="http://schemas.openxmlformats.org/officeDocument/2006/relationships/tags" Target="../tags/tag131.xml"/><Relationship Id="rId17" Type="http://schemas.openxmlformats.org/officeDocument/2006/relationships/tags" Target="../tags/tag136.xml"/><Relationship Id="rId25" Type="http://schemas.openxmlformats.org/officeDocument/2006/relationships/tags" Target="../tags/tag144.xml"/><Relationship Id="rId33" Type="http://schemas.openxmlformats.org/officeDocument/2006/relationships/tags" Target="../tags/tag152.xml"/><Relationship Id="rId38" Type="http://schemas.openxmlformats.org/officeDocument/2006/relationships/tags" Target="../tags/tag157.xml"/></Relationships>
</file>

<file path=ppt/slides/_rels/slide5.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tags" Target="../tags/tag162.xml"/><Relationship Id="rId7" Type="http://schemas.openxmlformats.org/officeDocument/2006/relationships/image" Target="../media/image37.svg"/><Relationship Id="rId2" Type="http://schemas.openxmlformats.org/officeDocument/2006/relationships/tags" Target="../tags/tag161.xml"/><Relationship Id="rId1" Type="http://schemas.openxmlformats.org/officeDocument/2006/relationships/tags" Target="../tags/tag160.xml"/><Relationship Id="rId6" Type="http://schemas.openxmlformats.org/officeDocument/2006/relationships/image" Target="../media/image36.png"/><Relationship Id="rId11" Type="http://schemas.openxmlformats.org/officeDocument/2006/relationships/image" Target="../media/image41.svg"/><Relationship Id="rId5" Type="http://schemas.openxmlformats.org/officeDocument/2006/relationships/notesSlide" Target="../notesSlides/notesSlide4.xml"/><Relationship Id="rId10" Type="http://schemas.openxmlformats.org/officeDocument/2006/relationships/image" Target="../media/image40.png"/><Relationship Id="rId4" Type="http://schemas.openxmlformats.org/officeDocument/2006/relationships/slideLayout" Target="../slideLayouts/slideLayout29.xml"/><Relationship Id="rId9" Type="http://schemas.openxmlformats.org/officeDocument/2006/relationships/image" Target="../media/image39.svg"/></Relationships>
</file>

<file path=ppt/slides/_rels/slide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Layout" Target="../slideLayouts/slideLayout47.xml"/><Relationship Id="rId1" Type="http://schemas.openxmlformats.org/officeDocument/2006/relationships/tags" Target="../tags/tag16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Layout" Target="../slideLayouts/slideLayout31.xml"/><Relationship Id="rId1" Type="http://schemas.openxmlformats.org/officeDocument/2006/relationships/tags" Target="../tags/tag164.xml"/></Relationships>
</file>

<file path=ppt/slides/_rels/slide1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slideLayout" Target="../slideLayouts/slideLayout31.xml"/><Relationship Id="rId1" Type="http://schemas.openxmlformats.org/officeDocument/2006/relationships/tags" Target="../tags/tag165.xml"/></Relationships>
</file>

<file path=ppt/slides/_rels/slide12.xml.rels><?xml version="1.0" encoding="UTF-8" standalone="yes"?>
<Relationships xmlns="http://schemas.openxmlformats.org/package/2006/relationships"><Relationship Id="rId3" Type="http://schemas.openxmlformats.org/officeDocument/2006/relationships/tags" Target="../tags/tag168.xml"/><Relationship Id="rId2" Type="http://schemas.openxmlformats.org/officeDocument/2006/relationships/tags" Target="../tags/tag167.xml"/><Relationship Id="rId1" Type="http://schemas.openxmlformats.org/officeDocument/2006/relationships/tags" Target="../tags/tag166.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4.xml.rels><?xml version="1.0" encoding="UTF-8" standalone="yes"?>
<Relationships xmlns="http://schemas.openxmlformats.org/package/2006/relationships"><Relationship Id="rId8" Type="http://schemas.openxmlformats.org/officeDocument/2006/relationships/tags" Target="../tags/tag176.xml"/><Relationship Id="rId13" Type="http://schemas.openxmlformats.org/officeDocument/2006/relationships/tags" Target="../tags/tag181.xml"/><Relationship Id="rId18" Type="http://schemas.openxmlformats.org/officeDocument/2006/relationships/slideLayout" Target="../slideLayouts/slideLayout32.xml"/><Relationship Id="rId3" Type="http://schemas.openxmlformats.org/officeDocument/2006/relationships/tags" Target="../tags/tag171.xml"/><Relationship Id="rId7" Type="http://schemas.openxmlformats.org/officeDocument/2006/relationships/tags" Target="../tags/tag175.xml"/><Relationship Id="rId12" Type="http://schemas.openxmlformats.org/officeDocument/2006/relationships/tags" Target="../tags/tag180.xml"/><Relationship Id="rId17" Type="http://schemas.openxmlformats.org/officeDocument/2006/relationships/tags" Target="../tags/tag185.xml"/><Relationship Id="rId2" Type="http://schemas.openxmlformats.org/officeDocument/2006/relationships/tags" Target="../tags/tag170.xml"/><Relationship Id="rId16" Type="http://schemas.openxmlformats.org/officeDocument/2006/relationships/tags" Target="../tags/tag184.xml"/><Relationship Id="rId1" Type="http://schemas.openxmlformats.org/officeDocument/2006/relationships/tags" Target="../tags/tag169.xml"/><Relationship Id="rId6" Type="http://schemas.openxmlformats.org/officeDocument/2006/relationships/tags" Target="../tags/tag174.xml"/><Relationship Id="rId11" Type="http://schemas.openxmlformats.org/officeDocument/2006/relationships/tags" Target="../tags/tag179.xml"/><Relationship Id="rId5" Type="http://schemas.openxmlformats.org/officeDocument/2006/relationships/tags" Target="../tags/tag173.xml"/><Relationship Id="rId15" Type="http://schemas.openxmlformats.org/officeDocument/2006/relationships/tags" Target="../tags/tag183.xml"/><Relationship Id="rId10" Type="http://schemas.openxmlformats.org/officeDocument/2006/relationships/tags" Target="../tags/tag178.xml"/><Relationship Id="rId19" Type="http://schemas.openxmlformats.org/officeDocument/2006/relationships/notesSlide" Target="../notesSlides/notesSlide5.xml"/><Relationship Id="rId4" Type="http://schemas.openxmlformats.org/officeDocument/2006/relationships/tags" Target="../tags/tag172.xml"/><Relationship Id="rId9" Type="http://schemas.openxmlformats.org/officeDocument/2006/relationships/tags" Target="../tags/tag177.xml"/><Relationship Id="rId14" Type="http://schemas.openxmlformats.org/officeDocument/2006/relationships/tags" Target="../tags/tag182.xml"/></Relationships>
</file>

<file path=ppt/slides/_rels/slide15.xml.rels><?xml version="1.0" encoding="UTF-8" standalone="yes"?>
<Relationships xmlns="http://schemas.openxmlformats.org/package/2006/relationships"><Relationship Id="rId3" Type="http://schemas.openxmlformats.org/officeDocument/2006/relationships/tags" Target="../tags/tag188.xml"/><Relationship Id="rId2" Type="http://schemas.openxmlformats.org/officeDocument/2006/relationships/tags" Target="../tags/tag187.xml"/><Relationship Id="rId1" Type="http://schemas.openxmlformats.org/officeDocument/2006/relationships/tags" Target="../tags/tag186.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2.xml"/><Relationship Id="rId1" Type="http://schemas.openxmlformats.org/officeDocument/2006/relationships/tags" Target="../tags/tag18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8.xml.rels><?xml version="1.0" encoding="UTF-8" standalone="yes"?>
<Relationships xmlns="http://schemas.openxmlformats.org/package/2006/relationships"><Relationship Id="rId8" Type="http://schemas.openxmlformats.org/officeDocument/2006/relationships/tags" Target="../tags/tag197.xml"/><Relationship Id="rId13" Type="http://schemas.openxmlformats.org/officeDocument/2006/relationships/tags" Target="../tags/tag202.xml"/><Relationship Id="rId18" Type="http://schemas.openxmlformats.org/officeDocument/2006/relationships/tags" Target="../tags/tag207.xml"/><Relationship Id="rId3" Type="http://schemas.openxmlformats.org/officeDocument/2006/relationships/tags" Target="../tags/tag192.xml"/><Relationship Id="rId21" Type="http://schemas.openxmlformats.org/officeDocument/2006/relationships/tags" Target="../tags/tag210.xml"/><Relationship Id="rId7" Type="http://schemas.openxmlformats.org/officeDocument/2006/relationships/tags" Target="../tags/tag196.xml"/><Relationship Id="rId12" Type="http://schemas.openxmlformats.org/officeDocument/2006/relationships/tags" Target="../tags/tag201.xml"/><Relationship Id="rId17" Type="http://schemas.openxmlformats.org/officeDocument/2006/relationships/tags" Target="../tags/tag206.xml"/><Relationship Id="rId2" Type="http://schemas.openxmlformats.org/officeDocument/2006/relationships/tags" Target="../tags/tag191.xml"/><Relationship Id="rId16" Type="http://schemas.openxmlformats.org/officeDocument/2006/relationships/tags" Target="../tags/tag205.xml"/><Relationship Id="rId20" Type="http://schemas.openxmlformats.org/officeDocument/2006/relationships/tags" Target="../tags/tag209.xml"/><Relationship Id="rId1" Type="http://schemas.openxmlformats.org/officeDocument/2006/relationships/tags" Target="../tags/tag190.xml"/><Relationship Id="rId6" Type="http://schemas.openxmlformats.org/officeDocument/2006/relationships/tags" Target="../tags/tag195.xml"/><Relationship Id="rId11" Type="http://schemas.openxmlformats.org/officeDocument/2006/relationships/tags" Target="../tags/tag200.xml"/><Relationship Id="rId24" Type="http://schemas.openxmlformats.org/officeDocument/2006/relationships/slideLayout" Target="../slideLayouts/slideLayout33.xml"/><Relationship Id="rId5" Type="http://schemas.openxmlformats.org/officeDocument/2006/relationships/tags" Target="../tags/tag194.xml"/><Relationship Id="rId15" Type="http://schemas.openxmlformats.org/officeDocument/2006/relationships/tags" Target="../tags/tag204.xml"/><Relationship Id="rId23" Type="http://schemas.openxmlformats.org/officeDocument/2006/relationships/tags" Target="../tags/tag212.xml"/><Relationship Id="rId10" Type="http://schemas.openxmlformats.org/officeDocument/2006/relationships/tags" Target="../tags/tag199.xml"/><Relationship Id="rId19" Type="http://schemas.openxmlformats.org/officeDocument/2006/relationships/tags" Target="../tags/tag208.xml"/><Relationship Id="rId4" Type="http://schemas.openxmlformats.org/officeDocument/2006/relationships/tags" Target="../tags/tag193.xml"/><Relationship Id="rId9" Type="http://schemas.openxmlformats.org/officeDocument/2006/relationships/tags" Target="../tags/tag198.xml"/><Relationship Id="rId14" Type="http://schemas.openxmlformats.org/officeDocument/2006/relationships/tags" Target="../tags/tag203.xml"/><Relationship Id="rId22" Type="http://schemas.openxmlformats.org/officeDocument/2006/relationships/tags" Target="../tags/tag2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1.xml"/></Relationships>
</file>

<file path=ppt/slides/_rels/slide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hyperlink" Target="https://pablo-bycn.oxacloud.oxalys.fr/oxaproc224/V2/API/oxa/documentation#/Commandes/getAllCA_ENTET" TargetMode="External"/><Relationship Id="rId1" Type="http://schemas.openxmlformats.org/officeDocument/2006/relationships/slideLayout" Target="../slideLayouts/slideLayout41.xml"/></Relationships>
</file>

<file path=ppt/slides/_rels/slide23.xml.rels><?xml version="1.0" encoding="UTF-8" standalone="yes"?>
<Relationships xmlns="http://schemas.openxmlformats.org/package/2006/relationships"><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 Id="rId6" Type="http://schemas.openxmlformats.org/officeDocument/2006/relationships/image" Target="../media/image51.png"/><Relationship Id="rId5" Type="http://schemas.openxmlformats.org/officeDocument/2006/relationships/image" Target="../media/image47.png"/><Relationship Id="rId4"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descr="Une image contenant texte, Police, Graphique, capture d’écran&#10;&#10;Description générée automatiquement">
            <a:extLst>
              <a:ext uri="{FF2B5EF4-FFF2-40B4-BE49-F238E27FC236}">
                <a16:creationId xmlns:a16="http://schemas.microsoft.com/office/drawing/2014/main" id="{D25A688E-24CC-3470-00B4-D14EC128C13E}"/>
              </a:ext>
            </a:extLst>
          </p:cNvPr>
          <p:cNvPicPr>
            <a:picLocks noChangeAspect="1"/>
          </p:cNvPicPr>
          <p:nvPr/>
        </p:nvPicPr>
        <p:blipFill>
          <a:blip r:embed="rId3"/>
          <a:stretch>
            <a:fillRect/>
          </a:stretch>
        </p:blipFill>
        <p:spPr>
          <a:xfrm>
            <a:off x="8241058" y="329510"/>
            <a:ext cx="2563792" cy="1243284"/>
          </a:xfrm>
          <a:prstGeom prst="rect">
            <a:avLst/>
          </a:prstGeom>
        </p:spPr>
      </p:pic>
      <p:sp>
        <p:nvSpPr>
          <p:cNvPr id="11" name="ZoneTexte 10">
            <a:extLst>
              <a:ext uri="{FF2B5EF4-FFF2-40B4-BE49-F238E27FC236}">
                <a16:creationId xmlns:a16="http://schemas.microsoft.com/office/drawing/2014/main" id="{2A60A068-3DB6-6BDF-A627-E68B8516BEC6}"/>
              </a:ext>
            </a:extLst>
          </p:cNvPr>
          <p:cNvSpPr txBox="1"/>
          <p:nvPr/>
        </p:nvSpPr>
        <p:spPr>
          <a:xfrm>
            <a:off x="6675389" y="5874554"/>
            <a:ext cx="1359218" cy="307777"/>
          </a:xfrm>
          <a:prstGeom prst="rect">
            <a:avLst/>
          </a:prstGeom>
          <a:noFill/>
        </p:spPr>
        <p:txBody>
          <a:bodyPr wrap="none" rtlCol="0">
            <a:spAutoFit/>
          </a:bodyPr>
          <a:lstStyle/>
          <a:p>
            <a:r>
              <a:rPr lang="fr-FR" sz="1400" b="1" dirty="0">
                <a:solidFill>
                  <a:schemeClr val="bg1"/>
                </a:solidFill>
              </a:rPr>
              <a:t>Septembre 2025</a:t>
            </a:r>
          </a:p>
        </p:txBody>
      </p:sp>
      <p:sp>
        <p:nvSpPr>
          <p:cNvPr id="2" name="Titre 2">
            <a:extLst>
              <a:ext uri="{FF2B5EF4-FFF2-40B4-BE49-F238E27FC236}">
                <a16:creationId xmlns:a16="http://schemas.microsoft.com/office/drawing/2014/main" id="{B9E7909D-DF10-FE74-5144-F98EF2AB7CEE}"/>
              </a:ext>
            </a:extLst>
          </p:cNvPr>
          <p:cNvSpPr txBox="1">
            <a:spLocks/>
          </p:cNvSpPr>
          <p:nvPr/>
        </p:nvSpPr>
        <p:spPr>
          <a:xfrm>
            <a:off x="5820387" y="3951156"/>
            <a:ext cx="6283234" cy="1293111"/>
          </a:xfrm>
          <a:prstGeom prst="rect">
            <a:avLst/>
          </a:prstGeom>
        </p:spPr>
        <p:txBody>
          <a:bodyPr vert="horz" wrap="square" lIns="91440" tIns="45720" rIns="91440" bIns="45720" rtlCol="0" anchor="b" anchorCtr="0">
            <a:spAutoFit/>
          </a:bodyPr>
          <a:lstStyle>
            <a:lvl1pPr algn="l" defTabSz="914400" rtl="0" eaLnBrk="1" latinLnBrk="0" hangingPunct="1">
              <a:lnSpc>
                <a:spcPct val="90000"/>
              </a:lnSpc>
              <a:spcBef>
                <a:spcPct val="0"/>
              </a:spcBef>
              <a:buNone/>
              <a:defRPr sz="5000" kern="1200">
                <a:solidFill>
                  <a:schemeClr val="bg1"/>
                </a:solidFill>
                <a:latin typeface="+mj-lt"/>
                <a:ea typeface="+mj-ea"/>
                <a:cs typeface="+mj-cs"/>
              </a:defRPr>
            </a:lvl1pPr>
          </a:lstStyle>
          <a:p>
            <a:pPr algn="ctr">
              <a:lnSpc>
                <a:spcPct val="70000"/>
              </a:lnSpc>
            </a:pPr>
            <a:r>
              <a:rPr lang="fr-FR" sz="5400" b="1">
                <a:ln w="28575">
                  <a:solidFill>
                    <a:schemeClr val="bg1"/>
                  </a:solidFill>
                </a:ln>
              </a:rPr>
              <a:t>Comité d’architecture</a:t>
            </a:r>
          </a:p>
        </p:txBody>
      </p:sp>
    </p:spTree>
    <p:extLst>
      <p:ext uri="{BB962C8B-B14F-4D97-AF65-F5344CB8AC3E}">
        <p14:creationId xmlns:p14="http://schemas.microsoft.com/office/powerpoint/2010/main" val="1171929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DE7965C8-7D9D-F8E3-447F-2250DC443948}"/>
              </a:ext>
            </a:extLst>
          </p:cNvPr>
          <p:cNvSpPr>
            <a:spLocks noGrp="1"/>
          </p:cNvSpPr>
          <p:nvPr>
            <p:ph type="body" sz="quarter" idx="10"/>
          </p:nvPr>
        </p:nvSpPr>
        <p:spPr/>
        <p:txBody>
          <a:bodyPr/>
          <a:lstStyle/>
          <a:p>
            <a:r>
              <a:rPr lang="fr-FR" sz="34400" b="1" dirty="0">
                <a:solidFill>
                  <a:srgbClr val="BFBFBF"/>
                </a:solidFill>
                <a:latin typeface="Avenir Black" panose="02000503020000020003" pitchFamily="2" charset="0"/>
              </a:rPr>
              <a:t>0</a:t>
            </a:r>
          </a:p>
          <a:p>
            <a:endParaRPr lang="fr-FR" dirty="0"/>
          </a:p>
        </p:txBody>
      </p:sp>
      <p:sp>
        <p:nvSpPr>
          <p:cNvPr id="8" name="Espace réservé du texte 7">
            <a:extLst>
              <a:ext uri="{FF2B5EF4-FFF2-40B4-BE49-F238E27FC236}">
                <a16:creationId xmlns:a16="http://schemas.microsoft.com/office/drawing/2014/main" id="{F19EE9EE-C638-99E5-D3F1-A785CC5DA9B4}"/>
              </a:ext>
            </a:extLst>
          </p:cNvPr>
          <p:cNvSpPr>
            <a:spLocks noGrp="1"/>
          </p:cNvSpPr>
          <p:nvPr>
            <p:ph type="body" sz="quarter" idx="11"/>
          </p:nvPr>
        </p:nvSpPr>
        <p:spPr/>
        <p:txBody>
          <a:bodyPr/>
          <a:lstStyle/>
          <a:p>
            <a:pPr>
              <a:lnSpc>
                <a:spcPct val="100000"/>
              </a:lnSpc>
              <a:spcBef>
                <a:spcPts val="0"/>
              </a:spcBef>
              <a:buFontTx/>
            </a:pPr>
            <a:r>
              <a:rPr lang="fr-FR" sz="4400" b="1" dirty="0">
                <a:solidFill>
                  <a:srgbClr val="102031"/>
                </a:solidFill>
                <a:latin typeface="Avenir Black" panose="02000503020000020003" pitchFamily="2" charset="0"/>
              </a:rPr>
              <a:t>PRÉAMBULE</a:t>
            </a:r>
          </a:p>
        </p:txBody>
      </p:sp>
      <p:sp>
        <p:nvSpPr>
          <p:cNvPr id="10" name="Espace réservé du texte 8">
            <a:extLst>
              <a:ext uri="{FF2B5EF4-FFF2-40B4-BE49-F238E27FC236}">
                <a16:creationId xmlns:a16="http://schemas.microsoft.com/office/drawing/2014/main" id="{D63197D2-306A-A097-8EEE-C0C74639F434}"/>
              </a:ext>
            </a:extLst>
          </p:cNvPr>
          <p:cNvSpPr>
            <a:spLocks noGrp="1"/>
          </p:cNvSpPr>
          <p:nvPr>
            <p:ph type="body" sz="quarter" idx="12"/>
          </p:nvPr>
        </p:nvSpPr>
        <p:spPr>
          <a:xfrm>
            <a:off x="4221163" y="3959225"/>
            <a:ext cx="6161087" cy="555625"/>
          </a:xfrm>
        </p:spPr>
        <p:txBody>
          <a:bodyPr/>
          <a:lstStyle/>
          <a:p>
            <a:r>
              <a:rPr lang="fr-FR" b="1" dirty="0">
                <a:solidFill>
                  <a:srgbClr val="BFBFBF"/>
                </a:solidFill>
                <a:highlight>
                  <a:srgbClr val="102031"/>
                </a:highlight>
                <a:latin typeface="Avenir Light" panose="020B0402020203020204" pitchFamily="34" charset="77"/>
              </a:rPr>
              <a:t>LES INSTANCES D’ARCHITECTURE</a:t>
            </a:r>
          </a:p>
        </p:txBody>
      </p:sp>
    </p:spTree>
    <p:extLst>
      <p:ext uri="{BB962C8B-B14F-4D97-AF65-F5344CB8AC3E}">
        <p14:creationId xmlns:p14="http://schemas.microsoft.com/office/powerpoint/2010/main" val="1558391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2A55B-BB9F-3A87-AA89-99EE513FE47B}"/>
            </a:ext>
          </a:extLst>
        </p:cNvPr>
        <p:cNvGrpSpPr/>
        <p:nvPr/>
      </p:nvGrpSpPr>
      <p:grpSpPr>
        <a:xfrm>
          <a:off x="0" y="0"/>
          <a:ext cx="0" cy="0"/>
          <a:chOff x="0" y="0"/>
          <a:chExt cx="0" cy="0"/>
        </a:xfrm>
      </p:grpSpPr>
      <p:sp>
        <p:nvSpPr>
          <p:cNvPr id="59" name="Forme libre : forme 4">
            <a:extLst>
              <a:ext uri="{FF2B5EF4-FFF2-40B4-BE49-F238E27FC236}">
                <a16:creationId xmlns:a16="http://schemas.microsoft.com/office/drawing/2014/main" id="{AF8B2E60-CB5D-B4D6-2461-553064D9D5E8}"/>
              </a:ext>
            </a:extLst>
          </p:cNvPr>
          <p:cNvSpPr>
            <a:spLocks noGrp="1" noRot="1" noMove="1" noResize="1" noEditPoints="1" noAdjustHandles="1" noChangeArrowheads="1" noChangeShapeType="1"/>
          </p:cNvSpPr>
          <p:nvPr>
            <p:custDataLst>
              <p:tags r:id="rId1"/>
            </p:custDataLst>
          </p:nvPr>
        </p:nvSpPr>
        <p:spPr>
          <a:xfrm>
            <a:off x="8503953" y="1004035"/>
            <a:ext cx="3690709" cy="4817907"/>
          </a:xfrm>
          <a:custGeom>
            <a:avLst/>
            <a:gdLst>
              <a:gd name="connsiteX0" fmla="*/ 2408953 w 3690709"/>
              <a:gd name="connsiteY0" fmla="*/ 0 h 4817907"/>
              <a:gd name="connsiteX1" fmla="*/ 3690709 w 3690709"/>
              <a:gd name="connsiteY1" fmla="*/ 0 h 4817907"/>
              <a:gd name="connsiteX2" fmla="*/ 3690709 w 3690709"/>
              <a:gd name="connsiteY2" fmla="*/ 1682954 h 4817907"/>
              <a:gd name="connsiteX3" fmla="*/ 2365907 w 3690709"/>
              <a:gd name="connsiteY3" fmla="*/ 1682954 h 4817907"/>
              <a:gd name="connsiteX4" fmla="*/ 1639081 w 3690709"/>
              <a:gd name="connsiteY4" fmla="*/ 2409780 h 4817907"/>
              <a:gd name="connsiteX5" fmla="*/ 2365907 w 3690709"/>
              <a:gd name="connsiteY5" fmla="*/ 3135777 h 4817907"/>
              <a:gd name="connsiteX6" fmla="*/ 3690709 w 3690709"/>
              <a:gd name="connsiteY6" fmla="*/ 3135777 h 4817907"/>
              <a:gd name="connsiteX7" fmla="*/ 3690709 w 3690709"/>
              <a:gd name="connsiteY7" fmla="*/ 4817907 h 4817907"/>
              <a:gd name="connsiteX8" fmla="*/ 2408953 w 3690709"/>
              <a:gd name="connsiteY8" fmla="*/ 4817907 h 4817907"/>
              <a:gd name="connsiteX9" fmla="*/ 0 w 3690709"/>
              <a:gd name="connsiteY9" fmla="*/ 2408952 h 4817907"/>
              <a:gd name="connsiteX10" fmla="*/ 2408953 w 3690709"/>
              <a:gd name="connsiteY10" fmla="*/ 0 h 4817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90709" h="4817907">
                <a:moveTo>
                  <a:pt x="2408953" y="0"/>
                </a:moveTo>
                <a:lnTo>
                  <a:pt x="3690709" y="0"/>
                </a:lnTo>
                <a:lnTo>
                  <a:pt x="3690709" y="1682954"/>
                </a:lnTo>
                <a:lnTo>
                  <a:pt x="2365907" y="1682954"/>
                </a:lnTo>
                <a:cubicBezTo>
                  <a:pt x="1964416" y="1682954"/>
                  <a:pt x="1639081" y="2008290"/>
                  <a:pt x="1639081" y="2409780"/>
                </a:cubicBezTo>
                <a:cubicBezTo>
                  <a:pt x="1639081" y="2811275"/>
                  <a:pt x="1964416" y="3135777"/>
                  <a:pt x="2365907" y="3135777"/>
                </a:cubicBezTo>
                <a:lnTo>
                  <a:pt x="3690709" y="3135777"/>
                </a:lnTo>
                <a:lnTo>
                  <a:pt x="3690709" y="4817907"/>
                </a:lnTo>
                <a:lnTo>
                  <a:pt x="2408953" y="4817907"/>
                </a:lnTo>
                <a:cubicBezTo>
                  <a:pt x="1078647" y="4817907"/>
                  <a:pt x="0" y="3739260"/>
                  <a:pt x="0" y="2408952"/>
                </a:cubicBezTo>
                <a:cubicBezTo>
                  <a:pt x="0" y="1078647"/>
                  <a:pt x="1078647" y="0"/>
                  <a:pt x="2408953" y="0"/>
                </a:cubicBezTo>
                <a:close/>
              </a:path>
            </a:pathLst>
          </a:custGeom>
          <a:solidFill>
            <a:schemeClr val="tx1">
              <a:lumMod val="50000"/>
              <a:lumOff val="50000"/>
              <a:alpha val="13344"/>
            </a:schemeClr>
          </a:solidFill>
          <a:ln w="31750" cap="flat">
            <a:noFill/>
            <a:prstDash val="solid"/>
            <a:bevel/>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47" name="Graphique 46">
            <a:extLst>
              <a:ext uri="{FF2B5EF4-FFF2-40B4-BE49-F238E27FC236}">
                <a16:creationId xmlns:a16="http://schemas.microsoft.com/office/drawing/2014/main" id="{F2F81C07-D5F5-CA52-CE5B-B7A1343E4241}"/>
              </a:ext>
            </a:extLst>
          </p:cNvPr>
          <p:cNvPicPr>
            <a:picLocks noChangeAspect="1"/>
          </p:cNvPicPr>
          <p:nvPr>
            <p:custDataLst>
              <p:tags r:id="rId2"/>
            </p:custDataLst>
          </p:nvPr>
        </p:nvPicPr>
        <p:blipFill>
          <a:blip r:embed="rId41">
            <a:extLst>
              <a:ext uri="{96DAC541-7B7A-43D3-8B79-37D633B846F1}">
                <asvg:svgBlip xmlns:asvg="http://schemas.microsoft.com/office/drawing/2016/SVG/main" r:embed="rId42"/>
              </a:ext>
            </a:extLst>
          </a:blip>
          <a:stretch>
            <a:fillRect/>
          </a:stretch>
        </p:blipFill>
        <p:spPr>
          <a:xfrm>
            <a:off x="11029984" y="197431"/>
            <a:ext cx="973453" cy="498598"/>
          </a:xfrm>
          <a:prstGeom prst="rect">
            <a:avLst/>
          </a:prstGeom>
        </p:spPr>
      </p:pic>
      <p:cxnSp>
        <p:nvCxnSpPr>
          <p:cNvPr id="98" name="Connecteur droit 97">
            <a:extLst>
              <a:ext uri="{FF2B5EF4-FFF2-40B4-BE49-F238E27FC236}">
                <a16:creationId xmlns:a16="http://schemas.microsoft.com/office/drawing/2014/main" id="{A6EF7B06-20E5-F69C-63FC-D9D6279A9EA1}"/>
              </a:ext>
            </a:extLst>
          </p:cNvPr>
          <p:cNvCxnSpPr>
            <a:cxnSpLocks/>
          </p:cNvCxnSpPr>
          <p:nvPr>
            <p:custDataLst>
              <p:tags r:id="rId3"/>
            </p:custDataLst>
          </p:nvPr>
        </p:nvCxnSpPr>
        <p:spPr>
          <a:xfrm>
            <a:off x="7127540" y="1530524"/>
            <a:ext cx="936" cy="483010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Rectangle : coins arrondis 4">
            <a:extLst>
              <a:ext uri="{FF2B5EF4-FFF2-40B4-BE49-F238E27FC236}">
                <a16:creationId xmlns:a16="http://schemas.microsoft.com/office/drawing/2014/main" id="{15A2A22E-64DD-6A19-AD74-1868BB1943A4}"/>
              </a:ext>
            </a:extLst>
          </p:cNvPr>
          <p:cNvSpPr/>
          <p:nvPr>
            <p:custDataLst>
              <p:tags r:id="rId4"/>
            </p:custDataLst>
          </p:nvPr>
        </p:nvSpPr>
        <p:spPr>
          <a:xfrm>
            <a:off x="-2662" y="2247048"/>
            <a:ext cx="2237367" cy="905395"/>
          </a:xfrm>
          <a:prstGeom prst="roundRect">
            <a:avLst>
              <a:gd name="adj" fmla="val 0"/>
            </a:avLst>
          </a:prstGeom>
          <a:solidFill>
            <a:srgbClr val="10203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prstClr val="white"/>
                </a:solidFill>
                <a:effectLst/>
                <a:uLnTx/>
                <a:uFillTx/>
                <a:latin typeface="Avenir Black" panose="02000503020000020003" pitchFamily="2" charset="0"/>
                <a:ea typeface="+mn-ea"/>
                <a:cs typeface="Arial" panose="020B0604020202020204" pitchFamily="34" charset="0"/>
              </a:rPr>
              <a:t>Objectifs</a:t>
            </a:r>
          </a:p>
        </p:txBody>
      </p:sp>
      <p:sp>
        <p:nvSpPr>
          <p:cNvPr id="6" name="Rectangle : coins arrondis 5">
            <a:extLst>
              <a:ext uri="{FF2B5EF4-FFF2-40B4-BE49-F238E27FC236}">
                <a16:creationId xmlns:a16="http://schemas.microsoft.com/office/drawing/2014/main" id="{739EE5D9-A015-331D-6B64-575B0D966E48}"/>
              </a:ext>
            </a:extLst>
          </p:cNvPr>
          <p:cNvSpPr/>
          <p:nvPr>
            <p:custDataLst>
              <p:tags r:id="rId5"/>
            </p:custDataLst>
          </p:nvPr>
        </p:nvSpPr>
        <p:spPr>
          <a:xfrm>
            <a:off x="-6292" y="3231023"/>
            <a:ext cx="2237366" cy="645515"/>
          </a:xfrm>
          <a:prstGeom prst="roundRect">
            <a:avLst>
              <a:gd name="adj" fmla="val 0"/>
            </a:avLst>
          </a:prstGeom>
          <a:solidFill>
            <a:srgbClr val="10203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prstClr val="white"/>
                </a:solidFill>
                <a:effectLst/>
                <a:uLnTx/>
                <a:uFillTx/>
                <a:latin typeface="Avenir Black" panose="02000503020000020003" pitchFamily="2" charset="0"/>
                <a:ea typeface="+mn-ea"/>
                <a:cs typeface="Arial" panose="020B0604020202020204" pitchFamily="34" charset="0"/>
              </a:rPr>
              <a:t>Déclencheur(s)</a:t>
            </a:r>
          </a:p>
        </p:txBody>
      </p:sp>
      <p:sp>
        <p:nvSpPr>
          <p:cNvPr id="7" name="Rectangle : coins arrondis 6">
            <a:extLst>
              <a:ext uri="{FF2B5EF4-FFF2-40B4-BE49-F238E27FC236}">
                <a16:creationId xmlns:a16="http://schemas.microsoft.com/office/drawing/2014/main" id="{E2344FD5-3259-31D0-BF35-5A66D0B554B5}"/>
              </a:ext>
            </a:extLst>
          </p:cNvPr>
          <p:cNvSpPr/>
          <p:nvPr>
            <p:custDataLst>
              <p:tags r:id="rId6"/>
            </p:custDataLst>
          </p:nvPr>
        </p:nvSpPr>
        <p:spPr>
          <a:xfrm>
            <a:off x="-6292" y="3974440"/>
            <a:ext cx="2238331" cy="398704"/>
          </a:xfrm>
          <a:prstGeom prst="roundRect">
            <a:avLst>
              <a:gd name="adj" fmla="val 0"/>
            </a:avLst>
          </a:prstGeom>
          <a:solidFill>
            <a:srgbClr val="10203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prstClr val="white"/>
                </a:solidFill>
                <a:effectLst/>
                <a:uLnTx/>
                <a:uFillTx/>
                <a:latin typeface="Avenir Black" panose="02000503020000020003" pitchFamily="2" charset="0"/>
                <a:ea typeface="+mn-ea"/>
                <a:cs typeface="Arial" panose="020B0604020202020204" pitchFamily="34" charset="0"/>
              </a:rPr>
              <a:t>Fréquence</a:t>
            </a:r>
          </a:p>
        </p:txBody>
      </p:sp>
      <p:sp>
        <p:nvSpPr>
          <p:cNvPr id="8" name="Rectangle : coins arrondis 7">
            <a:extLst>
              <a:ext uri="{FF2B5EF4-FFF2-40B4-BE49-F238E27FC236}">
                <a16:creationId xmlns:a16="http://schemas.microsoft.com/office/drawing/2014/main" id="{2E2C28A7-2972-206F-1C35-B66DB1A1AB34}"/>
              </a:ext>
            </a:extLst>
          </p:cNvPr>
          <p:cNvSpPr/>
          <p:nvPr>
            <p:custDataLst>
              <p:tags r:id="rId7"/>
            </p:custDataLst>
          </p:nvPr>
        </p:nvSpPr>
        <p:spPr>
          <a:xfrm>
            <a:off x="-6292" y="4468746"/>
            <a:ext cx="2238331" cy="398704"/>
          </a:xfrm>
          <a:prstGeom prst="roundRect">
            <a:avLst>
              <a:gd name="adj" fmla="val 0"/>
            </a:avLst>
          </a:prstGeom>
          <a:solidFill>
            <a:srgbClr val="10203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prstClr val="white"/>
                </a:solidFill>
                <a:effectLst/>
                <a:uLnTx/>
                <a:uFillTx/>
                <a:latin typeface="Avenir Black" panose="02000503020000020003" pitchFamily="2" charset="0"/>
                <a:ea typeface="+mn-ea"/>
                <a:cs typeface="Arial" panose="020B0604020202020204" pitchFamily="34" charset="0"/>
              </a:rPr>
              <a:t>Durée</a:t>
            </a:r>
          </a:p>
        </p:txBody>
      </p:sp>
      <p:sp>
        <p:nvSpPr>
          <p:cNvPr id="9" name="Rectangle : coins arrondis 8">
            <a:extLst>
              <a:ext uri="{FF2B5EF4-FFF2-40B4-BE49-F238E27FC236}">
                <a16:creationId xmlns:a16="http://schemas.microsoft.com/office/drawing/2014/main" id="{B246B18E-1BDF-D421-D8B1-B5A898CE42A3}"/>
              </a:ext>
            </a:extLst>
          </p:cNvPr>
          <p:cNvSpPr/>
          <p:nvPr>
            <p:custDataLst>
              <p:tags r:id="rId8"/>
            </p:custDataLst>
          </p:nvPr>
        </p:nvSpPr>
        <p:spPr>
          <a:xfrm>
            <a:off x="-7258" y="4965970"/>
            <a:ext cx="2238331" cy="1256156"/>
          </a:xfrm>
          <a:prstGeom prst="roundRect">
            <a:avLst>
              <a:gd name="adj" fmla="val 0"/>
            </a:avLst>
          </a:prstGeom>
          <a:solidFill>
            <a:srgbClr val="10203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prstClr val="white"/>
                </a:solidFill>
                <a:effectLst/>
                <a:uLnTx/>
                <a:uFillTx/>
                <a:latin typeface="Avenir Black" panose="02000503020000020003" pitchFamily="2" charset="0"/>
                <a:ea typeface="+mn-ea"/>
                <a:cs typeface="Arial" panose="020B0604020202020204" pitchFamily="34" charset="0"/>
              </a:rPr>
              <a:t>Participants</a:t>
            </a:r>
          </a:p>
        </p:txBody>
      </p:sp>
      <p:cxnSp>
        <p:nvCxnSpPr>
          <p:cNvPr id="10" name="Connecteur droit 9">
            <a:extLst>
              <a:ext uri="{FF2B5EF4-FFF2-40B4-BE49-F238E27FC236}">
                <a16:creationId xmlns:a16="http://schemas.microsoft.com/office/drawing/2014/main" id="{62D7D2A8-9D9B-ABD8-EFB4-7B537FB6280B}"/>
              </a:ext>
            </a:extLst>
          </p:cNvPr>
          <p:cNvCxnSpPr>
            <a:cxnSpLocks/>
          </p:cNvCxnSpPr>
          <p:nvPr>
            <p:custDataLst>
              <p:tags r:id="rId9"/>
            </p:custDataLst>
          </p:nvPr>
        </p:nvCxnSpPr>
        <p:spPr>
          <a:xfrm>
            <a:off x="2343270" y="3921719"/>
            <a:ext cx="9180000" cy="0"/>
          </a:xfrm>
          <a:prstGeom prst="line">
            <a:avLst/>
          </a:prstGeom>
          <a:ln>
            <a:solidFill>
              <a:schemeClr val="bg1">
                <a:lumMod val="75000"/>
                <a:alpha val="72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DC69DC24-7314-9B8D-F74A-2132E2FF8CE8}"/>
              </a:ext>
            </a:extLst>
          </p:cNvPr>
          <p:cNvCxnSpPr>
            <a:cxnSpLocks/>
          </p:cNvCxnSpPr>
          <p:nvPr>
            <p:custDataLst>
              <p:tags r:id="rId10"/>
            </p:custDataLst>
          </p:nvPr>
        </p:nvCxnSpPr>
        <p:spPr>
          <a:xfrm>
            <a:off x="2343270" y="4419161"/>
            <a:ext cx="9180000" cy="0"/>
          </a:xfrm>
          <a:prstGeom prst="line">
            <a:avLst/>
          </a:prstGeom>
          <a:ln>
            <a:solidFill>
              <a:schemeClr val="bg1">
                <a:lumMod val="75000"/>
                <a:alpha val="72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1DC7D2B8-90D9-835E-E710-B9261AD463A1}"/>
              </a:ext>
            </a:extLst>
          </p:cNvPr>
          <p:cNvCxnSpPr>
            <a:cxnSpLocks/>
          </p:cNvCxnSpPr>
          <p:nvPr>
            <p:custDataLst>
              <p:tags r:id="rId11"/>
            </p:custDataLst>
          </p:nvPr>
        </p:nvCxnSpPr>
        <p:spPr>
          <a:xfrm>
            <a:off x="2343270" y="4916603"/>
            <a:ext cx="9180000" cy="0"/>
          </a:xfrm>
          <a:prstGeom prst="line">
            <a:avLst/>
          </a:prstGeom>
          <a:ln>
            <a:solidFill>
              <a:schemeClr val="bg1">
                <a:lumMod val="75000"/>
                <a:alpha val="72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60E6ED0D-D61A-1B11-D12A-A7B793515F16}"/>
              </a:ext>
            </a:extLst>
          </p:cNvPr>
          <p:cNvCxnSpPr>
            <a:cxnSpLocks/>
          </p:cNvCxnSpPr>
          <p:nvPr>
            <p:custDataLst>
              <p:tags r:id="rId12"/>
            </p:custDataLst>
          </p:nvPr>
        </p:nvCxnSpPr>
        <p:spPr>
          <a:xfrm>
            <a:off x="2343270" y="3177466"/>
            <a:ext cx="9180000" cy="0"/>
          </a:xfrm>
          <a:prstGeom prst="line">
            <a:avLst/>
          </a:prstGeom>
          <a:ln>
            <a:solidFill>
              <a:schemeClr val="bg1">
                <a:lumMod val="75000"/>
                <a:alpha val="72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17" name="Graphique 16" descr="Cible contour">
            <a:extLst>
              <a:ext uri="{FF2B5EF4-FFF2-40B4-BE49-F238E27FC236}">
                <a16:creationId xmlns:a16="http://schemas.microsoft.com/office/drawing/2014/main" id="{D27EC694-7687-8872-06F4-490FC14801DD}"/>
              </a:ext>
            </a:extLst>
          </p:cNvPr>
          <p:cNvPicPr>
            <a:picLocks noChangeAspect="1"/>
          </p:cNvPicPr>
          <p:nvPr>
            <p:custDataLst>
              <p:tags r:id="rId13"/>
            </p:custDataLst>
          </p:nvPr>
        </p:nvPicPr>
        <p:blipFill>
          <a:blip r:embed="rId43">
            <a:extLst>
              <a:ext uri="{96DAC541-7B7A-43D3-8B79-37D633B846F1}">
                <asvg:svgBlip xmlns:asvg="http://schemas.microsoft.com/office/drawing/2016/SVG/main" r:embed="rId44"/>
              </a:ext>
            </a:extLst>
          </a:blip>
          <a:stretch>
            <a:fillRect/>
          </a:stretch>
        </p:blipFill>
        <p:spPr>
          <a:xfrm>
            <a:off x="155978" y="2485180"/>
            <a:ext cx="418972" cy="418972"/>
          </a:xfrm>
          <a:prstGeom prst="rect">
            <a:avLst/>
          </a:prstGeom>
        </p:spPr>
      </p:pic>
      <p:pic>
        <p:nvPicPr>
          <p:cNvPr id="18" name="Graphique 17" descr="Mégaphone1 contour">
            <a:extLst>
              <a:ext uri="{FF2B5EF4-FFF2-40B4-BE49-F238E27FC236}">
                <a16:creationId xmlns:a16="http://schemas.microsoft.com/office/drawing/2014/main" id="{2AD75C79-E9F6-84C5-FA19-EAC67B6753B3}"/>
              </a:ext>
            </a:extLst>
          </p:cNvPr>
          <p:cNvPicPr>
            <a:picLocks noChangeAspect="1"/>
          </p:cNvPicPr>
          <p:nvPr>
            <p:custDataLst>
              <p:tags r:id="rId14"/>
            </p:custDataLst>
          </p:nvPr>
        </p:nvPicPr>
        <p:blipFill>
          <a:blip r:embed="rId45">
            <a:extLst>
              <a:ext uri="{96DAC541-7B7A-43D3-8B79-37D633B846F1}">
                <asvg:svgBlip xmlns:asvg="http://schemas.microsoft.com/office/drawing/2016/SVG/main" r:embed="rId46"/>
              </a:ext>
            </a:extLst>
          </a:blip>
          <a:stretch>
            <a:fillRect/>
          </a:stretch>
        </p:blipFill>
        <p:spPr>
          <a:xfrm>
            <a:off x="91435" y="3308944"/>
            <a:ext cx="483515" cy="483515"/>
          </a:xfrm>
          <a:prstGeom prst="rect">
            <a:avLst/>
          </a:prstGeom>
        </p:spPr>
      </p:pic>
      <p:pic>
        <p:nvPicPr>
          <p:cNvPr id="19" name="Graphique 18" descr="Calendrier journalier contour">
            <a:extLst>
              <a:ext uri="{FF2B5EF4-FFF2-40B4-BE49-F238E27FC236}">
                <a16:creationId xmlns:a16="http://schemas.microsoft.com/office/drawing/2014/main" id="{AD8EB8BF-6A91-718D-105C-EDA8ABA27EDF}"/>
              </a:ext>
            </a:extLst>
          </p:cNvPr>
          <p:cNvPicPr>
            <a:picLocks noChangeAspect="1"/>
          </p:cNvPicPr>
          <p:nvPr>
            <p:custDataLst>
              <p:tags r:id="rId15"/>
            </p:custDataLst>
          </p:nvPr>
        </p:nvPicPr>
        <p:blipFill>
          <a:blip r:embed="rId47">
            <a:extLst>
              <a:ext uri="{96DAC541-7B7A-43D3-8B79-37D633B846F1}">
                <asvg:svgBlip xmlns:asvg="http://schemas.microsoft.com/office/drawing/2016/SVG/main" r:embed="rId48"/>
              </a:ext>
            </a:extLst>
          </a:blip>
          <a:stretch>
            <a:fillRect/>
          </a:stretch>
        </p:blipFill>
        <p:spPr>
          <a:xfrm>
            <a:off x="126485" y="3967399"/>
            <a:ext cx="413413" cy="413413"/>
          </a:xfrm>
          <a:prstGeom prst="rect">
            <a:avLst/>
          </a:prstGeom>
        </p:spPr>
      </p:pic>
      <p:pic>
        <p:nvPicPr>
          <p:cNvPr id="21" name="Graphique 20" descr="Horloge contour">
            <a:extLst>
              <a:ext uri="{FF2B5EF4-FFF2-40B4-BE49-F238E27FC236}">
                <a16:creationId xmlns:a16="http://schemas.microsoft.com/office/drawing/2014/main" id="{59759AB5-2C98-4D1E-7938-1D127FF32ADD}"/>
              </a:ext>
            </a:extLst>
          </p:cNvPr>
          <p:cNvPicPr>
            <a:picLocks noChangeAspect="1"/>
          </p:cNvPicPr>
          <p:nvPr>
            <p:custDataLst>
              <p:tags r:id="rId16"/>
            </p:custDataLst>
          </p:nvPr>
        </p:nvPicPr>
        <p:blipFill>
          <a:blip r:embed="rId49">
            <a:extLst>
              <a:ext uri="{96DAC541-7B7A-43D3-8B79-37D633B846F1}">
                <asvg:svgBlip xmlns:asvg="http://schemas.microsoft.com/office/drawing/2016/SVG/main" r:embed="rId50"/>
              </a:ext>
            </a:extLst>
          </a:blip>
          <a:stretch>
            <a:fillRect/>
          </a:stretch>
        </p:blipFill>
        <p:spPr>
          <a:xfrm>
            <a:off x="127623" y="4453764"/>
            <a:ext cx="418972" cy="418972"/>
          </a:xfrm>
          <a:prstGeom prst="rect">
            <a:avLst/>
          </a:prstGeom>
        </p:spPr>
      </p:pic>
      <p:pic>
        <p:nvPicPr>
          <p:cNvPr id="22" name="Graphique 21" descr="Utilisateurs contour">
            <a:extLst>
              <a:ext uri="{FF2B5EF4-FFF2-40B4-BE49-F238E27FC236}">
                <a16:creationId xmlns:a16="http://schemas.microsoft.com/office/drawing/2014/main" id="{FC0DBCE5-1EC3-851E-36A4-B3FEC0C2B111}"/>
              </a:ext>
            </a:extLst>
          </p:cNvPr>
          <p:cNvPicPr>
            <a:picLocks noChangeAspect="1"/>
          </p:cNvPicPr>
          <p:nvPr>
            <p:custDataLst>
              <p:tags r:id="rId17"/>
            </p:custDataLst>
          </p:nvPr>
        </p:nvPicPr>
        <p:blipFill>
          <a:blip r:embed="rId51">
            <a:extLst>
              <a:ext uri="{96DAC541-7B7A-43D3-8B79-37D633B846F1}">
                <asvg:svgBlip xmlns:asvg="http://schemas.microsoft.com/office/drawing/2016/SVG/main" r:embed="rId52"/>
              </a:ext>
            </a:extLst>
          </a:blip>
          <a:stretch>
            <a:fillRect/>
          </a:stretch>
        </p:blipFill>
        <p:spPr>
          <a:xfrm>
            <a:off x="100469" y="5356499"/>
            <a:ext cx="465443" cy="465443"/>
          </a:xfrm>
          <a:prstGeom prst="rect">
            <a:avLst/>
          </a:prstGeom>
        </p:spPr>
      </p:pic>
      <p:sp>
        <p:nvSpPr>
          <p:cNvPr id="25" name="ZoneTexte 24">
            <a:extLst>
              <a:ext uri="{FF2B5EF4-FFF2-40B4-BE49-F238E27FC236}">
                <a16:creationId xmlns:a16="http://schemas.microsoft.com/office/drawing/2014/main" id="{0D5A5FA1-F381-310C-FDD5-CAE5DB04C61C}"/>
              </a:ext>
            </a:extLst>
          </p:cNvPr>
          <p:cNvSpPr txBox="1"/>
          <p:nvPr>
            <p:custDataLst>
              <p:tags r:id="rId18"/>
            </p:custDataLst>
          </p:nvPr>
        </p:nvSpPr>
        <p:spPr>
          <a:xfrm>
            <a:off x="2388273" y="2376580"/>
            <a:ext cx="4320000" cy="646331"/>
          </a:xfrm>
          <a:prstGeom prst="rect">
            <a:avLst/>
          </a:prstGeom>
          <a:noFill/>
        </p:spPr>
        <p:txBody>
          <a:bodyPr wrap="square" rtlCol="0">
            <a:spAutoFit/>
          </a:bodyPr>
          <a:lstStyle>
            <a:defPPr>
              <a:defRPr lang="fr-FR"/>
            </a:defPPr>
            <a:lvl1pPr marL="171453" indent="-171453">
              <a:buFont typeface="Wingdings" panose="05000000000000000000" pitchFamily="2" charset="2"/>
              <a:buChar char="ü"/>
              <a:defRPr sz="1000">
                <a:latin typeface="Montserrat" panose="02000505000000020004" pitchFamily="2" charset="0"/>
              </a:defRPr>
            </a:lvl1p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53"/>
              </a:buBlip>
              <a:tabLst/>
              <a:defRPr/>
            </a:pPr>
            <a:r>
              <a:rPr kumimoji="0" lang="fr-FR" sz="900" b="1" i="0" u="none" strike="noStrike" kern="1200" cap="none" spc="0" normalizeH="0" baseline="0" noProof="0">
                <a:ln>
                  <a:noFill/>
                </a:ln>
                <a:solidFill>
                  <a:prstClr val="black"/>
                </a:solidFill>
                <a:effectLst/>
                <a:uLnTx/>
                <a:uFillTx/>
                <a:latin typeface="Avenir Next LT Pro"/>
                <a:ea typeface="+mn-ea"/>
                <a:cs typeface="+mn-cs"/>
              </a:rPr>
              <a:t>Présenter et challenger </a:t>
            </a:r>
            <a:r>
              <a:rPr kumimoji="0" lang="fr-FR" sz="900" b="0" i="0" u="none" strike="noStrike" kern="1200" cap="none" spc="0" normalizeH="0" baseline="0" noProof="0">
                <a:ln>
                  <a:noFill/>
                </a:ln>
                <a:solidFill>
                  <a:prstClr val="black"/>
                </a:solidFill>
                <a:effectLst/>
                <a:uLnTx/>
                <a:uFillTx/>
                <a:latin typeface="Avenir Next LT Pro"/>
                <a:ea typeface="+mn-ea"/>
                <a:cs typeface="+mn-cs"/>
              </a:rPr>
              <a:t>entre pairs tout ou partie de l’architecture d’un projet</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53"/>
              </a:buBlip>
              <a:tabLst/>
              <a:defRPr/>
            </a:pPr>
            <a:r>
              <a:rPr kumimoji="0" lang="fr-FR" sz="900" b="0" i="0" u="none" strike="noStrike" kern="1200" cap="none" spc="0" normalizeH="0" baseline="0" noProof="0">
                <a:ln>
                  <a:noFill/>
                </a:ln>
                <a:solidFill>
                  <a:prstClr val="black"/>
                </a:solidFill>
                <a:effectLst/>
                <a:uLnTx/>
                <a:uFillTx/>
                <a:latin typeface="Avenir Next LT Pro"/>
                <a:ea typeface="+mn-ea"/>
                <a:cs typeface="+mn-cs"/>
              </a:rPr>
              <a:t>Présenter les évolutions du cadre de référence</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53"/>
              </a:buBlip>
              <a:tabLst/>
              <a:defRPr/>
            </a:pPr>
            <a:r>
              <a:rPr kumimoji="0" lang="fr-FR" sz="900" b="0" i="0" u="none" strike="noStrike" kern="1200" cap="none" spc="0" normalizeH="0" baseline="0" noProof="0">
                <a:ln>
                  <a:noFill/>
                </a:ln>
                <a:solidFill>
                  <a:prstClr val="black"/>
                </a:solidFill>
                <a:effectLst/>
                <a:uLnTx/>
                <a:uFillTx/>
                <a:latin typeface="Avenir Next LT Pro"/>
                <a:ea typeface="+mn-ea"/>
                <a:cs typeface="+mn-cs"/>
              </a:rPr>
              <a:t>Partager un sujet de veille (techno, méthode, éditeurs, doctrine…)</a:t>
            </a:r>
            <a:endParaRPr kumimoji="0" lang="fr-FR" sz="9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endParaRPr>
          </a:p>
        </p:txBody>
      </p:sp>
      <p:sp>
        <p:nvSpPr>
          <p:cNvPr id="27" name="ZoneTexte 26">
            <a:extLst>
              <a:ext uri="{FF2B5EF4-FFF2-40B4-BE49-F238E27FC236}">
                <a16:creationId xmlns:a16="http://schemas.microsoft.com/office/drawing/2014/main" id="{BA01CDDC-CDA1-D857-1095-722678D570B0}"/>
              </a:ext>
            </a:extLst>
          </p:cNvPr>
          <p:cNvSpPr txBox="1"/>
          <p:nvPr>
            <p:custDataLst>
              <p:tags r:id="rId19"/>
            </p:custDataLst>
          </p:nvPr>
        </p:nvSpPr>
        <p:spPr>
          <a:xfrm>
            <a:off x="2388273" y="3299865"/>
            <a:ext cx="4320000" cy="507831"/>
          </a:xfrm>
          <a:prstGeom prst="rect">
            <a:avLst/>
          </a:prstGeom>
          <a:noFill/>
        </p:spPr>
        <p:txBody>
          <a:bodyPr wrap="square" rtlCol="0">
            <a:spAutoFit/>
          </a:bodyPr>
          <a:lstStyle>
            <a:defPPr>
              <a:defRPr lang="fr-FR"/>
            </a:defPPr>
            <a:lvl1pPr marL="171453" indent="-171453">
              <a:buFont typeface="Wingdings" panose="05000000000000000000" pitchFamily="2" charset="2"/>
              <a:buChar char="ü"/>
              <a:defRPr sz="1000">
                <a:latin typeface="Montserrat" panose="02000505000000020004" pitchFamily="2" charset="0"/>
              </a:defRPr>
            </a:lvl1p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53"/>
              </a:buBlip>
              <a:tabLst/>
              <a:defRPr/>
            </a:pPr>
            <a:r>
              <a:rPr kumimoji="0" lang="fr-FR" sz="900" b="0" i="0" u="none" strike="noStrike" kern="1200" cap="none" spc="0" normalizeH="0" baseline="0" noProof="0">
                <a:ln>
                  <a:noFill/>
                </a:ln>
                <a:solidFill>
                  <a:prstClr val="black"/>
                </a:solidFill>
                <a:effectLst/>
                <a:uLnTx/>
                <a:uFillTx/>
                <a:latin typeface="Avenir Next LT Pro"/>
                <a:ea typeface="+mn-ea"/>
                <a:cs typeface="+mn-cs"/>
              </a:rPr>
              <a:t>À la demande de l’architecte</a:t>
            </a:r>
            <a:endParaRPr kumimoji="0" lang="fr-FR" sz="1600" b="0" i="0" u="none" strike="noStrike" kern="1200" cap="none" spc="0" normalizeH="0" baseline="0" noProof="0">
              <a:ln>
                <a:noFill/>
              </a:ln>
              <a:solidFill>
                <a:prstClr val="black"/>
              </a:solidFill>
              <a:effectLst/>
              <a:uLnTx/>
              <a:uFillTx/>
              <a:latin typeface="Avenir Next LT Pro"/>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53"/>
              </a:buBlip>
              <a:tabLst/>
              <a:defRPr/>
            </a:pPr>
            <a:r>
              <a:rPr kumimoji="0" lang="fr-FR" sz="900" b="0" i="0" u="none" strike="noStrike" kern="1200" cap="none" spc="0" normalizeH="0" baseline="0" noProof="0">
                <a:ln>
                  <a:noFill/>
                </a:ln>
                <a:solidFill>
                  <a:prstClr val="black"/>
                </a:solidFill>
                <a:effectLst/>
                <a:uLnTx/>
                <a:uFillTx/>
                <a:latin typeface="Avenir Next LT Pro"/>
                <a:ea typeface="+mn-ea"/>
                <a:cs typeface="+mn-cs"/>
              </a:rPr>
              <a:t>En cas d’évolution du cadre de référence</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53"/>
              </a:buBlip>
              <a:tabLst/>
              <a:defRPr/>
            </a:pPr>
            <a:r>
              <a:rPr kumimoji="0" lang="fr-FR" sz="900" b="1" i="0" u="none" strike="noStrike" kern="1200" cap="none" spc="0" normalizeH="0" baseline="0" noProof="0">
                <a:ln>
                  <a:noFill/>
                </a:ln>
                <a:solidFill>
                  <a:prstClr val="black"/>
                </a:solidFill>
                <a:effectLst/>
                <a:uLnTx/>
                <a:uFillTx/>
                <a:latin typeface="Avenir Next LT Pro"/>
                <a:ea typeface="+mn-ea"/>
                <a:cs typeface="+mn-cs"/>
              </a:rPr>
              <a:t>En cas d’évolution d’une architecture</a:t>
            </a:r>
          </a:p>
        </p:txBody>
      </p:sp>
      <p:sp>
        <p:nvSpPr>
          <p:cNvPr id="28" name="ZoneTexte 27">
            <a:extLst>
              <a:ext uri="{FF2B5EF4-FFF2-40B4-BE49-F238E27FC236}">
                <a16:creationId xmlns:a16="http://schemas.microsoft.com/office/drawing/2014/main" id="{39D20CE4-5240-2E9E-2CD4-1C8FE3A632F3}"/>
              </a:ext>
            </a:extLst>
          </p:cNvPr>
          <p:cNvSpPr txBox="1"/>
          <p:nvPr>
            <p:custDataLst>
              <p:tags r:id="rId20"/>
            </p:custDataLst>
          </p:nvPr>
        </p:nvSpPr>
        <p:spPr>
          <a:xfrm>
            <a:off x="2388273" y="4058376"/>
            <a:ext cx="4320000"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Hebdomadaire, le mercredi de 14h à 15h30</a:t>
            </a:r>
          </a:p>
        </p:txBody>
      </p:sp>
      <p:sp>
        <p:nvSpPr>
          <p:cNvPr id="32" name="ZoneTexte 31">
            <a:extLst>
              <a:ext uri="{FF2B5EF4-FFF2-40B4-BE49-F238E27FC236}">
                <a16:creationId xmlns:a16="http://schemas.microsoft.com/office/drawing/2014/main" id="{BF48FB12-9AEE-1951-F11C-DB14ACE5AA80}"/>
              </a:ext>
            </a:extLst>
          </p:cNvPr>
          <p:cNvSpPr txBox="1"/>
          <p:nvPr>
            <p:custDataLst>
              <p:tags r:id="rId21"/>
            </p:custDataLst>
          </p:nvPr>
        </p:nvSpPr>
        <p:spPr>
          <a:xfrm>
            <a:off x="2736006" y="1585234"/>
            <a:ext cx="375810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1200" cap="none" spc="0" normalizeH="0" baseline="0" noProof="0">
                <a:ln>
                  <a:noFill/>
                </a:ln>
                <a:solidFill>
                  <a:srgbClr val="F1A500"/>
                </a:solidFill>
                <a:effectLst/>
                <a:uLnTx/>
                <a:uFillTx/>
                <a:latin typeface="Avenir Next LT Pro" panose="020B0504020202020204" pitchFamily="34" charset="0"/>
                <a:ea typeface="+mn-ea"/>
                <a:cs typeface="+mn-cs"/>
              </a:rPr>
              <a:t>Instance de partage </a:t>
            </a:r>
            <a:r>
              <a:rPr kumimoji="0" lang="fr-FR" sz="1200" b="0" i="1" u="none" strike="noStrike" kern="1200" cap="none" spc="0" normalizeH="0" baseline="0" noProof="0">
                <a:ln>
                  <a:noFill/>
                </a:ln>
                <a:solidFill>
                  <a:srgbClr val="F1A500"/>
                </a:solidFill>
                <a:effectLst/>
                <a:uLnTx/>
                <a:uFillTx/>
                <a:latin typeface="Avenir Next LT Pro" panose="020B0504020202020204" pitchFamily="34" charset="0"/>
                <a:ea typeface="+mn-ea"/>
                <a:cs typeface="+mn-cs"/>
              </a:rPr>
              <a:t>de l’architecture </a:t>
            </a:r>
            <a:br>
              <a:rPr kumimoji="0" lang="fr-FR" sz="1200" b="0" i="1" u="none" strike="noStrike" kern="1200" cap="none" spc="0" normalizeH="0" baseline="0" noProof="0">
                <a:ln>
                  <a:noFill/>
                </a:ln>
                <a:solidFill>
                  <a:srgbClr val="F1A500"/>
                </a:solidFill>
                <a:effectLst/>
                <a:uLnTx/>
                <a:uFillTx/>
                <a:latin typeface="Avenir Next LT Pro" panose="020B0504020202020204" pitchFamily="34" charset="0"/>
                <a:ea typeface="+mn-ea"/>
                <a:cs typeface="+mn-cs"/>
              </a:rPr>
            </a:br>
            <a:r>
              <a:rPr kumimoji="0" lang="fr-FR" sz="1200" b="0" i="1" u="none" strike="noStrike" kern="1200" cap="none" spc="0" normalizeH="0" baseline="0" noProof="0">
                <a:ln>
                  <a:noFill/>
                </a:ln>
                <a:solidFill>
                  <a:srgbClr val="F1A500"/>
                </a:solidFill>
                <a:effectLst/>
                <a:uLnTx/>
                <a:uFillTx/>
                <a:latin typeface="Avenir Next LT Pro" panose="020B0504020202020204" pitchFamily="34" charset="0"/>
                <a:ea typeface="+mn-ea"/>
                <a:cs typeface="+mn-cs"/>
              </a:rPr>
              <a:t>et  de revue entre pairs</a:t>
            </a:r>
          </a:p>
        </p:txBody>
      </p:sp>
      <p:sp>
        <p:nvSpPr>
          <p:cNvPr id="33" name="ZoneTexte 32">
            <a:extLst>
              <a:ext uri="{FF2B5EF4-FFF2-40B4-BE49-F238E27FC236}">
                <a16:creationId xmlns:a16="http://schemas.microsoft.com/office/drawing/2014/main" id="{E4A56CF1-2352-C161-147D-0A63BBA5AE9A}"/>
              </a:ext>
            </a:extLst>
          </p:cNvPr>
          <p:cNvSpPr txBox="1"/>
          <p:nvPr>
            <p:custDataLst>
              <p:tags r:id="rId22"/>
            </p:custDataLst>
          </p:nvPr>
        </p:nvSpPr>
        <p:spPr>
          <a:xfrm>
            <a:off x="2388273" y="4947655"/>
            <a:ext cx="4320000" cy="1477328"/>
          </a:xfrm>
          <a:prstGeom prst="rect">
            <a:avLst/>
          </a:prstGeom>
          <a:noFill/>
        </p:spPr>
        <p:txBody>
          <a:bodyPr wrap="square" rtlCol="0">
            <a:spAutoFit/>
          </a:bodyPr>
          <a:lstStyle>
            <a:defPPr>
              <a:defRPr lang="fr-FR"/>
            </a:defPPr>
            <a:lvl1pPr marL="171453" indent="-171453">
              <a:buFont typeface="Wingdings" panose="05000000000000000000" pitchFamily="2" charset="2"/>
              <a:buChar char="ü"/>
              <a:defRPr sz="1000">
                <a:latin typeface="Montserrat" panose="02000505000000020004"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fr-FR" sz="900" b="1"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Participants récurrents : </a:t>
            </a:r>
          </a:p>
          <a:p>
            <a:pPr marL="171453" marR="0" lvl="0" indent="-171453"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53"/>
              </a:buBlip>
              <a:tabLst/>
              <a:defRPr/>
            </a:pPr>
            <a:r>
              <a:rPr kumimoji="0" lang="fr-FR" sz="9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Architectes</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fr-FR" sz="9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fr-FR" sz="900" b="1"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Autres participants selon besoin / à la demande :</a:t>
            </a:r>
          </a:p>
          <a:p>
            <a:pPr marL="171453" marR="0" lvl="0" indent="-171453"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53"/>
              </a:buBlip>
              <a:tabLst/>
              <a:defRPr/>
            </a:pPr>
            <a:r>
              <a:rPr kumimoji="0" lang="fr-FR" sz="9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Responsable Architecture</a:t>
            </a:r>
          </a:p>
          <a:p>
            <a:pPr marL="171453" marR="0" lvl="0" indent="-171453"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53"/>
              </a:buBlip>
              <a:tabLst/>
              <a:defRPr/>
            </a:pPr>
            <a:r>
              <a:rPr kumimoji="0" lang="fr-FR" sz="9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CTO</a:t>
            </a:r>
          </a:p>
          <a:p>
            <a:pPr marL="171453" marR="0" lvl="0" indent="-171453"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53"/>
              </a:buBlip>
              <a:tabLst/>
              <a:defRPr/>
            </a:pPr>
            <a:r>
              <a:rPr lang="fr-FR" sz="900">
                <a:solidFill>
                  <a:prstClr val="black"/>
                </a:solidFill>
                <a:latin typeface="Avenir Next LT Pro" panose="020B0504020202020204" pitchFamily="34" charset="0"/>
              </a:rPr>
              <a:t>RSSI</a:t>
            </a:r>
            <a:endParaRPr kumimoji="0" lang="fr-FR" sz="9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endParaRPr>
          </a:p>
          <a:p>
            <a:pPr marL="171453" marR="0" lvl="0" indent="-171453"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53"/>
              </a:buBlip>
              <a:tabLst/>
              <a:defRPr/>
            </a:pPr>
            <a:r>
              <a:rPr kumimoji="0" lang="fr-FR" sz="9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Lead Projet (CP/DP si cycle en V, PO/PM si agile)</a:t>
            </a:r>
          </a:p>
          <a:p>
            <a:pPr marL="171453" marR="0" lvl="0" indent="-171453"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53"/>
              </a:buBlip>
              <a:tabLst/>
              <a:defRPr/>
            </a:pPr>
            <a:r>
              <a:rPr kumimoji="0" lang="fr-FR" sz="9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Expert(s) architecte (Architecte : Data, SSI, …)</a:t>
            </a:r>
          </a:p>
          <a:p>
            <a:pPr marL="171453" marR="0" lvl="0" indent="-171453"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53"/>
              </a:buBlip>
              <a:tabLst/>
              <a:defRPr/>
            </a:pPr>
            <a:r>
              <a:rPr kumimoji="0" lang="fr-FR" sz="9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Expert(s) du projet (Tech Lead, UX, …)</a:t>
            </a:r>
          </a:p>
        </p:txBody>
      </p:sp>
      <p:grpSp>
        <p:nvGrpSpPr>
          <p:cNvPr id="34" name="Graphique 107" descr="Enseignant contour">
            <a:extLst>
              <a:ext uri="{FF2B5EF4-FFF2-40B4-BE49-F238E27FC236}">
                <a16:creationId xmlns:a16="http://schemas.microsoft.com/office/drawing/2014/main" id="{D8AF9976-6349-5BFD-4228-3A8D65411200}"/>
              </a:ext>
            </a:extLst>
          </p:cNvPr>
          <p:cNvGrpSpPr/>
          <p:nvPr/>
        </p:nvGrpSpPr>
        <p:grpSpPr>
          <a:xfrm>
            <a:off x="6107597" y="1584693"/>
            <a:ext cx="656833" cy="446564"/>
            <a:chOff x="7214367" y="1584693"/>
            <a:chExt cx="656833" cy="446564"/>
          </a:xfrm>
          <a:solidFill>
            <a:srgbClr val="FAB92E"/>
          </a:solidFill>
        </p:grpSpPr>
        <p:sp>
          <p:nvSpPr>
            <p:cNvPr id="35" name="Forme libre : forme 34">
              <a:extLst>
                <a:ext uri="{FF2B5EF4-FFF2-40B4-BE49-F238E27FC236}">
                  <a16:creationId xmlns:a16="http://schemas.microsoft.com/office/drawing/2014/main" id="{3534306D-33CF-BAB8-CA81-A3A17790A88F}"/>
                </a:ext>
              </a:extLst>
            </p:cNvPr>
            <p:cNvSpPr/>
            <p:nvPr/>
          </p:nvSpPr>
          <p:spPr>
            <a:xfrm>
              <a:off x="7341218" y="1584693"/>
              <a:ext cx="529982" cy="363416"/>
            </a:xfrm>
            <a:custGeom>
              <a:avLst/>
              <a:gdLst>
                <a:gd name="connsiteX0" fmla="*/ 492127 w 529982"/>
                <a:gd name="connsiteY0" fmla="*/ 0 h 363416"/>
                <a:gd name="connsiteX1" fmla="*/ 37856 w 529982"/>
                <a:gd name="connsiteY1" fmla="*/ 0 h 363416"/>
                <a:gd name="connsiteX2" fmla="*/ 0 w 529982"/>
                <a:gd name="connsiteY2" fmla="*/ 37856 h 363416"/>
                <a:gd name="connsiteX3" fmla="*/ 0 w 529982"/>
                <a:gd name="connsiteY3" fmla="*/ 146222 h 363416"/>
                <a:gd name="connsiteX4" fmla="*/ 15142 w 529982"/>
                <a:gd name="connsiteY4" fmla="*/ 144042 h 363416"/>
                <a:gd name="connsiteX5" fmla="*/ 15142 w 529982"/>
                <a:gd name="connsiteY5" fmla="*/ 37856 h 363416"/>
                <a:gd name="connsiteX6" fmla="*/ 37856 w 529982"/>
                <a:gd name="connsiteY6" fmla="*/ 15142 h 363416"/>
                <a:gd name="connsiteX7" fmla="*/ 492127 w 529982"/>
                <a:gd name="connsiteY7" fmla="*/ 15142 h 363416"/>
                <a:gd name="connsiteX8" fmla="*/ 514840 w 529982"/>
                <a:gd name="connsiteY8" fmla="*/ 37856 h 363416"/>
                <a:gd name="connsiteX9" fmla="*/ 514840 w 529982"/>
                <a:gd name="connsiteY9" fmla="*/ 325561 h 363416"/>
                <a:gd name="connsiteX10" fmla="*/ 492127 w 529982"/>
                <a:gd name="connsiteY10" fmla="*/ 348274 h 363416"/>
                <a:gd name="connsiteX11" fmla="*/ 199402 w 529982"/>
                <a:gd name="connsiteY11" fmla="*/ 348274 h 363416"/>
                <a:gd name="connsiteX12" fmla="*/ 185274 w 529982"/>
                <a:gd name="connsiteY12" fmla="*/ 363417 h 363416"/>
                <a:gd name="connsiteX13" fmla="*/ 492127 w 529982"/>
                <a:gd name="connsiteY13" fmla="*/ 363417 h 363416"/>
                <a:gd name="connsiteX14" fmla="*/ 529982 w 529982"/>
                <a:gd name="connsiteY14" fmla="*/ 325561 h 363416"/>
                <a:gd name="connsiteX15" fmla="*/ 529982 w 529982"/>
                <a:gd name="connsiteY15" fmla="*/ 37856 h 363416"/>
                <a:gd name="connsiteX16" fmla="*/ 492127 w 529982"/>
                <a:gd name="connsiteY16" fmla="*/ 0 h 363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29982" h="363416">
                  <a:moveTo>
                    <a:pt x="492127" y="0"/>
                  </a:moveTo>
                  <a:lnTo>
                    <a:pt x="37856" y="0"/>
                  </a:lnTo>
                  <a:cubicBezTo>
                    <a:pt x="16959" y="25"/>
                    <a:pt x="25" y="16959"/>
                    <a:pt x="0" y="37856"/>
                  </a:cubicBezTo>
                  <a:lnTo>
                    <a:pt x="0" y="146222"/>
                  </a:lnTo>
                  <a:cubicBezTo>
                    <a:pt x="4966" y="145012"/>
                    <a:pt x="10036" y="144282"/>
                    <a:pt x="15142" y="144042"/>
                  </a:cubicBezTo>
                  <a:lnTo>
                    <a:pt x="15142" y="37856"/>
                  </a:lnTo>
                  <a:cubicBezTo>
                    <a:pt x="15142" y="25311"/>
                    <a:pt x="25311" y="15142"/>
                    <a:pt x="37856" y="15142"/>
                  </a:cubicBezTo>
                  <a:lnTo>
                    <a:pt x="492127" y="15142"/>
                  </a:lnTo>
                  <a:cubicBezTo>
                    <a:pt x="504671" y="15142"/>
                    <a:pt x="514840" y="25311"/>
                    <a:pt x="514840" y="37856"/>
                  </a:cubicBezTo>
                  <a:lnTo>
                    <a:pt x="514840" y="325561"/>
                  </a:lnTo>
                  <a:cubicBezTo>
                    <a:pt x="514840" y="338105"/>
                    <a:pt x="504671" y="348274"/>
                    <a:pt x="492127" y="348274"/>
                  </a:cubicBezTo>
                  <a:lnTo>
                    <a:pt x="199402" y="348274"/>
                  </a:lnTo>
                  <a:lnTo>
                    <a:pt x="185274" y="363417"/>
                  </a:lnTo>
                  <a:lnTo>
                    <a:pt x="492127" y="363417"/>
                  </a:lnTo>
                  <a:cubicBezTo>
                    <a:pt x="513024" y="363392"/>
                    <a:pt x="529957" y="346458"/>
                    <a:pt x="529982" y="325561"/>
                  </a:cubicBezTo>
                  <a:lnTo>
                    <a:pt x="529982" y="37856"/>
                  </a:lnTo>
                  <a:cubicBezTo>
                    <a:pt x="529957" y="16959"/>
                    <a:pt x="513024" y="25"/>
                    <a:pt x="492127" y="0"/>
                  </a:cubicBezTo>
                  <a:close/>
                </a:path>
              </a:pathLst>
            </a:custGeom>
            <a:solidFill>
              <a:srgbClr val="FAB92E"/>
            </a:solidFill>
            <a:ln w="7541" cap="flat">
              <a:noFill/>
              <a:prstDash val="solid"/>
              <a:miter/>
            </a:ln>
          </p:spPr>
          <p:txBody>
            <a:bodyPr rtlCol="0" anchor="ctr"/>
            <a:lstStyle/>
            <a:p>
              <a:endParaRPr lang="en-US"/>
            </a:p>
          </p:txBody>
        </p:sp>
        <p:sp>
          <p:nvSpPr>
            <p:cNvPr id="36" name="Forme libre : forme 35">
              <a:extLst>
                <a:ext uri="{FF2B5EF4-FFF2-40B4-BE49-F238E27FC236}">
                  <a16:creationId xmlns:a16="http://schemas.microsoft.com/office/drawing/2014/main" id="{3B5A41BB-45FF-0F51-8887-DF172F56BF30}"/>
                </a:ext>
              </a:extLst>
            </p:cNvPr>
            <p:cNvSpPr/>
            <p:nvPr/>
          </p:nvSpPr>
          <p:spPr>
            <a:xfrm>
              <a:off x="7214367" y="1781973"/>
              <a:ext cx="399437" cy="249284"/>
            </a:xfrm>
            <a:custGeom>
              <a:avLst/>
              <a:gdLst>
                <a:gd name="connsiteX0" fmla="*/ 399414 w 399437"/>
                <a:gd name="connsiteY0" fmla="*/ 34921 h 249284"/>
                <a:gd name="connsiteX1" fmla="*/ 362021 w 399437"/>
                <a:gd name="connsiteY1" fmla="*/ 22 h 249284"/>
                <a:gd name="connsiteX2" fmla="*/ 336815 w 399437"/>
                <a:gd name="connsiteY2" fmla="*/ 11503 h 249284"/>
                <a:gd name="connsiteX3" fmla="*/ 230660 w 399437"/>
                <a:gd name="connsiteY3" fmla="*/ 125828 h 249284"/>
                <a:gd name="connsiteX4" fmla="*/ 146400 w 399437"/>
                <a:gd name="connsiteY4" fmla="*/ 105673 h 249284"/>
                <a:gd name="connsiteX5" fmla="*/ 145802 w 399437"/>
                <a:gd name="connsiteY5" fmla="*/ 105552 h 249284"/>
                <a:gd name="connsiteX6" fmla="*/ 144114 w 399437"/>
                <a:gd name="connsiteY6" fmla="*/ 105613 h 249284"/>
                <a:gd name="connsiteX7" fmla="*/ 142017 w 399437"/>
                <a:gd name="connsiteY7" fmla="*/ 105552 h 249284"/>
                <a:gd name="connsiteX8" fmla="*/ 141259 w 399437"/>
                <a:gd name="connsiteY8" fmla="*/ 105711 h 249284"/>
                <a:gd name="connsiteX9" fmla="*/ 40782 w 399437"/>
                <a:gd name="connsiteY9" fmla="*/ 135239 h 249284"/>
                <a:gd name="connsiteX10" fmla="*/ 18069 w 399437"/>
                <a:gd name="connsiteY10" fmla="*/ 166349 h 249284"/>
                <a:gd name="connsiteX11" fmla="*/ 261 w 399437"/>
                <a:gd name="connsiteY11" fmla="*/ 232309 h 249284"/>
                <a:gd name="connsiteX12" fmla="*/ 5599 w 399437"/>
                <a:gd name="connsiteY12" fmla="*/ 241583 h 249284"/>
                <a:gd name="connsiteX13" fmla="*/ 7583 w 399437"/>
                <a:gd name="connsiteY13" fmla="*/ 241848 h 249284"/>
                <a:gd name="connsiteX14" fmla="*/ 14889 w 399437"/>
                <a:gd name="connsiteY14" fmla="*/ 236246 h 249284"/>
                <a:gd name="connsiteX15" fmla="*/ 32666 w 399437"/>
                <a:gd name="connsiteY15" fmla="*/ 170316 h 249284"/>
                <a:gd name="connsiteX16" fmla="*/ 49020 w 399437"/>
                <a:gd name="connsiteY16" fmla="*/ 147966 h 249284"/>
                <a:gd name="connsiteX17" fmla="*/ 144031 w 399437"/>
                <a:gd name="connsiteY17" fmla="*/ 120793 h 249284"/>
                <a:gd name="connsiteX18" fmla="*/ 228616 w 399437"/>
                <a:gd name="connsiteY18" fmla="*/ 141909 h 249284"/>
                <a:gd name="connsiteX19" fmla="*/ 237792 w 399437"/>
                <a:gd name="connsiteY19" fmla="*/ 140395 h 249284"/>
                <a:gd name="connsiteX20" fmla="*/ 347869 w 399437"/>
                <a:gd name="connsiteY20" fmla="*/ 21815 h 249284"/>
                <a:gd name="connsiteX21" fmla="*/ 377590 w 399437"/>
                <a:gd name="connsiteY21" fmla="*/ 20796 h 249284"/>
                <a:gd name="connsiteX22" fmla="*/ 378608 w 399437"/>
                <a:gd name="connsiteY22" fmla="*/ 50517 h 249284"/>
                <a:gd name="connsiteX23" fmla="*/ 204971 w 399437"/>
                <a:gd name="connsiteY23" fmla="*/ 236549 h 249284"/>
                <a:gd name="connsiteX24" fmla="*/ 205346 w 399437"/>
                <a:gd name="connsiteY24" fmla="*/ 247250 h 249284"/>
                <a:gd name="connsiteX25" fmla="*/ 216048 w 399437"/>
                <a:gd name="connsiteY25" fmla="*/ 246876 h 249284"/>
                <a:gd name="connsiteX26" fmla="*/ 389685 w 399437"/>
                <a:gd name="connsiteY26" fmla="*/ 60844 h 249284"/>
                <a:gd name="connsiteX27" fmla="*/ 399414 w 399437"/>
                <a:gd name="connsiteY27" fmla="*/ 34921 h 249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99437" h="249284">
                  <a:moveTo>
                    <a:pt x="399414" y="34921"/>
                  </a:moveTo>
                  <a:cubicBezTo>
                    <a:pt x="398725" y="14958"/>
                    <a:pt x="381984" y="-667"/>
                    <a:pt x="362021" y="22"/>
                  </a:cubicBezTo>
                  <a:cubicBezTo>
                    <a:pt x="352429" y="353"/>
                    <a:pt x="343361" y="4483"/>
                    <a:pt x="336815" y="11503"/>
                  </a:cubicBezTo>
                  <a:lnTo>
                    <a:pt x="230660" y="125828"/>
                  </a:lnTo>
                  <a:cubicBezTo>
                    <a:pt x="204420" y="112930"/>
                    <a:pt x="175636" y="106046"/>
                    <a:pt x="146400" y="105673"/>
                  </a:cubicBezTo>
                  <a:cubicBezTo>
                    <a:pt x="146196" y="105673"/>
                    <a:pt x="146014" y="105552"/>
                    <a:pt x="145802" y="105552"/>
                  </a:cubicBezTo>
                  <a:cubicBezTo>
                    <a:pt x="145234" y="105552"/>
                    <a:pt x="144682" y="105605"/>
                    <a:pt x="144114" y="105613"/>
                  </a:cubicBezTo>
                  <a:cubicBezTo>
                    <a:pt x="143410" y="105613"/>
                    <a:pt x="142721" y="105552"/>
                    <a:pt x="142017" y="105552"/>
                  </a:cubicBezTo>
                  <a:cubicBezTo>
                    <a:pt x="141761" y="105591"/>
                    <a:pt x="141509" y="105644"/>
                    <a:pt x="141259" y="105711"/>
                  </a:cubicBezTo>
                  <a:cubicBezTo>
                    <a:pt x="105686" y="106101"/>
                    <a:pt x="70911" y="116320"/>
                    <a:pt x="40782" y="135239"/>
                  </a:cubicBezTo>
                  <a:cubicBezTo>
                    <a:pt x="29638" y="142457"/>
                    <a:pt x="21550" y="153535"/>
                    <a:pt x="18069" y="166349"/>
                  </a:cubicBezTo>
                  <a:lnTo>
                    <a:pt x="261" y="232309"/>
                  </a:lnTo>
                  <a:cubicBezTo>
                    <a:pt x="-823" y="236343"/>
                    <a:pt x="1566" y="240494"/>
                    <a:pt x="5599" y="241583"/>
                  </a:cubicBezTo>
                  <a:cubicBezTo>
                    <a:pt x="6245" y="241760"/>
                    <a:pt x="6913" y="241849"/>
                    <a:pt x="7583" y="241848"/>
                  </a:cubicBezTo>
                  <a:cubicBezTo>
                    <a:pt x="11004" y="241846"/>
                    <a:pt x="13999" y="239550"/>
                    <a:pt x="14889" y="236246"/>
                  </a:cubicBezTo>
                  <a:lnTo>
                    <a:pt x="32666" y="170316"/>
                  </a:lnTo>
                  <a:cubicBezTo>
                    <a:pt x="35176" y="161105"/>
                    <a:pt x="41000" y="153145"/>
                    <a:pt x="49020" y="147966"/>
                  </a:cubicBezTo>
                  <a:cubicBezTo>
                    <a:pt x="77497" y="130136"/>
                    <a:pt x="110433" y="120716"/>
                    <a:pt x="144031" y="120793"/>
                  </a:cubicBezTo>
                  <a:cubicBezTo>
                    <a:pt x="173527" y="120817"/>
                    <a:pt x="202569" y="128066"/>
                    <a:pt x="228616" y="141909"/>
                  </a:cubicBezTo>
                  <a:cubicBezTo>
                    <a:pt x="231661" y="143564"/>
                    <a:pt x="235440" y="142940"/>
                    <a:pt x="237792" y="140395"/>
                  </a:cubicBezTo>
                  <a:lnTo>
                    <a:pt x="347869" y="21815"/>
                  </a:lnTo>
                  <a:cubicBezTo>
                    <a:pt x="355796" y="13327"/>
                    <a:pt x="369102" y="12870"/>
                    <a:pt x="377590" y="20796"/>
                  </a:cubicBezTo>
                  <a:cubicBezTo>
                    <a:pt x="386078" y="28723"/>
                    <a:pt x="386535" y="42029"/>
                    <a:pt x="378608" y="50517"/>
                  </a:cubicBezTo>
                  <a:lnTo>
                    <a:pt x="204971" y="236549"/>
                  </a:lnTo>
                  <a:cubicBezTo>
                    <a:pt x="202119" y="239607"/>
                    <a:pt x="202287" y="244398"/>
                    <a:pt x="205346" y="247250"/>
                  </a:cubicBezTo>
                  <a:cubicBezTo>
                    <a:pt x="208404" y="250102"/>
                    <a:pt x="213195" y="249934"/>
                    <a:pt x="216048" y="246876"/>
                  </a:cubicBezTo>
                  <a:lnTo>
                    <a:pt x="389685" y="60844"/>
                  </a:lnTo>
                  <a:cubicBezTo>
                    <a:pt x="396260" y="53849"/>
                    <a:pt x="399764" y="44514"/>
                    <a:pt x="399414" y="34921"/>
                  </a:cubicBezTo>
                  <a:close/>
                </a:path>
              </a:pathLst>
            </a:custGeom>
            <a:solidFill>
              <a:srgbClr val="FAB92E"/>
            </a:solidFill>
            <a:ln w="7541" cap="flat">
              <a:noFill/>
              <a:prstDash val="solid"/>
              <a:miter/>
            </a:ln>
          </p:spPr>
          <p:txBody>
            <a:bodyPr rtlCol="0" anchor="ctr"/>
            <a:lstStyle/>
            <a:p>
              <a:endParaRPr lang="en-US"/>
            </a:p>
          </p:txBody>
        </p:sp>
        <p:sp>
          <p:nvSpPr>
            <p:cNvPr id="37" name="Forme libre : forme 36">
              <a:extLst>
                <a:ext uri="{FF2B5EF4-FFF2-40B4-BE49-F238E27FC236}">
                  <a16:creationId xmlns:a16="http://schemas.microsoft.com/office/drawing/2014/main" id="{17DA0647-4CA9-C0B2-071B-2F6A2C55DCB2}"/>
                </a:ext>
              </a:extLst>
            </p:cNvPr>
            <p:cNvSpPr/>
            <p:nvPr/>
          </p:nvSpPr>
          <p:spPr>
            <a:xfrm>
              <a:off x="7295791" y="1743688"/>
              <a:ext cx="128710" cy="128710"/>
            </a:xfrm>
            <a:custGeom>
              <a:avLst/>
              <a:gdLst>
                <a:gd name="connsiteX0" fmla="*/ 64355 w 128710"/>
                <a:gd name="connsiteY0" fmla="*/ 128710 h 128710"/>
                <a:gd name="connsiteX1" fmla="*/ 128710 w 128710"/>
                <a:gd name="connsiteY1" fmla="*/ 64355 h 128710"/>
                <a:gd name="connsiteX2" fmla="*/ 64355 w 128710"/>
                <a:gd name="connsiteY2" fmla="*/ 0 h 128710"/>
                <a:gd name="connsiteX3" fmla="*/ 0 w 128710"/>
                <a:gd name="connsiteY3" fmla="*/ 64355 h 128710"/>
                <a:gd name="connsiteX4" fmla="*/ 64355 w 128710"/>
                <a:gd name="connsiteY4" fmla="*/ 128710 h 128710"/>
                <a:gd name="connsiteX5" fmla="*/ 64355 w 128710"/>
                <a:gd name="connsiteY5" fmla="*/ 15142 h 128710"/>
                <a:gd name="connsiteX6" fmla="*/ 113568 w 128710"/>
                <a:gd name="connsiteY6" fmla="*/ 64355 h 128710"/>
                <a:gd name="connsiteX7" fmla="*/ 64355 w 128710"/>
                <a:gd name="connsiteY7" fmla="*/ 113568 h 128710"/>
                <a:gd name="connsiteX8" fmla="*/ 15142 w 128710"/>
                <a:gd name="connsiteY8" fmla="*/ 64355 h 128710"/>
                <a:gd name="connsiteX9" fmla="*/ 64355 w 128710"/>
                <a:gd name="connsiteY9" fmla="*/ 15142 h 128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8710" h="128710">
                  <a:moveTo>
                    <a:pt x="64355" y="128710"/>
                  </a:moveTo>
                  <a:cubicBezTo>
                    <a:pt x="99897" y="128710"/>
                    <a:pt x="128710" y="99897"/>
                    <a:pt x="128710" y="64355"/>
                  </a:cubicBezTo>
                  <a:cubicBezTo>
                    <a:pt x="128710" y="28813"/>
                    <a:pt x="99897" y="0"/>
                    <a:pt x="64355" y="0"/>
                  </a:cubicBezTo>
                  <a:cubicBezTo>
                    <a:pt x="28813" y="0"/>
                    <a:pt x="0" y="28813"/>
                    <a:pt x="0" y="64355"/>
                  </a:cubicBezTo>
                  <a:cubicBezTo>
                    <a:pt x="42" y="99880"/>
                    <a:pt x="28830" y="128668"/>
                    <a:pt x="64355" y="128710"/>
                  </a:cubicBezTo>
                  <a:close/>
                  <a:moveTo>
                    <a:pt x="64355" y="15142"/>
                  </a:moveTo>
                  <a:cubicBezTo>
                    <a:pt x="91535" y="15142"/>
                    <a:pt x="113568" y="37175"/>
                    <a:pt x="113568" y="64355"/>
                  </a:cubicBezTo>
                  <a:cubicBezTo>
                    <a:pt x="113568" y="91535"/>
                    <a:pt x="91535" y="113568"/>
                    <a:pt x="64355" y="113568"/>
                  </a:cubicBezTo>
                  <a:cubicBezTo>
                    <a:pt x="37175" y="113568"/>
                    <a:pt x="15142" y="91535"/>
                    <a:pt x="15142" y="64355"/>
                  </a:cubicBezTo>
                  <a:cubicBezTo>
                    <a:pt x="15176" y="37190"/>
                    <a:pt x="37190" y="15176"/>
                    <a:pt x="64355" y="15142"/>
                  </a:cubicBezTo>
                  <a:close/>
                </a:path>
              </a:pathLst>
            </a:custGeom>
            <a:solidFill>
              <a:srgbClr val="FAB92E"/>
            </a:solidFill>
            <a:ln w="7541" cap="flat">
              <a:noFill/>
              <a:prstDash val="solid"/>
              <a:miter/>
            </a:ln>
          </p:spPr>
          <p:txBody>
            <a:bodyPr rtlCol="0" anchor="ctr"/>
            <a:lstStyle/>
            <a:p>
              <a:endParaRPr lang="en-US"/>
            </a:p>
          </p:txBody>
        </p:sp>
      </p:grpSp>
      <p:sp>
        <p:nvSpPr>
          <p:cNvPr id="38" name="Rectangle : coins arrondis 37">
            <a:extLst>
              <a:ext uri="{FF2B5EF4-FFF2-40B4-BE49-F238E27FC236}">
                <a16:creationId xmlns:a16="http://schemas.microsoft.com/office/drawing/2014/main" id="{057F82E5-B226-A611-EA54-74EDAA2D4DDD}"/>
              </a:ext>
            </a:extLst>
          </p:cNvPr>
          <p:cNvSpPr/>
          <p:nvPr>
            <p:custDataLst>
              <p:tags r:id="rId23"/>
            </p:custDataLst>
          </p:nvPr>
        </p:nvSpPr>
        <p:spPr>
          <a:xfrm>
            <a:off x="2448544" y="4560821"/>
            <a:ext cx="632654" cy="204859"/>
          </a:xfrm>
          <a:prstGeom prst="roundRect">
            <a:avLst>
              <a:gd name="adj" fmla="val 19023"/>
            </a:avLst>
          </a:prstGeom>
          <a:solidFill>
            <a:srgbClr val="FAB92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1" i="0" u="none" strike="noStrike" kern="1200" cap="none" spc="0" normalizeH="0" baseline="0" noProof="0">
                <a:ln>
                  <a:noFill/>
                </a:ln>
                <a:solidFill>
                  <a:srgbClr val="102031"/>
                </a:solidFill>
                <a:effectLst/>
                <a:uLnTx/>
                <a:uFillTx/>
                <a:latin typeface="Avenir Black" panose="02000503020000020003" pitchFamily="2" charset="0"/>
                <a:ea typeface="+mn-ea"/>
                <a:cs typeface="Arial" panose="020B0604020202020204" pitchFamily="34" charset="0"/>
              </a:rPr>
              <a:t>1h30</a:t>
            </a:r>
          </a:p>
        </p:txBody>
      </p:sp>
      <p:sp>
        <p:nvSpPr>
          <p:cNvPr id="39" name="Rectangle : coins arrondis 38">
            <a:extLst>
              <a:ext uri="{FF2B5EF4-FFF2-40B4-BE49-F238E27FC236}">
                <a16:creationId xmlns:a16="http://schemas.microsoft.com/office/drawing/2014/main" id="{BDC73E25-06A1-EF6B-CFBC-A10703853E31}"/>
              </a:ext>
            </a:extLst>
          </p:cNvPr>
          <p:cNvSpPr/>
          <p:nvPr>
            <p:custDataLst>
              <p:tags r:id="rId24"/>
            </p:custDataLst>
          </p:nvPr>
        </p:nvSpPr>
        <p:spPr>
          <a:xfrm>
            <a:off x="2297719" y="1109516"/>
            <a:ext cx="4605429" cy="298056"/>
          </a:xfrm>
          <a:prstGeom prst="roundRect">
            <a:avLst>
              <a:gd name="adj" fmla="val 13852"/>
            </a:avLst>
          </a:prstGeom>
          <a:solidFill>
            <a:srgbClr val="FAB92E"/>
          </a:solidFill>
          <a:ln w="19050">
            <a:solidFill>
              <a:srgbClr val="FAB9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102031"/>
                </a:solidFill>
                <a:effectLst/>
                <a:uLnTx/>
                <a:uFillTx/>
                <a:latin typeface="Avenir Black" panose="02000503020000020003" pitchFamily="2" charset="0"/>
                <a:ea typeface="+mn-ea"/>
                <a:cs typeface="Arial" panose="020B0604020202020204" pitchFamily="34" charset="0"/>
              </a:rPr>
              <a:t>REVUE DES ARCHITECTES</a:t>
            </a:r>
          </a:p>
        </p:txBody>
      </p:sp>
      <p:sp>
        <p:nvSpPr>
          <p:cNvPr id="40" name="ZoneTexte 39">
            <a:extLst>
              <a:ext uri="{FF2B5EF4-FFF2-40B4-BE49-F238E27FC236}">
                <a16:creationId xmlns:a16="http://schemas.microsoft.com/office/drawing/2014/main" id="{B872DD15-C068-B018-D611-B9B2A5AE3457}"/>
              </a:ext>
            </a:extLst>
          </p:cNvPr>
          <p:cNvSpPr txBox="1"/>
          <p:nvPr>
            <p:custDataLst>
              <p:tags r:id="rId25"/>
            </p:custDataLst>
          </p:nvPr>
        </p:nvSpPr>
        <p:spPr>
          <a:xfrm>
            <a:off x="7294335" y="2238080"/>
            <a:ext cx="4587310" cy="923330"/>
          </a:xfrm>
          <a:prstGeom prst="rect">
            <a:avLst/>
          </a:prstGeom>
          <a:noFill/>
        </p:spPr>
        <p:txBody>
          <a:bodyPr wrap="square" lIns="91440" tIns="45720" rIns="91440" bIns="45720" rtlCol="0" anchor="t">
            <a:spAutoFit/>
          </a:bodyPr>
          <a:lstStyle/>
          <a:p>
            <a:pPr marL="171450" marR="0" lvl="0" indent="-171450" algn="l" defTabSz="914400" rtl="0" eaLnBrk="1" fontAlgn="auto" latinLnBrk="0" hangingPunct="1">
              <a:lnSpc>
                <a:spcPct val="100000"/>
              </a:lnSpc>
              <a:spcBef>
                <a:spcPts val="0"/>
              </a:spcBef>
              <a:spcAft>
                <a:spcPts val="0"/>
              </a:spcAft>
              <a:buClrTx/>
              <a:buSzTx/>
              <a:buFontTx/>
              <a:buBlip>
                <a:blip r:embed="rId53"/>
              </a:buBlip>
              <a:tabLst/>
              <a:defRPr/>
            </a:pPr>
            <a:r>
              <a:rPr kumimoji="0" lang="fr-FR" sz="900" b="1" i="0" u="none" strike="noStrike" kern="1200" cap="none" spc="0" normalizeH="0" baseline="0" noProof="0">
                <a:ln>
                  <a:noFill/>
                </a:ln>
                <a:solidFill>
                  <a:prstClr val="black"/>
                </a:solidFill>
                <a:effectLst/>
                <a:uLnTx/>
                <a:uFillTx/>
                <a:latin typeface="Avenir Next LT Pro"/>
                <a:ea typeface="+mn-ea"/>
                <a:cs typeface="+mn-cs"/>
              </a:rPr>
              <a:t>Partager et arbitrer </a:t>
            </a:r>
            <a:r>
              <a:rPr kumimoji="0" lang="fr-FR" sz="900" b="0" i="0" u="none" strike="noStrike" kern="1200" cap="none" spc="0" normalizeH="0" baseline="0" noProof="0">
                <a:ln>
                  <a:noFill/>
                </a:ln>
                <a:solidFill>
                  <a:prstClr val="black"/>
                </a:solidFill>
                <a:effectLst/>
                <a:uLnTx/>
                <a:uFillTx/>
                <a:latin typeface="Avenir Next LT Pro"/>
                <a:ea typeface="+mn-ea"/>
                <a:cs typeface="+mn-cs"/>
              </a:rPr>
              <a:t>les études d’architecture (cadrage, scénarios, trajectoires) des projets stratégiques et majeurs​</a:t>
            </a:r>
          </a:p>
          <a:p>
            <a:pPr marL="171450" marR="0" lvl="0" indent="-171450" algn="l" defTabSz="914400" rtl="0" eaLnBrk="1" fontAlgn="auto" latinLnBrk="0" hangingPunct="1">
              <a:lnSpc>
                <a:spcPct val="100000"/>
              </a:lnSpc>
              <a:spcBef>
                <a:spcPts val="0"/>
              </a:spcBef>
              <a:spcAft>
                <a:spcPts val="0"/>
              </a:spcAft>
              <a:buClrTx/>
              <a:buSzTx/>
              <a:buFontTx/>
              <a:buBlip>
                <a:blip r:embed="rId53"/>
              </a:buBlip>
              <a:tabLst/>
              <a:defRPr/>
            </a:pPr>
            <a:r>
              <a:rPr kumimoji="0" lang="fr-FR" sz="900" b="0" i="0" u="none" strike="noStrike" kern="1200" cap="none" spc="0" normalizeH="0" baseline="0" noProof="0">
                <a:ln>
                  <a:noFill/>
                </a:ln>
                <a:solidFill>
                  <a:prstClr val="black"/>
                </a:solidFill>
                <a:effectLst/>
                <a:uLnTx/>
                <a:uFillTx/>
                <a:latin typeface="Avenir Next LT Pro"/>
                <a:ea typeface="+mn-ea"/>
                <a:cs typeface="+mn-cs"/>
              </a:rPr>
              <a:t>Valider toutes les évolutions majeures d’architecture​</a:t>
            </a:r>
          </a:p>
          <a:p>
            <a:pPr marL="171450" marR="0" lvl="0" indent="-171450" algn="l" defTabSz="914400" rtl="0" eaLnBrk="1" fontAlgn="auto" latinLnBrk="0" hangingPunct="1">
              <a:lnSpc>
                <a:spcPct val="100000"/>
              </a:lnSpc>
              <a:spcBef>
                <a:spcPts val="0"/>
              </a:spcBef>
              <a:spcAft>
                <a:spcPts val="0"/>
              </a:spcAft>
              <a:buClrTx/>
              <a:buSzTx/>
              <a:buFontTx/>
              <a:buBlip>
                <a:blip r:embed="rId53"/>
              </a:buBlip>
              <a:tabLst/>
              <a:defRPr/>
            </a:pPr>
            <a:r>
              <a:rPr kumimoji="0" lang="fr-FR" sz="900" b="0" i="0" u="none" strike="noStrike" kern="1200" cap="none" spc="0" normalizeH="0" baseline="0" noProof="0">
                <a:ln>
                  <a:noFill/>
                </a:ln>
                <a:solidFill>
                  <a:prstClr val="black"/>
                </a:solidFill>
                <a:effectLst/>
                <a:uLnTx/>
                <a:uFillTx/>
                <a:latin typeface="Avenir Next LT Pro"/>
                <a:ea typeface="+mn-ea"/>
                <a:cs typeface="+mn-cs"/>
              </a:rPr>
              <a:t>Valider les évolutions structurantes du cadre de référence​ (Archi, OPS, Cyber, …)</a:t>
            </a:r>
          </a:p>
          <a:p>
            <a:pPr marL="171450" marR="0" lvl="0" indent="-171450" algn="l" defTabSz="914400" rtl="0" eaLnBrk="1" fontAlgn="auto" latinLnBrk="0" hangingPunct="1">
              <a:lnSpc>
                <a:spcPct val="100000"/>
              </a:lnSpc>
              <a:spcBef>
                <a:spcPts val="0"/>
              </a:spcBef>
              <a:spcAft>
                <a:spcPts val="0"/>
              </a:spcAft>
              <a:buClrTx/>
              <a:buSzTx/>
              <a:buFontTx/>
              <a:buBlip>
                <a:blip r:embed="rId53"/>
              </a:buBlip>
              <a:tabLst/>
              <a:defRPr/>
            </a:pPr>
            <a:r>
              <a:rPr kumimoji="0" lang="fr-FR" sz="900" b="0" i="0" u="none" strike="noStrike" kern="1200" cap="none" spc="0" normalizeH="0" baseline="0" noProof="0">
                <a:ln>
                  <a:noFill/>
                </a:ln>
                <a:solidFill>
                  <a:prstClr val="black"/>
                </a:solidFill>
                <a:effectLst/>
                <a:uLnTx/>
                <a:uFillTx/>
                <a:latin typeface="Avenir Next LT Pro"/>
                <a:ea typeface="+mn-ea"/>
                <a:cs typeface="+mn-cs"/>
              </a:rPr>
              <a:t>Valider les dérogations / déviations d’architecture (architectures de transition non conformes avec le cadre de référence) ​​</a:t>
            </a:r>
          </a:p>
        </p:txBody>
      </p:sp>
      <p:sp>
        <p:nvSpPr>
          <p:cNvPr id="41" name="ZoneTexte 40">
            <a:extLst>
              <a:ext uri="{FF2B5EF4-FFF2-40B4-BE49-F238E27FC236}">
                <a16:creationId xmlns:a16="http://schemas.microsoft.com/office/drawing/2014/main" id="{A147712F-AA58-3CA6-4D95-E89C4F649F2D}"/>
              </a:ext>
            </a:extLst>
          </p:cNvPr>
          <p:cNvSpPr txBox="1"/>
          <p:nvPr>
            <p:custDataLst>
              <p:tags r:id="rId26"/>
            </p:custDataLst>
          </p:nvPr>
        </p:nvSpPr>
        <p:spPr>
          <a:xfrm>
            <a:off x="7294336" y="3230615"/>
            <a:ext cx="4320000" cy="646331"/>
          </a:xfrm>
          <a:prstGeom prst="rect">
            <a:avLst/>
          </a:prstGeom>
          <a:noFill/>
        </p:spPr>
        <p:txBody>
          <a:bodyPr wrap="square" lIns="91440" tIns="45720" rIns="91440" bIns="45720" rtlCol="0" anchor="t">
            <a:spAutoFit/>
          </a:bodyPr>
          <a:lstStyle>
            <a:defPPr>
              <a:defRPr lang="fr-FR"/>
            </a:defPPr>
            <a:lvl1pPr marL="171453" indent="-171453">
              <a:buFont typeface="Wingdings" panose="05000000000000000000" pitchFamily="2" charset="2"/>
              <a:buChar char="ü"/>
              <a:defRPr sz="1000">
                <a:latin typeface="Montserrat" panose="02000505000000020004" pitchFamily="2" charset="0"/>
              </a:defRPr>
            </a:lvl1p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53"/>
              </a:buBlip>
              <a:tabLst/>
              <a:defRPr/>
            </a:pPr>
            <a:r>
              <a:rPr kumimoji="0" lang="fr-FR" sz="900" b="0" i="0" u="none" strike="noStrike" kern="1200" cap="none" spc="0" normalizeH="0" baseline="0" noProof="0">
                <a:ln>
                  <a:noFill/>
                </a:ln>
                <a:solidFill>
                  <a:prstClr val="black"/>
                </a:solidFill>
                <a:effectLst/>
                <a:uLnTx/>
                <a:uFillTx/>
                <a:latin typeface="Avenir Next LT Pro"/>
                <a:ea typeface="+mn-ea"/>
                <a:cs typeface="+mn-cs"/>
              </a:rPr>
              <a:t>En cas de projet stratégique (obligatoire) et certains projets majeurs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53"/>
              </a:buBlip>
              <a:tabLst/>
              <a:defRPr/>
            </a:pPr>
            <a:r>
              <a:rPr kumimoji="0" lang="fr-FR" sz="900" b="0" i="0" u="none" strike="noStrike" kern="1200" cap="none" spc="0" normalizeH="0" baseline="0" noProof="0">
                <a:ln>
                  <a:noFill/>
                </a:ln>
                <a:solidFill>
                  <a:prstClr val="black"/>
                </a:solidFill>
                <a:effectLst/>
                <a:uLnTx/>
                <a:uFillTx/>
                <a:latin typeface="Avenir Next LT Pro"/>
                <a:ea typeface="+mn-ea"/>
                <a:cs typeface="+mn-cs"/>
              </a:rPr>
              <a:t>En cas d’évolution du cadre de référence​ (structurante)</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53"/>
              </a:buBlip>
              <a:tabLst/>
              <a:defRPr/>
            </a:pPr>
            <a:r>
              <a:rPr kumimoji="0" lang="fr-FR" sz="900" b="0" i="0" u="none" strike="noStrike" kern="1200" cap="none" spc="0" normalizeH="0" baseline="0" noProof="0">
                <a:ln>
                  <a:noFill/>
                </a:ln>
                <a:solidFill>
                  <a:prstClr val="black"/>
                </a:solidFill>
                <a:effectLst/>
                <a:uLnTx/>
                <a:uFillTx/>
                <a:latin typeface="Avenir Next LT Pro"/>
                <a:ea typeface="+mn-ea"/>
                <a:cs typeface="+mn-cs"/>
              </a:rPr>
              <a:t>En cas d’architecture non conforme au cadre de référence​</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53"/>
              </a:buBlip>
              <a:tabLst/>
              <a:defRPr/>
            </a:pPr>
            <a:r>
              <a:rPr kumimoji="0" lang="fr-FR" sz="900" b="0" i="0" u="none" strike="noStrike" kern="1200" cap="none" spc="0" normalizeH="0" baseline="0" noProof="0">
                <a:ln>
                  <a:noFill/>
                </a:ln>
                <a:solidFill>
                  <a:prstClr val="black"/>
                </a:solidFill>
                <a:effectLst/>
                <a:uLnTx/>
                <a:uFillTx/>
                <a:latin typeface="Avenir Next LT Pro"/>
                <a:ea typeface="+mn-ea"/>
                <a:cs typeface="+mn-cs"/>
              </a:rPr>
              <a:t>À la demande de l’architecte​</a:t>
            </a:r>
            <a:endParaRPr kumimoji="0" lang="fr-FR" sz="900" b="1" i="0" u="none" strike="noStrike" kern="1200" cap="none" spc="0" normalizeH="0" baseline="0" noProof="0">
              <a:ln>
                <a:noFill/>
              </a:ln>
              <a:solidFill>
                <a:prstClr val="black"/>
              </a:solidFill>
              <a:effectLst/>
              <a:uLnTx/>
              <a:uFillTx/>
              <a:latin typeface="Avenir Next LT Pro"/>
              <a:ea typeface="+mn-ea"/>
              <a:cs typeface="+mn-cs"/>
            </a:endParaRPr>
          </a:p>
        </p:txBody>
      </p:sp>
      <p:sp>
        <p:nvSpPr>
          <p:cNvPr id="42" name="ZoneTexte 41">
            <a:extLst>
              <a:ext uri="{FF2B5EF4-FFF2-40B4-BE49-F238E27FC236}">
                <a16:creationId xmlns:a16="http://schemas.microsoft.com/office/drawing/2014/main" id="{D66F5F75-1373-9D49-6F2B-6AD77F9932B7}"/>
              </a:ext>
            </a:extLst>
          </p:cNvPr>
          <p:cNvSpPr txBox="1"/>
          <p:nvPr>
            <p:custDataLst>
              <p:tags r:id="rId27"/>
            </p:custDataLst>
          </p:nvPr>
        </p:nvSpPr>
        <p:spPr>
          <a:xfrm>
            <a:off x="7294335" y="4058376"/>
            <a:ext cx="4320000"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Bimensuel</a:t>
            </a:r>
          </a:p>
        </p:txBody>
      </p:sp>
      <p:sp>
        <p:nvSpPr>
          <p:cNvPr id="43" name="ZoneTexte 42">
            <a:extLst>
              <a:ext uri="{FF2B5EF4-FFF2-40B4-BE49-F238E27FC236}">
                <a16:creationId xmlns:a16="http://schemas.microsoft.com/office/drawing/2014/main" id="{ABC0EACB-E86B-7AAA-594F-543F3C91EF4B}"/>
              </a:ext>
            </a:extLst>
          </p:cNvPr>
          <p:cNvSpPr txBox="1"/>
          <p:nvPr>
            <p:custDataLst>
              <p:tags r:id="rId28"/>
            </p:custDataLst>
          </p:nvPr>
        </p:nvSpPr>
        <p:spPr>
          <a:xfrm>
            <a:off x="7723913" y="1585321"/>
            <a:ext cx="377529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1200" cap="none" spc="0" normalizeH="0" baseline="0" noProof="0">
                <a:ln>
                  <a:noFill/>
                </a:ln>
                <a:solidFill>
                  <a:srgbClr val="F1A500"/>
                </a:solidFill>
                <a:effectLst/>
                <a:uLnTx/>
                <a:uFillTx/>
                <a:latin typeface="Avenir Next LT Pro" panose="020B0504020202020204" pitchFamily="34" charset="0"/>
                <a:ea typeface="+mn-ea"/>
                <a:cs typeface="+mn-cs"/>
              </a:rPr>
              <a:t>Instance de maitrise </a:t>
            </a:r>
            <a:r>
              <a:rPr kumimoji="0" lang="fr-FR" sz="1200" b="0" i="1" u="none" strike="noStrike" kern="1200" cap="none" spc="0" normalizeH="0" baseline="0" noProof="0">
                <a:ln>
                  <a:noFill/>
                </a:ln>
                <a:solidFill>
                  <a:srgbClr val="F1A500"/>
                </a:solidFill>
                <a:effectLst/>
                <a:uLnTx/>
                <a:uFillTx/>
                <a:latin typeface="Avenir Next LT Pro" panose="020B0504020202020204" pitchFamily="34" charset="0"/>
                <a:ea typeface="+mn-ea"/>
                <a:cs typeface="+mn-cs"/>
              </a:rPr>
              <a:t>de l’architecture et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1" u="none" strike="noStrike" kern="1200" cap="none" spc="0" normalizeH="0" baseline="0" noProof="0">
                <a:ln>
                  <a:noFill/>
                </a:ln>
                <a:solidFill>
                  <a:srgbClr val="F1A500"/>
                </a:solidFill>
                <a:effectLst/>
                <a:uLnTx/>
                <a:uFillTx/>
                <a:latin typeface="Avenir Next LT Pro" panose="020B0504020202020204" pitchFamily="34" charset="0"/>
                <a:ea typeface="+mn-ea"/>
                <a:cs typeface="+mn-cs"/>
              </a:rPr>
              <a:t>de validation des évolutions impactantes​</a:t>
            </a:r>
          </a:p>
        </p:txBody>
      </p:sp>
      <p:pic>
        <p:nvPicPr>
          <p:cNvPr id="44" name="Graphique 43" descr="Marteau d'officiel contour">
            <a:extLst>
              <a:ext uri="{FF2B5EF4-FFF2-40B4-BE49-F238E27FC236}">
                <a16:creationId xmlns:a16="http://schemas.microsoft.com/office/drawing/2014/main" id="{A3646328-8C0F-F543-29C2-308B97C80DF5}"/>
              </a:ext>
            </a:extLst>
          </p:cNvPr>
          <p:cNvPicPr>
            <a:picLocks noChangeAspect="1"/>
          </p:cNvPicPr>
          <p:nvPr>
            <p:custDataLst>
              <p:tags r:id="rId29"/>
            </p:custDataLst>
          </p:nvPr>
        </p:nvPicPr>
        <p:blipFill>
          <a:blip r:embed="rId54">
            <a:extLst>
              <a:ext uri="{96DAC541-7B7A-43D3-8B79-37D633B846F1}">
                <asvg:svgBlip xmlns:asvg="http://schemas.microsoft.com/office/drawing/2016/SVG/main" r:embed="rId55"/>
              </a:ext>
            </a:extLst>
          </a:blip>
          <a:stretch>
            <a:fillRect/>
          </a:stretch>
        </p:blipFill>
        <p:spPr>
          <a:xfrm>
            <a:off x="7340520" y="1468259"/>
            <a:ext cx="645223" cy="645223"/>
          </a:xfrm>
          <a:prstGeom prst="rect">
            <a:avLst/>
          </a:prstGeom>
        </p:spPr>
      </p:pic>
      <p:sp>
        <p:nvSpPr>
          <p:cNvPr id="45" name="Rectangle : coins arrondis 44">
            <a:extLst>
              <a:ext uri="{FF2B5EF4-FFF2-40B4-BE49-F238E27FC236}">
                <a16:creationId xmlns:a16="http://schemas.microsoft.com/office/drawing/2014/main" id="{E301B1C5-5535-F198-9036-B93475D11238}"/>
              </a:ext>
            </a:extLst>
          </p:cNvPr>
          <p:cNvSpPr/>
          <p:nvPr>
            <p:custDataLst>
              <p:tags r:id="rId30"/>
            </p:custDataLst>
          </p:nvPr>
        </p:nvSpPr>
        <p:spPr>
          <a:xfrm>
            <a:off x="7330180" y="4570085"/>
            <a:ext cx="632654" cy="204859"/>
          </a:xfrm>
          <a:prstGeom prst="roundRect">
            <a:avLst>
              <a:gd name="adj" fmla="val 19023"/>
            </a:avLst>
          </a:prstGeom>
          <a:solidFill>
            <a:srgbClr val="FAB92E"/>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1" i="0" u="none" strike="noStrike" kern="1200" cap="none" spc="0" normalizeH="0" baseline="0" noProof="0">
                <a:ln>
                  <a:noFill/>
                </a:ln>
                <a:solidFill>
                  <a:srgbClr val="102031"/>
                </a:solidFill>
                <a:effectLst/>
                <a:uLnTx/>
                <a:uFillTx/>
                <a:latin typeface="Avenir Black" panose="02000503020000020003" pitchFamily="2" charset="0"/>
                <a:ea typeface="+mn-ea"/>
                <a:cs typeface="Arial" panose="020B0604020202020204" pitchFamily="34" charset="0"/>
              </a:rPr>
              <a:t>1h30</a:t>
            </a:r>
          </a:p>
        </p:txBody>
      </p:sp>
      <p:sp>
        <p:nvSpPr>
          <p:cNvPr id="48" name="Rectangle : coins arrondis 47">
            <a:extLst>
              <a:ext uri="{FF2B5EF4-FFF2-40B4-BE49-F238E27FC236}">
                <a16:creationId xmlns:a16="http://schemas.microsoft.com/office/drawing/2014/main" id="{AB72AE61-69F7-7780-6375-118E7CC1EDF8}"/>
              </a:ext>
            </a:extLst>
          </p:cNvPr>
          <p:cNvSpPr/>
          <p:nvPr>
            <p:custDataLst>
              <p:tags r:id="rId31"/>
            </p:custDataLst>
          </p:nvPr>
        </p:nvSpPr>
        <p:spPr>
          <a:xfrm>
            <a:off x="7354672" y="1109516"/>
            <a:ext cx="4513779" cy="298056"/>
          </a:xfrm>
          <a:prstGeom prst="roundRect">
            <a:avLst>
              <a:gd name="adj" fmla="val 13852"/>
            </a:avLst>
          </a:prstGeom>
          <a:solidFill>
            <a:srgbClr val="FAB92E"/>
          </a:solidFill>
          <a:ln w="19050">
            <a:solidFill>
              <a:srgbClr val="FAB9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102031"/>
                </a:solidFill>
                <a:effectLst/>
                <a:uLnTx/>
                <a:uFillTx/>
                <a:latin typeface="Avenir Black" panose="02000503020000020003" pitchFamily="2" charset="0"/>
                <a:ea typeface="+mn-ea"/>
                <a:cs typeface="Arial" panose="020B0604020202020204" pitchFamily="34" charset="0"/>
              </a:rPr>
              <a:t>COMITÉ D’ARCHITECTURE </a:t>
            </a:r>
            <a:r>
              <a:rPr kumimoji="0" lang="fr-FR" sz="1200" b="0" i="0" u="none" strike="noStrike" kern="1200" cap="none" spc="0" normalizeH="0" baseline="0" noProof="0">
                <a:ln>
                  <a:noFill/>
                </a:ln>
                <a:solidFill>
                  <a:srgbClr val="102031"/>
                </a:solidFill>
                <a:effectLst/>
                <a:uLnTx/>
                <a:uFillTx/>
                <a:latin typeface="Avenir Black" panose="02000503020000020003" pitchFamily="2" charset="0"/>
                <a:ea typeface="+mn-ea"/>
                <a:cs typeface="Arial" panose="020B0604020202020204" pitchFamily="34" charset="0"/>
              </a:rPr>
              <a:t>(NEW)</a:t>
            </a:r>
          </a:p>
        </p:txBody>
      </p:sp>
      <p:sp>
        <p:nvSpPr>
          <p:cNvPr id="49" name="Rectangle 48">
            <a:extLst>
              <a:ext uri="{FF2B5EF4-FFF2-40B4-BE49-F238E27FC236}">
                <a16:creationId xmlns:a16="http://schemas.microsoft.com/office/drawing/2014/main" id="{1ACFFD2A-231C-F864-97A1-46D4E2AC0C26}"/>
              </a:ext>
            </a:extLst>
          </p:cNvPr>
          <p:cNvSpPr/>
          <p:nvPr>
            <p:custDataLst>
              <p:tags r:id="rId32"/>
            </p:custDataLst>
          </p:nvPr>
        </p:nvSpPr>
        <p:spPr>
          <a:xfrm>
            <a:off x="2197456" y="2246043"/>
            <a:ext cx="45719" cy="904360"/>
          </a:xfrm>
          <a:prstGeom prst="rect">
            <a:avLst/>
          </a:prstGeom>
          <a:solidFill>
            <a:srgbClr val="FAB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0" name="Rectangle 49">
            <a:extLst>
              <a:ext uri="{FF2B5EF4-FFF2-40B4-BE49-F238E27FC236}">
                <a16:creationId xmlns:a16="http://schemas.microsoft.com/office/drawing/2014/main" id="{86737180-E3E8-2839-A3BA-21DFA63621F4}"/>
              </a:ext>
            </a:extLst>
          </p:cNvPr>
          <p:cNvSpPr/>
          <p:nvPr>
            <p:custDataLst>
              <p:tags r:id="rId33"/>
            </p:custDataLst>
          </p:nvPr>
        </p:nvSpPr>
        <p:spPr>
          <a:xfrm>
            <a:off x="2197456" y="3231662"/>
            <a:ext cx="45719" cy="645515"/>
          </a:xfrm>
          <a:prstGeom prst="rect">
            <a:avLst/>
          </a:prstGeom>
          <a:solidFill>
            <a:srgbClr val="FAB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1" name="Rectangle 50">
            <a:extLst>
              <a:ext uri="{FF2B5EF4-FFF2-40B4-BE49-F238E27FC236}">
                <a16:creationId xmlns:a16="http://schemas.microsoft.com/office/drawing/2014/main" id="{3B396C9E-81FC-E4FD-9E11-D773F112896C}"/>
              </a:ext>
            </a:extLst>
          </p:cNvPr>
          <p:cNvSpPr/>
          <p:nvPr>
            <p:custDataLst>
              <p:tags r:id="rId34"/>
            </p:custDataLst>
          </p:nvPr>
        </p:nvSpPr>
        <p:spPr>
          <a:xfrm>
            <a:off x="2197456" y="3975697"/>
            <a:ext cx="45719" cy="396297"/>
          </a:xfrm>
          <a:prstGeom prst="rect">
            <a:avLst/>
          </a:prstGeom>
          <a:solidFill>
            <a:srgbClr val="FAB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5" name="Rectangle 54">
            <a:extLst>
              <a:ext uri="{FF2B5EF4-FFF2-40B4-BE49-F238E27FC236}">
                <a16:creationId xmlns:a16="http://schemas.microsoft.com/office/drawing/2014/main" id="{73F8722D-CAFE-8722-60CC-D1FD7F6BB48B}"/>
              </a:ext>
            </a:extLst>
          </p:cNvPr>
          <p:cNvSpPr/>
          <p:nvPr>
            <p:custDataLst>
              <p:tags r:id="rId35"/>
            </p:custDataLst>
          </p:nvPr>
        </p:nvSpPr>
        <p:spPr>
          <a:xfrm>
            <a:off x="2197456" y="4467596"/>
            <a:ext cx="45719" cy="401561"/>
          </a:xfrm>
          <a:prstGeom prst="rect">
            <a:avLst/>
          </a:prstGeom>
          <a:solidFill>
            <a:srgbClr val="FAB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6" name="Rectangle 55">
            <a:extLst>
              <a:ext uri="{FF2B5EF4-FFF2-40B4-BE49-F238E27FC236}">
                <a16:creationId xmlns:a16="http://schemas.microsoft.com/office/drawing/2014/main" id="{9EDFDBB3-3701-44EE-5AA5-83E88EF2BDB7}"/>
              </a:ext>
            </a:extLst>
          </p:cNvPr>
          <p:cNvSpPr/>
          <p:nvPr>
            <p:custDataLst>
              <p:tags r:id="rId36"/>
            </p:custDataLst>
          </p:nvPr>
        </p:nvSpPr>
        <p:spPr>
          <a:xfrm>
            <a:off x="2197456" y="4962390"/>
            <a:ext cx="45719" cy="1256155"/>
          </a:xfrm>
          <a:prstGeom prst="rect">
            <a:avLst/>
          </a:prstGeom>
          <a:solidFill>
            <a:srgbClr val="FAB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7" name="ZoneTexte 56">
            <a:extLst>
              <a:ext uri="{FF2B5EF4-FFF2-40B4-BE49-F238E27FC236}">
                <a16:creationId xmlns:a16="http://schemas.microsoft.com/office/drawing/2014/main" id="{24EF1C1D-9008-276D-8D4D-D0F5516E3245}"/>
              </a:ext>
            </a:extLst>
          </p:cNvPr>
          <p:cNvSpPr txBox="1"/>
          <p:nvPr>
            <p:custDataLst>
              <p:tags r:id="rId37"/>
            </p:custDataLst>
          </p:nvPr>
        </p:nvSpPr>
        <p:spPr>
          <a:xfrm>
            <a:off x="7255189" y="4947655"/>
            <a:ext cx="4320000" cy="1754326"/>
          </a:xfrm>
          <a:prstGeom prst="rect">
            <a:avLst/>
          </a:prstGeom>
          <a:noFill/>
        </p:spPr>
        <p:txBody>
          <a:bodyPr wrap="square" rtlCol="0">
            <a:spAutoFit/>
          </a:bodyPr>
          <a:lstStyle>
            <a:defPPr>
              <a:defRPr lang="fr-FR"/>
            </a:defPPr>
            <a:lvl1pPr marL="171453" indent="-171453">
              <a:buFont typeface="Wingdings" panose="05000000000000000000" pitchFamily="2" charset="2"/>
              <a:buChar char="ü"/>
              <a:defRPr sz="1000">
                <a:latin typeface="Montserrat" panose="02000505000000020004" pitchFamily="2" charset="0"/>
              </a:defRPr>
            </a:lvl1p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fr-FR" sz="900" b="1"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Participants obligatoires / Lead : </a:t>
            </a:r>
          </a:p>
          <a:p>
            <a:pPr marL="171453" marR="0" lvl="0" indent="-171453"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53"/>
              </a:buBlip>
              <a:tabLst/>
              <a:defRPr/>
            </a:pPr>
            <a:r>
              <a:rPr kumimoji="0" lang="fr-FR" sz="9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Responsable Architecture (ou représentant)</a:t>
            </a:r>
          </a:p>
          <a:p>
            <a:pPr marL="171453" marR="0" lvl="0" indent="-171453"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53"/>
              </a:buBlip>
              <a:tabLst/>
              <a:defRPr/>
            </a:pPr>
            <a:r>
              <a:rPr kumimoji="0" lang="fr-FR" sz="9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CTO (ou représentant)</a:t>
            </a:r>
          </a:p>
          <a:p>
            <a:pPr marL="171453" marR="0" lvl="0" indent="-171453"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53"/>
              </a:buBlip>
              <a:tabLst/>
              <a:defRPr/>
            </a:pPr>
            <a:r>
              <a:rPr lang="fr-FR" sz="900">
                <a:solidFill>
                  <a:prstClr val="black"/>
                </a:solidFill>
                <a:latin typeface="Avenir Next LT Pro" panose="020B0504020202020204" pitchFamily="34" charset="0"/>
              </a:rPr>
              <a:t>RSSI</a:t>
            </a:r>
            <a:r>
              <a:rPr kumimoji="0" lang="fr-FR" sz="9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 (ou représentant)</a:t>
            </a:r>
          </a:p>
          <a:p>
            <a:pPr marL="171453" marR="0" lvl="0" indent="-171453"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53"/>
              </a:buBlip>
              <a:tabLst/>
              <a:defRPr/>
            </a:pPr>
            <a:r>
              <a:rPr kumimoji="0" lang="fr-FR" sz="9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Lead Projet (CP/DP si cycle en V, PO/PM si agile)</a:t>
            </a:r>
          </a:p>
          <a:p>
            <a:pPr marL="171453" marR="0" lvl="0" indent="-171453"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53"/>
              </a:buBlip>
              <a:tabLst/>
              <a:defRPr/>
            </a:pPr>
            <a:r>
              <a:rPr kumimoji="0" lang="fr-FR" sz="9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Architecte(s) du projet</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fr-FR" sz="9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fr-FR" sz="900" b="1"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Autres participants selon besoin / à la demande :</a:t>
            </a:r>
          </a:p>
          <a:p>
            <a:pPr marL="171453" marR="0" lvl="0" indent="-171453"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53"/>
              </a:buBlip>
              <a:tabLst/>
              <a:defRPr/>
            </a:pPr>
            <a:r>
              <a:rPr kumimoji="0" lang="fr-FR" sz="9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Membres du CODIR Digital</a:t>
            </a:r>
          </a:p>
          <a:p>
            <a:pPr marL="171453" marR="0" lvl="0" indent="-171453"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53"/>
              </a:buBlip>
              <a:tabLst/>
              <a:defRPr/>
            </a:pPr>
            <a:r>
              <a:rPr kumimoji="0" lang="fr-FR" sz="9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Responsable du domaine / produit</a:t>
            </a:r>
          </a:p>
          <a:p>
            <a:pPr marL="171453" marR="0" lvl="0" indent="-171453"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53"/>
              </a:buBlip>
              <a:tabLst/>
              <a:defRPr/>
            </a:pPr>
            <a:r>
              <a:rPr kumimoji="0" lang="fr-FR" sz="9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Expert(s) architecte (Architecte : Data, SSI, …)</a:t>
            </a:r>
          </a:p>
          <a:p>
            <a:pPr marL="171453" marR="0" lvl="0" indent="-171453"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53"/>
              </a:buBlip>
              <a:tabLst/>
              <a:defRPr/>
            </a:pPr>
            <a:r>
              <a:rPr kumimoji="0" lang="fr-FR" sz="900" b="0" i="0" u="none" strike="noStrike" kern="1200" cap="none" spc="0" normalizeH="0" baseline="0" noProof="0">
                <a:ln>
                  <a:noFill/>
                </a:ln>
                <a:solidFill>
                  <a:prstClr val="black"/>
                </a:solidFill>
                <a:effectLst/>
                <a:uLnTx/>
                <a:uFillTx/>
                <a:latin typeface="Avenir Next LT Pro" panose="020B0504020202020204" pitchFamily="34" charset="0"/>
                <a:ea typeface="+mn-ea"/>
                <a:cs typeface="+mn-cs"/>
              </a:rPr>
              <a:t>Expert(s) du projet (Tech Lead, UX, …)</a:t>
            </a:r>
          </a:p>
        </p:txBody>
      </p:sp>
      <p:sp>
        <p:nvSpPr>
          <p:cNvPr id="58" name="Flèche : droite 57">
            <a:extLst>
              <a:ext uri="{FF2B5EF4-FFF2-40B4-BE49-F238E27FC236}">
                <a16:creationId xmlns:a16="http://schemas.microsoft.com/office/drawing/2014/main" id="{C1DDD3B2-03B1-20C1-6E7F-120A3397EB6F}"/>
              </a:ext>
            </a:extLst>
          </p:cNvPr>
          <p:cNvSpPr/>
          <p:nvPr/>
        </p:nvSpPr>
        <p:spPr>
          <a:xfrm>
            <a:off x="5865354" y="2956853"/>
            <a:ext cx="1502659" cy="2524624"/>
          </a:xfrm>
          <a:prstGeom prst="rightArrow">
            <a:avLst>
              <a:gd name="adj1" fmla="val 55732"/>
              <a:gd name="adj2" fmla="val 43331"/>
            </a:avLst>
          </a:prstGeom>
          <a:solidFill>
            <a:srgbClr val="FACA00">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itre 23">
            <a:extLst>
              <a:ext uri="{FF2B5EF4-FFF2-40B4-BE49-F238E27FC236}">
                <a16:creationId xmlns:a16="http://schemas.microsoft.com/office/drawing/2014/main" id="{4BFD2759-5919-0F71-BF12-83C81FEEFFE0}"/>
              </a:ext>
            </a:extLst>
          </p:cNvPr>
          <p:cNvSpPr>
            <a:spLocks noGrp="1"/>
          </p:cNvSpPr>
          <p:nvPr>
            <p:ph type="title"/>
          </p:nvPr>
        </p:nvSpPr>
        <p:spPr>
          <a:xfrm>
            <a:off x="838595" y="338788"/>
            <a:ext cx="5375394" cy="369332"/>
          </a:xfrm>
        </p:spPr>
        <p:txBody>
          <a:bodyPr/>
          <a:lstStyle/>
          <a:p>
            <a:r>
              <a:rPr lang="fr-FR" sz="2000" b="1" dirty="0">
                <a:solidFill>
                  <a:srgbClr val="102031"/>
                </a:solidFill>
                <a:latin typeface="Avenir Black" panose="02000503020000020003" pitchFamily="2" charset="0"/>
              </a:rPr>
              <a:t>LES INSTANCES D’ARCHITECTURE</a:t>
            </a:r>
            <a:endParaRPr lang="fr-FR" dirty="0"/>
          </a:p>
        </p:txBody>
      </p:sp>
      <p:sp>
        <p:nvSpPr>
          <p:cNvPr id="26" name="Espace réservé du texte 25">
            <a:extLst>
              <a:ext uri="{FF2B5EF4-FFF2-40B4-BE49-F238E27FC236}">
                <a16:creationId xmlns:a16="http://schemas.microsoft.com/office/drawing/2014/main" id="{20045325-A66D-3F7D-21CB-325571661E0D}"/>
              </a:ext>
            </a:extLst>
          </p:cNvPr>
          <p:cNvSpPr>
            <a:spLocks noGrp="1"/>
          </p:cNvSpPr>
          <p:nvPr>
            <p:ph type="body" sz="quarter" idx="10"/>
          </p:nvPr>
        </p:nvSpPr>
        <p:spPr>
          <a:xfrm>
            <a:off x="924539" y="790043"/>
            <a:ext cx="3840923" cy="286232"/>
          </a:xfrm>
        </p:spPr>
        <p:txBody>
          <a:bodyPr/>
          <a:lstStyle/>
          <a:p>
            <a:r>
              <a:rPr lang="fr-FR" sz="1400" dirty="0">
                <a:solidFill>
                  <a:srgbClr val="096D6D"/>
                </a:solidFill>
                <a:latin typeface="Avenir Book" panose="02000503020000020003" pitchFamily="2" charset="0"/>
              </a:rPr>
              <a:t>Le comité d’architecture vs. la revue des architectes</a:t>
            </a:r>
          </a:p>
        </p:txBody>
      </p:sp>
      <p:sp>
        <p:nvSpPr>
          <p:cNvPr id="29" name="Espace réservé du texte 28">
            <a:extLst>
              <a:ext uri="{FF2B5EF4-FFF2-40B4-BE49-F238E27FC236}">
                <a16:creationId xmlns:a16="http://schemas.microsoft.com/office/drawing/2014/main" id="{EEE31C1F-4C63-077A-DDFF-7558BFD305C6}"/>
              </a:ext>
            </a:extLst>
          </p:cNvPr>
          <p:cNvSpPr>
            <a:spLocks noGrp="1"/>
          </p:cNvSpPr>
          <p:nvPr>
            <p:ph type="body" sz="quarter" idx="11"/>
          </p:nvPr>
        </p:nvSpPr>
        <p:spPr>
          <a:xfrm>
            <a:off x="116613" y="216514"/>
            <a:ext cx="680525" cy="609398"/>
          </a:xfrm>
        </p:spPr>
        <p:txBody>
          <a:bodyPr/>
          <a:lstStyle/>
          <a:p>
            <a:r>
              <a:rPr lang="fr-FR" dirty="0">
                <a:solidFill>
                  <a:srgbClr val="BFBFBF"/>
                </a:solidFill>
              </a:rPr>
              <a:t>00</a:t>
            </a:r>
          </a:p>
        </p:txBody>
      </p:sp>
      <p:sp>
        <p:nvSpPr>
          <p:cNvPr id="46" name="ZoneTexte 45">
            <a:extLst>
              <a:ext uri="{FF2B5EF4-FFF2-40B4-BE49-F238E27FC236}">
                <a16:creationId xmlns:a16="http://schemas.microsoft.com/office/drawing/2014/main" id="{40AB9CA6-86E6-286A-F955-CF533E6ABAFE}"/>
              </a:ext>
            </a:extLst>
          </p:cNvPr>
          <p:cNvSpPr txBox="1"/>
          <p:nvPr>
            <p:custDataLst>
              <p:tags r:id="rId38"/>
            </p:custDataLst>
          </p:nvPr>
        </p:nvSpPr>
        <p:spPr>
          <a:xfrm>
            <a:off x="4660403" y="76140"/>
            <a:ext cx="971740" cy="335861"/>
          </a:xfrm>
          <a:prstGeom prst="rect">
            <a:avLst/>
          </a:prstGeom>
          <a:noFill/>
        </p:spPr>
        <p:txBody>
          <a:bodyPr wrap="none" rtlCol="0">
            <a:spAutoFit/>
          </a:bodyPr>
          <a:lstStyle/>
          <a:p>
            <a:pPr algn="ctr">
              <a:lnSpc>
                <a:spcPct val="70000"/>
              </a:lnSpc>
            </a:pPr>
            <a:r>
              <a:rPr lang="fr-FR" sz="1100" b="1" dirty="0">
                <a:latin typeface="Avenir Book" panose="02000503020000020003" pitchFamily="2" charset="0"/>
              </a:rPr>
              <a:t>Les instances</a:t>
            </a:r>
          </a:p>
          <a:p>
            <a:pPr algn="ctr">
              <a:lnSpc>
                <a:spcPct val="70000"/>
              </a:lnSpc>
            </a:pPr>
            <a:r>
              <a:rPr lang="fr-FR" sz="1100" b="1" dirty="0">
                <a:latin typeface="Avenir Book" panose="02000503020000020003" pitchFamily="2" charset="0"/>
              </a:rPr>
              <a:t>d’architecture</a:t>
            </a:r>
          </a:p>
        </p:txBody>
      </p:sp>
    </p:spTree>
    <p:extLst>
      <p:ext uri="{BB962C8B-B14F-4D97-AF65-F5344CB8AC3E}">
        <p14:creationId xmlns:p14="http://schemas.microsoft.com/office/powerpoint/2010/main" val="805607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CCBBC-AF05-5BAA-B494-B07A6219DD94}"/>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D7B3EE07-7682-FD51-F4C0-CD4E7E97EE69}"/>
              </a:ext>
            </a:extLst>
          </p:cNvPr>
          <p:cNvSpPr/>
          <p:nvPr>
            <p:custDataLst>
              <p:tags r:id="rId1"/>
            </p:custDataLst>
          </p:nvPr>
        </p:nvSpPr>
        <p:spPr>
          <a:xfrm>
            <a:off x="0" y="3761714"/>
            <a:ext cx="12192001" cy="112626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Image 11" descr="Une image contenant Graphique, graphisme, Caractère coloré, conception&#10;&#10;Description générée automatiquement">
            <a:extLst>
              <a:ext uri="{FF2B5EF4-FFF2-40B4-BE49-F238E27FC236}">
                <a16:creationId xmlns:a16="http://schemas.microsoft.com/office/drawing/2014/main" id="{3E2F80EC-6ACB-69F2-9280-109F97326A90}"/>
              </a:ext>
            </a:extLst>
          </p:cNvPr>
          <p:cNvPicPr>
            <a:picLocks noChangeAspect="1"/>
          </p:cNvPicPr>
          <p:nvPr>
            <p:custDataLst>
              <p:tags r:id="rId2"/>
            </p:custDataLst>
          </p:nvPr>
        </p:nvPicPr>
        <p:blipFill>
          <a:blip r:embed="rId43">
            <a:alphaModFix amt="5000"/>
          </a:blip>
          <a:stretch>
            <a:fillRect/>
          </a:stretch>
        </p:blipFill>
        <p:spPr>
          <a:xfrm>
            <a:off x="834729" y="2531604"/>
            <a:ext cx="11307484" cy="5224056"/>
          </a:xfrm>
          <a:prstGeom prst="rect">
            <a:avLst/>
          </a:prstGeom>
        </p:spPr>
      </p:pic>
      <p:sp>
        <p:nvSpPr>
          <p:cNvPr id="19" name="Rectangle 18">
            <a:extLst>
              <a:ext uri="{FF2B5EF4-FFF2-40B4-BE49-F238E27FC236}">
                <a16:creationId xmlns:a16="http://schemas.microsoft.com/office/drawing/2014/main" id="{ADF4E4D9-9BD9-7FC4-0410-C5512E8B6100}"/>
              </a:ext>
            </a:extLst>
          </p:cNvPr>
          <p:cNvSpPr/>
          <p:nvPr>
            <p:custDataLst>
              <p:tags r:id="rId3"/>
            </p:custDataLst>
          </p:nvPr>
        </p:nvSpPr>
        <p:spPr>
          <a:xfrm>
            <a:off x="-1" y="2394748"/>
            <a:ext cx="12192001" cy="1304140"/>
          </a:xfrm>
          <a:prstGeom prst="rect">
            <a:avLst/>
          </a:prstGeom>
          <a:solidFill>
            <a:schemeClr val="bg1">
              <a:lumMod val="95000"/>
              <a:alpha val="4810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 coins arrondis 3">
            <a:extLst>
              <a:ext uri="{FF2B5EF4-FFF2-40B4-BE49-F238E27FC236}">
                <a16:creationId xmlns:a16="http://schemas.microsoft.com/office/drawing/2014/main" id="{0ACCADD8-20E4-57AF-0CD8-434CD91CB613}"/>
              </a:ext>
            </a:extLst>
          </p:cNvPr>
          <p:cNvSpPr/>
          <p:nvPr>
            <p:custDataLst>
              <p:tags r:id="rId4"/>
            </p:custDataLst>
          </p:nvPr>
        </p:nvSpPr>
        <p:spPr>
          <a:xfrm>
            <a:off x="1354072" y="1933917"/>
            <a:ext cx="1879493" cy="407573"/>
          </a:xfrm>
          <a:prstGeom prst="roundRect">
            <a:avLst>
              <a:gd name="adj" fmla="val 4594"/>
            </a:avLst>
          </a:prstGeom>
          <a:solidFill>
            <a:srgbClr val="E75113">
              <a:alpha val="40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66" rtl="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dirty="0">
                <a:ln>
                  <a:noFill/>
                </a:ln>
                <a:solidFill>
                  <a:srgbClr val="102031"/>
                </a:solidFill>
                <a:effectLst/>
                <a:uLnTx/>
                <a:uFillTx/>
                <a:latin typeface="Avenir Black" panose="02000503020000020003" pitchFamily="2" charset="0"/>
                <a:ea typeface="Tahoma"/>
                <a:cs typeface="Arial" panose="020B0604020202020204" pitchFamily="34" charset="0"/>
                <a:sym typeface="Tahoma"/>
              </a:rPr>
              <a:t>PRÉ-SÉLECTION</a:t>
            </a:r>
          </a:p>
        </p:txBody>
      </p:sp>
      <p:sp>
        <p:nvSpPr>
          <p:cNvPr id="13" name="Rectangle : coins arrondis 12">
            <a:extLst>
              <a:ext uri="{FF2B5EF4-FFF2-40B4-BE49-F238E27FC236}">
                <a16:creationId xmlns:a16="http://schemas.microsoft.com/office/drawing/2014/main" id="{05539728-C62A-C4E0-59B5-6DC312319E33}"/>
              </a:ext>
            </a:extLst>
          </p:cNvPr>
          <p:cNvSpPr/>
          <p:nvPr>
            <p:custDataLst>
              <p:tags r:id="rId5"/>
            </p:custDataLst>
          </p:nvPr>
        </p:nvSpPr>
        <p:spPr>
          <a:xfrm>
            <a:off x="3658031" y="1933917"/>
            <a:ext cx="2295161" cy="407573"/>
          </a:xfrm>
          <a:prstGeom prst="roundRect">
            <a:avLst>
              <a:gd name="adj" fmla="val 4594"/>
            </a:avLst>
          </a:prstGeom>
          <a:solidFill>
            <a:srgbClr val="00A885">
              <a:alpha val="40075"/>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66" rtl="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a:ln>
                  <a:noFill/>
                </a:ln>
                <a:solidFill>
                  <a:srgbClr val="102031"/>
                </a:solidFill>
                <a:effectLst/>
                <a:uLnTx/>
                <a:uFillTx/>
                <a:latin typeface="Avenir Black" panose="02000503020000020003" pitchFamily="2" charset="0"/>
                <a:ea typeface="Tahoma"/>
                <a:cs typeface="Arial" panose="020B0604020202020204" pitchFamily="34" charset="0"/>
                <a:sym typeface="Tahoma"/>
              </a:rPr>
              <a:t>CADRAGE</a:t>
            </a:r>
          </a:p>
        </p:txBody>
      </p:sp>
      <p:sp>
        <p:nvSpPr>
          <p:cNvPr id="17" name="Rectangle : coins arrondis 16">
            <a:extLst>
              <a:ext uri="{FF2B5EF4-FFF2-40B4-BE49-F238E27FC236}">
                <a16:creationId xmlns:a16="http://schemas.microsoft.com/office/drawing/2014/main" id="{4E430BD3-8643-25F5-D25D-C86F81E23D84}"/>
              </a:ext>
            </a:extLst>
          </p:cNvPr>
          <p:cNvSpPr/>
          <p:nvPr>
            <p:custDataLst>
              <p:tags r:id="rId6"/>
            </p:custDataLst>
          </p:nvPr>
        </p:nvSpPr>
        <p:spPr>
          <a:xfrm>
            <a:off x="6598604" y="1933917"/>
            <a:ext cx="3731387" cy="407573"/>
          </a:xfrm>
          <a:prstGeom prst="roundRect">
            <a:avLst>
              <a:gd name="adj" fmla="val 4594"/>
            </a:avLst>
          </a:prstGeom>
          <a:solidFill>
            <a:srgbClr val="FAB92E">
              <a:alpha val="40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66" rtl="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a:ln>
                  <a:noFill/>
                </a:ln>
                <a:solidFill>
                  <a:srgbClr val="102031"/>
                </a:solidFill>
                <a:effectLst/>
                <a:uLnTx/>
                <a:uFillTx/>
                <a:latin typeface="Avenir Black" panose="02000503020000020003" pitchFamily="2" charset="0"/>
                <a:ea typeface="Tahoma"/>
                <a:cs typeface="Arial" panose="020B0604020202020204" pitchFamily="34" charset="0"/>
                <a:sym typeface="Tahoma"/>
              </a:rPr>
              <a:t>RÉALISATON</a:t>
            </a:r>
          </a:p>
        </p:txBody>
      </p:sp>
      <p:sp>
        <p:nvSpPr>
          <p:cNvPr id="18" name="Rectangle : coins arrondis 17">
            <a:extLst>
              <a:ext uri="{FF2B5EF4-FFF2-40B4-BE49-F238E27FC236}">
                <a16:creationId xmlns:a16="http://schemas.microsoft.com/office/drawing/2014/main" id="{9FA285DC-C8ED-E576-280E-D0072F965C81}"/>
              </a:ext>
            </a:extLst>
          </p:cNvPr>
          <p:cNvSpPr/>
          <p:nvPr>
            <p:custDataLst>
              <p:tags r:id="rId7"/>
            </p:custDataLst>
          </p:nvPr>
        </p:nvSpPr>
        <p:spPr>
          <a:xfrm>
            <a:off x="10431828" y="1931315"/>
            <a:ext cx="1474956" cy="407573"/>
          </a:xfrm>
          <a:prstGeom prst="roundRect">
            <a:avLst>
              <a:gd name="adj" fmla="val 4594"/>
            </a:avLst>
          </a:prstGeom>
          <a:solidFill>
            <a:schemeClr val="bg1">
              <a:lumMod val="65000"/>
              <a:alpha val="40206"/>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66" rtl="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a:ln>
                  <a:noFill/>
                </a:ln>
                <a:solidFill>
                  <a:srgbClr val="102031"/>
                </a:solidFill>
                <a:effectLst/>
                <a:uLnTx/>
                <a:uFillTx/>
                <a:latin typeface="Avenir Black" panose="02000503020000020003" pitchFamily="2" charset="0"/>
                <a:ea typeface="Tahoma"/>
                <a:cs typeface="Arial" panose="020B0604020202020204" pitchFamily="34" charset="0"/>
                <a:sym typeface="Tahoma"/>
              </a:rPr>
              <a:t>BILAN</a:t>
            </a:r>
          </a:p>
        </p:txBody>
      </p:sp>
      <p:sp>
        <p:nvSpPr>
          <p:cNvPr id="32" name="Rectangle : coins arrondis 31">
            <a:extLst>
              <a:ext uri="{FF2B5EF4-FFF2-40B4-BE49-F238E27FC236}">
                <a16:creationId xmlns:a16="http://schemas.microsoft.com/office/drawing/2014/main" id="{E5C28D8C-1D2C-2F3E-BE9D-BA0769F354F2}"/>
              </a:ext>
            </a:extLst>
          </p:cNvPr>
          <p:cNvSpPr/>
          <p:nvPr>
            <p:custDataLst>
              <p:tags r:id="rId8"/>
            </p:custDataLst>
          </p:nvPr>
        </p:nvSpPr>
        <p:spPr>
          <a:xfrm>
            <a:off x="3050213" y="1486426"/>
            <a:ext cx="791178" cy="217933"/>
          </a:xfrm>
          <a:prstGeom prst="roundRect">
            <a:avLst>
              <a:gd name="adj" fmla="val 8942"/>
            </a:avLst>
          </a:prstGeom>
          <a:solidFill>
            <a:schemeClr val="bg1"/>
          </a:solidFill>
          <a:ln w="15875">
            <a:solidFill>
              <a:srgbClr val="7C58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7C584E"/>
                </a:solidFill>
                <a:latin typeface="Avenir Book" panose="02000503020000020003" pitchFamily="2" charset="0"/>
              </a:rPr>
              <a:t>Temps 1</a:t>
            </a:r>
          </a:p>
        </p:txBody>
      </p:sp>
      <p:sp>
        <p:nvSpPr>
          <p:cNvPr id="35" name="Rectangle : coins arrondis 34">
            <a:extLst>
              <a:ext uri="{FF2B5EF4-FFF2-40B4-BE49-F238E27FC236}">
                <a16:creationId xmlns:a16="http://schemas.microsoft.com/office/drawing/2014/main" id="{84B722EB-5A66-87D6-9435-151CBD975605}"/>
              </a:ext>
            </a:extLst>
          </p:cNvPr>
          <p:cNvSpPr/>
          <p:nvPr>
            <p:custDataLst>
              <p:tags r:id="rId9"/>
            </p:custDataLst>
          </p:nvPr>
        </p:nvSpPr>
        <p:spPr>
          <a:xfrm>
            <a:off x="5892891" y="1496209"/>
            <a:ext cx="791178" cy="217933"/>
          </a:xfrm>
          <a:prstGeom prst="roundRect">
            <a:avLst>
              <a:gd name="adj" fmla="val 8942"/>
            </a:avLst>
          </a:prstGeom>
          <a:solidFill>
            <a:schemeClr val="bg1"/>
          </a:solidFill>
          <a:ln w="15875">
            <a:solidFill>
              <a:srgbClr val="7C58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7C584E"/>
                </a:solidFill>
                <a:latin typeface="Avenir Book" panose="02000503020000020003" pitchFamily="2" charset="0"/>
              </a:rPr>
              <a:t>Temps 2</a:t>
            </a:r>
          </a:p>
        </p:txBody>
      </p:sp>
      <p:sp>
        <p:nvSpPr>
          <p:cNvPr id="40" name="Rectangle : coins arrondis 39">
            <a:extLst>
              <a:ext uri="{FF2B5EF4-FFF2-40B4-BE49-F238E27FC236}">
                <a16:creationId xmlns:a16="http://schemas.microsoft.com/office/drawing/2014/main" id="{5B9EE0A6-9689-6F88-F006-46653DF3E0C6}"/>
              </a:ext>
            </a:extLst>
          </p:cNvPr>
          <p:cNvSpPr/>
          <p:nvPr>
            <p:custDataLst>
              <p:tags r:id="rId10"/>
            </p:custDataLst>
          </p:nvPr>
        </p:nvSpPr>
        <p:spPr>
          <a:xfrm>
            <a:off x="93036" y="2491577"/>
            <a:ext cx="1097028" cy="1126265"/>
          </a:xfrm>
          <a:prstGeom prst="roundRect">
            <a:avLst>
              <a:gd name="adj" fmla="val 4594"/>
            </a:avLst>
          </a:prstGeom>
          <a:solidFill>
            <a:srgbClr val="10203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66" rtl="0" eaLnBrk="1" fontAlgn="auto" latinLnBrk="0" hangingPunct="1">
              <a:lnSpc>
                <a:spcPct val="100000"/>
              </a:lnSpc>
              <a:spcBef>
                <a:spcPts val="0"/>
              </a:spcBef>
              <a:spcAft>
                <a:spcPts val="0"/>
              </a:spcAft>
              <a:buClrTx/>
              <a:buSzTx/>
              <a:buFontTx/>
              <a:buNone/>
              <a:tabLst/>
              <a:defRPr/>
            </a:pPr>
            <a:r>
              <a:rPr kumimoji="0" lang="fr-FR" sz="1050" b="1" i="0" u="none" strike="noStrike" kern="0" cap="none" spc="0" normalizeH="0" baseline="0" noProof="0">
                <a:ln>
                  <a:noFill/>
                </a:ln>
                <a:solidFill>
                  <a:schemeClr val="bg1"/>
                </a:solidFill>
                <a:effectLst/>
                <a:uLnTx/>
                <a:uFillTx/>
                <a:latin typeface="Avenir Black" panose="02000503020000020003" pitchFamily="2" charset="0"/>
                <a:ea typeface="Tahoma"/>
                <a:cs typeface="Arial" panose="020B0604020202020204" pitchFamily="34" charset="0"/>
                <a:sym typeface="Tahoma"/>
              </a:rPr>
              <a:t>COMITÉ D’ARCHI</a:t>
            </a:r>
          </a:p>
        </p:txBody>
      </p:sp>
      <p:sp>
        <p:nvSpPr>
          <p:cNvPr id="41" name="Rectangle : coins arrondis 40">
            <a:extLst>
              <a:ext uri="{FF2B5EF4-FFF2-40B4-BE49-F238E27FC236}">
                <a16:creationId xmlns:a16="http://schemas.microsoft.com/office/drawing/2014/main" id="{8EFEC86A-94BE-8A09-A905-88AF9404E312}"/>
              </a:ext>
            </a:extLst>
          </p:cNvPr>
          <p:cNvSpPr/>
          <p:nvPr>
            <p:custDataLst>
              <p:tags r:id="rId11"/>
            </p:custDataLst>
          </p:nvPr>
        </p:nvSpPr>
        <p:spPr>
          <a:xfrm>
            <a:off x="89379" y="3853705"/>
            <a:ext cx="1097028" cy="965107"/>
          </a:xfrm>
          <a:prstGeom prst="roundRect">
            <a:avLst>
              <a:gd name="adj" fmla="val 4594"/>
            </a:avLst>
          </a:prstGeom>
          <a:solidFill>
            <a:srgbClr val="6B8DE7">
              <a:alpha val="70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685766" rtl="0" eaLnBrk="1" fontAlgn="auto" latinLnBrk="0" hangingPunct="1">
              <a:lnSpc>
                <a:spcPct val="100000"/>
              </a:lnSpc>
              <a:spcBef>
                <a:spcPts val="0"/>
              </a:spcBef>
              <a:spcAft>
                <a:spcPts val="0"/>
              </a:spcAft>
              <a:buClrTx/>
              <a:buSzTx/>
              <a:buFontTx/>
              <a:buNone/>
              <a:tabLst/>
              <a:defRPr/>
            </a:pPr>
            <a:r>
              <a:rPr kumimoji="0" lang="fr-FR" sz="1050" b="1" i="0" u="none" strike="noStrike" kern="0" cap="none" spc="0" normalizeH="0" baseline="0" noProof="0">
                <a:ln>
                  <a:noFill/>
                </a:ln>
                <a:solidFill>
                  <a:schemeClr val="bg1"/>
                </a:solidFill>
                <a:effectLst/>
                <a:uLnTx/>
                <a:uFillTx/>
                <a:latin typeface="Avenir Black" panose="02000503020000020003" pitchFamily="2" charset="0"/>
                <a:ea typeface="Tahoma"/>
                <a:cs typeface="Arial" panose="020B0604020202020204" pitchFamily="34" charset="0"/>
                <a:sym typeface="Tahoma"/>
              </a:rPr>
              <a:t>COMITÉS ENGAGEMENT &amp; SELECTION</a:t>
            </a:r>
          </a:p>
        </p:txBody>
      </p:sp>
      <p:sp>
        <p:nvSpPr>
          <p:cNvPr id="42" name="Rectangle : coins arrondis 41">
            <a:extLst>
              <a:ext uri="{FF2B5EF4-FFF2-40B4-BE49-F238E27FC236}">
                <a16:creationId xmlns:a16="http://schemas.microsoft.com/office/drawing/2014/main" id="{55471B05-FCA8-84C1-F009-77ADD5505AE5}"/>
              </a:ext>
            </a:extLst>
          </p:cNvPr>
          <p:cNvSpPr/>
          <p:nvPr>
            <p:custDataLst>
              <p:tags r:id="rId12"/>
            </p:custDataLst>
          </p:nvPr>
        </p:nvSpPr>
        <p:spPr>
          <a:xfrm>
            <a:off x="3658032" y="2492052"/>
            <a:ext cx="2295160" cy="751212"/>
          </a:xfrm>
          <a:prstGeom prst="roundRect">
            <a:avLst>
              <a:gd name="adj" fmla="val 4594"/>
            </a:avLst>
          </a:prstGeom>
          <a:noFill/>
          <a:ln w="19050">
            <a:solidFill>
              <a:srgbClr val="00A885">
                <a:alpha val="39896"/>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66" rtl="0" eaLnBrk="1" fontAlgn="auto" latinLnBrk="0" hangingPunct="1">
              <a:lnSpc>
                <a:spcPct val="100000"/>
              </a:lnSpc>
              <a:spcBef>
                <a:spcPts val="0"/>
              </a:spcBef>
              <a:spcAft>
                <a:spcPts val="0"/>
              </a:spcAft>
              <a:buClrTx/>
              <a:buSzTx/>
              <a:buFontTx/>
              <a:buNone/>
              <a:tabLst/>
              <a:defRPr/>
            </a:pPr>
            <a:r>
              <a:rPr kumimoji="0" lang="fr-FR" sz="1200" u="none" strike="noStrike" kern="0" cap="none" spc="0" normalizeH="0" baseline="0" noProof="0">
                <a:ln>
                  <a:noFill/>
                </a:ln>
                <a:solidFill>
                  <a:srgbClr val="102031"/>
                </a:solidFill>
                <a:effectLst/>
                <a:uLnTx/>
                <a:uFillTx/>
                <a:latin typeface="Avenir" panose="02000503020000020003" pitchFamily="2" charset="0"/>
                <a:ea typeface="Tahoma"/>
                <a:cs typeface="Arial" panose="020B0604020202020204" pitchFamily="34" charset="0"/>
                <a:sym typeface="Tahoma"/>
              </a:rPr>
              <a:t>Qualification de la conformité</a:t>
            </a:r>
          </a:p>
          <a:p>
            <a:pPr algn="ctr" defTabSz="685766">
              <a:defRPr/>
            </a:pPr>
            <a:r>
              <a:rPr lang="fr-FR" sz="800">
                <a:solidFill>
                  <a:srgbClr val="00A885"/>
                </a:solidFill>
                <a:latin typeface="Avenir Next LT Pro (Corps)"/>
              </a:rPr>
              <a:t>(ARCHITECTURE, SECURITE, OPS, DATA, …)</a:t>
            </a:r>
          </a:p>
        </p:txBody>
      </p:sp>
      <p:sp>
        <p:nvSpPr>
          <p:cNvPr id="43" name="Rectangle : coins arrondis 42">
            <a:extLst>
              <a:ext uri="{FF2B5EF4-FFF2-40B4-BE49-F238E27FC236}">
                <a16:creationId xmlns:a16="http://schemas.microsoft.com/office/drawing/2014/main" id="{C3C2FDB0-6A8B-1E46-376E-68E533F24D5C}"/>
              </a:ext>
            </a:extLst>
          </p:cNvPr>
          <p:cNvSpPr/>
          <p:nvPr>
            <p:custDataLst>
              <p:tags r:id="rId13"/>
            </p:custDataLst>
          </p:nvPr>
        </p:nvSpPr>
        <p:spPr>
          <a:xfrm>
            <a:off x="3658031" y="3377514"/>
            <a:ext cx="2295161" cy="270734"/>
          </a:xfrm>
          <a:prstGeom prst="roundRect">
            <a:avLst>
              <a:gd name="adj" fmla="val 10810"/>
            </a:avLst>
          </a:prstGeom>
          <a:solidFill>
            <a:srgbClr val="00A885"/>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66" rtl="0" eaLnBrk="1" fontAlgn="auto" latinLnBrk="0" hangingPunct="1">
              <a:lnSpc>
                <a:spcPct val="100000"/>
              </a:lnSpc>
              <a:spcBef>
                <a:spcPts val="0"/>
              </a:spcBef>
              <a:spcAft>
                <a:spcPts val="0"/>
              </a:spcAft>
              <a:buClrTx/>
              <a:buSzTx/>
              <a:buFontTx/>
              <a:buNone/>
              <a:tabLst/>
              <a:defRPr/>
            </a:pPr>
            <a:r>
              <a:rPr lang="fr-FR" sz="1000" kern="0">
                <a:solidFill>
                  <a:schemeClr val="bg1"/>
                </a:solidFill>
                <a:latin typeface="Avenir" panose="02000503020000020003" pitchFamily="2" charset="0"/>
                <a:ea typeface="Tahoma"/>
                <a:cs typeface="Arial" panose="020B0604020202020204" pitchFamily="34" charset="0"/>
                <a:sym typeface="Tahoma"/>
              </a:rPr>
              <a:t>Passage Comité DA </a:t>
            </a:r>
            <a:r>
              <a:rPr lang="fr-FR" sz="1000" b="1" kern="0">
                <a:solidFill>
                  <a:schemeClr val="bg1"/>
                </a:solidFill>
                <a:latin typeface="Avenir Next" panose="020B0503020202020204" pitchFamily="34" charset="0"/>
                <a:ea typeface="Tahoma"/>
                <a:cs typeface="Arial" panose="020B0604020202020204" pitchFamily="34" charset="0"/>
                <a:sym typeface="Tahoma"/>
              </a:rPr>
              <a:t>obligatoire* </a:t>
            </a:r>
          </a:p>
        </p:txBody>
      </p:sp>
      <p:sp>
        <p:nvSpPr>
          <p:cNvPr id="44" name="Triangle 43">
            <a:extLst>
              <a:ext uri="{FF2B5EF4-FFF2-40B4-BE49-F238E27FC236}">
                <a16:creationId xmlns:a16="http://schemas.microsoft.com/office/drawing/2014/main" id="{3044338A-BCED-1A77-062D-D759F4512942}"/>
              </a:ext>
            </a:extLst>
          </p:cNvPr>
          <p:cNvSpPr/>
          <p:nvPr>
            <p:custDataLst>
              <p:tags r:id="rId14"/>
            </p:custDataLst>
          </p:nvPr>
        </p:nvSpPr>
        <p:spPr>
          <a:xfrm rot="10800000">
            <a:off x="4673196" y="3235968"/>
            <a:ext cx="485775" cy="102989"/>
          </a:xfrm>
          <a:prstGeom prst="triangle">
            <a:avLst/>
          </a:prstGeom>
          <a:solidFill>
            <a:srgbClr val="00A88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Triangle 48">
            <a:extLst>
              <a:ext uri="{FF2B5EF4-FFF2-40B4-BE49-F238E27FC236}">
                <a16:creationId xmlns:a16="http://schemas.microsoft.com/office/drawing/2014/main" id="{BD1DE6FB-3CE6-3C69-F62A-D270178386E5}"/>
              </a:ext>
            </a:extLst>
          </p:cNvPr>
          <p:cNvSpPr/>
          <p:nvPr>
            <p:custDataLst>
              <p:tags r:id="rId15"/>
            </p:custDataLst>
          </p:nvPr>
        </p:nvSpPr>
        <p:spPr>
          <a:xfrm rot="10800000">
            <a:off x="8221409" y="3242637"/>
            <a:ext cx="485775" cy="102989"/>
          </a:xfrm>
          <a:prstGeom prst="triangle">
            <a:avLst/>
          </a:prstGeom>
          <a:solidFill>
            <a:srgbClr val="FAB9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Rectangle : coins arrondis 49">
            <a:extLst>
              <a:ext uri="{FF2B5EF4-FFF2-40B4-BE49-F238E27FC236}">
                <a16:creationId xmlns:a16="http://schemas.microsoft.com/office/drawing/2014/main" id="{EC3F7CED-8A31-9DB2-9BAB-E76AE875951C}"/>
              </a:ext>
            </a:extLst>
          </p:cNvPr>
          <p:cNvSpPr/>
          <p:nvPr>
            <p:custDataLst>
              <p:tags r:id="rId16"/>
            </p:custDataLst>
          </p:nvPr>
        </p:nvSpPr>
        <p:spPr>
          <a:xfrm>
            <a:off x="1354072" y="2491425"/>
            <a:ext cx="1879491" cy="751212"/>
          </a:xfrm>
          <a:prstGeom prst="roundRect">
            <a:avLst>
              <a:gd name="adj" fmla="val 4594"/>
            </a:avLst>
          </a:prstGeom>
          <a:noFill/>
          <a:ln w="19050">
            <a:solidFill>
              <a:srgbClr val="E75113">
                <a:alpha val="40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66" rtl="0" eaLnBrk="1" fontAlgn="auto" latinLnBrk="0" hangingPunct="1">
              <a:lnSpc>
                <a:spcPct val="100000"/>
              </a:lnSpc>
              <a:spcBef>
                <a:spcPts val="0"/>
              </a:spcBef>
              <a:spcAft>
                <a:spcPts val="0"/>
              </a:spcAft>
              <a:buClrTx/>
              <a:buSzTx/>
              <a:buFontTx/>
              <a:buNone/>
              <a:tabLst/>
              <a:defRPr/>
            </a:pPr>
            <a:r>
              <a:rPr kumimoji="0" lang="fr-FR" sz="1200" u="none" strike="noStrike" kern="0" cap="none" spc="0" normalizeH="0" baseline="0" noProof="0">
                <a:ln>
                  <a:noFill/>
                </a:ln>
                <a:solidFill>
                  <a:srgbClr val="102031"/>
                </a:solidFill>
                <a:effectLst/>
                <a:uLnTx/>
                <a:uFillTx/>
                <a:latin typeface="Avenir" panose="02000503020000020003" pitchFamily="2" charset="0"/>
                <a:ea typeface="Tahoma"/>
                <a:cs typeface="Arial" panose="020B0604020202020204" pitchFamily="34" charset="0"/>
                <a:sym typeface="Tahoma"/>
              </a:rPr>
              <a:t>Consultation de la DA</a:t>
            </a:r>
            <a:endParaRPr lang="fr-FR" sz="800">
              <a:solidFill>
                <a:srgbClr val="FF0000"/>
              </a:solidFill>
              <a:latin typeface="Avenir Next LT Pro (Corps)"/>
            </a:endParaRPr>
          </a:p>
        </p:txBody>
      </p:sp>
      <p:sp>
        <p:nvSpPr>
          <p:cNvPr id="51" name="Rectangle : coins arrondis 50">
            <a:extLst>
              <a:ext uri="{FF2B5EF4-FFF2-40B4-BE49-F238E27FC236}">
                <a16:creationId xmlns:a16="http://schemas.microsoft.com/office/drawing/2014/main" id="{E758B2D0-FAB8-8FCE-4E08-65EE65CBF448}"/>
              </a:ext>
            </a:extLst>
          </p:cNvPr>
          <p:cNvSpPr/>
          <p:nvPr>
            <p:custDataLst>
              <p:tags r:id="rId17"/>
            </p:custDataLst>
          </p:nvPr>
        </p:nvSpPr>
        <p:spPr>
          <a:xfrm>
            <a:off x="1354072" y="3376887"/>
            <a:ext cx="1879491" cy="270734"/>
          </a:xfrm>
          <a:prstGeom prst="roundRect">
            <a:avLst>
              <a:gd name="adj" fmla="val 10810"/>
            </a:avLst>
          </a:prstGeom>
          <a:solidFill>
            <a:srgbClr val="E75113"/>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66" rtl="0" eaLnBrk="1" fontAlgn="auto" latinLnBrk="0" hangingPunct="1">
              <a:lnSpc>
                <a:spcPct val="100000"/>
              </a:lnSpc>
              <a:spcBef>
                <a:spcPts val="0"/>
              </a:spcBef>
              <a:spcAft>
                <a:spcPts val="0"/>
              </a:spcAft>
              <a:buClrTx/>
              <a:buSzTx/>
              <a:buFontTx/>
              <a:buNone/>
              <a:tabLst/>
              <a:defRPr/>
            </a:pPr>
            <a:r>
              <a:rPr lang="fr-FR" sz="1000" kern="0">
                <a:solidFill>
                  <a:schemeClr val="bg1"/>
                </a:solidFill>
                <a:latin typeface="Avenir" panose="02000503020000020003" pitchFamily="2" charset="0"/>
                <a:ea typeface="Tahoma"/>
                <a:cs typeface="Arial" panose="020B0604020202020204" pitchFamily="34" charset="0"/>
                <a:sym typeface="Tahoma"/>
              </a:rPr>
              <a:t>Passage DA </a:t>
            </a:r>
            <a:r>
              <a:rPr lang="fr-FR" sz="1000" b="1" kern="0">
                <a:solidFill>
                  <a:schemeClr val="bg1"/>
                </a:solidFill>
                <a:latin typeface="Avenir Next" panose="020B0503020202020204" pitchFamily="34" charset="0"/>
                <a:ea typeface="Tahoma"/>
                <a:cs typeface="Arial" panose="020B0604020202020204" pitchFamily="34" charset="0"/>
                <a:sym typeface="Tahoma"/>
              </a:rPr>
              <a:t>possible </a:t>
            </a:r>
          </a:p>
        </p:txBody>
      </p:sp>
      <p:sp>
        <p:nvSpPr>
          <p:cNvPr id="55" name="Triangle 54">
            <a:extLst>
              <a:ext uri="{FF2B5EF4-FFF2-40B4-BE49-F238E27FC236}">
                <a16:creationId xmlns:a16="http://schemas.microsoft.com/office/drawing/2014/main" id="{5A121AD6-087E-50FC-864F-0903A2196FF7}"/>
              </a:ext>
            </a:extLst>
          </p:cNvPr>
          <p:cNvSpPr/>
          <p:nvPr>
            <p:custDataLst>
              <p:tags r:id="rId18"/>
            </p:custDataLst>
          </p:nvPr>
        </p:nvSpPr>
        <p:spPr>
          <a:xfrm rot="10800000">
            <a:off x="2050929" y="3235968"/>
            <a:ext cx="485775" cy="102989"/>
          </a:xfrm>
          <a:prstGeom prst="triangle">
            <a:avLst/>
          </a:prstGeom>
          <a:solidFill>
            <a:srgbClr val="E751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Rectangle : coins arrondis 1">
            <a:extLst>
              <a:ext uri="{FF2B5EF4-FFF2-40B4-BE49-F238E27FC236}">
                <a16:creationId xmlns:a16="http://schemas.microsoft.com/office/drawing/2014/main" id="{5D754E5C-B885-9433-C503-12AAB3EF5397}"/>
              </a:ext>
            </a:extLst>
          </p:cNvPr>
          <p:cNvSpPr/>
          <p:nvPr>
            <p:custDataLst>
              <p:tags r:id="rId19"/>
            </p:custDataLst>
          </p:nvPr>
        </p:nvSpPr>
        <p:spPr>
          <a:xfrm>
            <a:off x="3658030" y="3853704"/>
            <a:ext cx="2516093" cy="937235"/>
          </a:xfrm>
          <a:prstGeom prst="roundRect">
            <a:avLst>
              <a:gd name="adj" fmla="val 4594"/>
            </a:avLst>
          </a:prstGeom>
          <a:noFill/>
          <a:ln w="19050">
            <a:solidFill>
              <a:srgbClr val="6B8DE7">
                <a:alpha val="40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66" rtl="0" eaLnBrk="1" fontAlgn="auto" latinLnBrk="0" hangingPunct="1">
              <a:lnSpc>
                <a:spcPct val="100000"/>
              </a:lnSpc>
              <a:spcBef>
                <a:spcPts val="0"/>
              </a:spcBef>
              <a:spcAft>
                <a:spcPts val="0"/>
              </a:spcAft>
              <a:buClrTx/>
              <a:buSzTx/>
              <a:buFontTx/>
              <a:buNone/>
              <a:tabLst/>
              <a:defRPr/>
            </a:pPr>
            <a:r>
              <a:rPr kumimoji="0" lang="fr-FR" sz="1200" u="none" strike="noStrike" kern="0" cap="none" spc="0" normalizeH="0" baseline="0" noProof="0">
                <a:ln>
                  <a:noFill/>
                </a:ln>
                <a:solidFill>
                  <a:srgbClr val="6B8DE7"/>
                </a:solidFill>
                <a:effectLst/>
                <a:uLnTx/>
                <a:uFillTx/>
                <a:latin typeface="Avenir" panose="02000503020000020003" pitchFamily="2" charset="0"/>
                <a:ea typeface="Tahoma"/>
                <a:cs typeface="Arial" panose="020B0604020202020204" pitchFamily="34" charset="0"/>
                <a:sym typeface="Tahoma"/>
              </a:rPr>
              <a:t>Sélection </a:t>
            </a:r>
            <a:r>
              <a:rPr kumimoji="0" lang="fr-FR" sz="1200" b="1" u="none" strike="noStrike" kern="0" cap="none" spc="0" normalizeH="0" baseline="0" noProof="0">
                <a:ln>
                  <a:noFill/>
                </a:ln>
                <a:solidFill>
                  <a:srgbClr val="6B8DE7"/>
                </a:solidFill>
                <a:effectLst/>
                <a:uLnTx/>
                <a:uFillTx/>
                <a:latin typeface="Avenir Next" panose="020B0503020202020204" pitchFamily="34" charset="0"/>
                <a:ea typeface="Tahoma"/>
                <a:cs typeface="Arial" panose="020B0604020202020204" pitchFamily="34" charset="0"/>
                <a:sym typeface="Tahoma"/>
              </a:rPr>
              <a:t>GO Cadrage</a:t>
            </a:r>
            <a:endParaRPr lang="fr-FR" sz="800" b="1">
              <a:solidFill>
                <a:srgbClr val="6B8DE7"/>
              </a:solidFill>
              <a:latin typeface="Avenir Next" panose="020B0503020202020204" pitchFamily="34" charset="0"/>
            </a:endParaRPr>
          </a:p>
        </p:txBody>
      </p:sp>
      <p:cxnSp>
        <p:nvCxnSpPr>
          <p:cNvPr id="3" name="Connecteur droit 2">
            <a:extLst>
              <a:ext uri="{FF2B5EF4-FFF2-40B4-BE49-F238E27FC236}">
                <a16:creationId xmlns:a16="http://schemas.microsoft.com/office/drawing/2014/main" id="{EF2B7E46-F93B-249E-903A-A4095BDCE212}"/>
              </a:ext>
            </a:extLst>
          </p:cNvPr>
          <p:cNvCxnSpPr>
            <a:cxnSpLocks/>
            <a:stCxn id="32" idx="2"/>
          </p:cNvCxnSpPr>
          <p:nvPr>
            <p:custDataLst>
              <p:tags r:id="rId20"/>
            </p:custDataLst>
          </p:nvPr>
        </p:nvCxnSpPr>
        <p:spPr>
          <a:xfrm rot="16200000" flipH="1">
            <a:off x="2179350" y="2970811"/>
            <a:ext cx="2696191" cy="163286"/>
          </a:xfrm>
          <a:prstGeom prst="bentConnector3">
            <a:avLst>
              <a:gd name="adj1" fmla="val 99459"/>
            </a:avLst>
          </a:prstGeom>
          <a:ln w="15875">
            <a:solidFill>
              <a:srgbClr val="6B8DE7"/>
            </a:solidFill>
            <a:prstDash val="sysDot"/>
          </a:ln>
        </p:spPr>
        <p:style>
          <a:lnRef idx="2">
            <a:schemeClr val="accent1"/>
          </a:lnRef>
          <a:fillRef idx="0">
            <a:schemeClr val="accent1"/>
          </a:fillRef>
          <a:effectRef idx="1">
            <a:schemeClr val="accent1"/>
          </a:effectRef>
          <a:fontRef idx="minor">
            <a:schemeClr val="tx1"/>
          </a:fontRef>
        </p:style>
      </p:cxnSp>
      <p:sp>
        <p:nvSpPr>
          <p:cNvPr id="22" name="Étoile à 5 branches 21">
            <a:extLst>
              <a:ext uri="{FF2B5EF4-FFF2-40B4-BE49-F238E27FC236}">
                <a16:creationId xmlns:a16="http://schemas.microsoft.com/office/drawing/2014/main" id="{5D4972E1-2593-2B24-20E8-0B542AF141D8}"/>
              </a:ext>
            </a:extLst>
          </p:cNvPr>
          <p:cNvSpPr/>
          <p:nvPr>
            <p:custDataLst>
              <p:tags r:id="rId21"/>
            </p:custDataLst>
          </p:nvPr>
        </p:nvSpPr>
        <p:spPr>
          <a:xfrm>
            <a:off x="3282516" y="1974641"/>
            <a:ext cx="326572" cy="326572"/>
          </a:xfrm>
          <a:prstGeom prst="star5">
            <a:avLst/>
          </a:prstGeom>
          <a:solidFill>
            <a:srgbClr val="6B8D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9" name="Connecteur droit 8">
            <a:extLst>
              <a:ext uri="{FF2B5EF4-FFF2-40B4-BE49-F238E27FC236}">
                <a16:creationId xmlns:a16="http://schemas.microsoft.com/office/drawing/2014/main" id="{25CCD947-EF3F-9D18-977B-546EE2ECA9EA}"/>
              </a:ext>
            </a:extLst>
          </p:cNvPr>
          <p:cNvCxnSpPr>
            <a:cxnSpLocks/>
            <a:endCxn id="23" idx="1"/>
          </p:cNvCxnSpPr>
          <p:nvPr>
            <p:custDataLst>
              <p:tags r:id="rId22"/>
            </p:custDataLst>
          </p:nvPr>
        </p:nvCxnSpPr>
        <p:spPr>
          <a:xfrm rot="16200000" flipH="1">
            <a:off x="5223944" y="2950468"/>
            <a:ext cx="2607954" cy="135753"/>
          </a:xfrm>
          <a:prstGeom prst="bentConnector2">
            <a:avLst/>
          </a:prstGeom>
          <a:ln w="15875">
            <a:solidFill>
              <a:srgbClr val="6B8DE7"/>
            </a:solidFill>
            <a:prstDash val="sysDot"/>
          </a:ln>
        </p:spPr>
        <p:style>
          <a:lnRef idx="2">
            <a:schemeClr val="accent1"/>
          </a:lnRef>
          <a:fillRef idx="0">
            <a:schemeClr val="accent1"/>
          </a:fillRef>
          <a:effectRef idx="1">
            <a:schemeClr val="accent1"/>
          </a:effectRef>
          <a:fontRef idx="minor">
            <a:schemeClr val="tx1"/>
          </a:fontRef>
        </p:style>
      </p:cxnSp>
      <p:sp>
        <p:nvSpPr>
          <p:cNvPr id="10" name="Étoile à 5 branches 9">
            <a:extLst>
              <a:ext uri="{FF2B5EF4-FFF2-40B4-BE49-F238E27FC236}">
                <a16:creationId xmlns:a16="http://schemas.microsoft.com/office/drawing/2014/main" id="{FF6E47FF-404D-0BA5-25E3-EC46216426C3}"/>
              </a:ext>
            </a:extLst>
          </p:cNvPr>
          <p:cNvSpPr/>
          <p:nvPr>
            <p:custDataLst>
              <p:tags r:id="rId23"/>
            </p:custDataLst>
          </p:nvPr>
        </p:nvSpPr>
        <p:spPr>
          <a:xfrm>
            <a:off x="6297196" y="1984650"/>
            <a:ext cx="326572" cy="326572"/>
          </a:xfrm>
          <a:prstGeom prst="star5">
            <a:avLst/>
          </a:prstGeom>
          <a:solidFill>
            <a:srgbClr val="6B8D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 coins arrondis 22">
            <a:extLst>
              <a:ext uri="{FF2B5EF4-FFF2-40B4-BE49-F238E27FC236}">
                <a16:creationId xmlns:a16="http://schemas.microsoft.com/office/drawing/2014/main" id="{A5035D26-6B27-2D7C-339A-AB4583416F1B}"/>
              </a:ext>
            </a:extLst>
          </p:cNvPr>
          <p:cNvSpPr/>
          <p:nvPr>
            <p:custDataLst>
              <p:tags r:id="rId24"/>
            </p:custDataLst>
          </p:nvPr>
        </p:nvSpPr>
        <p:spPr>
          <a:xfrm>
            <a:off x="6595798" y="3853704"/>
            <a:ext cx="3734193" cy="937235"/>
          </a:xfrm>
          <a:prstGeom prst="roundRect">
            <a:avLst>
              <a:gd name="adj" fmla="val 4594"/>
            </a:avLst>
          </a:prstGeom>
          <a:noFill/>
          <a:ln w="19050">
            <a:solidFill>
              <a:srgbClr val="6B8DE7">
                <a:alpha val="40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66" rtl="0" eaLnBrk="1" fontAlgn="auto" latinLnBrk="0" hangingPunct="1">
              <a:lnSpc>
                <a:spcPct val="100000"/>
              </a:lnSpc>
              <a:spcBef>
                <a:spcPts val="0"/>
              </a:spcBef>
              <a:spcAft>
                <a:spcPts val="0"/>
              </a:spcAft>
              <a:buClrTx/>
              <a:buSzTx/>
              <a:buFontTx/>
              <a:buNone/>
              <a:tabLst/>
              <a:defRPr/>
            </a:pPr>
            <a:r>
              <a:rPr kumimoji="0" lang="fr-FR" sz="1200" u="none" strike="noStrike" kern="0" cap="none" spc="0" normalizeH="0" baseline="0" noProof="0">
                <a:ln>
                  <a:noFill/>
                </a:ln>
                <a:solidFill>
                  <a:srgbClr val="6B8DE7"/>
                </a:solidFill>
                <a:effectLst/>
                <a:uLnTx/>
                <a:uFillTx/>
                <a:latin typeface="Avenir" panose="02000503020000020003" pitchFamily="2" charset="0"/>
                <a:ea typeface="Tahoma"/>
                <a:cs typeface="Arial" panose="020B0604020202020204" pitchFamily="34" charset="0"/>
                <a:sym typeface="Tahoma"/>
              </a:rPr>
              <a:t>Engagement </a:t>
            </a:r>
            <a:r>
              <a:rPr lang="fr-FR" sz="1200" b="1" kern="0">
                <a:solidFill>
                  <a:srgbClr val="6B8DE7"/>
                </a:solidFill>
                <a:latin typeface="Avenir Next" panose="020B0503020202020204" pitchFamily="34" charset="0"/>
                <a:ea typeface="Tahoma"/>
                <a:cs typeface="Arial" panose="020B0604020202020204" pitchFamily="34" charset="0"/>
                <a:sym typeface="Tahoma"/>
              </a:rPr>
              <a:t>GO Projet / Lot</a:t>
            </a:r>
            <a:endParaRPr lang="fr-FR" sz="1200" b="1" kern="0">
              <a:solidFill>
                <a:srgbClr val="6B8DE7"/>
              </a:solidFill>
              <a:latin typeface="Avenir Next" panose="020B0503020202020204" pitchFamily="34" charset="0"/>
              <a:ea typeface="Tahoma"/>
              <a:cs typeface="Arial" panose="020B0604020202020204" pitchFamily="34" charset="0"/>
            </a:endParaRPr>
          </a:p>
        </p:txBody>
      </p:sp>
      <p:sp>
        <p:nvSpPr>
          <p:cNvPr id="24" name="Google Shape;480;p13">
            <a:extLst>
              <a:ext uri="{FF2B5EF4-FFF2-40B4-BE49-F238E27FC236}">
                <a16:creationId xmlns:a16="http://schemas.microsoft.com/office/drawing/2014/main" id="{99E44DB2-C30A-8667-EC6C-9B481F1916FA}"/>
              </a:ext>
            </a:extLst>
          </p:cNvPr>
          <p:cNvSpPr/>
          <p:nvPr>
            <p:custDataLst>
              <p:tags r:id="rId25"/>
            </p:custDataLst>
          </p:nvPr>
        </p:nvSpPr>
        <p:spPr>
          <a:xfrm>
            <a:off x="1354072" y="4986990"/>
            <a:ext cx="1879491" cy="816956"/>
          </a:xfrm>
          <a:prstGeom prst="roundRect">
            <a:avLst>
              <a:gd name="adj" fmla="val 3660"/>
            </a:avLst>
          </a:prstGeom>
          <a:solidFill>
            <a:schemeClr val="bg1"/>
          </a:solidFill>
          <a:ln w="6350" cap="flat" cmpd="sng">
            <a:noFill/>
            <a:prstDash val="solid"/>
            <a:round/>
            <a:headEnd type="none" w="sm" len="sm"/>
            <a:tailEnd type="none" w="sm" len="sm"/>
          </a:ln>
        </p:spPr>
        <p:txBody>
          <a:bodyPr spcFirstLastPara="1" wrap="square" lIns="48000" tIns="48000" rIns="48000" bIns="48000" anchor="ctr" anchorCtr="0">
            <a:noAutofit/>
          </a:bodyPr>
          <a:lstStyle/>
          <a:p>
            <a:pPr marL="171450" marR="0" lvl="0" indent="-171450" algn="l" defTabSz="914331"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fr-FR" sz="900" b="0" i="0" u="none" strike="noStrike" kern="0" cap="none" spc="0" normalizeH="0" baseline="0" noProof="0">
                <a:ln>
                  <a:noFill/>
                </a:ln>
                <a:solidFill>
                  <a:srgbClr val="381A0A"/>
                </a:solidFill>
                <a:effectLst/>
                <a:uLnTx/>
                <a:uFillTx/>
                <a:latin typeface="Avenir Book" panose="02000503020000020003" pitchFamily="2" charset="0"/>
                <a:ea typeface="Tahoma"/>
                <a:cs typeface="Tahoma"/>
                <a:sym typeface="Tahoma"/>
              </a:rPr>
              <a:t>Etude d’opportunité</a:t>
            </a:r>
          </a:p>
          <a:p>
            <a:pPr marL="171450" marR="0" lvl="0" indent="-171450" algn="l" defTabSz="914331"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fr-FR" sz="900" b="0" i="0" u="none" strike="noStrike" kern="0" cap="none" spc="0" normalizeH="0" baseline="0" noProof="0">
                <a:ln>
                  <a:noFill/>
                </a:ln>
                <a:solidFill>
                  <a:srgbClr val="381A0A"/>
                </a:solidFill>
                <a:effectLst/>
                <a:uLnTx/>
                <a:uFillTx/>
                <a:latin typeface="Avenir Book" panose="02000503020000020003" pitchFamily="2" charset="0"/>
                <a:ea typeface="Tahoma"/>
                <a:cs typeface="Tahoma"/>
                <a:sym typeface="Tahoma"/>
              </a:rPr>
              <a:t>Modélisation de processus</a:t>
            </a:r>
          </a:p>
          <a:p>
            <a:pPr marL="171450" marR="0" lvl="0" indent="-171450" algn="l" defTabSz="914331"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fr-FR" sz="900" b="0" i="0" u="none" strike="noStrike" kern="0" cap="none" spc="0" normalizeH="0" baseline="0" noProof="0">
                <a:ln>
                  <a:noFill/>
                </a:ln>
                <a:solidFill>
                  <a:srgbClr val="381A0A"/>
                </a:solidFill>
                <a:effectLst/>
                <a:uLnTx/>
                <a:uFillTx/>
                <a:latin typeface="Avenir Book" panose="02000503020000020003" pitchFamily="2" charset="0"/>
                <a:ea typeface="Tahoma"/>
                <a:cs typeface="Tahoma"/>
                <a:sym typeface="Tahoma"/>
              </a:rPr>
              <a:t>Etude d’impact</a:t>
            </a:r>
          </a:p>
          <a:p>
            <a:pPr marL="171450" marR="0" lvl="0" indent="-171450" algn="l" defTabSz="914331"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fr-FR" sz="900" b="0" i="0" u="none" strike="noStrike" kern="0" cap="none" spc="0" normalizeH="0" baseline="0" noProof="0">
                <a:ln>
                  <a:noFill/>
                </a:ln>
                <a:solidFill>
                  <a:srgbClr val="381A0A"/>
                </a:solidFill>
                <a:effectLst/>
                <a:uLnTx/>
                <a:uFillTx/>
                <a:latin typeface="Avenir Book" panose="02000503020000020003" pitchFamily="2" charset="0"/>
                <a:ea typeface="Tahoma"/>
                <a:cs typeface="Tahoma"/>
                <a:sym typeface="Tahoma"/>
              </a:rPr>
              <a:t>Ebauche d’architecture</a:t>
            </a:r>
          </a:p>
        </p:txBody>
      </p:sp>
      <p:sp>
        <p:nvSpPr>
          <p:cNvPr id="27" name="Google Shape;480;p13">
            <a:extLst>
              <a:ext uri="{FF2B5EF4-FFF2-40B4-BE49-F238E27FC236}">
                <a16:creationId xmlns:a16="http://schemas.microsoft.com/office/drawing/2014/main" id="{4C1C6CDD-A078-BB13-F911-9B46EF239BA5}"/>
              </a:ext>
            </a:extLst>
          </p:cNvPr>
          <p:cNvSpPr/>
          <p:nvPr>
            <p:custDataLst>
              <p:tags r:id="rId26"/>
            </p:custDataLst>
          </p:nvPr>
        </p:nvSpPr>
        <p:spPr>
          <a:xfrm>
            <a:off x="3658031" y="4986991"/>
            <a:ext cx="2516093" cy="816956"/>
          </a:xfrm>
          <a:prstGeom prst="roundRect">
            <a:avLst>
              <a:gd name="adj" fmla="val 2407"/>
            </a:avLst>
          </a:prstGeom>
          <a:solidFill>
            <a:schemeClr val="bg1"/>
          </a:solidFill>
          <a:ln w="6350" cap="flat" cmpd="sng">
            <a:noFill/>
            <a:prstDash val="solid"/>
            <a:round/>
            <a:headEnd type="none" w="sm" len="sm"/>
            <a:tailEnd type="none" w="sm" len="sm"/>
          </a:ln>
        </p:spPr>
        <p:txBody>
          <a:bodyPr spcFirstLastPara="1" wrap="square" lIns="48000" tIns="48000" rIns="48000" bIns="48000" anchor="ctr" anchorCtr="0">
            <a:noAutofit/>
          </a:bodyPr>
          <a:lstStyle/>
          <a:p>
            <a:pPr marL="171450" marR="0" lvl="0" indent="-171450" algn="l" defTabSz="914331"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fr-FR" sz="900" b="0" i="0" u="none" strike="noStrike" kern="0" cap="none" spc="0" normalizeH="0" baseline="0" noProof="0">
                <a:ln>
                  <a:noFill/>
                </a:ln>
                <a:solidFill>
                  <a:srgbClr val="381A0A"/>
                </a:solidFill>
                <a:effectLst/>
                <a:uLnTx/>
                <a:uFillTx/>
                <a:latin typeface="Avenir Book" panose="02000503020000020003" pitchFamily="2" charset="0"/>
                <a:ea typeface="Tahoma"/>
                <a:cs typeface="Tahoma"/>
                <a:sym typeface="Tahoma"/>
              </a:rPr>
              <a:t>Modélisation de processus</a:t>
            </a:r>
          </a:p>
          <a:p>
            <a:pPr marL="171450" marR="0" lvl="0" indent="-171450" algn="l" defTabSz="914331"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fr-FR" sz="900" b="0" i="0" u="none" strike="noStrike" kern="0" cap="none" spc="0" normalizeH="0" baseline="0" noProof="0">
                <a:ln>
                  <a:noFill/>
                </a:ln>
                <a:solidFill>
                  <a:srgbClr val="381A0A"/>
                </a:solidFill>
                <a:effectLst/>
                <a:uLnTx/>
                <a:uFillTx/>
                <a:latin typeface="Avenir Book" panose="02000503020000020003" pitchFamily="2" charset="0"/>
                <a:ea typeface="Tahoma"/>
                <a:cs typeface="Tahoma"/>
                <a:sym typeface="Tahoma"/>
              </a:rPr>
              <a:t>Etude fonctionnelle / technique</a:t>
            </a:r>
          </a:p>
          <a:p>
            <a:pPr marL="171450" marR="0" lvl="0" indent="-171450" algn="l" defTabSz="914331"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fr-FR" sz="900" b="0" i="0" u="none" strike="noStrike" kern="0" cap="none" spc="0" normalizeH="0" baseline="0" noProof="0">
                <a:ln>
                  <a:noFill/>
                </a:ln>
                <a:solidFill>
                  <a:srgbClr val="381A0A"/>
                </a:solidFill>
                <a:effectLst/>
                <a:uLnTx/>
                <a:uFillTx/>
                <a:latin typeface="Avenir Book" panose="02000503020000020003" pitchFamily="2" charset="0"/>
                <a:ea typeface="Tahoma"/>
                <a:cs typeface="Tahoma"/>
                <a:sym typeface="Tahoma"/>
              </a:rPr>
              <a:t>Etude d’impact</a:t>
            </a:r>
          </a:p>
          <a:p>
            <a:pPr marL="171450" marR="0" lvl="0" indent="-171450" algn="l" defTabSz="914331"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fr-FR" sz="900" b="1" i="0" u="none" strike="noStrike" kern="0" cap="none" spc="0" normalizeH="0" baseline="0" noProof="0">
                <a:ln>
                  <a:noFill/>
                </a:ln>
                <a:solidFill>
                  <a:srgbClr val="00A885"/>
                </a:solidFill>
                <a:effectLst/>
                <a:uLnTx/>
                <a:uFillTx/>
                <a:latin typeface="Avenir Book" panose="02000503020000020003" pitchFamily="2" charset="0"/>
                <a:ea typeface="Tahoma"/>
                <a:cs typeface="Tahoma"/>
                <a:sym typeface="Tahoma"/>
              </a:rPr>
              <a:t>Synthèse d’Architecture</a:t>
            </a:r>
          </a:p>
          <a:p>
            <a:pPr marL="171450" marR="0" lvl="0" indent="-171450" algn="l" defTabSz="914331"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fr-FR" sz="900" b="0" i="0" u="none" strike="noStrike" kern="0" cap="none" spc="0" normalizeH="0" baseline="0" noProof="0">
                <a:ln>
                  <a:noFill/>
                </a:ln>
                <a:solidFill>
                  <a:srgbClr val="381A0A"/>
                </a:solidFill>
                <a:effectLst/>
                <a:uLnTx/>
                <a:uFillTx/>
                <a:latin typeface="Avenir Book" panose="02000503020000020003" pitchFamily="2" charset="0"/>
                <a:ea typeface="Tahoma"/>
                <a:cs typeface="Tahoma"/>
                <a:sym typeface="Tahoma"/>
              </a:rPr>
              <a:t>Ebauche de solution</a:t>
            </a:r>
          </a:p>
        </p:txBody>
      </p:sp>
      <p:sp>
        <p:nvSpPr>
          <p:cNvPr id="28" name="Google Shape;480;p13">
            <a:extLst>
              <a:ext uri="{FF2B5EF4-FFF2-40B4-BE49-F238E27FC236}">
                <a16:creationId xmlns:a16="http://schemas.microsoft.com/office/drawing/2014/main" id="{5BA42832-0AAC-C9FE-1E9D-3085B2C8402F}"/>
              </a:ext>
            </a:extLst>
          </p:cNvPr>
          <p:cNvSpPr/>
          <p:nvPr>
            <p:custDataLst>
              <p:tags r:id="rId27"/>
            </p:custDataLst>
          </p:nvPr>
        </p:nvSpPr>
        <p:spPr>
          <a:xfrm>
            <a:off x="6598592" y="4977881"/>
            <a:ext cx="3731399" cy="826065"/>
          </a:xfrm>
          <a:prstGeom prst="roundRect">
            <a:avLst>
              <a:gd name="adj" fmla="val 3944"/>
            </a:avLst>
          </a:prstGeom>
          <a:solidFill>
            <a:schemeClr val="bg1"/>
          </a:solidFill>
          <a:ln w="6350" cap="flat" cmpd="sng">
            <a:noFill/>
            <a:prstDash val="solid"/>
            <a:round/>
            <a:headEnd type="none" w="sm" len="sm"/>
            <a:tailEnd type="none" w="sm" len="sm"/>
          </a:ln>
        </p:spPr>
        <p:txBody>
          <a:bodyPr spcFirstLastPara="1" wrap="square" lIns="48000" tIns="48000" rIns="48000" bIns="48000" anchor="ctr" anchorCtr="0">
            <a:noAutofit/>
          </a:bodyPr>
          <a:lstStyle/>
          <a:p>
            <a:pPr marL="171450" marR="0" lvl="0" indent="-171450" algn="l" defTabSz="914331"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fr-FR" sz="900" b="1" i="0" u="none" strike="noStrike" kern="0" cap="none" spc="0" normalizeH="0" baseline="0" noProof="0">
                <a:ln>
                  <a:noFill/>
                </a:ln>
                <a:solidFill>
                  <a:srgbClr val="FAB92E"/>
                </a:solidFill>
                <a:effectLst/>
                <a:uLnTx/>
                <a:uFillTx/>
                <a:latin typeface="Avenir Book" panose="02000503020000020003" pitchFamily="2" charset="0"/>
                <a:ea typeface="Tahoma"/>
                <a:cs typeface="Tahoma"/>
                <a:sym typeface="Tahoma"/>
              </a:rPr>
              <a:t>Dossier d’Architecture</a:t>
            </a:r>
          </a:p>
          <a:p>
            <a:pPr marL="171450" marR="0" lvl="0" indent="-171450" algn="l" defTabSz="914331"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fr-FR" sz="900" b="0" i="0" u="none" strike="noStrike" kern="0" cap="none" spc="0" normalizeH="0" baseline="0" noProof="0">
                <a:ln>
                  <a:noFill/>
                </a:ln>
                <a:solidFill>
                  <a:srgbClr val="381A0A"/>
                </a:solidFill>
                <a:effectLst/>
                <a:uLnTx/>
                <a:uFillTx/>
                <a:latin typeface="Avenir Book" panose="02000503020000020003" pitchFamily="2" charset="0"/>
                <a:ea typeface="Tahoma"/>
                <a:cs typeface="Tahoma"/>
                <a:sym typeface="Tahoma"/>
              </a:rPr>
              <a:t>Deep Dive Technique</a:t>
            </a:r>
          </a:p>
          <a:p>
            <a:pPr marL="171450" marR="0" lvl="0" indent="-171450" algn="l" defTabSz="914331"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fr-FR" sz="900" b="0" i="0" u="none" strike="noStrike" kern="0" cap="none" spc="0" normalizeH="0" baseline="0" noProof="0">
                <a:ln>
                  <a:noFill/>
                </a:ln>
                <a:solidFill>
                  <a:srgbClr val="381A0A"/>
                </a:solidFill>
                <a:effectLst/>
                <a:uLnTx/>
                <a:uFillTx/>
                <a:latin typeface="Avenir Book" panose="02000503020000020003" pitchFamily="2" charset="0"/>
                <a:ea typeface="Tahoma"/>
                <a:cs typeface="Tahoma"/>
                <a:sym typeface="Tahoma"/>
              </a:rPr>
              <a:t>Audit d’Architecture</a:t>
            </a:r>
          </a:p>
          <a:p>
            <a:pPr marL="171450" marR="0" lvl="0" indent="-171450" algn="l" defTabSz="914331"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fr-FR" sz="900" b="0" i="0" u="none" strike="noStrike" kern="0" cap="none" spc="0" normalizeH="0" baseline="0" noProof="0">
                <a:ln>
                  <a:noFill/>
                </a:ln>
                <a:solidFill>
                  <a:srgbClr val="381A0A"/>
                </a:solidFill>
                <a:effectLst/>
                <a:uLnTx/>
                <a:uFillTx/>
                <a:latin typeface="Avenir Book" panose="02000503020000020003" pitchFamily="2" charset="0"/>
                <a:ea typeface="Tahoma"/>
                <a:cs typeface="Tahoma"/>
                <a:sym typeface="Tahoma"/>
              </a:rPr>
              <a:t>Synthèse d’Architecture (complémentaire)</a:t>
            </a:r>
          </a:p>
        </p:txBody>
      </p:sp>
      <p:sp>
        <p:nvSpPr>
          <p:cNvPr id="29" name="Rectangle : coins arrondis 28">
            <a:extLst>
              <a:ext uri="{FF2B5EF4-FFF2-40B4-BE49-F238E27FC236}">
                <a16:creationId xmlns:a16="http://schemas.microsoft.com/office/drawing/2014/main" id="{82046FED-38EB-95E6-C2B9-83BD5EC59E3F}"/>
              </a:ext>
            </a:extLst>
          </p:cNvPr>
          <p:cNvSpPr/>
          <p:nvPr>
            <p:custDataLst>
              <p:tags r:id="rId28"/>
            </p:custDataLst>
          </p:nvPr>
        </p:nvSpPr>
        <p:spPr>
          <a:xfrm>
            <a:off x="89379" y="4986990"/>
            <a:ext cx="1097028" cy="797645"/>
          </a:xfrm>
          <a:prstGeom prst="roundRect">
            <a:avLst>
              <a:gd name="adj" fmla="val 4594"/>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66" rtl="0" eaLnBrk="1" fontAlgn="auto" latinLnBrk="0" hangingPunct="1">
              <a:lnSpc>
                <a:spcPct val="100000"/>
              </a:lnSpc>
              <a:spcBef>
                <a:spcPts val="0"/>
              </a:spcBef>
              <a:spcAft>
                <a:spcPts val="0"/>
              </a:spcAft>
              <a:buClrTx/>
              <a:buSzTx/>
              <a:buFontTx/>
              <a:buNone/>
              <a:tabLst/>
              <a:defRPr/>
            </a:pPr>
            <a:r>
              <a:rPr kumimoji="0" lang="fr-FR" sz="1200" b="1" i="0" u="none" strike="noStrike" kern="0" cap="none" spc="0" normalizeH="0" baseline="0" noProof="0">
                <a:ln>
                  <a:noFill/>
                </a:ln>
                <a:solidFill>
                  <a:srgbClr val="102031"/>
                </a:solidFill>
                <a:effectLst/>
                <a:uLnTx/>
                <a:uFillTx/>
                <a:latin typeface="Avenir Black" panose="02000503020000020003" pitchFamily="2" charset="0"/>
                <a:ea typeface="Tahoma"/>
                <a:cs typeface="Arial" panose="020B0604020202020204" pitchFamily="34" charset="0"/>
                <a:sym typeface="Tahoma"/>
              </a:rPr>
              <a:t>LIVRABLES</a:t>
            </a:r>
          </a:p>
        </p:txBody>
      </p:sp>
      <p:sp>
        <p:nvSpPr>
          <p:cNvPr id="30" name="Rectangle : coins arrondis 29">
            <a:extLst>
              <a:ext uri="{FF2B5EF4-FFF2-40B4-BE49-F238E27FC236}">
                <a16:creationId xmlns:a16="http://schemas.microsoft.com/office/drawing/2014/main" id="{E727F380-0D01-7ABF-1409-D839210FE73D}"/>
              </a:ext>
            </a:extLst>
          </p:cNvPr>
          <p:cNvSpPr/>
          <p:nvPr>
            <p:custDataLst>
              <p:tags r:id="rId29"/>
            </p:custDataLst>
          </p:nvPr>
        </p:nvSpPr>
        <p:spPr>
          <a:xfrm>
            <a:off x="10465743" y="3853703"/>
            <a:ext cx="1437079" cy="1930931"/>
          </a:xfrm>
          <a:prstGeom prst="roundRect">
            <a:avLst>
              <a:gd name="adj" fmla="val 3722"/>
            </a:avLst>
          </a:prstGeom>
          <a:solidFill>
            <a:schemeClr val="bg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66" rtl="0" eaLnBrk="1" fontAlgn="auto" latinLnBrk="0" hangingPunct="1">
              <a:lnSpc>
                <a:spcPct val="100000"/>
              </a:lnSpc>
              <a:spcBef>
                <a:spcPts val="0"/>
              </a:spcBef>
              <a:spcAft>
                <a:spcPts val="0"/>
              </a:spcAft>
              <a:buClrTx/>
              <a:buSzTx/>
              <a:buFontTx/>
              <a:buNone/>
              <a:tabLst/>
              <a:defRPr/>
            </a:pPr>
            <a:endParaRPr kumimoji="0" lang="fr-FR" sz="1200" b="1" i="0" u="none" strike="noStrike" kern="0" cap="none" spc="0" normalizeH="0" baseline="0" noProof="0">
              <a:ln>
                <a:noFill/>
              </a:ln>
              <a:solidFill>
                <a:schemeClr val="bg1"/>
              </a:solidFill>
              <a:effectLst/>
              <a:uLnTx/>
              <a:uFillTx/>
              <a:latin typeface="Avenir Black" panose="02000503020000020003" pitchFamily="2" charset="0"/>
              <a:ea typeface="Tahoma"/>
              <a:cs typeface="Arial" panose="020B0604020202020204" pitchFamily="34" charset="0"/>
              <a:sym typeface="Tahoma"/>
            </a:endParaRPr>
          </a:p>
        </p:txBody>
      </p:sp>
      <p:sp>
        <p:nvSpPr>
          <p:cNvPr id="33" name="Rectangle : coins arrondis 32">
            <a:extLst>
              <a:ext uri="{FF2B5EF4-FFF2-40B4-BE49-F238E27FC236}">
                <a16:creationId xmlns:a16="http://schemas.microsoft.com/office/drawing/2014/main" id="{D853A37B-5801-69DD-E50D-A2E0C5CEA9B9}"/>
              </a:ext>
            </a:extLst>
          </p:cNvPr>
          <p:cNvSpPr/>
          <p:nvPr>
            <p:custDataLst>
              <p:tags r:id="rId30"/>
            </p:custDataLst>
          </p:nvPr>
        </p:nvSpPr>
        <p:spPr>
          <a:xfrm>
            <a:off x="6948849" y="1489140"/>
            <a:ext cx="791178" cy="217933"/>
          </a:xfrm>
          <a:prstGeom prst="roundRect">
            <a:avLst>
              <a:gd name="adj" fmla="val 8942"/>
            </a:avLst>
          </a:prstGeom>
          <a:solidFill>
            <a:schemeClr val="bg1"/>
          </a:solidFill>
          <a:ln w="15875">
            <a:solidFill>
              <a:srgbClr val="7C58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a:solidFill>
                  <a:srgbClr val="7C584E"/>
                </a:solidFill>
                <a:latin typeface="Avenir Book" panose="02000503020000020003" pitchFamily="2" charset="0"/>
              </a:rPr>
              <a:t>Temps 3</a:t>
            </a:r>
          </a:p>
        </p:txBody>
      </p:sp>
      <p:cxnSp>
        <p:nvCxnSpPr>
          <p:cNvPr id="36" name="Connecteur droit 35">
            <a:extLst>
              <a:ext uri="{FF2B5EF4-FFF2-40B4-BE49-F238E27FC236}">
                <a16:creationId xmlns:a16="http://schemas.microsoft.com/office/drawing/2014/main" id="{7937278D-F6F1-8FE2-D29F-8740AE022870}"/>
              </a:ext>
            </a:extLst>
          </p:cNvPr>
          <p:cNvCxnSpPr>
            <a:cxnSpLocks/>
          </p:cNvCxnSpPr>
          <p:nvPr>
            <p:custDataLst>
              <p:tags r:id="rId31"/>
            </p:custDataLst>
          </p:nvPr>
        </p:nvCxnSpPr>
        <p:spPr>
          <a:xfrm>
            <a:off x="7344618" y="1714368"/>
            <a:ext cx="0" cy="1662519"/>
          </a:xfrm>
          <a:prstGeom prst="line">
            <a:avLst/>
          </a:prstGeom>
          <a:ln w="15875">
            <a:solidFill>
              <a:srgbClr val="102031"/>
            </a:solidFill>
            <a:prstDash val="sysDot"/>
          </a:ln>
        </p:spPr>
        <p:style>
          <a:lnRef idx="2">
            <a:schemeClr val="accent1"/>
          </a:lnRef>
          <a:fillRef idx="0">
            <a:schemeClr val="accent1"/>
          </a:fillRef>
          <a:effectRef idx="1">
            <a:schemeClr val="accent1"/>
          </a:effectRef>
          <a:fontRef idx="minor">
            <a:schemeClr val="tx1"/>
          </a:fontRef>
        </p:style>
      </p:cxnSp>
      <p:sp>
        <p:nvSpPr>
          <p:cNvPr id="48" name="Rectangle : coins arrondis 47">
            <a:extLst>
              <a:ext uri="{FF2B5EF4-FFF2-40B4-BE49-F238E27FC236}">
                <a16:creationId xmlns:a16="http://schemas.microsoft.com/office/drawing/2014/main" id="{7A2885DD-F8CC-ED44-9C95-86ADE1FFE0FB}"/>
              </a:ext>
            </a:extLst>
          </p:cNvPr>
          <p:cNvSpPr/>
          <p:nvPr>
            <p:custDataLst>
              <p:tags r:id="rId32"/>
            </p:custDataLst>
          </p:nvPr>
        </p:nvSpPr>
        <p:spPr>
          <a:xfrm>
            <a:off x="6598605" y="3377039"/>
            <a:ext cx="3731386" cy="270734"/>
          </a:xfrm>
          <a:prstGeom prst="roundRect">
            <a:avLst>
              <a:gd name="adj" fmla="val 10810"/>
            </a:avLst>
          </a:prstGeom>
          <a:solidFill>
            <a:srgbClr val="FAB92E"/>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66" rtl="0" eaLnBrk="1" fontAlgn="auto" latinLnBrk="0" hangingPunct="1">
              <a:lnSpc>
                <a:spcPct val="100000"/>
              </a:lnSpc>
              <a:spcBef>
                <a:spcPts val="0"/>
              </a:spcBef>
              <a:spcAft>
                <a:spcPts val="0"/>
              </a:spcAft>
              <a:buClrTx/>
              <a:buSzTx/>
              <a:buFontTx/>
              <a:buNone/>
              <a:tabLst/>
              <a:defRPr/>
            </a:pPr>
            <a:r>
              <a:rPr lang="fr-FR" sz="1000" kern="0">
                <a:solidFill>
                  <a:schemeClr val="bg1"/>
                </a:solidFill>
                <a:latin typeface="Avenir" panose="02000503020000020003" pitchFamily="2" charset="0"/>
                <a:ea typeface="Tahoma"/>
                <a:cs typeface="Arial" panose="020B0604020202020204" pitchFamily="34" charset="0"/>
                <a:sym typeface="Tahoma"/>
              </a:rPr>
              <a:t>Passage Comité DA </a:t>
            </a:r>
            <a:r>
              <a:rPr lang="fr-FR" sz="1000" b="1" kern="0">
                <a:solidFill>
                  <a:schemeClr val="bg1"/>
                </a:solidFill>
                <a:latin typeface="Avenir Next" panose="020B0503020202020204" pitchFamily="34" charset="0"/>
                <a:ea typeface="Tahoma"/>
                <a:cs typeface="Arial" panose="020B0604020202020204" pitchFamily="34" charset="0"/>
                <a:sym typeface="Tahoma"/>
              </a:rPr>
              <a:t>si nécessaire </a:t>
            </a:r>
            <a:r>
              <a:rPr lang="fr-FR" sz="1000" kern="0">
                <a:solidFill>
                  <a:schemeClr val="bg1"/>
                </a:solidFill>
                <a:latin typeface="Avenir" panose="02000503020000020003" pitchFamily="2" charset="0"/>
                <a:ea typeface="Tahoma"/>
                <a:cs typeface="Arial" panose="020B0604020202020204" pitchFamily="34" charset="0"/>
                <a:sym typeface="Tahoma"/>
              </a:rPr>
              <a:t>(aléa projet)</a:t>
            </a:r>
          </a:p>
        </p:txBody>
      </p:sp>
      <p:sp>
        <p:nvSpPr>
          <p:cNvPr id="45" name="Rectangle : coins arrondis 44">
            <a:extLst>
              <a:ext uri="{FF2B5EF4-FFF2-40B4-BE49-F238E27FC236}">
                <a16:creationId xmlns:a16="http://schemas.microsoft.com/office/drawing/2014/main" id="{7D716230-5307-F9BC-B039-CEDFB6186A2E}"/>
              </a:ext>
            </a:extLst>
          </p:cNvPr>
          <p:cNvSpPr/>
          <p:nvPr>
            <p:custDataLst>
              <p:tags r:id="rId33"/>
            </p:custDataLst>
          </p:nvPr>
        </p:nvSpPr>
        <p:spPr>
          <a:xfrm>
            <a:off x="6598604" y="2491577"/>
            <a:ext cx="3731387" cy="751212"/>
          </a:xfrm>
          <a:prstGeom prst="roundRect">
            <a:avLst>
              <a:gd name="adj" fmla="val 4594"/>
            </a:avLst>
          </a:prstGeom>
          <a:solidFill>
            <a:schemeClr val="bg1">
              <a:lumMod val="95000"/>
              <a:alpha val="48000"/>
            </a:schemeClr>
          </a:solidFill>
          <a:ln w="19050">
            <a:solidFill>
              <a:srgbClr val="FAB92E">
                <a:alpha val="40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66" rtl="0" eaLnBrk="1" fontAlgn="auto" latinLnBrk="0" hangingPunct="1">
              <a:lnSpc>
                <a:spcPct val="100000"/>
              </a:lnSpc>
              <a:spcBef>
                <a:spcPts val="0"/>
              </a:spcBef>
              <a:spcAft>
                <a:spcPts val="0"/>
              </a:spcAft>
              <a:buClrTx/>
              <a:buSzTx/>
              <a:buFontTx/>
              <a:buNone/>
              <a:tabLst/>
              <a:defRPr/>
            </a:pPr>
            <a:r>
              <a:rPr kumimoji="0" lang="fr-FR" sz="1200" u="none" strike="noStrike" kern="0" cap="none" spc="0" normalizeH="0" baseline="0" noProof="0">
                <a:ln>
                  <a:noFill/>
                </a:ln>
                <a:solidFill>
                  <a:srgbClr val="102031"/>
                </a:solidFill>
                <a:effectLst/>
                <a:uLnTx/>
                <a:uFillTx/>
                <a:latin typeface="Avenir" panose="02000503020000020003" pitchFamily="2" charset="0"/>
                <a:ea typeface="Tahoma"/>
                <a:cs typeface="Arial" panose="020B0604020202020204" pitchFamily="34" charset="0"/>
                <a:sym typeface="Tahoma"/>
              </a:rPr>
              <a:t>Qualification de la conformité</a:t>
            </a:r>
          </a:p>
          <a:p>
            <a:pPr algn="ctr" defTabSz="685766">
              <a:defRPr/>
            </a:pPr>
            <a:r>
              <a:rPr lang="fr-FR" sz="800">
                <a:solidFill>
                  <a:srgbClr val="FAB92E"/>
                </a:solidFill>
                <a:latin typeface="Avenir Next LT Pro (Corps)"/>
              </a:rPr>
              <a:t>(ARCHITECTURE, SECURITE, OPS, DATA, …)</a:t>
            </a:r>
          </a:p>
        </p:txBody>
      </p:sp>
      <p:cxnSp>
        <p:nvCxnSpPr>
          <p:cNvPr id="39" name="Connecteur droit 38">
            <a:extLst>
              <a:ext uri="{FF2B5EF4-FFF2-40B4-BE49-F238E27FC236}">
                <a16:creationId xmlns:a16="http://schemas.microsoft.com/office/drawing/2014/main" id="{047C5F36-A48F-331E-97AF-F7B8F5A0930C}"/>
              </a:ext>
            </a:extLst>
          </p:cNvPr>
          <p:cNvCxnSpPr>
            <a:cxnSpLocks/>
            <a:endCxn id="43" idx="3"/>
          </p:cNvCxnSpPr>
          <p:nvPr>
            <p:custDataLst>
              <p:tags r:id="rId34"/>
            </p:custDataLst>
          </p:nvPr>
        </p:nvCxnSpPr>
        <p:spPr>
          <a:xfrm rot="5400000">
            <a:off x="5140195" y="2527365"/>
            <a:ext cx="1798513" cy="172518"/>
          </a:xfrm>
          <a:prstGeom prst="bentConnector2">
            <a:avLst/>
          </a:prstGeom>
          <a:ln w="15875">
            <a:solidFill>
              <a:srgbClr val="102031"/>
            </a:solidFill>
            <a:prstDash val="sysDot"/>
          </a:ln>
        </p:spPr>
        <p:style>
          <a:lnRef idx="2">
            <a:schemeClr val="accent1"/>
          </a:lnRef>
          <a:fillRef idx="0">
            <a:schemeClr val="accent1"/>
          </a:fillRef>
          <a:effectRef idx="1">
            <a:schemeClr val="accent1"/>
          </a:effectRef>
          <a:fontRef idx="minor">
            <a:schemeClr val="tx1"/>
          </a:fontRef>
        </p:style>
      </p:cxnSp>
      <p:sp>
        <p:nvSpPr>
          <p:cNvPr id="38" name="Étoile à 5 branches 37">
            <a:extLst>
              <a:ext uri="{FF2B5EF4-FFF2-40B4-BE49-F238E27FC236}">
                <a16:creationId xmlns:a16="http://schemas.microsoft.com/office/drawing/2014/main" id="{96F8DFBA-8EB7-7E4A-079F-81462DAAF461}"/>
              </a:ext>
            </a:extLst>
          </p:cNvPr>
          <p:cNvSpPr/>
          <p:nvPr>
            <p:custDataLst>
              <p:tags r:id="rId35"/>
            </p:custDataLst>
          </p:nvPr>
        </p:nvSpPr>
        <p:spPr>
          <a:xfrm>
            <a:off x="5961908" y="1984650"/>
            <a:ext cx="326572" cy="326572"/>
          </a:xfrm>
          <a:prstGeom prst="star5">
            <a:avLst/>
          </a:prstGeom>
          <a:solidFill>
            <a:srgbClr val="1020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Étoile à 5 branches 58">
            <a:extLst>
              <a:ext uri="{FF2B5EF4-FFF2-40B4-BE49-F238E27FC236}">
                <a16:creationId xmlns:a16="http://schemas.microsoft.com/office/drawing/2014/main" id="{3AC87F66-7E4F-1FAE-85B2-816C38450531}"/>
              </a:ext>
            </a:extLst>
          </p:cNvPr>
          <p:cNvSpPr/>
          <p:nvPr>
            <p:custDataLst>
              <p:tags r:id="rId36"/>
            </p:custDataLst>
          </p:nvPr>
        </p:nvSpPr>
        <p:spPr>
          <a:xfrm>
            <a:off x="7181152" y="1974641"/>
            <a:ext cx="326572" cy="326572"/>
          </a:xfrm>
          <a:prstGeom prst="star5">
            <a:avLst/>
          </a:prstGeom>
          <a:solidFill>
            <a:srgbClr val="1020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Rectangle : coins arrondis 25">
            <a:extLst>
              <a:ext uri="{FF2B5EF4-FFF2-40B4-BE49-F238E27FC236}">
                <a16:creationId xmlns:a16="http://schemas.microsoft.com/office/drawing/2014/main" id="{01CE3089-E302-D91D-ED17-556FE0B4A352}"/>
              </a:ext>
            </a:extLst>
          </p:cNvPr>
          <p:cNvSpPr/>
          <p:nvPr>
            <p:custDataLst>
              <p:tags r:id="rId37"/>
            </p:custDataLst>
          </p:nvPr>
        </p:nvSpPr>
        <p:spPr>
          <a:xfrm>
            <a:off x="10427877" y="2473138"/>
            <a:ext cx="1482858" cy="751212"/>
          </a:xfrm>
          <a:prstGeom prst="roundRect">
            <a:avLst>
              <a:gd name="adj" fmla="val 4594"/>
            </a:avLst>
          </a:prstGeom>
          <a:solidFill>
            <a:schemeClr val="bg1">
              <a:lumMod val="95000"/>
              <a:alpha val="48000"/>
            </a:schemeClr>
          </a:solidFill>
          <a:ln w="19050">
            <a:solidFill>
              <a:schemeClr val="bg1">
                <a:lumMod val="65000"/>
                <a:alpha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685766" rtl="0" eaLnBrk="1" fontAlgn="auto" latinLnBrk="0" hangingPunct="1">
              <a:lnSpc>
                <a:spcPct val="100000"/>
              </a:lnSpc>
              <a:spcBef>
                <a:spcPts val="0"/>
              </a:spcBef>
              <a:spcAft>
                <a:spcPts val="0"/>
              </a:spcAft>
              <a:buClrTx/>
              <a:buSzTx/>
              <a:buFontTx/>
              <a:buNone/>
              <a:tabLst/>
              <a:defRPr/>
            </a:pPr>
            <a:r>
              <a:rPr kumimoji="0" lang="fr-FR" sz="1100" u="none" strike="noStrike" kern="0" cap="none" spc="0" normalizeH="0" baseline="0" noProof="0">
                <a:ln>
                  <a:noFill/>
                </a:ln>
                <a:solidFill>
                  <a:srgbClr val="102031"/>
                </a:solidFill>
                <a:effectLst/>
                <a:uLnTx/>
                <a:uFillTx/>
                <a:latin typeface="Avenir" panose="02000503020000020003" pitchFamily="2" charset="0"/>
                <a:ea typeface="Tahoma"/>
                <a:cs typeface="Arial" panose="020B0604020202020204" pitchFamily="34" charset="0"/>
                <a:sym typeface="Tahoma"/>
              </a:rPr>
              <a:t>Auto-évaluation de la conformité de l’architecture par les projets</a:t>
            </a:r>
          </a:p>
        </p:txBody>
      </p:sp>
      <p:sp>
        <p:nvSpPr>
          <p:cNvPr id="34" name="Triangle 48">
            <a:extLst>
              <a:ext uri="{FF2B5EF4-FFF2-40B4-BE49-F238E27FC236}">
                <a16:creationId xmlns:a16="http://schemas.microsoft.com/office/drawing/2014/main" id="{8ED4B8DA-393E-8A5A-F375-555EC813C66E}"/>
              </a:ext>
            </a:extLst>
          </p:cNvPr>
          <p:cNvSpPr/>
          <p:nvPr>
            <p:custDataLst>
              <p:tags r:id="rId38"/>
            </p:custDataLst>
          </p:nvPr>
        </p:nvSpPr>
        <p:spPr>
          <a:xfrm rot="10800000">
            <a:off x="10926419" y="3242637"/>
            <a:ext cx="485775" cy="102989"/>
          </a:xfrm>
          <a:prstGeom prst="triangl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7BFF8043-9E8F-2164-21BB-B3955AC5A220}"/>
              </a:ext>
            </a:extLst>
          </p:cNvPr>
          <p:cNvSpPr/>
          <p:nvPr>
            <p:custDataLst>
              <p:tags r:id="rId39"/>
            </p:custDataLst>
          </p:nvPr>
        </p:nvSpPr>
        <p:spPr>
          <a:xfrm>
            <a:off x="10427877" y="3377039"/>
            <a:ext cx="1482858" cy="270734"/>
          </a:xfrm>
          <a:prstGeom prst="roundRect">
            <a:avLst>
              <a:gd name="adj" fmla="val 10810"/>
            </a:avLst>
          </a:prstGeom>
          <a:solidFill>
            <a:schemeClr val="bg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685766" rtl="0" eaLnBrk="1" fontAlgn="auto" latinLnBrk="0" hangingPunct="1">
              <a:lnSpc>
                <a:spcPct val="100000"/>
              </a:lnSpc>
              <a:spcBef>
                <a:spcPts val="0"/>
              </a:spcBef>
              <a:spcAft>
                <a:spcPts val="0"/>
              </a:spcAft>
              <a:buClrTx/>
              <a:buSzTx/>
              <a:buFontTx/>
              <a:buNone/>
              <a:tabLst/>
              <a:defRPr/>
            </a:pPr>
            <a:r>
              <a:rPr lang="fr-FR" sz="1000" kern="0">
                <a:solidFill>
                  <a:schemeClr val="bg1"/>
                </a:solidFill>
                <a:latin typeface="Avenir" panose="02000503020000020003" pitchFamily="2" charset="0"/>
                <a:ea typeface="Tahoma"/>
                <a:cs typeface="Arial" panose="020B0604020202020204" pitchFamily="34" charset="0"/>
                <a:sym typeface="Tahoma"/>
              </a:rPr>
              <a:t>Revue par les Architectes</a:t>
            </a:r>
          </a:p>
        </p:txBody>
      </p:sp>
      <p:sp>
        <p:nvSpPr>
          <p:cNvPr id="5" name="ZoneTexte 4">
            <a:extLst>
              <a:ext uri="{FF2B5EF4-FFF2-40B4-BE49-F238E27FC236}">
                <a16:creationId xmlns:a16="http://schemas.microsoft.com/office/drawing/2014/main" id="{2028F302-6DE2-4A82-ED8E-A2D20E97DE67}"/>
              </a:ext>
            </a:extLst>
          </p:cNvPr>
          <p:cNvSpPr txBox="1"/>
          <p:nvPr/>
        </p:nvSpPr>
        <p:spPr>
          <a:xfrm>
            <a:off x="3791047" y="6370024"/>
            <a:ext cx="7238937" cy="276999"/>
          </a:xfrm>
          <a:prstGeom prst="rect">
            <a:avLst/>
          </a:prstGeom>
          <a:noFill/>
        </p:spPr>
        <p:txBody>
          <a:bodyPr wrap="square" rtlCol="0">
            <a:spAutoFit/>
          </a:bodyPr>
          <a:lstStyle/>
          <a:p>
            <a:r>
              <a:rPr lang="fr-FR" sz="1200" i="1">
                <a:latin typeface="Avenir Book" panose="02000503020000020003" pitchFamily="2" charset="0"/>
              </a:rPr>
              <a:t>*pour les projets Stratégiques &amp; Majeurs (selon GO Cadrage)</a:t>
            </a:r>
          </a:p>
        </p:txBody>
      </p:sp>
      <p:sp>
        <p:nvSpPr>
          <p:cNvPr id="31" name="Titre 30">
            <a:extLst>
              <a:ext uri="{FF2B5EF4-FFF2-40B4-BE49-F238E27FC236}">
                <a16:creationId xmlns:a16="http://schemas.microsoft.com/office/drawing/2014/main" id="{994CDEA1-912E-E342-3438-0D663F8D0244}"/>
              </a:ext>
            </a:extLst>
          </p:cNvPr>
          <p:cNvSpPr>
            <a:spLocks noGrp="1"/>
          </p:cNvSpPr>
          <p:nvPr>
            <p:ph type="title"/>
          </p:nvPr>
        </p:nvSpPr>
        <p:spPr/>
        <p:txBody>
          <a:bodyPr/>
          <a:lstStyle/>
          <a:p>
            <a:r>
              <a:rPr lang="fr-FR" sz="2000" b="1" dirty="0">
                <a:solidFill>
                  <a:srgbClr val="102031"/>
                </a:solidFill>
                <a:latin typeface="Avenir Black" panose="02000503020000020003" pitchFamily="2" charset="0"/>
              </a:rPr>
              <a:t>LES INSTANCES D’ARCHITECTURE</a:t>
            </a:r>
            <a:endParaRPr lang="fr-FR" dirty="0"/>
          </a:p>
        </p:txBody>
      </p:sp>
      <p:sp>
        <p:nvSpPr>
          <p:cNvPr id="37" name="Espace réservé du texte 36">
            <a:extLst>
              <a:ext uri="{FF2B5EF4-FFF2-40B4-BE49-F238E27FC236}">
                <a16:creationId xmlns:a16="http://schemas.microsoft.com/office/drawing/2014/main" id="{76110A4F-4F22-789D-D6A0-B584CB764A89}"/>
              </a:ext>
            </a:extLst>
          </p:cNvPr>
          <p:cNvSpPr>
            <a:spLocks noGrp="1"/>
          </p:cNvSpPr>
          <p:nvPr>
            <p:ph type="body" sz="quarter" idx="10"/>
          </p:nvPr>
        </p:nvSpPr>
        <p:spPr>
          <a:xfrm>
            <a:off x="924539" y="790043"/>
            <a:ext cx="6656309" cy="440057"/>
          </a:xfrm>
        </p:spPr>
        <p:txBody>
          <a:bodyPr/>
          <a:lstStyle/>
          <a:p>
            <a:pPr>
              <a:lnSpc>
                <a:spcPct val="80000"/>
              </a:lnSpc>
              <a:spcBef>
                <a:spcPts val="0"/>
              </a:spcBef>
            </a:pPr>
            <a:r>
              <a:rPr lang="fr-FR" sz="1400" dirty="0">
                <a:solidFill>
                  <a:srgbClr val="096D6D"/>
                </a:solidFill>
                <a:latin typeface="Avenir Book" panose="02000503020000020003" pitchFamily="2" charset="0"/>
              </a:rPr>
              <a:t>Les instances de la gouvernance s’articulent avec un processus projet standardisé à travers </a:t>
            </a:r>
          </a:p>
          <a:p>
            <a:pPr>
              <a:lnSpc>
                <a:spcPct val="80000"/>
              </a:lnSpc>
              <a:spcBef>
                <a:spcPts val="0"/>
              </a:spcBef>
            </a:pPr>
            <a:r>
              <a:rPr lang="fr-FR" sz="1400" dirty="0">
                <a:solidFill>
                  <a:srgbClr val="096D6D"/>
                </a:solidFill>
                <a:latin typeface="Avenir Book" panose="02000503020000020003" pitchFamily="2" charset="0"/>
              </a:rPr>
              <a:t>3 temps forts permettant de rythmer la prise de décision</a:t>
            </a:r>
          </a:p>
        </p:txBody>
      </p:sp>
      <p:sp>
        <p:nvSpPr>
          <p:cNvPr id="46" name="Espace réservé du texte 45">
            <a:extLst>
              <a:ext uri="{FF2B5EF4-FFF2-40B4-BE49-F238E27FC236}">
                <a16:creationId xmlns:a16="http://schemas.microsoft.com/office/drawing/2014/main" id="{CD98EA53-1806-21FA-1932-76E2413851D6}"/>
              </a:ext>
            </a:extLst>
          </p:cNvPr>
          <p:cNvSpPr>
            <a:spLocks noGrp="1"/>
          </p:cNvSpPr>
          <p:nvPr>
            <p:ph type="body" sz="quarter" idx="11"/>
          </p:nvPr>
        </p:nvSpPr>
        <p:spPr/>
        <p:txBody>
          <a:bodyPr/>
          <a:lstStyle/>
          <a:p>
            <a:r>
              <a:rPr lang="fr-FR" dirty="0">
                <a:solidFill>
                  <a:srgbClr val="BFBFBF"/>
                </a:solidFill>
              </a:rPr>
              <a:t>00</a:t>
            </a:r>
            <a:endParaRPr lang="fr-FR" dirty="0"/>
          </a:p>
        </p:txBody>
      </p:sp>
      <p:sp>
        <p:nvSpPr>
          <p:cNvPr id="57" name="ZoneTexte 56">
            <a:extLst>
              <a:ext uri="{FF2B5EF4-FFF2-40B4-BE49-F238E27FC236}">
                <a16:creationId xmlns:a16="http://schemas.microsoft.com/office/drawing/2014/main" id="{F15C8883-A621-EA26-5B70-288C356DA45B}"/>
              </a:ext>
            </a:extLst>
          </p:cNvPr>
          <p:cNvSpPr txBox="1"/>
          <p:nvPr>
            <p:custDataLst>
              <p:tags r:id="rId40"/>
            </p:custDataLst>
          </p:nvPr>
        </p:nvSpPr>
        <p:spPr>
          <a:xfrm>
            <a:off x="4660403" y="76140"/>
            <a:ext cx="971740" cy="335861"/>
          </a:xfrm>
          <a:prstGeom prst="rect">
            <a:avLst/>
          </a:prstGeom>
          <a:noFill/>
        </p:spPr>
        <p:txBody>
          <a:bodyPr wrap="none" rtlCol="0">
            <a:spAutoFit/>
          </a:bodyPr>
          <a:lstStyle/>
          <a:p>
            <a:pPr algn="ctr">
              <a:lnSpc>
                <a:spcPct val="70000"/>
              </a:lnSpc>
            </a:pPr>
            <a:r>
              <a:rPr lang="fr-FR" sz="1100" b="1" dirty="0">
                <a:latin typeface="Avenir Book" panose="02000503020000020003" pitchFamily="2" charset="0"/>
              </a:rPr>
              <a:t>Les instances</a:t>
            </a:r>
          </a:p>
          <a:p>
            <a:pPr algn="ctr">
              <a:lnSpc>
                <a:spcPct val="70000"/>
              </a:lnSpc>
            </a:pPr>
            <a:r>
              <a:rPr lang="fr-FR" sz="1100" b="1" dirty="0">
                <a:latin typeface="Avenir Book" panose="02000503020000020003" pitchFamily="2" charset="0"/>
              </a:rPr>
              <a:t>d’architecture</a:t>
            </a:r>
          </a:p>
        </p:txBody>
      </p:sp>
    </p:spTree>
    <p:extLst>
      <p:ext uri="{BB962C8B-B14F-4D97-AF65-F5344CB8AC3E}">
        <p14:creationId xmlns:p14="http://schemas.microsoft.com/office/powerpoint/2010/main" val="3601312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Espace réservé du texte 5">
            <a:extLst>
              <a:ext uri="{FF2B5EF4-FFF2-40B4-BE49-F238E27FC236}">
                <a16:creationId xmlns:a16="http://schemas.microsoft.com/office/drawing/2014/main" id="{5CCF0E4B-1473-BE52-7891-11EB26137EA3}"/>
              </a:ext>
            </a:extLst>
          </p:cNvPr>
          <p:cNvSpPr>
            <a:spLocks noGrp="1"/>
          </p:cNvSpPr>
          <p:nvPr>
            <p:ph type="body" sz="quarter" idx="10"/>
            <p:custDataLst>
              <p:tags r:id="rId1"/>
            </p:custDataLst>
          </p:nvPr>
        </p:nvSpPr>
        <p:spPr/>
        <p:txBody>
          <a:bodyPr/>
          <a:lstStyle/>
          <a:p>
            <a:r>
              <a:rPr lang="fr-FR"/>
              <a:t>Contenu d’une revue d’architecture</a:t>
            </a:r>
            <a:endParaRPr lang="fr-FR">
              <a:latin typeface="+mj-lt"/>
            </a:endParaRPr>
          </a:p>
        </p:txBody>
      </p:sp>
      <p:sp>
        <p:nvSpPr>
          <p:cNvPr id="45" name="Espace réservé du texte 44">
            <a:extLst>
              <a:ext uri="{FF2B5EF4-FFF2-40B4-BE49-F238E27FC236}">
                <a16:creationId xmlns:a16="http://schemas.microsoft.com/office/drawing/2014/main" id="{E6B8B721-BBA3-956D-71D2-26A818EAB29C}"/>
              </a:ext>
            </a:extLst>
          </p:cNvPr>
          <p:cNvSpPr>
            <a:spLocks noGrp="1"/>
          </p:cNvSpPr>
          <p:nvPr>
            <p:ph type="body" sz="quarter" idx="11"/>
          </p:nvPr>
        </p:nvSpPr>
        <p:spPr/>
        <p:txBody>
          <a:bodyPr/>
          <a:lstStyle/>
          <a:p>
            <a:r>
              <a:rPr lang="fr-FR" dirty="0">
                <a:solidFill>
                  <a:srgbClr val="BFBFBF"/>
                </a:solidFill>
              </a:rPr>
              <a:t>00</a:t>
            </a:r>
            <a:endParaRPr lang="fr-FR" dirty="0"/>
          </a:p>
        </p:txBody>
      </p:sp>
      <p:sp>
        <p:nvSpPr>
          <p:cNvPr id="3" name="Espace réservé du numéro de diapositive 3">
            <a:extLst>
              <a:ext uri="{FF2B5EF4-FFF2-40B4-BE49-F238E27FC236}">
                <a16:creationId xmlns:a16="http://schemas.microsoft.com/office/drawing/2014/main" id="{6065A76A-045C-C815-1276-5FB6B112AFAC}"/>
              </a:ext>
            </a:extLst>
          </p:cNvPr>
          <p:cNvSpPr>
            <a:spLocks noGrp="1"/>
          </p:cNvSpPr>
          <p:nvPr>
            <p:ph type="sldNum" sz="quarter" idx="4294967295"/>
            <p:custDataLst>
              <p:tags r:id="rId2"/>
            </p:custDataLst>
          </p:nvPr>
        </p:nvSpPr>
        <p:spPr>
          <a:xfrm>
            <a:off x="11630025" y="6381750"/>
            <a:ext cx="561975" cy="277813"/>
          </a:xfrm>
          <a:prstGeom prst="rect">
            <a:avLst/>
          </a:prstGeom>
        </p:spPr>
        <p:txBody>
          <a:bodyPr/>
          <a:lstStyle/>
          <a:p>
            <a:fld id="{6B54B0F7-55DD-40D6-B7F4-70B586885C0B}" type="slidenum">
              <a:rPr lang="fr-FR" smtClean="0">
                <a:latin typeface="Avenir Next LT Pro" panose="020B0504020202020204" pitchFamily="34" charset="0"/>
              </a:rPr>
              <a:pPr/>
              <a:t>5</a:t>
            </a:fld>
            <a:endParaRPr lang="fr-FR">
              <a:latin typeface="Avenir Next LT Pro" panose="020B0504020202020204" pitchFamily="34" charset="0"/>
            </a:endParaRPr>
          </a:p>
        </p:txBody>
      </p:sp>
      <p:sp>
        <p:nvSpPr>
          <p:cNvPr id="12" name="Rectangle 11">
            <a:extLst>
              <a:ext uri="{FF2B5EF4-FFF2-40B4-BE49-F238E27FC236}">
                <a16:creationId xmlns:a16="http://schemas.microsoft.com/office/drawing/2014/main" id="{59923D49-D9FF-7C36-E4BF-A44739D2CC95}"/>
              </a:ext>
            </a:extLst>
          </p:cNvPr>
          <p:cNvSpPr/>
          <p:nvPr/>
        </p:nvSpPr>
        <p:spPr>
          <a:xfrm>
            <a:off x="1038324" y="1332816"/>
            <a:ext cx="3265503" cy="4717164"/>
          </a:xfrm>
          <a:prstGeom prst="rect">
            <a:avLst/>
          </a:prstGeom>
          <a:solidFill>
            <a:schemeClr val="accent3"/>
          </a:solidFill>
          <a:ln w="12660" cap="flat">
            <a:noFill/>
            <a:prstDash val="solid"/>
            <a:miter/>
          </a:ln>
        </p:spPr>
        <p:txBody>
          <a:bodyPr rtlCol="0" anchor="ctr"/>
          <a:lstStyle/>
          <a:p>
            <a:pPr algn="l">
              <a:lnSpc>
                <a:spcPct val="80000"/>
              </a:lnSpc>
            </a:pPr>
            <a:endParaRPr lang="fr-FR" sz="1400" dirty="0"/>
          </a:p>
        </p:txBody>
      </p:sp>
      <p:sp>
        <p:nvSpPr>
          <p:cNvPr id="14" name="Rectangle 13">
            <a:extLst>
              <a:ext uri="{FF2B5EF4-FFF2-40B4-BE49-F238E27FC236}">
                <a16:creationId xmlns:a16="http://schemas.microsoft.com/office/drawing/2014/main" id="{ED9A810E-8F30-4B80-A927-47CD8B62136E}"/>
              </a:ext>
            </a:extLst>
          </p:cNvPr>
          <p:cNvSpPr/>
          <p:nvPr/>
        </p:nvSpPr>
        <p:spPr>
          <a:xfrm>
            <a:off x="4305379" y="1332816"/>
            <a:ext cx="3836552" cy="4717164"/>
          </a:xfrm>
          <a:prstGeom prst="rect">
            <a:avLst/>
          </a:prstGeom>
          <a:solidFill>
            <a:schemeClr val="tx1"/>
          </a:solidFill>
          <a:ln w="12660" cap="flat">
            <a:noFill/>
            <a:prstDash val="solid"/>
            <a:miter/>
          </a:ln>
        </p:spPr>
        <p:txBody>
          <a:bodyPr rtlCol="0" anchor="ctr"/>
          <a:lstStyle/>
          <a:p>
            <a:pPr algn="l">
              <a:lnSpc>
                <a:spcPct val="80000"/>
              </a:lnSpc>
            </a:pPr>
            <a:endParaRPr lang="fr-FR" sz="1400"/>
          </a:p>
        </p:txBody>
      </p:sp>
      <p:sp>
        <p:nvSpPr>
          <p:cNvPr id="15" name="Rectangle 14">
            <a:extLst>
              <a:ext uri="{FF2B5EF4-FFF2-40B4-BE49-F238E27FC236}">
                <a16:creationId xmlns:a16="http://schemas.microsoft.com/office/drawing/2014/main" id="{B077017B-6D60-2580-4905-81AA853E4ECE}"/>
              </a:ext>
            </a:extLst>
          </p:cNvPr>
          <p:cNvSpPr/>
          <p:nvPr/>
        </p:nvSpPr>
        <p:spPr>
          <a:xfrm>
            <a:off x="8143482" y="1352950"/>
            <a:ext cx="3119875" cy="4697030"/>
          </a:xfrm>
          <a:prstGeom prst="rect">
            <a:avLst/>
          </a:prstGeom>
          <a:solidFill>
            <a:schemeClr val="accent5"/>
          </a:solidFill>
          <a:ln w="12660" cap="flat">
            <a:noFill/>
            <a:prstDash val="solid"/>
            <a:miter/>
          </a:ln>
        </p:spPr>
        <p:txBody>
          <a:bodyPr rtlCol="0" anchor="ctr"/>
          <a:lstStyle/>
          <a:p>
            <a:pPr algn="l">
              <a:lnSpc>
                <a:spcPct val="80000"/>
              </a:lnSpc>
            </a:pPr>
            <a:endParaRPr lang="fr-FR" sz="1400"/>
          </a:p>
        </p:txBody>
      </p:sp>
      <p:sp>
        <p:nvSpPr>
          <p:cNvPr id="19" name="Espace réservé du texte 48">
            <a:extLst>
              <a:ext uri="{FF2B5EF4-FFF2-40B4-BE49-F238E27FC236}">
                <a16:creationId xmlns:a16="http://schemas.microsoft.com/office/drawing/2014/main" id="{49FD0143-D029-95DC-4BC8-0B037118276B}"/>
              </a:ext>
            </a:extLst>
          </p:cNvPr>
          <p:cNvSpPr txBox="1">
            <a:spLocks/>
          </p:cNvSpPr>
          <p:nvPr/>
        </p:nvSpPr>
        <p:spPr>
          <a:xfrm>
            <a:off x="1336826" y="2174679"/>
            <a:ext cx="2680257" cy="198516"/>
          </a:xfrm>
          <a:prstGeom prst="rect">
            <a:avLst/>
          </a:prstGeom>
        </p:spPr>
        <p:txBody>
          <a:bodyPr wrap="square" lIns="0" tIns="0" rIns="0" bIns="0" anchor="t" anchorCtr="0">
            <a:spAutoFit/>
          </a:bodyPr>
          <a:lstStyle>
            <a:lvl1pPr marL="0" indent="0" algn="l" defTabSz="914400" rtl="0" eaLnBrk="1" latinLnBrk="0" hangingPunct="1">
              <a:lnSpc>
                <a:spcPct val="100000"/>
              </a:lnSpc>
              <a:spcBef>
                <a:spcPts val="3400"/>
              </a:spcBef>
              <a:buFont typeface="Arial" panose="020B0604020202020204" pitchFamily="34" charset="0"/>
              <a:buNone/>
              <a:defRPr sz="2000" kern="1200">
                <a:solidFill>
                  <a:schemeClr val="bg1"/>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spcBef>
                <a:spcPts val="0"/>
              </a:spcBef>
            </a:pPr>
            <a:r>
              <a:rPr lang="fr-FR" sz="1600" b="1">
                <a:latin typeface="Avenir Next LT Pro" panose="020B0504020202020204" pitchFamily="34" charset="0"/>
              </a:rPr>
              <a:t>Pourquoi ? Quoi ?</a:t>
            </a:r>
          </a:p>
        </p:txBody>
      </p:sp>
      <p:sp>
        <p:nvSpPr>
          <p:cNvPr id="21" name="Espace réservé du texte 48">
            <a:extLst>
              <a:ext uri="{FF2B5EF4-FFF2-40B4-BE49-F238E27FC236}">
                <a16:creationId xmlns:a16="http://schemas.microsoft.com/office/drawing/2014/main" id="{35EC7A65-AF30-054C-D23B-2184124257AD}"/>
              </a:ext>
            </a:extLst>
          </p:cNvPr>
          <p:cNvSpPr txBox="1">
            <a:spLocks/>
          </p:cNvSpPr>
          <p:nvPr/>
        </p:nvSpPr>
        <p:spPr>
          <a:xfrm>
            <a:off x="4719793" y="2243091"/>
            <a:ext cx="2971881" cy="198516"/>
          </a:xfrm>
          <a:prstGeom prst="rect">
            <a:avLst/>
          </a:prstGeom>
        </p:spPr>
        <p:txBody>
          <a:bodyPr wrap="square" lIns="0" tIns="0" rIns="0" bIns="0" anchor="t" anchorCtr="0">
            <a:spAutoFit/>
          </a:bodyPr>
          <a:lstStyle>
            <a:defPPr>
              <a:defRPr lang="fr-FR"/>
            </a:defPPr>
            <a:lvl1pPr indent="0">
              <a:lnSpc>
                <a:spcPct val="100000"/>
              </a:lnSpc>
              <a:spcBef>
                <a:spcPts val="0"/>
              </a:spcBef>
              <a:buFont typeface="Arial" panose="020B0604020202020204" pitchFamily="34" charset="0"/>
              <a:buNone/>
              <a:defRPr sz="2000" b="1">
                <a:solidFill>
                  <a:schemeClr val="bg1"/>
                </a:solidFill>
                <a:latin typeface="Avenir Next LT Pro" panose="020B0504020202020204" pitchFamily="34" charset="0"/>
              </a:defRPr>
            </a:lvl1pPr>
            <a:lvl2pPr indent="0">
              <a:lnSpc>
                <a:spcPct val="90000"/>
              </a:lnSpc>
              <a:spcBef>
                <a:spcPts val="500"/>
              </a:spcBef>
              <a:buFont typeface="Arial" panose="020B0604020202020204" pitchFamily="34" charset="0"/>
              <a:buNone/>
              <a:defRPr sz="20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defRPr sz="2000"/>
            </a:lvl4pPr>
            <a:lvl5pPr indent="0">
              <a:lnSpc>
                <a:spcPct val="90000"/>
              </a:lnSpc>
              <a:spcBef>
                <a:spcPts val="500"/>
              </a:spcBef>
              <a:buFont typeface="Arial" panose="020B0604020202020204" pitchFamily="34" charset="0"/>
              <a:buNone/>
              <a:defRPr sz="20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80000"/>
              </a:lnSpc>
            </a:pPr>
            <a:r>
              <a:rPr lang="fr-FR" sz="1600">
                <a:latin typeface="Avenir Next LT Pro"/>
              </a:rPr>
              <a:t>Possibilités ? Comment ?</a:t>
            </a:r>
          </a:p>
        </p:txBody>
      </p:sp>
      <p:sp>
        <p:nvSpPr>
          <p:cNvPr id="23" name="Espace réservé du texte 48">
            <a:extLst>
              <a:ext uri="{FF2B5EF4-FFF2-40B4-BE49-F238E27FC236}">
                <a16:creationId xmlns:a16="http://schemas.microsoft.com/office/drawing/2014/main" id="{568BCF7D-6071-C160-3B47-F111FA3376C8}"/>
              </a:ext>
            </a:extLst>
          </p:cNvPr>
          <p:cNvSpPr txBox="1">
            <a:spLocks/>
          </p:cNvSpPr>
          <p:nvPr/>
        </p:nvSpPr>
        <p:spPr>
          <a:xfrm>
            <a:off x="8545633" y="2175080"/>
            <a:ext cx="2388324" cy="198516"/>
          </a:xfrm>
          <a:prstGeom prst="rect">
            <a:avLst/>
          </a:prstGeom>
        </p:spPr>
        <p:txBody>
          <a:bodyPr wrap="square" lIns="0" tIns="0" rIns="0" bIns="0" anchor="t" anchorCtr="0">
            <a:spAutoFit/>
          </a:bodyPr>
          <a:lstStyle>
            <a:defPPr>
              <a:defRPr lang="fr-FR"/>
            </a:defPPr>
            <a:lvl1pPr indent="0">
              <a:lnSpc>
                <a:spcPct val="100000"/>
              </a:lnSpc>
              <a:spcBef>
                <a:spcPts val="0"/>
              </a:spcBef>
              <a:buFont typeface="Arial" panose="020B0604020202020204" pitchFamily="34" charset="0"/>
              <a:buNone/>
              <a:defRPr sz="2000" b="1">
                <a:solidFill>
                  <a:schemeClr val="bg1"/>
                </a:solidFill>
                <a:latin typeface="Avenir Next LT Pro" panose="020B0504020202020204" pitchFamily="34" charset="0"/>
              </a:defRPr>
            </a:lvl1pPr>
            <a:lvl2pPr indent="0">
              <a:lnSpc>
                <a:spcPct val="90000"/>
              </a:lnSpc>
              <a:spcBef>
                <a:spcPts val="500"/>
              </a:spcBef>
              <a:buFont typeface="Arial" panose="020B0604020202020204" pitchFamily="34" charset="0"/>
              <a:buNone/>
              <a:defRPr sz="20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defRPr sz="2000"/>
            </a:lvl4pPr>
            <a:lvl5pPr indent="0">
              <a:lnSpc>
                <a:spcPct val="90000"/>
              </a:lnSpc>
              <a:spcBef>
                <a:spcPts val="500"/>
              </a:spcBef>
              <a:buFont typeface="Arial" panose="020B0604020202020204" pitchFamily="34" charset="0"/>
              <a:buNone/>
              <a:defRPr sz="20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80000"/>
              </a:lnSpc>
            </a:pPr>
            <a:r>
              <a:rPr lang="fr-FR" sz="1600"/>
              <a:t>Compromis &amp; Choix</a:t>
            </a:r>
          </a:p>
        </p:txBody>
      </p:sp>
      <p:sp>
        <p:nvSpPr>
          <p:cNvPr id="29" name="Triangle 30">
            <a:extLst>
              <a:ext uri="{FF2B5EF4-FFF2-40B4-BE49-F238E27FC236}">
                <a16:creationId xmlns:a16="http://schemas.microsoft.com/office/drawing/2014/main" id="{083412B9-B61D-81F7-7F22-18B49D3A5792}"/>
              </a:ext>
            </a:extLst>
          </p:cNvPr>
          <p:cNvSpPr/>
          <p:nvPr/>
        </p:nvSpPr>
        <p:spPr>
          <a:xfrm rot="5400000">
            <a:off x="4226020" y="2255914"/>
            <a:ext cx="313632" cy="182345"/>
          </a:xfrm>
          <a:prstGeom prst="triangle">
            <a:avLst/>
          </a:prstGeom>
          <a:solidFill>
            <a:schemeClr val="accent3"/>
          </a:solidFill>
          <a:ln w="12660" cap="flat">
            <a:noFill/>
            <a:prstDash val="solid"/>
            <a:miter/>
          </a:ln>
        </p:spPr>
        <p:txBody>
          <a:bodyPr rtlCol="0" anchor="ctr"/>
          <a:lstStyle/>
          <a:p>
            <a:pPr algn="l">
              <a:lnSpc>
                <a:spcPct val="80000"/>
              </a:lnSpc>
            </a:pPr>
            <a:endParaRPr lang="fr-FR" sz="1400"/>
          </a:p>
        </p:txBody>
      </p:sp>
      <p:sp>
        <p:nvSpPr>
          <p:cNvPr id="30" name="Triangle 32">
            <a:extLst>
              <a:ext uri="{FF2B5EF4-FFF2-40B4-BE49-F238E27FC236}">
                <a16:creationId xmlns:a16="http://schemas.microsoft.com/office/drawing/2014/main" id="{42670AD5-D485-E854-8B4B-C80FBF41BE69}"/>
              </a:ext>
            </a:extLst>
          </p:cNvPr>
          <p:cNvSpPr/>
          <p:nvPr/>
        </p:nvSpPr>
        <p:spPr>
          <a:xfrm rot="5400000">
            <a:off x="8073329" y="2287019"/>
            <a:ext cx="313632" cy="182345"/>
          </a:xfrm>
          <a:prstGeom prst="triangle">
            <a:avLst/>
          </a:prstGeom>
          <a:solidFill>
            <a:schemeClr val="tx1"/>
          </a:solidFill>
          <a:ln w="12660" cap="flat">
            <a:noFill/>
            <a:prstDash val="solid"/>
            <a:miter/>
          </a:ln>
        </p:spPr>
        <p:txBody>
          <a:bodyPr rtlCol="0" anchor="ctr"/>
          <a:lstStyle/>
          <a:p>
            <a:pPr algn="l">
              <a:lnSpc>
                <a:spcPct val="80000"/>
              </a:lnSpc>
            </a:pPr>
            <a:endParaRPr lang="fr-FR" sz="1400"/>
          </a:p>
        </p:txBody>
      </p:sp>
      <p:sp>
        <p:nvSpPr>
          <p:cNvPr id="31" name="Triangle 33">
            <a:extLst>
              <a:ext uri="{FF2B5EF4-FFF2-40B4-BE49-F238E27FC236}">
                <a16:creationId xmlns:a16="http://schemas.microsoft.com/office/drawing/2014/main" id="{9743394E-2F22-C1F8-FE8D-E207DFB746C9}"/>
              </a:ext>
            </a:extLst>
          </p:cNvPr>
          <p:cNvSpPr/>
          <p:nvPr/>
        </p:nvSpPr>
        <p:spPr>
          <a:xfrm rot="5400000">
            <a:off x="10764388" y="2312821"/>
            <a:ext cx="313632" cy="182345"/>
          </a:xfrm>
          <a:prstGeom prst="triangle">
            <a:avLst/>
          </a:prstGeom>
          <a:solidFill>
            <a:schemeClr val="accent5"/>
          </a:solidFill>
          <a:ln w="12660" cap="flat">
            <a:noFill/>
            <a:prstDash val="solid"/>
            <a:miter/>
          </a:ln>
        </p:spPr>
        <p:txBody>
          <a:bodyPr rtlCol="0" anchor="ctr"/>
          <a:lstStyle/>
          <a:p>
            <a:pPr algn="l">
              <a:lnSpc>
                <a:spcPct val="80000"/>
              </a:lnSpc>
            </a:pPr>
            <a:endParaRPr lang="fr-FR" sz="1400"/>
          </a:p>
        </p:txBody>
      </p:sp>
      <p:pic>
        <p:nvPicPr>
          <p:cNvPr id="33" name="Graphique 32">
            <a:extLst>
              <a:ext uri="{FF2B5EF4-FFF2-40B4-BE49-F238E27FC236}">
                <a16:creationId xmlns:a16="http://schemas.microsoft.com/office/drawing/2014/main" id="{4958C5DE-613E-B60A-C1AD-1E8CD78290F9}"/>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1258253" y="1459567"/>
            <a:ext cx="536661" cy="561554"/>
          </a:xfrm>
          <a:prstGeom prst="rect">
            <a:avLst/>
          </a:prstGeom>
        </p:spPr>
      </p:pic>
      <p:sp>
        <p:nvSpPr>
          <p:cNvPr id="49" name="ZoneTexte 48">
            <a:extLst>
              <a:ext uri="{FF2B5EF4-FFF2-40B4-BE49-F238E27FC236}">
                <a16:creationId xmlns:a16="http://schemas.microsoft.com/office/drawing/2014/main" id="{FA6A6177-A549-CA04-CDEE-D4CC026FB7A6}"/>
              </a:ext>
            </a:extLst>
          </p:cNvPr>
          <p:cNvSpPr txBox="1"/>
          <p:nvPr/>
        </p:nvSpPr>
        <p:spPr>
          <a:xfrm>
            <a:off x="1168569" y="2621166"/>
            <a:ext cx="2996140" cy="1849674"/>
          </a:xfrm>
          <a:prstGeom prst="rect">
            <a:avLst/>
          </a:prstGeom>
          <a:noFill/>
        </p:spPr>
        <p:txBody>
          <a:bodyPr wrap="square">
            <a:spAutoFit/>
          </a:bodyPr>
          <a:lstStyle/>
          <a:p>
            <a:pPr marL="180000" indent="-180000">
              <a:lnSpc>
                <a:spcPct val="80000"/>
              </a:lnSpc>
              <a:spcBef>
                <a:spcPts val="200"/>
              </a:spcBef>
              <a:buSzPct val="150000"/>
              <a:buFont typeface="Arial" panose="020B0604020202020204" pitchFamily="34" charset="0"/>
              <a:buChar char="•"/>
            </a:pPr>
            <a:r>
              <a:rPr lang="fr-FR" sz="1050" b="1" dirty="0">
                <a:solidFill>
                  <a:schemeClr val="bg1"/>
                </a:solidFill>
                <a:latin typeface="Avenir Next LT Pro" panose="020B0504020202020204" pitchFamily="34" charset="0"/>
              </a:rPr>
              <a:t>Contexte &amp; besoins métiers</a:t>
            </a:r>
          </a:p>
          <a:p>
            <a:pPr marL="180000" indent="-180000">
              <a:lnSpc>
                <a:spcPct val="80000"/>
              </a:lnSpc>
              <a:spcBef>
                <a:spcPts val="200"/>
              </a:spcBef>
              <a:buSzPct val="150000"/>
              <a:buFont typeface="Arial" panose="020B0604020202020204" pitchFamily="34" charset="0"/>
              <a:buChar char="•"/>
            </a:pPr>
            <a:r>
              <a:rPr lang="fr-FR" sz="1050" b="1" dirty="0">
                <a:solidFill>
                  <a:schemeClr val="bg1"/>
                </a:solidFill>
                <a:latin typeface="Avenir Next LT Pro" panose="020B0504020202020204" pitchFamily="34" charset="0"/>
              </a:rPr>
              <a:t>Vision de l’existant</a:t>
            </a:r>
          </a:p>
          <a:p>
            <a:pPr marL="180000" indent="-180000">
              <a:lnSpc>
                <a:spcPct val="80000"/>
              </a:lnSpc>
              <a:spcBef>
                <a:spcPts val="200"/>
              </a:spcBef>
              <a:buSzPct val="150000"/>
              <a:buFont typeface="Arial" panose="020B0604020202020204" pitchFamily="34" charset="0"/>
              <a:buChar char="•"/>
            </a:pPr>
            <a:r>
              <a:rPr lang="fr-FR" sz="1050" b="1" dirty="0">
                <a:solidFill>
                  <a:schemeClr val="bg1"/>
                </a:solidFill>
                <a:latin typeface="Avenir Next LT Pro" panose="020B0504020202020204" pitchFamily="34" charset="0"/>
              </a:rPr>
              <a:t>Problème(s) et causes profondes</a:t>
            </a:r>
          </a:p>
          <a:p>
            <a:pPr marL="180000" indent="-180000">
              <a:lnSpc>
                <a:spcPct val="80000"/>
              </a:lnSpc>
              <a:spcBef>
                <a:spcPts val="200"/>
              </a:spcBef>
              <a:buSzPct val="150000"/>
              <a:buFont typeface="Arial" panose="020B0604020202020204" pitchFamily="34" charset="0"/>
              <a:buChar char="•"/>
            </a:pPr>
            <a:endParaRPr lang="fr-FR" sz="1050" dirty="0">
              <a:solidFill>
                <a:schemeClr val="bg1"/>
              </a:solidFill>
              <a:latin typeface="Avenir Next LT Pro" panose="020B0504020202020204" pitchFamily="34" charset="0"/>
            </a:endParaRPr>
          </a:p>
          <a:p>
            <a:pPr marL="180000" indent="-180000">
              <a:lnSpc>
                <a:spcPct val="80000"/>
              </a:lnSpc>
              <a:spcBef>
                <a:spcPts val="200"/>
              </a:spcBef>
              <a:buSzPct val="150000"/>
              <a:buFont typeface="Arial" panose="020B0604020202020204" pitchFamily="34" charset="0"/>
              <a:buChar char="•"/>
            </a:pPr>
            <a:r>
              <a:rPr lang="fr-FR" sz="1050" b="1" dirty="0">
                <a:solidFill>
                  <a:schemeClr val="bg1"/>
                </a:solidFill>
                <a:latin typeface="Avenir Next LT Pro" panose="020B0504020202020204" pitchFamily="34" charset="0"/>
              </a:rPr>
              <a:t>Exigences fonctionnelles</a:t>
            </a:r>
            <a:r>
              <a:rPr lang="fr-FR" sz="1050" dirty="0">
                <a:solidFill>
                  <a:schemeClr val="bg1"/>
                </a:solidFill>
                <a:latin typeface="Avenir Next LT Pro" panose="020B0504020202020204" pitchFamily="34" charset="0"/>
              </a:rPr>
              <a:t>, contraintes, dépendances</a:t>
            </a:r>
          </a:p>
          <a:p>
            <a:pPr marL="180000" indent="-180000">
              <a:lnSpc>
                <a:spcPct val="80000"/>
              </a:lnSpc>
              <a:spcBef>
                <a:spcPts val="200"/>
              </a:spcBef>
              <a:buSzPct val="150000"/>
              <a:buFont typeface="Arial" panose="020B0604020202020204" pitchFamily="34" charset="0"/>
              <a:buChar char="•"/>
            </a:pPr>
            <a:endParaRPr lang="fr-FR" sz="1050" dirty="0">
              <a:solidFill>
                <a:schemeClr val="bg1"/>
              </a:solidFill>
              <a:latin typeface="Avenir Next LT Pro" panose="020B0504020202020204" pitchFamily="34" charset="0"/>
            </a:endParaRPr>
          </a:p>
          <a:p>
            <a:pPr marL="180000" indent="-180000">
              <a:lnSpc>
                <a:spcPct val="80000"/>
              </a:lnSpc>
              <a:spcBef>
                <a:spcPts val="200"/>
              </a:spcBef>
              <a:buSzPct val="150000"/>
              <a:buFont typeface="Arial" panose="020B0604020202020204" pitchFamily="34" charset="0"/>
              <a:buChar char="•"/>
            </a:pPr>
            <a:r>
              <a:rPr lang="fr-FR" sz="1050" b="1" dirty="0">
                <a:solidFill>
                  <a:schemeClr val="bg1"/>
                </a:solidFill>
                <a:latin typeface="Avenir Next LT Pro" panose="020B0504020202020204" pitchFamily="34" charset="0"/>
              </a:rPr>
              <a:t>Exigences</a:t>
            </a:r>
            <a:r>
              <a:rPr lang="fr-FR" sz="1050" dirty="0">
                <a:solidFill>
                  <a:schemeClr val="bg1"/>
                </a:solidFill>
                <a:latin typeface="Avenir Next LT Pro" panose="020B0504020202020204" pitchFamily="34" charset="0"/>
              </a:rPr>
              <a:t> </a:t>
            </a:r>
            <a:r>
              <a:rPr lang="fr-FR" sz="1050" b="1" dirty="0">
                <a:solidFill>
                  <a:schemeClr val="bg1"/>
                </a:solidFill>
                <a:latin typeface="Avenir Next LT Pro" panose="020B0504020202020204" pitchFamily="34" charset="0"/>
              </a:rPr>
              <a:t>non fonctionnelles </a:t>
            </a:r>
            <a:r>
              <a:rPr lang="fr-FR" sz="1050" dirty="0">
                <a:solidFill>
                  <a:schemeClr val="bg1"/>
                </a:solidFill>
                <a:latin typeface="Avenir Next LT Pro" panose="020B0504020202020204" pitchFamily="34" charset="0"/>
              </a:rPr>
              <a:t>(évolutivité, performances, délais ...)</a:t>
            </a:r>
          </a:p>
          <a:p>
            <a:pPr marL="180000" indent="-180000">
              <a:lnSpc>
                <a:spcPct val="80000"/>
              </a:lnSpc>
              <a:spcBef>
                <a:spcPts val="200"/>
              </a:spcBef>
              <a:buSzPct val="150000"/>
              <a:buFont typeface="Arial" panose="020B0604020202020204" pitchFamily="34" charset="0"/>
              <a:buChar char="•"/>
            </a:pPr>
            <a:endParaRPr lang="fr-FR" sz="1050" dirty="0">
              <a:solidFill>
                <a:schemeClr val="bg1"/>
              </a:solidFill>
              <a:latin typeface="Avenir Next LT Pro" panose="020B0504020202020204" pitchFamily="34" charset="0"/>
            </a:endParaRPr>
          </a:p>
          <a:p>
            <a:pPr marL="180000" indent="-180000">
              <a:lnSpc>
                <a:spcPct val="80000"/>
              </a:lnSpc>
              <a:spcBef>
                <a:spcPts val="200"/>
              </a:spcBef>
              <a:buSzPct val="150000"/>
              <a:buFont typeface="Arial" panose="020B0604020202020204" pitchFamily="34" charset="0"/>
              <a:buChar char="•"/>
            </a:pPr>
            <a:r>
              <a:rPr lang="fr-FR" sz="1050" dirty="0">
                <a:solidFill>
                  <a:schemeClr val="bg1"/>
                </a:solidFill>
                <a:latin typeface="Avenir Next LT Pro" panose="020B0504020202020204" pitchFamily="34" charset="0"/>
              </a:rPr>
              <a:t>Principales </a:t>
            </a:r>
            <a:r>
              <a:rPr lang="fr-FR" sz="1050" b="1" dirty="0">
                <a:solidFill>
                  <a:schemeClr val="bg1"/>
                </a:solidFill>
                <a:latin typeface="Avenir Next LT Pro" panose="020B0504020202020204" pitchFamily="34" charset="0"/>
              </a:rPr>
              <a:t>hypothèses et incertitudes </a:t>
            </a:r>
            <a:r>
              <a:rPr lang="fr-FR" sz="1050" dirty="0">
                <a:solidFill>
                  <a:schemeClr val="bg1"/>
                </a:solidFill>
                <a:latin typeface="Avenir Next LT Pro" panose="020B0504020202020204" pitchFamily="34" charset="0"/>
              </a:rPr>
              <a:t>à prendre en compte</a:t>
            </a:r>
          </a:p>
        </p:txBody>
      </p:sp>
      <p:sp>
        <p:nvSpPr>
          <p:cNvPr id="6" name="ZoneTexte 5">
            <a:extLst>
              <a:ext uri="{FF2B5EF4-FFF2-40B4-BE49-F238E27FC236}">
                <a16:creationId xmlns:a16="http://schemas.microsoft.com/office/drawing/2014/main" id="{0A81DDA0-5D52-DDD6-EFD4-39C5C79B41C8}"/>
              </a:ext>
            </a:extLst>
          </p:cNvPr>
          <p:cNvSpPr txBox="1"/>
          <p:nvPr/>
        </p:nvSpPr>
        <p:spPr>
          <a:xfrm>
            <a:off x="4474009" y="2611848"/>
            <a:ext cx="3482463" cy="2778133"/>
          </a:xfrm>
          <a:prstGeom prst="rect">
            <a:avLst/>
          </a:prstGeom>
          <a:noFill/>
        </p:spPr>
        <p:txBody>
          <a:bodyPr wrap="square">
            <a:spAutoFit/>
          </a:bodyPr>
          <a:lstStyle>
            <a:defPPr>
              <a:defRPr lang="fr-FR"/>
            </a:defPPr>
            <a:lvl1pPr marL="285750" indent="-285750">
              <a:lnSpc>
                <a:spcPct val="78000"/>
              </a:lnSpc>
              <a:buFont typeface="Arial" panose="020B0604020202020204" pitchFamily="34" charset="0"/>
              <a:buChar char="•"/>
              <a:defRPr sz="1100" b="1">
                <a:solidFill>
                  <a:schemeClr val="bg1"/>
                </a:solidFill>
                <a:latin typeface="Avenir Next LT Pro" panose="020B0504020202020204" pitchFamily="34" charset="0"/>
              </a:defRPr>
            </a:lvl1pPr>
          </a:lstStyle>
          <a:p>
            <a:pPr marL="0" indent="0">
              <a:lnSpc>
                <a:spcPct val="80000"/>
              </a:lnSpc>
              <a:spcBef>
                <a:spcPts val="200"/>
              </a:spcBef>
              <a:spcAft>
                <a:spcPts val="300"/>
              </a:spcAft>
              <a:buNone/>
            </a:pPr>
            <a:r>
              <a:rPr lang="fr-FR" sz="1050" dirty="0"/>
              <a:t>Identification des scénarios et des impacts :</a:t>
            </a:r>
          </a:p>
          <a:p>
            <a:pPr indent="-180000">
              <a:lnSpc>
                <a:spcPct val="80000"/>
              </a:lnSpc>
              <a:spcBef>
                <a:spcPts val="200"/>
              </a:spcBef>
              <a:buSzPct val="150000"/>
            </a:pPr>
            <a:r>
              <a:rPr lang="fr-FR" sz="1050" dirty="0"/>
              <a:t>Exigences couvertes</a:t>
            </a:r>
          </a:p>
          <a:p>
            <a:pPr indent="-180000">
              <a:lnSpc>
                <a:spcPct val="80000"/>
              </a:lnSpc>
              <a:spcBef>
                <a:spcPts val="200"/>
              </a:spcBef>
              <a:buSzPct val="150000"/>
            </a:pPr>
            <a:r>
              <a:rPr lang="fr-FR" sz="1050" dirty="0"/>
              <a:t>Conditions préalables</a:t>
            </a:r>
          </a:p>
          <a:p>
            <a:pPr indent="-180000">
              <a:lnSpc>
                <a:spcPct val="80000"/>
              </a:lnSpc>
              <a:spcBef>
                <a:spcPts val="200"/>
              </a:spcBef>
              <a:buSzPct val="150000"/>
            </a:pPr>
            <a:r>
              <a:rPr lang="fr-FR" sz="1050" dirty="0"/>
              <a:t>Dans le système ou nouveau</a:t>
            </a:r>
          </a:p>
          <a:p>
            <a:pPr indent="-180000">
              <a:lnSpc>
                <a:spcPct val="80000"/>
              </a:lnSpc>
              <a:spcBef>
                <a:spcPts val="200"/>
              </a:spcBef>
              <a:buSzPct val="150000"/>
            </a:pPr>
            <a:r>
              <a:rPr lang="fr-FR" sz="1050" dirty="0"/>
              <a:t>Périmètres impactés (web/app/...)</a:t>
            </a:r>
          </a:p>
          <a:p>
            <a:pPr indent="-180000">
              <a:lnSpc>
                <a:spcPct val="80000"/>
              </a:lnSpc>
              <a:spcBef>
                <a:spcPts val="200"/>
              </a:spcBef>
              <a:spcAft>
                <a:spcPts val="300"/>
              </a:spcAft>
              <a:buSzPct val="150000"/>
            </a:pPr>
            <a:r>
              <a:rPr lang="fr-FR" sz="1050" dirty="0"/>
              <a:t>Architecture : </a:t>
            </a:r>
          </a:p>
          <a:p>
            <a:pPr marL="628650" lvl="1" indent="-180000">
              <a:lnSpc>
                <a:spcPct val="80000"/>
              </a:lnSpc>
              <a:spcBef>
                <a:spcPts val="200"/>
              </a:spcBef>
              <a:buSzPct val="150000"/>
              <a:buFont typeface="Arial" panose="020B0604020202020204" pitchFamily="34" charset="0"/>
              <a:buChar char="•"/>
            </a:pPr>
            <a:r>
              <a:rPr lang="fr-FR" sz="1050" b="1" dirty="0">
                <a:solidFill>
                  <a:schemeClr val="bg1"/>
                </a:solidFill>
              </a:rPr>
              <a:t>Fonctionnelle</a:t>
            </a:r>
          </a:p>
          <a:p>
            <a:pPr marL="628650" lvl="1" indent="-180000">
              <a:lnSpc>
                <a:spcPct val="80000"/>
              </a:lnSpc>
              <a:spcBef>
                <a:spcPts val="200"/>
              </a:spcBef>
              <a:buSzPct val="150000"/>
              <a:buFont typeface="Arial" panose="020B0604020202020204" pitchFamily="34" charset="0"/>
              <a:buChar char="•"/>
            </a:pPr>
            <a:r>
              <a:rPr lang="fr-FR" sz="1050" b="1" dirty="0">
                <a:solidFill>
                  <a:schemeClr val="bg1"/>
                </a:solidFill>
              </a:rPr>
              <a:t>Technique</a:t>
            </a:r>
          </a:p>
          <a:p>
            <a:pPr marL="628650" lvl="1" indent="-180000">
              <a:lnSpc>
                <a:spcPct val="80000"/>
              </a:lnSpc>
              <a:spcBef>
                <a:spcPts val="200"/>
              </a:spcBef>
              <a:buSzPct val="150000"/>
              <a:buFont typeface="Arial" panose="020B0604020202020204" pitchFamily="34" charset="0"/>
              <a:buChar char="•"/>
            </a:pPr>
            <a:r>
              <a:rPr lang="fr-FR" sz="1050" b="1" dirty="0">
                <a:solidFill>
                  <a:schemeClr val="bg1"/>
                </a:solidFill>
              </a:rPr>
              <a:t>Sécurité</a:t>
            </a:r>
          </a:p>
          <a:p>
            <a:pPr marL="628650" lvl="1" indent="-180000">
              <a:lnSpc>
                <a:spcPct val="80000"/>
              </a:lnSpc>
              <a:spcBef>
                <a:spcPts val="200"/>
              </a:spcBef>
              <a:buSzPct val="150000"/>
              <a:buFont typeface="Arial" panose="020B0604020202020204" pitchFamily="34" charset="0"/>
              <a:buChar char="•"/>
            </a:pPr>
            <a:r>
              <a:rPr lang="fr-FR" sz="1050" b="1" dirty="0">
                <a:solidFill>
                  <a:schemeClr val="bg1"/>
                </a:solidFill>
              </a:rPr>
              <a:t>Données</a:t>
            </a:r>
          </a:p>
          <a:p>
            <a:pPr marL="628650" lvl="1" indent="-180000">
              <a:lnSpc>
                <a:spcPct val="80000"/>
              </a:lnSpc>
              <a:spcBef>
                <a:spcPts val="200"/>
              </a:spcBef>
              <a:buSzPct val="150000"/>
              <a:buFont typeface="Arial" panose="020B0604020202020204" pitchFamily="34" charset="0"/>
              <a:buChar char="•"/>
            </a:pPr>
            <a:r>
              <a:rPr lang="fr-FR" sz="1050" b="1" dirty="0">
                <a:solidFill>
                  <a:schemeClr val="bg1"/>
                </a:solidFill>
              </a:rPr>
              <a:t>Exploitation/Infrastructure</a:t>
            </a:r>
          </a:p>
          <a:p>
            <a:pPr marL="628650" lvl="1" indent="-180000">
              <a:lnSpc>
                <a:spcPct val="80000"/>
              </a:lnSpc>
              <a:spcBef>
                <a:spcPts val="200"/>
              </a:spcBef>
              <a:buSzPct val="150000"/>
              <a:buFont typeface="Arial" panose="020B0604020202020204" pitchFamily="34" charset="0"/>
              <a:buChar char="•"/>
            </a:pPr>
            <a:r>
              <a:rPr lang="fr-FR" sz="1050" b="1" dirty="0">
                <a:solidFill>
                  <a:schemeClr val="bg1"/>
                </a:solidFill>
              </a:rPr>
              <a:t>...</a:t>
            </a:r>
          </a:p>
          <a:p>
            <a:pPr indent="-180000">
              <a:lnSpc>
                <a:spcPct val="80000"/>
              </a:lnSpc>
              <a:spcBef>
                <a:spcPts val="200"/>
              </a:spcBef>
              <a:buSzPct val="150000"/>
            </a:pPr>
            <a:r>
              <a:rPr lang="fr-FR" sz="1050" dirty="0"/>
              <a:t>Exigences non fonctionnelles</a:t>
            </a:r>
          </a:p>
          <a:p>
            <a:pPr indent="-180000">
              <a:lnSpc>
                <a:spcPct val="80000"/>
              </a:lnSpc>
              <a:spcBef>
                <a:spcPts val="200"/>
              </a:spcBef>
              <a:buSzPct val="150000"/>
            </a:pPr>
            <a:r>
              <a:rPr lang="fr-FR" sz="1050" dirty="0"/>
              <a:t>Identifier les patterns</a:t>
            </a:r>
          </a:p>
          <a:p>
            <a:pPr indent="-180000">
              <a:lnSpc>
                <a:spcPct val="80000"/>
              </a:lnSpc>
              <a:spcBef>
                <a:spcPts val="200"/>
              </a:spcBef>
              <a:buSzPct val="150000"/>
            </a:pPr>
            <a:r>
              <a:rPr lang="fr-FR" sz="1050" dirty="0"/>
              <a:t>Coût et planification de haut niveau</a:t>
            </a:r>
          </a:p>
          <a:p>
            <a:pPr indent="-180000">
              <a:lnSpc>
                <a:spcPct val="80000"/>
              </a:lnSpc>
              <a:spcBef>
                <a:spcPts val="200"/>
              </a:spcBef>
              <a:buSzPct val="150000"/>
            </a:pPr>
            <a:r>
              <a:rPr lang="fr-FR" sz="1050" dirty="0"/>
              <a:t>Besoin de maintenance</a:t>
            </a:r>
          </a:p>
          <a:p>
            <a:pPr marL="0" indent="0">
              <a:lnSpc>
                <a:spcPct val="80000"/>
              </a:lnSpc>
              <a:spcBef>
                <a:spcPts val="200"/>
              </a:spcBef>
              <a:buNone/>
            </a:pPr>
            <a:endParaRPr lang="fr-FR" sz="1050" dirty="0"/>
          </a:p>
        </p:txBody>
      </p:sp>
      <p:sp>
        <p:nvSpPr>
          <p:cNvPr id="8" name="ZoneTexte 7">
            <a:extLst>
              <a:ext uri="{FF2B5EF4-FFF2-40B4-BE49-F238E27FC236}">
                <a16:creationId xmlns:a16="http://schemas.microsoft.com/office/drawing/2014/main" id="{DBB3A44B-2D18-F195-A582-D06634A8328F}"/>
              </a:ext>
            </a:extLst>
          </p:cNvPr>
          <p:cNvSpPr txBox="1"/>
          <p:nvPr/>
        </p:nvSpPr>
        <p:spPr>
          <a:xfrm>
            <a:off x="8267121" y="2611848"/>
            <a:ext cx="2871964" cy="1358257"/>
          </a:xfrm>
          <a:prstGeom prst="rect">
            <a:avLst/>
          </a:prstGeom>
          <a:noFill/>
        </p:spPr>
        <p:txBody>
          <a:bodyPr wrap="square">
            <a:spAutoFit/>
          </a:bodyPr>
          <a:lstStyle>
            <a:defPPr>
              <a:defRPr lang="fr-FR"/>
            </a:defPPr>
            <a:lvl1pPr indent="0">
              <a:lnSpc>
                <a:spcPct val="78000"/>
              </a:lnSpc>
              <a:buFont typeface="Arial" panose="020B0604020202020204" pitchFamily="34" charset="0"/>
              <a:buNone/>
              <a:defRPr sz="1400" b="1">
                <a:solidFill>
                  <a:schemeClr val="bg1"/>
                </a:solidFill>
                <a:latin typeface="Avenir Next LT Pro" panose="020B0504020202020204" pitchFamily="34" charset="0"/>
              </a:defRPr>
            </a:lvl1pPr>
            <a:lvl2pPr marL="628650" lvl="1" indent="-171450">
              <a:buFont typeface="Arial" panose="020B0604020202020204" pitchFamily="34" charset="0"/>
              <a:buChar char="•"/>
              <a:defRPr sz="1400" b="1">
                <a:solidFill>
                  <a:schemeClr val="bg1"/>
                </a:solidFill>
              </a:defRPr>
            </a:lvl2pPr>
          </a:lstStyle>
          <a:p>
            <a:pPr>
              <a:lnSpc>
                <a:spcPct val="80000"/>
              </a:lnSpc>
              <a:spcBef>
                <a:spcPts val="200"/>
              </a:spcBef>
              <a:spcAft>
                <a:spcPts val="300"/>
              </a:spcAft>
            </a:pPr>
            <a:r>
              <a:rPr lang="fr-FR" sz="1050" dirty="0"/>
              <a:t>Synthèse de l'étude : </a:t>
            </a:r>
          </a:p>
          <a:p>
            <a:pPr marL="285750" indent="-180000">
              <a:lnSpc>
                <a:spcPct val="80000"/>
              </a:lnSpc>
              <a:spcBef>
                <a:spcPts val="200"/>
              </a:spcBef>
              <a:buSzPct val="150000"/>
              <a:buFont typeface="Arial" panose="020B0604020202020204" pitchFamily="34" charset="0"/>
              <a:buChar char="•"/>
            </a:pPr>
            <a:r>
              <a:rPr lang="fr-FR" sz="1050" dirty="0"/>
              <a:t>Pour chaque scénario </a:t>
            </a:r>
          </a:p>
          <a:p>
            <a:pPr marL="285750" indent="-180000">
              <a:lnSpc>
                <a:spcPct val="80000"/>
              </a:lnSpc>
              <a:spcBef>
                <a:spcPts val="200"/>
              </a:spcBef>
              <a:buSzPct val="150000"/>
              <a:buFont typeface="Arial" panose="020B0604020202020204" pitchFamily="34" charset="0"/>
              <a:buChar char="•"/>
            </a:pPr>
            <a:r>
              <a:rPr lang="fr-FR" sz="1050" dirty="0"/>
              <a:t>Avantages et inconvénients</a:t>
            </a:r>
          </a:p>
          <a:p>
            <a:pPr marL="285750" indent="-180000">
              <a:lnSpc>
                <a:spcPct val="80000"/>
              </a:lnSpc>
              <a:spcBef>
                <a:spcPts val="200"/>
              </a:spcBef>
              <a:buSzPct val="150000"/>
              <a:buFont typeface="Arial" panose="020B0604020202020204" pitchFamily="34" charset="0"/>
              <a:buChar char="•"/>
            </a:pPr>
            <a:r>
              <a:rPr lang="fr-FR" sz="1050" dirty="0"/>
              <a:t>Objectif</a:t>
            </a:r>
          </a:p>
          <a:p>
            <a:pPr marL="285750" indent="-180000">
              <a:lnSpc>
                <a:spcPct val="80000"/>
              </a:lnSpc>
              <a:spcBef>
                <a:spcPts val="200"/>
              </a:spcBef>
              <a:buSzPct val="150000"/>
              <a:buFont typeface="Arial" panose="020B0604020202020204" pitchFamily="34" charset="0"/>
              <a:buChar char="•"/>
            </a:pPr>
            <a:r>
              <a:rPr lang="fr-FR" sz="1050" dirty="0"/>
              <a:t>Trajectoire / Plan de mise en œuvre</a:t>
            </a:r>
          </a:p>
          <a:p>
            <a:pPr>
              <a:lnSpc>
                <a:spcPct val="80000"/>
              </a:lnSpc>
              <a:spcBef>
                <a:spcPts val="200"/>
              </a:spcBef>
            </a:pPr>
            <a:endParaRPr lang="fr-FR" sz="1050" dirty="0"/>
          </a:p>
          <a:p>
            <a:pPr>
              <a:lnSpc>
                <a:spcPct val="80000"/>
              </a:lnSpc>
              <a:spcBef>
                <a:spcPts val="200"/>
              </a:spcBef>
            </a:pPr>
            <a:r>
              <a:rPr lang="fr-FR" sz="1050" dirty="0"/>
              <a:t>Argumentation pour le scénario recommandé</a:t>
            </a:r>
          </a:p>
        </p:txBody>
      </p:sp>
      <p:pic>
        <p:nvPicPr>
          <p:cNvPr id="9" name="Graphique 8">
            <a:extLst>
              <a:ext uri="{FF2B5EF4-FFF2-40B4-BE49-F238E27FC236}">
                <a16:creationId xmlns:a16="http://schemas.microsoft.com/office/drawing/2014/main" id="{FF668325-DF35-61B8-1DE2-3A25F9B1E0EE}"/>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rcRect/>
          <a:stretch/>
        </p:blipFill>
        <p:spPr>
          <a:xfrm>
            <a:off x="8452294" y="1432153"/>
            <a:ext cx="535083" cy="535083"/>
          </a:xfrm>
          <a:prstGeom prst="rect">
            <a:avLst/>
          </a:prstGeom>
        </p:spPr>
      </p:pic>
      <p:pic>
        <p:nvPicPr>
          <p:cNvPr id="10" name="Graphique 9">
            <a:extLst>
              <a:ext uri="{FF2B5EF4-FFF2-40B4-BE49-F238E27FC236}">
                <a16:creationId xmlns:a16="http://schemas.microsoft.com/office/drawing/2014/main" id="{854E1CC0-F6CA-C8DF-8C41-FF41860FAE77}"/>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rcRect/>
          <a:stretch/>
        </p:blipFill>
        <p:spPr>
          <a:xfrm>
            <a:off x="4592355" y="1415236"/>
            <a:ext cx="639856" cy="639856"/>
          </a:xfrm>
          <a:prstGeom prst="rect">
            <a:avLst/>
          </a:prstGeom>
        </p:spPr>
      </p:pic>
      <p:sp>
        <p:nvSpPr>
          <p:cNvPr id="13" name="Titre 12">
            <a:extLst>
              <a:ext uri="{FF2B5EF4-FFF2-40B4-BE49-F238E27FC236}">
                <a16:creationId xmlns:a16="http://schemas.microsoft.com/office/drawing/2014/main" id="{93847311-133D-723D-B2BB-9E057131ECB9}"/>
              </a:ext>
            </a:extLst>
          </p:cNvPr>
          <p:cNvSpPr>
            <a:spLocks noGrp="1"/>
          </p:cNvSpPr>
          <p:nvPr>
            <p:ph type="title"/>
          </p:nvPr>
        </p:nvSpPr>
        <p:spPr>
          <a:xfrm>
            <a:off x="838595" y="338788"/>
            <a:ext cx="5375394" cy="369332"/>
          </a:xfrm>
        </p:spPr>
        <p:txBody>
          <a:bodyPr/>
          <a:lstStyle/>
          <a:p>
            <a:r>
              <a:rPr lang="fr-FR" sz="2000" b="1">
                <a:solidFill>
                  <a:srgbClr val="102031"/>
                </a:solidFill>
                <a:latin typeface="Avenir Black" panose="02000503020000020003" pitchFamily="2" charset="0"/>
              </a:rPr>
              <a:t>LES INSTANCES D’ARCHITECTURE</a:t>
            </a:r>
            <a:endParaRPr lang="fr-FR" dirty="0"/>
          </a:p>
        </p:txBody>
      </p:sp>
      <p:sp>
        <p:nvSpPr>
          <p:cNvPr id="18" name="ZoneTexte 17">
            <a:extLst>
              <a:ext uri="{FF2B5EF4-FFF2-40B4-BE49-F238E27FC236}">
                <a16:creationId xmlns:a16="http://schemas.microsoft.com/office/drawing/2014/main" id="{06893922-4167-2C17-DC6A-E2995BB4FD2D}"/>
              </a:ext>
            </a:extLst>
          </p:cNvPr>
          <p:cNvSpPr txBox="1"/>
          <p:nvPr/>
        </p:nvSpPr>
        <p:spPr>
          <a:xfrm>
            <a:off x="3753740" y="896377"/>
            <a:ext cx="5287710" cy="461665"/>
          </a:xfrm>
          <a:prstGeom prst="rect">
            <a:avLst/>
          </a:prstGeom>
          <a:noFill/>
        </p:spPr>
        <p:txBody>
          <a:bodyPr wrap="square">
            <a:spAutoFit/>
          </a:bodyPr>
          <a:lstStyle/>
          <a:p>
            <a:r>
              <a:rPr lang="fr-FR" sz="2400" b="1" dirty="0">
                <a:ln w="15875">
                  <a:solidFill>
                    <a:srgbClr val="E65012"/>
                  </a:solidFill>
                </a:ln>
                <a:solidFill>
                  <a:srgbClr val="E65012"/>
                </a:solidFill>
              </a:rPr>
              <a:t>L’architecture et les instructions projets</a:t>
            </a:r>
            <a:endParaRPr lang="fr-FR" sz="2400" dirty="0">
              <a:ln w="15875">
                <a:solidFill>
                  <a:srgbClr val="E65012"/>
                </a:solidFill>
              </a:ln>
              <a:solidFill>
                <a:srgbClr val="E65012"/>
              </a:solidFill>
            </a:endParaRPr>
          </a:p>
        </p:txBody>
      </p:sp>
      <p:sp>
        <p:nvSpPr>
          <p:cNvPr id="20" name="ZoneTexte 19">
            <a:extLst>
              <a:ext uri="{FF2B5EF4-FFF2-40B4-BE49-F238E27FC236}">
                <a16:creationId xmlns:a16="http://schemas.microsoft.com/office/drawing/2014/main" id="{3263D546-D34A-F916-0AF9-73BD4487ADFE}"/>
              </a:ext>
            </a:extLst>
          </p:cNvPr>
          <p:cNvSpPr txBox="1"/>
          <p:nvPr>
            <p:custDataLst>
              <p:tags r:id="rId3"/>
            </p:custDataLst>
          </p:nvPr>
        </p:nvSpPr>
        <p:spPr>
          <a:xfrm>
            <a:off x="4660403" y="76140"/>
            <a:ext cx="971740" cy="335861"/>
          </a:xfrm>
          <a:prstGeom prst="rect">
            <a:avLst/>
          </a:prstGeom>
          <a:noFill/>
        </p:spPr>
        <p:txBody>
          <a:bodyPr wrap="none" rtlCol="0">
            <a:spAutoFit/>
          </a:bodyPr>
          <a:lstStyle/>
          <a:p>
            <a:pPr algn="ctr">
              <a:lnSpc>
                <a:spcPct val="70000"/>
              </a:lnSpc>
            </a:pPr>
            <a:r>
              <a:rPr lang="fr-FR" sz="1100" b="1" dirty="0">
                <a:latin typeface="Avenir Book" panose="02000503020000020003" pitchFamily="2" charset="0"/>
              </a:rPr>
              <a:t>Les instances</a:t>
            </a:r>
          </a:p>
          <a:p>
            <a:pPr algn="ctr">
              <a:lnSpc>
                <a:spcPct val="70000"/>
              </a:lnSpc>
            </a:pPr>
            <a:r>
              <a:rPr lang="fr-FR" sz="1100" b="1" dirty="0">
                <a:latin typeface="Avenir Book" panose="02000503020000020003" pitchFamily="2" charset="0"/>
              </a:rPr>
              <a:t>d’architecture</a:t>
            </a:r>
          </a:p>
        </p:txBody>
      </p:sp>
    </p:spTree>
    <p:extLst>
      <p:ext uri="{BB962C8B-B14F-4D97-AF65-F5344CB8AC3E}">
        <p14:creationId xmlns:p14="http://schemas.microsoft.com/office/powerpoint/2010/main" val="7655573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C123C7-5594-6067-0C85-586BB8389691}"/>
              </a:ext>
            </a:extLst>
          </p:cNvPr>
          <p:cNvSpPr>
            <a:spLocks noGrp="1"/>
          </p:cNvSpPr>
          <p:nvPr>
            <p:ph type="title"/>
          </p:nvPr>
        </p:nvSpPr>
        <p:spPr>
          <a:xfrm>
            <a:off x="5997147" y="2925505"/>
            <a:ext cx="5867400" cy="1293111"/>
          </a:xfrm>
        </p:spPr>
        <p:txBody>
          <a:bodyPr/>
          <a:lstStyle/>
          <a:p>
            <a:pPr algn="ctr">
              <a:lnSpc>
                <a:spcPct val="70000"/>
              </a:lnSpc>
            </a:pPr>
            <a:r>
              <a:rPr lang="fr-FR" sz="5400" dirty="0">
                <a:ln w="38100">
                  <a:solidFill>
                    <a:schemeClr val="bg1"/>
                  </a:solidFill>
                </a:ln>
              </a:rPr>
              <a:t>Synthèse de l’étude d’architecture</a:t>
            </a:r>
            <a:endParaRPr lang="fr-FR" dirty="0">
              <a:ln w="38100">
                <a:solidFill>
                  <a:schemeClr val="bg1"/>
                </a:solidFill>
              </a:ln>
            </a:endParaRPr>
          </a:p>
        </p:txBody>
      </p:sp>
      <p:sp>
        <p:nvSpPr>
          <p:cNvPr id="3" name="Espace réservé du texte 2">
            <a:extLst>
              <a:ext uri="{FF2B5EF4-FFF2-40B4-BE49-F238E27FC236}">
                <a16:creationId xmlns:a16="http://schemas.microsoft.com/office/drawing/2014/main" id="{0166EC33-8E82-53FA-0D48-60D66550F139}"/>
              </a:ext>
            </a:extLst>
          </p:cNvPr>
          <p:cNvSpPr>
            <a:spLocks noGrp="1"/>
          </p:cNvSpPr>
          <p:nvPr>
            <p:ph type="body" sz="quarter" idx="13"/>
          </p:nvPr>
        </p:nvSpPr>
        <p:spPr>
          <a:xfrm>
            <a:off x="5997147" y="4120914"/>
            <a:ext cx="6113834" cy="413318"/>
          </a:xfrm>
        </p:spPr>
        <p:txBody>
          <a:bodyPr/>
          <a:lstStyle/>
          <a:p>
            <a:pPr algn="ctr">
              <a:lnSpc>
                <a:spcPct val="70000"/>
              </a:lnSpc>
              <a:spcBef>
                <a:spcPts val="0"/>
              </a:spcBef>
            </a:pPr>
            <a:r>
              <a:rPr lang="en-US" sz="2800" dirty="0" err="1">
                <a:ln w="38100">
                  <a:solidFill>
                    <a:schemeClr val="bg1"/>
                  </a:solidFill>
                </a:ln>
              </a:rPr>
              <a:t>Projet</a:t>
            </a:r>
            <a:r>
              <a:rPr lang="en-US" sz="2800" dirty="0">
                <a:ln w="38100">
                  <a:solidFill>
                    <a:schemeClr val="bg1"/>
                  </a:solidFill>
                </a:ln>
              </a:rPr>
              <a:t> </a:t>
            </a:r>
            <a:r>
              <a:rPr lang="en-US" sz="2800" dirty="0" err="1">
                <a:ln w="38100">
                  <a:solidFill>
                    <a:schemeClr val="bg1"/>
                  </a:solidFill>
                </a:ln>
              </a:rPr>
              <a:t>d’intégration</a:t>
            </a:r>
            <a:r>
              <a:rPr lang="en-US" sz="2800" dirty="0">
                <a:ln w="38100">
                  <a:solidFill>
                    <a:schemeClr val="bg1"/>
                  </a:solidFill>
                </a:ln>
              </a:rPr>
              <a:t> de TRADEX</a:t>
            </a:r>
          </a:p>
        </p:txBody>
      </p:sp>
      <p:sp>
        <p:nvSpPr>
          <p:cNvPr id="4" name="Espace réservé de la date 3">
            <a:extLst>
              <a:ext uri="{FF2B5EF4-FFF2-40B4-BE49-F238E27FC236}">
                <a16:creationId xmlns:a16="http://schemas.microsoft.com/office/drawing/2014/main" id="{52935FAE-A38C-1997-2ED1-57B1CE76F0E7}"/>
              </a:ext>
            </a:extLst>
          </p:cNvPr>
          <p:cNvSpPr>
            <a:spLocks noGrp="1"/>
          </p:cNvSpPr>
          <p:nvPr>
            <p:ph type="dt" sz="half" idx="10"/>
          </p:nvPr>
        </p:nvSpPr>
        <p:spPr/>
        <p:txBody>
          <a:bodyPr/>
          <a:lstStyle/>
          <a:p>
            <a:r>
              <a:rPr lang="fr-FR" dirty="0"/>
              <a:t>Septembre 2025</a:t>
            </a:r>
          </a:p>
        </p:txBody>
      </p:sp>
      <p:pic>
        <p:nvPicPr>
          <p:cNvPr id="6" name="Image 5" descr="Une image contenant texte, Police, Graphique, capture d’écran&#10;&#10;Description générée automatiquement">
            <a:extLst>
              <a:ext uri="{FF2B5EF4-FFF2-40B4-BE49-F238E27FC236}">
                <a16:creationId xmlns:a16="http://schemas.microsoft.com/office/drawing/2014/main" id="{FC0CA325-0BD0-1271-135E-412CDBF94FF2}"/>
              </a:ext>
            </a:extLst>
          </p:cNvPr>
          <p:cNvPicPr>
            <a:picLocks noChangeAspect="1"/>
          </p:cNvPicPr>
          <p:nvPr/>
        </p:nvPicPr>
        <p:blipFill>
          <a:blip r:embed="rId2"/>
          <a:stretch>
            <a:fillRect/>
          </a:stretch>
        </p:blipFill>
        <p:spPr>
          <a:xfrm>
            <a:off x="8241058" y="329510"/>
            <a:ext cx="2563792" cy="1243284"/>
          </a:xfrm>
          <a:prstGeom prst="rect">
            <a:avLst/>
          </a:prstGeom>
        </p:spPr>
      </p:pic>
    </p:spTree>
    <p:extLst>
      <p:ext uri="{BB962C8B-B14F-4D97-AF65-F5344CB8AC3E}">
        <p14:creationId xmlns:p14="http://schemas.microsoft.com/office/powerpoint/2010/main" val="2021688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98EFD-6CAE-9864-3A8F-BFA3E301DA98}"/>
            </a:ext>
          </a:extLst>
        </p:cNvPr>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F0D46EC6-B9FA-C465-30D0-416841A04F33}"/>
              </a:ext>
            </a:extLst>
          </p:cNvPr>
          <p:cNvSpPr>
            <a:spLocks noGrp="1"/>
          </p:cNvSpPr>
          <p:nvPr>
            <p:ph type="body" sz="quarter" idx="10"/>
          </p:nvPr>
        </p:nvSpPr>
        <p:spPr/>
        <p:txBody>
          <a:bodyPr>
            <a:normAutofit fontScale="92500" lnSpcReduction="10000"/>
          </a:bodyPr>
          <a:lstStyle/>
          <a:p>
            <a:r>
              <a:rPr lang="fr-FR" sz="34400" b="1" dirty="0">
                <a:solidFill>
                  <a:srgbClr val="E65012"/>
                </a:solidFill>
                <a:latin typeface="Avenir Black" panose="02000503020000020003" pitchFamily="2" charset="0"/>
              </a:rPr>
              <a:t>1</a:t>
            </a:r>
          </a:p>
          <a:p>
            <a:endParaRPr lang="fr-FR" dirty="0">
              <a:solidFill>
                <a:srgbClr val="E65012"/>
              </a:solidFill>
            </a:endParaRPr>
          </a:p>
        </p:txBody>
      </p:sp>
      <p:sp>
        <p:nvSpPr>
          <p:cNvPr id="8" name="Espace réservé du texte 7">
            <a:extLst>
              <a:ext uri="{FF2B5EF4-FFF2-40B4-BE49-F238E27FC236}">
                <a16:creationId xmlns:a16="http://schemas.microsoft.com/office/drawing/2014/main" id="{850DDAD5-A764-832C-F4C3-E84C6821FA16}"/>
              </a:ext>
            </a:extLst>
          </p:cNvPr>
          <p:cNvSpPr>
            <a:spLocks noGrp="1"/>
          </p:cNvSpPr>
          <p:nvPr>
            <p:ph type="body" sz="quarter" idx="11"/>
          </p:nvPr>
        </p:nvSpPr>
        <p:spPr/>
        <p:txBody>
          <a:bodyPr/>
          <a:lstStyle/>
          <a:p>
            <a:pPr>
              <a:lnSpc>
                <a:spcPct val="100000"/>
              </a:lnSpc>
              <a:spcBef>
                <a:spcPts val="0"/>
              </a:spcBef>
              <a:buFontTx/>
            </a:pPr>
            <a:r>
              <a:rPr lang="fr-FR" sz="4400" b="1" dirty="0">
                <a:solidFill>
                  <a:srgbClr val="102031"/>
                </a:solidFill>
                <a:latin typeface="Avenir Black" panose="02000503020000020003" pitchFamily="2" charset="0"/>
              </a:rPr>
              <a:t>INTRODUCTION</a:t>
            </a:r>
          </a:p>
        </p:txBody>
      </p:sp>
      <p:sp>
        <p:nvSpPr>
          <p:cNvPr id="10" name="Espace réservé du texte 8">
            <a:extLst>
              <a:ext uri="{FF2B5EF4-FFF2-40B4-BE49-F238E27FC236}">
                <a16:creationId xmlns:a16="http://schemas.microsoft.com/office/drawing/2014/main" id="{CA5026CB-8276-D8DA-38FC-CE569A4A38E1}"/>
              </a:ext>
            </a:extLst>
          </p:cNvPr>
          <p:cNvSpPr>
            <a:spLocks noGrp="1"/>
          </p:cNvSpPr>
          <p:nvPr>
            <p:ph type="body" sz="quarter" idx="12"/>
          </p:nvPr>
        </p:nvSpPr>
        <p:spPr/>
        <p:txBody>
          <a:bodyPr/>
          <a:lstStyle/>
          <a:p>
            <a:r>
              <a:rPr lang="fr-FR" b="1" dirty="0">
                <a:solidFill>
                  <a:srgbClr val="E75113"/>
                </a:solidFill>
                <a:highlight>
                  <a:srgbClr val="102031"/>
                </a:highlight>
                <a:latin typeface="Avenir Light" panose="020B0402020203020204" pitchFamily="34" charset="77"/>
              </a:rPr>
              <a:t>INTRODUCTION ET OBJECTIFS</a:t>
            </a:r>
          </a:p>
        </p:txBody>
      </p:sp>
    </p:spTree>
    <p:extLst>
      <p:ext uri="{BB962C8B-B14F-4D97-AF65-F5344CB8AC3E}">
        <p14:creationId xmlns:p14="http://schemas.microsoft.com/office/powerpoint/2010/main" val="414715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6C49338B-85BE-51B7-61A8-3BAECC7E49C6}"/>
              </a:ext>
            </a:extLst>
          </p:cNvPr>
          <p:cNvSpPr>
            <a:spLocks noGrp="1"/>
          </p:cNvSpPr>
          <p:nvPr>
            <p:ph type="title"/>
          </p:nvPr>
        </p:nvSpPr>
        <p:spPr/>
        <p:txBody>
          <a:bodyPr/>
          <a:lstStyle/>
          <a:p>
            <a:r>
              <a:rPr lang="fr-FR" dirty="0"/>
              <a:t>Introduction &amp; objectifs</a:t>
            </a:r>
            <a:endParaRPr lang="fr-FR" sz="1200" dirty="0"/>
          </a:p>
        </p:txBody>
      </p:sp>
      <p:sp>
        <p:nvSpPr>
          <p:cNvPr id="16" name="Espace réservé du texte 15">
            <a:extLst>
              <a:ext uri="{FF2B5EF4-FFF2-40B4-BE49-F238E27FC236}">
                <a16:creationId xmlns:a16="http://schemas.microsoft.com/office/drawing/2014/main" id="{B62AAB02-4557-8267-9F61-72AF6A68DD2B}"/>
              </a:ext>
            </a:extLst>
          </p:cNvPr>
          <p:cNvSpPr>
            <a:spLocks noGrp="1"/>
          </p:cNvSpPr>
          <p:nvPr>
            <p:ph type="body" sz="quarter" idx="10"/>
          </p:nvPr>
        </p:nvSpPr>
        <p:spPr>
          <a:xfrm>
            <a:off x="924539" y="790043"/>
            <a:ext cx="4205703" cy="286232"/>
          </a:xfrm>
        </p:spPr>
        <p:txBody>
          <a:bodyPr/>
          <a:lstStyle/>
          <a:p>
            <a:r>
              <a:rPr lang="fr-FR" dirty="0"/>
              <a:t>Introduction &amp; Objectifs — Le projet Intégration TRADEX</a:t>
            </a:r>
          </a:p>
        </p:txBody>
      </p:sp>
      <p:sp>
        <p:nvSpPr>
          <p:cNvPr id="17" name="Espace réservé du texte 16">
            <a:extLst>
              <a:ext uri="{FF2B5EF4-FFF2-40B4-BE49-F238E27FC236}">
                <a16:creationId xmlns:a16="http://schemas.microsoft.com/office/drawing/2014/main" id="{D7F5778B-E0B0-834F-F5A9-BBCB46849A81}"/>
              </a:ext>
            </a:extLst>
          </p:cNvPr>
          <p:cNvSpPr>
            <a:spLocks noGrp="1"/>
          </p:cNvSpPr>
          <p:nvPr>
            <p:ph type="body" sz="quarter" idx="11"/>
          </p:nvPr>
        </p:nvSpPr>
        <p:spPr/>
        <p:txBody>
          <a:bodyPr/>
          <a:lstStyle/>
          <a:p>
            <a:r>
              <a:rPr lang="fr-FR" dirty="0">
                <a:solidFill>
                  <a:srgbClr val="E65012"/>
                </a:solidFill>
              </a:rPr>
              <a:t>01</a:t>
            </a:r>
          </a:p>
        </p:txBody>
      </p:sp>
      <p:sp>
        <p:nvSpPr>
          <p:cNvPr id="4" name="Espace réservé du numéro de diapositive 3">
            <a:extLst>
              <a:ext uri="{FF2B5EF4-FFF2-40B4-BE49-F238E27FC236}">
                <a16:creationId xmlns:a16="http://schemas.microsoft.com/office/drawing/2014/main" id="{866113A8-C444-F105-0D7A-1563D1FDDADB}"/>
              </a:ext>
            </a:extLst>
          </p:cNvPr>
          <p:cNvSpPr>
            <a:spLocks noGrp="1"/>
          </p:cNvSpPr>
          <p:nvPr>
            <p:ph type="sldNum" sz="quarter" idx="4294967295"/>
          </p:nvPr>
        </p:nvSpPr>
        <p:spPr>
          <a:xfrm>
            <a:off x="11630025" y="6381750"/>
            <a:ext cx="561975" cy="277813"/>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D166EB1-B284-8541-B839-321F682B6B05}" type="slidenum">
              <a:rPr kumimoji="0" lang="fr-FR" sz="1800" b="0" i="0" u="none" strike="noStrike" kern="1200" cap="none" spc="0" normalizeH="0" baseline="0" noProof="0" smtClean="0">
                <a:ln>
                  <a:noFill/>
                </a:ln>
                <a:solidFill>
                  <a:srgbClr val="102031"/>
                </a:solidFill>
                <a:effectLst/>
                <a:uLnTx/>
                <a:uFillTx/>
                <a:latin typeface="Avenir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fr-FR" sz="1800" b="0" i="0" u="none" strike="noStrike" kern="1200" cap="none" spc="0" normalizeH="0" baseline="0" noProof="0">
              <a:ln>
                <a:noFill/>
              </a:ln>
              <a:solidFill>
                <a:srgbClr val="102031"/>
              </a:solidFill>
              <a:effectLst/>
              <a:uLnTx/>
              <a:uFillTx/>
              <a:latin typeface="Avenir Book"/>
              <a:ea typeface="+mn-ea"/>
              <a:cs typeface="+mn-cs"/>
            </a:endParaRPr>
          </a:p>
        </p:txBody>
      </p:sp>
      <p:sp>
        <p:nvSpPr>
          <p:cNvPr id="8" name="Espace réservé du texte 2">
            <a:extLst>
              <a:ext uri="{FF2B5EF4-FFF2-40B4-BE49-F238E27FC236}">
                <a16:creationId xmlns:a16="http://schemas.microsoft.com/office/drawing/2014/main" id="{B175A0BF-6A7B-E586-CC7D-569872214755}"/>
              </a:ext>
            </a:extLst>
          </p:cNvPr>
          <p:cNvSpPr txBox="1">
            <a:spLocks/>
          </p:cNvSpPr>
          <p:nvPr/>
        </p:nvSpPr>
        <p:spPr>
          <a:xfrm>
            <a:off x="538163" y="1408922"/>
            <a:ext cx="11085990" cy="5096653"/>
          </a:xfrm>
          <a:prstGeom prst="rect">
            <a:avLst/>
          </a:prstGeom>
        </p:spPr>
        <p:txBody>
          <a:bodyPr>
            <a:normAutofit fontScale="92500" lnSpcReduction="20000"/>
          </a:bodyPr>
          <a:lstStyle>
            <a:lvl1pPr marL="0" indent="0" algn="l" defTabSz="914400" rtl="0" eaLnBrk="1" latinLnBrk="0" hangingPunct="1">
              <a:lnSpc>
                <a:spcPct val="90000"/>
              </a:lnSpc>
              <a:spcBef>
                <a:spcPts val="3400"/>
              </a:spcBef>
              <a:buFont typeface="Arial" panose="020B0604020202020204" pitchFamily="34" charset="0"/>
              <a:buNone/>
              <a:defRPr sz="2000" kern="1200">
                <a:solidFill>
                  <a:schemeClr val="accent3"/>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fr-FR" sz="1600" b="1" i="0" u="none" strike="noStrike" kern="1200" cap="none" spc="0" normalizeH="0" baseline="0" noProof="0" dirty="0">
                <a:ln w="9525">
                  <a:solidFill>
                    <a:srgbClr val="E65012"/>
                  </a:solidFill>
                </a:ln>
                <a:solidFill>
                  <a:srgbClr val="E65012"/>
                </a:solidFill>
                <a:effectLst/>
                <a:uLnTx/>
                <a:uFillTx/>
                <a:latin typeface="Avenir Book"/>
                <a:ea typeface="+mn-ea"/>
                <a:cs typeface="+mn-cs"/>
              </a:rPr>
              <a:t>Éléments clés du contexte</a:t>
            </a:r>
          </a:p>
          <a:p>
            <a:pPr marL="212400" marR="0" lvl="0" indent="-212400" algn="l" defTabSz="914400" rtl="0" eaLnBrk="1" fontAlgn="auto" latinLnBrk="0" hangingPunct="1">
              <a:lnSpc>
                <a:spcPct val="75000"/>
              </a:lnSpc>
              <a:spcBef>
                <a:spcPts val="0"/>
              </a:spcBef>
              <a:spcAft>
                <a:spcPts val="0"/>
              </a:spcAft>
              <a:buClr>
                <a:srgbClr val="E65012"/>
              </a:buClr>
              <a:buSzPct val="75000"/>
              <a:buFont typeface="Arial" panose="020B0604020202020204" pitchFamily="34" charset="0"/>
              <a:buBlip>
                <a:blip r:embed="rId3"/>
              </a:buBlip>
              <a:tabLst/>
              <a:defRPr/>
            </a:pPr>
            <a:r>
              <a:rPr kumimoji="0" lang="fr-FR" sz="1400" b="0"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rPr>
              <a:t>L'intégration entre </a:t>
            </a:r>
            <a:r>
              <a:rPr kumimoji="0" lang="fr-FR" sz="1400" b="0" i="0" u="none" strike="noStrike" kern="1200" cap="none" spc="0" normalizeH="0" baseline="0" noProof="0" dirty="0" err="1">
                <a:ln w="9525">
                  <a:solidFill>
                    <a:srgbClr val="4A4A49">
                      <a:lumMod val="60000"/>
                      <a:lumOff val="40000"/>
                      <a:alpha val="40000"/>
                    </a:srgbClr>
                  </a:solidFill>
                </a:ln>
                <a:solidFill>
                  <a:srgbClr val="4A4A49">
                    <a:lumMod val="75000"/>
                  </a:srgbClr>
                </a:solidFill>
                <a:effectLst/>
                <a:uLnTx/>
                <a:uFillTx/>
                <a:latin typeface="Avenir Book"/>
                <a:ea typeface="+mn-ea"/>
                <a:cs typeface="+mn-cs"/>
              </a:rPr>
              <a:t>Tradex</a:t>
            </a:r>
            <a:r>
              <a:rPr kumimoji="0" lang="fr-FR" sz="1400" b="0"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rPr>
              <a:t>, </a:t>
            </a:r>
            <a:r>
              <a:rPr kumimoji="0" lang="fr-FR" sz="1400" b="0" i="0" u="none" strike="noStrike" kern="1200" cap="none" spc="0" normalizeH="0" baseline="0" noProof="0" dirty="0" err="1">
                <a:ln w="9525">
                  <a:solidFill>
                    <a:srgbClr val="4A4A49">
                      <a:lumMod val="60000"/>
                      <a:lumOff val="40000"/>
                      <a:alpha val="40000"/>
                    </a:srgbClr>
                  </a:solidFill>
                </a:ln>
                <a:solidFill>
                  <a:srgbClr val="4A4A49">
                    <a:lumMod val="75000"/>
                  </a:srgbClr>
                </a:solidFill>
                <a:effectLst/>
                <a:uLnTx/>
                <a:uFillTx/>
                <a:latin typeface="Avenir Book"/>
                <a:ea typeface="+mn-ea"/>
                <a:cs typeface="+mn-cs"/>
              </a:rPr>
              <a:t>Haplus</a:t>
            </a:r>
            <a:r>
              <a:rPr kumimoji="0" lang="fr-FR" sz="1400" b="0"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rPr>
              <a:t>, et Edifice offrira aux fournisseurs du projet </a:t>
            </a:r>
            <a:r>
              <a:rPr kumimoji="0" lang="fr-FR" sz="1400" b="0" i="0" u="none" strike="noStrike" kern="1200" cap="none" spc="0" normalizeH="0" baseline="0" noProof="0" dirty="0" err="1">
                <a:ln w="9525">
                  <a:solidFill>
                    <a:srgbClr val="4A4A49">
                      <a:lumMod val="60000"/>
                      <a:lumOff val="40000"/>
                      <a:alpha val="40000"/>
                    </a:srgbClr>
                  </a:solidFill>
                </a:ln>
                <a:solidFill>
                  <a:srgbClr val="4A4A49">
                    <a:lumMod val="75000"/>
                  </a:srgbClr>
                </a:solidFill>
                <a:effectLst/>
                <a:uLnTx/>
                <a:uFillTx/>
                <a:latin typeface="Avenir Book"/>
                <a:ea typeface="+mn-ea"/>
                <a:cs typeface="+mn-cs"/>
              </a:rPr>
              <a:t>Sizewell</a:t>
            </a:r>
            <a:r>
              <a:rPr kumimoji="0" lang="fr-FR" sz="1400" b="0"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rPr>
              <a:t> les avantages suivants :</a:t>
            </a:r>
          </a:p>
          <a:p>
            <a:pPr marL="0" marR="0" lvl="0" indent="0" algn="l" defTabSz="914400" rtl="0" eaLnBrk="1" fontAlgn="auto" latinLnBrk="0" hangingPunct="1">
              <a:lnSpc>
                <a:spcPct val="75000"/>
              </a:lnSpc>
              <a:spcBef>
                <a:spcPts val="0"/>
              </a:spcBef>
              <a:spcAft>
                <a:spcPts val="0"/>
              </a:spcAft>
              <a:buClr>
                <a:srgbClr val="E65012"/>
              </a:buClr>
              <a:buSzPct val="75000"/>
              <a:buFont typeface="Arial" panose="020B0604020202020204" pitchFamily="34" charset="0"/>
              <a:buNone/>
              <a:tabLst/>
              <a:defRPr/>
            </a:pPr>
            <a:endParaRPr kumimoji="0" lang="fr-FR" sz="1400" b="0"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endParaRPr>
          </a:p>
          <a:p>
            <a:pPr marL="285750" marR="0" lvl="0" indent="-285750" algn="l" defTabSz="914400" rtl="0" eaLnBrk="1" fontAlgn="auto" latinLnBrk="0" hangingPunct="1">
              <a:lnSpc>
                <a:spcPct val="75000"/>
              </a:lnSpc>
              <a:spcBef>
                <a:spcPts val="0"/>
              </a:spcBef>
              <a:spcAft>
                <a:spcPts val="0"/>
              </a:spcAft>
              <a:buClr>
                <a:srgbClr val="E65012"/>
              </a:buClr>
              <a:buSzPct val="75000"/>
              <a:buFontTx/>
              <a:buChar char="-"/>
              <a:tabLst/>
              <a:defRPr/>
            </a:pPr>
            <a:r>
              <a:rPr kumimoji="0" lang="fr-FR" sz="1400" b="0"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rPr>
              <a:t>Intégration fluide des commandes </a:t>
            </a:r>
            <a:r>
              <a:rPr lang="fr-FR" sz="1400" dirty="0">
                <a:ln w="9525">
                  <a:solidFill>
                    <a:srgbClr val="4A4A49">
                      <a:lumMod val="60000"/>
                      <a:lumOff val="40000"/>
                      <a:alpha val="40000"/>
                    </a:srgbClr>
                  </a:solidFill>
                </a:ln>
                <a:solidFill>
                  <a:srgbClr val="4A4A49">
                    <a:lumMod val="75000"/>
                  </a:srgbClr>
                </a:solidFill>
                <a:latin typeface="Avenir Book"/>
              </a:rPr>
              <a:t>depuis</a:t>
            </a:r>
            <a:r>
              <a:rPr kumimoji="0" lang="fr-FR" sz="1400" b="0"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rPr>
              <a:t> HAPLUS</a:t>
            </a:r>
            <a:r>
              <a:rPr lang="fr-FR" sz="1400" dirty="0">
                <a:ln w="9525">
                  <a:solidFill>
                    <a:srgbClr val="4A4A49">
                      <a:lumMod val="60000"/>
                      <a:lumOff val="40000"/>
                      <a:alpha val="40000"/>
                    </a:srgbClr>
                  </a:solidFill>
                </a:ln>
                <a:solidFill>
                  <a:srgbClr val="4A4A49">
                    <a:lumMod val="75000"/>
                  </a:srgbClr>
                </a:solidFill>
                <a:latin typeface="Avenir Book"/>
              </a:rPr>
              <a:t> (</a:t>
            </a:r>
            <a:r>
              <a:rPr kumimoji="0" lang="fr-FR" sz="1400" b="0"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rPr>
              <a:t>avec l’hypothèse que la quasi-totalité des commandes fournisseurs sont émises par HAPLUS) et possibilité pour les fournisseurs de créer leurs factures dans TRADEX en référence aux données de commande </a:t>
            </a:r>
          </a:p>
          <a:p>
            <a:pPr marL="285750" marR="0" lvl="0" indent="-285750" algn="l" defTabSz="914400" rtl="0" eaLnBrk="1" fontAlgn="auto" latinLnBrk="0" hangingPunct="1">
              <a:lnSpc>
                <a:spcPct val="75000"/>
              </a:lnSpc>
              <a:spcBef>
                <a:spcPts val="0"/>
              </a:spcBef>
              <a:spcAft>
                <a:spcPts val="0"/>
              </a:spcAft>
              <a:buClr>
                <a:srgbClr val="E65012"/>
              </a:buClr>
              <a:buSzPct val="75000"/>
              <a:buFontTx/>
              <a:buChar char="-"/>
              <a:tabLst/>
              <a:defRPr/>
            </a:pPr>
            <a:r>
              <a:rPr lang="fr-FR" sz="1400" dirty="0">
                <a:ln w="9525">
                  <a:solidFill>
                    <a:srgbClr val="4A4A49">
                      <a:lumMod val="60000"/>
                      <a:lumOff val="40000"/>
                      <a:alpha val="40000"/>
                    </a:srgbClr>
                  </a:solidFill>
                </a:ln>
                <a:solidFill>
                  <a:srgbClr val="4A4A49">
                    <a:lumMod val="75000"/>
                  </a:srgbClr>
                </a:solidFill>
                <a:latin typeface="Avenir Book"/>
              </a:rPr>
              <a:t>Contrôle dans TRADEX de la cohérence des factures avec les commandes et le restant à facturer des commandes</a:t>
            </a:r>
          </a:p>
          <a:p>
            <a:pPr marL="285750" marR="0" lvl="0" indent="-285750" algn="l" defTabSz="914400" rtl="0" eaLnBrk="1" fontAlgn="auto" latinLnBrk="0" hangingPunct="1">
              <a:lnSpc>
                <a:spcPct val="75000"/>
              </a:lnSpc>
              <a:spcBef>
                <a:spcPts val="0"/>
              </a:spcBef>
              <a:spcAft>
                <a:spcPts val="0"/>
              </a:spcAft>
              <a:buClr>
                <a:srgbClr val="E65012"/>
              </a:buClr>
              <a:buSzPct val="75000"/>
              <a:buFontTx/>
              <a:buChar char="-"/>
              <a:tabLst/>
              <a:defRPr/>
            </a:pPr>
            <a:r>
              <a:rPr lang="fr-FR" sz="1400" dirty="0">
                <a:ln w="9525">
                  <a:solidFill>
                    <a:srgbClr val="4A4A49">
                      <a:lumMod val="60000"/>
                      <a:lumOff val="40000"/>
                      <a:alpha val="40000"/>
                    </a:srgbClr>
                  </a:solidFill>
                </a:ln>
                <a:solidFill>
                  <a:srgbClr val="4A4A49">
                    <a:lumMod val="75000"/>
                  </a:srgbClr>
                </a:solidFill>
                <a:latin typeface="Avenir Book"/>
              </a:rPr>
              <a:t>Pour les fournisseurs, accès depuis TRADEX pour visualiser le statut de traitement de leurs factures</a:t>
            </a:r>
            <a:endParaRPr kumimoji="0" lang="fr-FR" sz="1400" b="0"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endParaRPr>
          </a:p>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endParaRPr kumimoji="0" lang="fr-FR" sz="1400" b="1" i="0" u="none" strike="noStrike" kern="1200" cap="none" spc="0" normalizeH="0" baseline="0" noProof="0" dirty="0">
              <a:ln>
                <a:noFill/>
              </a:ln>
              <a:solidFill>
                <a:srgbClr val="E65012"/>
              </a:solidFill>
              <a:effectLst/>
              <a:uLnTx/>
              <a:uFillTx/>
              <a:latin typeface="Avenir Book"/>
              <a:ea typeface="+mn-ea"/>
              <a:cs typeface="+mn-cs"/>
            </a:endParaRP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kumimoji="0" lang="fr-FR" sz="1600" b="1" i="0" u="none" strike="noStrike" kern="1200" cap="none" spc="0" normalizeH="0" baseline="0" noProof="0" dirty="0">
                <a:ln w="9525">
                  <a:solidFill>
                    <a:srgbClr val="E65012"/>
                  </a:solidFill>
                </a:ln>
                <a:solidFill>
                  <a:srgbClr val="E65012"/>
                </a:solidFill>
                <a:effectLst/>
                <a:uLnTx/>
                <a:uFillTx/>
                <a:latin typeface="Avenir Book"/>
                <a:ea typeface="+mn-ea"/>
                <a:cs typeface="+mn-cs"/>
              </a:rPr>
              <a:t>Quel est le problème et quelles sont les questions connexes ?</a:t>
            </a:r>
          </a:p>
          <a:p>
            <a:pPr marL="212400" marR="0" lvl="0" indent="-212400" algn="l" defTabSz="914400" rtl="0" eaLnBrk="1" fontAlgn="auto" latinLnBrk="0" hangingPunct="1">
              <a:lnSpc>
                <a:spcPct val="75000"/>
              </a:lnSpc>
              <a:spcBef>
                <a:spcPts val="0"/>
              </a:spcBef>
              <a:spcAft>
                <a:spcPts val="0"/>
              </a:spcAft>
              <a:buClr>
                <a:srgbClr val="E65012"/>
              </a:buClr>
              <a:buSzPct val="75000"/>
              <a:buFont typeface="Arial" panose="020B0604020202020204" pitchFamily="34" charset="0"/>
              <a:buBlip>
                <a:blip r:embed="rId3"/>
              </a:buBlip>
              <a:tabLst/>
              <a:defRPr/>
            </a:pPr>
            <a:r>
              <a:rPr kumimoji="0" lang="fr-FR" sz="1400" b="0"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rPr>
              <a:t>Pour identifier la source de données la plus fiable et durable pour l'exportation des détails des commandes, </a:t>
            </a:r>
          </a:p>
          <a:p>
            <a:pPr marL="0" marR="0" lvl="0" indent="0" algn="l" defTabSz="914400" rtl="0" eaLnBrk="1" fontAlgn="auto" latinLnBrk="0" hangingPunct="1">
              <a:lnSpc>
                <a:spcPct val="75000"/>
              </a:lnSpc>
              <a:spcBef>
                <a:spcPts val="0"/>
              </a:spcBef>
              <a:spcAft>
                <a:spcPts val="0"/>
              </a:spcAft>
              <a:buClr>
                <a:srgbClr val="E65012"/>
              </a:buClr>
              <a:buSzPct val="75000"/>
              <a:buFont typeface="Arial" panose="020B0604020202020204" pitchFamily="34" charset="0"/>
              <a:buNone/>
              <a:tabLst/>
              <a:defRPr/>
            </a:pPr>
            <a:r>
              <a:rPr kumimoji="0" lang="fr-FR" sz="1400" b="0"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rPr>
              <a:t>deux solutions sont envisageables : HAPLUS ou EDIFICE. </a:t>
            </a:r>
            <a:r>
              <a:rPr kumimoji="0" lang="fr-FR" sz="1400" b="1"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rPr>
              <a:t>Quel système doit être considéré comme la source de référence (« golden source ») ? </a:t>
            </a:r>
          </a:p>
          <a:p>
            <a:pPr marL="0" marR="0" lvl="0" indent="0" algn="l" defTabSz="914400" rtl="0" eaLnBrk="1" fontAlgn="auto" latinLnBrk="0" hangingPunct="1">
              <a:lnSpc>
                <a:spcPct val="75000"/>
              </a:lnSpc>
              <a:spcBef>
                <a:spcPts val="0"/>
              </a:spcBef>
              <a:spcAft>
                <a:spcPts val="0"/>
              </a:spcAft>
              <a:buClr>
                <a:srgbClr val="E65012"/>
              </a:buClr>
              <a:buSzPct val="75000"/>
              <a:buFont typeface="Arial" panose="020B0604020202020204" pitchFamily="34" charset="0"/>
              <a:buNone/>
              <a:tabLst/>
              <a:defRPr/>
            </a:pPr>
            <a:endParaRPr kumimoji="0" lang="fr-FR" sz="1400" b="1"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endParaRPr>
          </a:p>
          <a:p>
            <a:pPr marL="0" marR="0" lvl="0" indent="0" algn="l" defTabSz="914400" rtl="0" eaLnBrk="1" fontAlgn="auto" latinLnBrk="0" hangingPunct="1">
              <a:lnSpc>
                <a:spcPct val="75000"/>
              </a:lnSpc>
              <a:spcBef>
                <a:spcPts val="0"/>
              </a:spcBef>
              <a:spcAft>
                <a:spcPts val="0"/>
              </a:spcAft>
              <a:buClr>
                <a:srgbClr val="E65012"/>
              </a:buClr>
              <a:buSzPct val="75000"/>
              <a:buFont typeface="Arial" panose="020B0604020202020204" pitchFamily="34" charset="0"/>
              <a:buNone/>
              <a:tabLst/>
              <a:defRPr/>
            </a:pPr>
            <a:r>
              <a:rPr kumimoji="0" lang="fr-FR" sz="1400" b="0"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rPr>
              <a:t>La revue constituera une occasion idéale pour échanger et approfondir cette question.</a:t>
            </a:r>
          </a:p>
          <a:p>
            <a:pPr marL="0" marR="0" lvl="0" indent="0" algn="l" defTabSz="914400" rtl="0" eaLnBrk="1" fontAlgn="auto" latinLnBrk="0" hangingPunct="1">
              <a:lnSpc>
                <a:spcPct val="75000"/>
              </a:lnSpc>
              <a:spcBef>
                <a:spcPts val="0"/>
              </a:spcBef>
              <a:spcAft>
                <a:spcPts val="0"/>
              </a:spcAft>
              <a:buClr>
                <a:srgbClr val="E65012"/>
              </a:buClr>
              <a:buSzPct val="75000"/>
              <a:buFont typeface="Arial" panose="020B0604020202020204" pitchFamily="34" charset="0"/>
              <a:buNone/>
              <a:tabLst/>
              <a:defRPr/>
            </a:pPr>
            <a:endParaRPr kumimoji="0" lang="fr-FR" sz="1400" b="0"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endParaRPr>
          </a:p>
          <a:p>
            <a:pPr marL="212400" marR="0" lvl="0" indent="-212400" algn="l" defTabSz="914400" rtl="0" eaLnBrk="1" fontAlgn="auto" latinLnBrk="0" hangingPunct="1">
              <a:lnSpc>
                <a:spcPct val="75000"/>
              </a:lnSpc>
              <a:spcBef>
                <a:spcPts val="0"/>
              </a:spcBef>
              <a:spcAft>
                <a:spcPts val="0"/>
              </a:spcAft>
              <a:buClr>
                <a:srgbClr val="E65012"/>
              </a:buClr>
              <a:buSzPct val="75000"/>
              <a:buFont typeface="Arial" panose="020B0604020202020204" pitchFamily="34" charset="0"/>
              <a:buBlip>
                <a:blip r:embed="rId3"/>
              </a:buBlip>
              <a:tabLst/>
              <a:defRPr/>
            </a:pPr>
            <a:endParaRPr kumimoji="0" lang="fr-FR" sz="1400" b="1"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endParaRPr>
          </a:p>
          <a:p>
            <a:pPr marR="0" lvl="0" algn="l" defTabSz="914400" rtl="0" eaLnBrk="1" fontAlgn="auto" latinLnBrk="0" hangingPunct="1">
              <a:lnSpc>
                <a:spcPct val="75000"/>
              </a:lnSpc>
              <a:spcBef>
                <a:spcPts val="0"/>
              </a:spcBef>
              <a:spcAft>
                <a:spcPts val="0"/>
              </a:spcAft>
              <a:buClr>
                <a:srgbClr val="E65012"/>
              </a:buClr>
              <a:buSzPct val="75000"/>
              <a:tabLst/>
              <a:defRPr/>
            </a:pPr>
            <a:r>
              <a:rPr kumimoji="0" lang="fr-FR" sz="1600" b="1" i="0" u="none" strike="noStrike" kern="1200" cap="none" spc="0" normalizeH="0" baseline="0" noProof="0" dirty="0">
                <a:ln w="9525">
                  <a:solidFill>
                    <a:srgbClr val="E65012"/>
                  </a:solidFill>
                </a:ln>
                <a:solidFill>
                  <a:srgbClr val="E65012"/>
                </a:solidFill>
                <a:effectLst/>
                <a:uLnTx/>
                <a:uFillTx/>
                <a:latin typeface="Avenir Book"/>
                <a:ea typeface="+mn-ea"/>
                <a:cs typeface="+mn-cs"/>
              </a:rPr>
              <a:t>Quels sont les scénarios examinés, avec les éléments clés de l'analyse ?</a:t>
            </a:r>
          </a:p>
          <a:p>
            <a:pPr>
              <a:lnSpc>
                <a:spcPct val="100000"/>
              </a:lnSpc>
              <a:spcBef>
                <a:spcPts val="0"/>
              </a:spcBef>
              <a:buClr>
                <a:srgbClr val="E65012"/>
              </a:buClr>
              <a:buSzPct val="75000"/>
            </a:pPr>
            <a:r>
              <a:rPr kumimoji="0" lang="fr-FR" sz="1600" b="1" i="0" u="none" strike="noStrike" kern="1200" cap="none" spc="0" normalizeH="0" baseline="0" noProof="0" dirty="0">
                <a:ln w="9525">
                  <a:solidFill>
                    <a:srgbClr val="E65012"/>
                  </a:solidFill>
                </a:ln>
                <a:solidFill>
                  <a:srgbClr val="E65012"/>
                </a:solidFill>
                <a:effectLst/>
                <a:uLnTx/>
                <a:uFillTx/>
                <a:latin typeface="Avenir Book"/>
                <a:ea typeface="+mn-ea"/>
                <a:cs typeface="+mn-cs"/>
              </a:rPr>
              <a:t>     </a:t>
            </a:r>
            <a:r>
              <a:rPr lang="fr-FR" sz="1400" b="1" dirty="0">
                <a:ln w="9525">
                  <a:solidFill>
                    <a:srgbClr val="E65012"/>
                  </a:solidFill>
                </a:ln>
                <a:solidFill>
                  <a:srgbClr val="E65012"/>
                </a:solidFill>
                <a:latin typeface="Avenir Book"/>
              </a:rPr>
              <a:t>Export des détails des commandes</a:t>
            </a:r>
          </a:p>
          <a:p>
            <a:pPr marL="669600" marR="0" lvl="1" indent="-212400" algn="l" defTabSz="914400" rtl="0" eaLnBrk="1" fontAlgn="auto" latinLnBrk="0" hangingPunct="1">
              <a:lnSpc>
                <a:spcPct val="100000"/>
              </a:lnSpc>
              <a:spcBef>
                <a:spcPts val="0"/>
              </a:spcBef>
              <a:spcAft>
                <a:spcPts val="0"/>
              </a:spcAft>
              <a:buClr>
                <a:srgbClr val="E65012"/>
              </a:buClr>
              <a:buSzPct val="75000"/>
              <a:buFont typeface="Arial" panose="020B0604020202020204" pitchFamily="34" charset="0"/>
              <a:buBlip>
                <a:blip r:embed="rId3"/>
              </a:buBlip>
              <a:tabLst/>
              <a:defRPr/>
            </a:pPr>
            <a:r>
              <a:rPr kumimoji="0" lang="fr-FR" sz="1400" b="1"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rPr>
              <a:t>Scénario 1 : Export des détails des commandes à partir d’HAPLUS </a:t>
            </a:r>
            <a:r>
              <a:rPr lang="fr-FR" sz="1400" b="1" dirty="0">
                <a:ln w="9525">
                  <a:solidFill>
                    <a:srgbClr val="4A4A49">
                      <a:lumMod val="60000"/>
                      <a:lumOff val="40000"/>
                      <a:alpha val="40000"/>
                    </a:srgbClr>
                  </a:solidFill>
                </a:ln>
                <a:solidFill>
                  <a:srgbClr val="4A4A49">
                    <a:lumMod val="75000"/>
                  </a:srgbClr>
                </a:solidFill>
                <a:latin typeface="Avenir Book"/>
              </a:rPr>
              <a:t>sans</a:t>
            </a:r>
            <a:r>
              <a:rPr kumimoji="0" lang="fr-FR" sz="1400" b="1"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rPr>
              <a:t> utilisation du MOM.</a:t>
            </a:r>
          </a:p>
          <a:p>
            <a:pPr marL="669600" marR="0" lvl="1" indent="-212400" algn="l" defTabSz="914400" rtl="0" eaLnBrk="1" fontAlgn="auto" latinLnBrk="0" hangingPunct="1">
              <a:lnSpc>
                <a:spcPct val="100000"/>
              </a:lnSpc>
              <a:spcBef>
                <a:spcPts val="0"/>
              </a:spcBef>
              <a:spcAft>
                <a:spcPts val="0"/>
              </a:spcAft>
              <a:buClr>
                <a:srgbClr val="E65012"/>
              </a:buClr>
              <a:buSzPct val="75000"/>
              <a:buFont typeface="Arial" panose="020B0604020202020204" pitchFamily="34" charset="0"/>
              <a:buBlip>
                <a:blip r:embed="rId3"/>
              </a:buBlip>
              <a:tabLst/>
              <a:defRPr/>
            </a:pPr>
            <a:r>
              <a:rPr kumimoji="0" lang="fr-FR" sz="1400"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rPr>
              <a:t>Scénario 2 : Export des détails des commandes à partir d’HAPLUS avec utilisation du MOM.</a:t>
            </a:r>
          </a:p>
          <a:p>
            <a:pPr marL="669600" marR="0" lvl="1" indent="-212400" algn="l" defTabSz="914400" rtl="0" eaLnBrk="1" fontAlgn="auto" latinLnBrk="0" hangingPunct="1">
              <a:lnSpc>
                <a:spcPct val="100000"/>
              </a:lnSpc>
              <a:spcBef>
                <a:spcPts val="0"/>
              </a:spcBef>
              <a:spcAft>
                <a:spcPts val="0"/>
              </a:spcAft>
              <a:buClr>
                <a:srgbClr val="E65012"/>
              </a:buClr>
              <a:buSzPct val="75000"/>
              <a:buFont typeface="Arial" panose="020B0604020202020204" pitchFamily="34" charset="0"/>
              <a:buBlip>
                <a:blip r:embed="rId3"/>
              </a:buBlip>
              <a:tabLst/>
              <a:defRPr/>
            </a:pPr>
            <a:r>
              <a:rPr kumimoji="0" lang="fr-FR" sz="1400" b="0"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rPr>
              <a:t>Scénario 3 : Export des détails des commandes à partir d’EDIFICE </a:t>
            </a:r>
            <a:r>
              <a:rPr lang="fr-FR" sz="1400" dirty="0">
                <a:ln w="9525">
                  <a:solidFill>
                    <a:srgbClr val="4A4A49">
                      <a:lumMod val="60000"/>
                      <a:lumOff val="40000"/>
                      <a:alpha val="40000"/>
                    </a:srgbClr>
                  </a:solidFill>
                </a:ln>
                <a:solidFill>
                  <a:srgbClr val="4A4A49">
                    <a:lumMod val="75000"/>
                  </a:srgbClr>
                </a:solidFill>
                <a:latin typeface="Avenir Book"/>
              </a:rPr>
              <a:t>sans</a:t>
            </a:r>
            <a:r>
              <a:rPr kumimoji="0" lang="fr-FR" sz="1400" b="0"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rPr>
              <a:t> utilisation du MOM.</a:t>
            </a:r>
          </a:p>
          <a:p>
            <a:pPr marL="669600" marR="0" lvl="1" indent="-212400" algn="l" defTabSz="914400" rtl="0" eaLnBrk="1" fontAlgn="auto" latinLnBrk="0" hangingPunct="1">
              <a:lnSpc>
                <a:spcPct val="100000"/>
              </a:lnSpc>
              <a:spcBef>
                <a:spcPts val="0"/>
              </a:spcBef>
              <a:spcAft>
                <a:spcPts val="0"/>
              </a:spcAft>
              <a:buClr>
                <a:srgbClr val="E65012"/>
              </a:buClr>
              <a:buSzPct val="75000"/>
              <a:buFont typeface="Arial" panose="020B0604020202020204" pitchFamily="34" charset="0"/>
              <a:buBlip>
                <a:blip r:embed="rId3"/>
              </a:buBlip>
              <a:tabLst/>
              <a:defRPr/>
            </a:pPr>
            <a:r>
              <a:rPr kumimoji="0" lang="fr-FR" sz="1400" b="0"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rPr>
              <a:t>Scénario 4 : Export des détails des commandes à partir d’EDIFICE </a:t>
            </a:r>
            <a:r>
              <a:rPr lang="fr-FR" sz="1400" dirty="0">
                <a:ln w="9525">
                  <a:solidFill>
                    <a:srgbClr val="4A4A49">
                      <a:lumMod val="60000"/>
                      <a:lumOff val="40000"/>
                      <a:alpha val="40000"/>
                    </a:srgbClr>
                  </a:solidFill>
                </a:ln>
                <a:solidFill>
                  <a:srgbClr val="4A4A49">
                    <a:lumMod val="75000"/>
                  </a:srgbClr>
                </a:solidFill>
                <a:latin typeface="Avenir Book"/>
              </a:rPr>
              <a:t>avec</a:t>
            </a:r>
            <a:r>
              <a:rPr kumimoji="0" lang="fr-FR" sz="1400" b="0"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rPr>
              <a:t> utilisation du MOM.</a:t>
            </a:r>
          </a:p>
          <a:p>
            <a:pPr marL="0" marR="0" lvl="0" indent="0" algn="l" defTabSz="914400" rtl="0" eaLnBrk="1" fontAlgn="auto" latinLnBrk="0" hangingPunct="1">
              <a:lnSpc>
                <a:spcPct val="100000"/>
              </a:lnSpc>
              <a:spcBef>
                <a:spcPts val="0"/>
              </a:spcBef>
              <a:spcAft>
                <a:spcPts val="0"/>
              </a:spcAft>
              <a:buClr>
                <a:srgbClr val="E65012"/>
              </a:buClr>
              <a:buSzPct val="75000"/>
              <a:buFont typeface="Arial" panose="020B0604020202020204" pitchFamily="34" charset="0"/>
              <a:buNone/>
              <a:tabLst/>
              <a:defRPr/>
            </a:pPr>
            <a:r>
              <a:rPr kumimoji="0" lang="fr-FR" sz="1400" b="1" i="0" u="none" strike="noStrike" kern="1200" cap="none" spc="0" normalizeH="0" baseline="0" noProof="0" dirty="0">
                <a:ln w="9525">
                  <a:solidFill>
                    <a:srgbClr val="E65012"/>
                  </a:solidFill>
                </a:ln>
                <a:solidFill>
                  <a:srgbClr val="E65012"/>
                </a:solidFill>
                <a:effectLst/>
                <a:uLnTx/>
                <a:uFillTx/>
                <a:latin typeface="Avenir Book"/>
                <a:ea typeface="+mn-ea"/>
                <a:cs typeface="+mn-cs"/>
              </a:rPr>
              <a:t>       Export des statuts des factures</a:t>
            </a:r>
          </a:p>
          <a:p>
            <a:pPr marL="669600" marR="0" lvl="1" indent="-212400" algn="l" defTabSz="914400" rtl="0" eaLnBrk="1" fontAlgn="auto" latinLnBrk="0" hangingPunct="1">
              <a:lnSpc>
                <a:spcPct val="100000"/>
              </a:lnSpc>
              <a:spcBef>
                <a:spcPts val="0"/>
              </a:spcBef>
              <a:spcAft>
                <a:spcPts val="0"/>
              </a:spcAft>
              <a:buClr>
                <a:srgbClr val="E65012"/>
              </a:buClr>
              <a:buSzPct val="75000"/>
              <a:buFont typeface="Arial" panose="020B0604020202020204" pitchFamily="34" charset="0"/>
              <a:buBlip>
                <a:blip r:embed="rId3"/>
              </a:buBlip>
              <a:tabLst/>
              <a:defRPr/>
            </a:pPr>
            <a:r>
              <a:rPr kumimoji="0" lang="fr-FR" sz="1400" b="1"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rPr>
              <a:t>Scénario 1  : Export des statuts de facture à partir d’ECC</a:t>
            </a:r>
          </a:p>
          <a:p>
            <a:pPr marL="669600" marR="0" lvl="1" indent="-212400" algn="l" defTabSz="914400" rtl="0" eaLnBrk="1" fontAlgn="auto" latinLnBrk="0" hangingPunct="1">
              <a:lnSpc>
                <a:spcPct val="100000"/>
              </a:lnSpc>
              <a:spcBef>
                <a:spcPts val="0"/>
              </a:spcBef>
              <a:spcAft>
                <a:spcPts val="0"/>
              </a:spcAft>
              <a:buClr>
                <a:srgbClr val="E65012"/>
              </a:buClr>
              <a:buSzPct val="75000"/>
              <a:buFont typeface="Arial" panose="020B0604020202020204" pitchFamily="34" charset="0"/>
              <a:buBlip>
                <a:blip r:embed="rId3"/>
              </a:buBlip>
              <a:tabLst/>
              <a:defRPr/>
            </a:pPr>
            <a:r>
              <a:rPr kumimoji="0" lang="fr-FR" sz="1400" b="0"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rPr>
              <a:t>Scénario 2  : Export des statuts de facture à partir de BW</a:t>
            </a:r>
          </a:p>
          <a:p>
            <a:pPr marL="0" marR="0" lvl="0" indent="0" algn="l" defTabSz="914400" rtl="0" eaLnBrk="1" fontAlgn="auto" latinLnBrk="0" hangingPunct="1">
              <a:lnSpc>
                <a:spcPct val="100000"/>
              </a:lnSpc>
              <a:spcBef>
                <a:spcPts val="0"/>
              </a:spcBef>
              <a:spcAft>
                <a:spcPts val="0"/>
              </a:spcAft>
              <a:buClr>
                <a:srgbClr val="E65012"/>
              </a:buClr>
              <a:buSzPct val="75000"/>
              <a:buFont typeface="Arial" panose="020B0604020202020204" pitchFamily="34" charset="0"/>
              <a:buNone/>
              <a:tabLst/>
              <a:defRPr/>
            </a:pPr>
            <a:r>
              <a:rPr kumimoji="0" lang="fr-FR" sz="1400" b="1" i="0" u="none" strike="noStrike" kern="1200" cap="none" spc="0" normalizeH="0" baseline="0" noProof="0" dirty="0">
                <a:ln w="9525">
                  <a:solidFill>
                    <a:srgbClr val="E65012"/>
                  </a:solidFill>
                </a:ln>
                <a:solidFill>
                  <a:srgbClr val="E65012"/>
                </a:solidFill>
                <a:effectLst/>
                <a:uLnTx/>
                <a:uFillTx/>
                <a:latin typeface="Avenir Book"/>
                <a:ea typeface="+mn-ea"/>
                <a:cs typeface="+mn-cs"/>
              </a:rPr>
              <a:t>       Export du restant à facturer sur les commandes</a:t>
            </a:r>
          </a:p>
          <a:p>
            <a:pPr marL="669600" marR="0" lvl="1" indent="-212400" algn="l" defTabSz="914400" rtl="0" eaLnBrk="1" fontAlgn="auto" latinLnBrk="0" hangingPunct="1">
              <a:lnSpc>
                <a:spcPct val="100000"/>
              </a:lnSpc>
              <a:spcBef>
                <a:spcPts val="0"/>
              </a:spcBef>
              <a:spcAft>
                <a:spcPts val="0"/>
              </a:spcAft>
              <a:buClr>
                <a:srgbClr val="E65012"/>
              </a:buClr>
              <a:buSzPct val="75000"/>
              <a:buFont typeface="Arial" panose="020B0604020202020204" pitchFamily="34" charset="0"/>
              <a:buBlip>
                <a:blip r:embed="rId3"/>
              </a:buBlip>
              <a:tabLst/>
              <a:defRPr/>
            </a:pPr>
            <a:r>
              <a:rPr kumimoji="0" lang="fr-FR" sz="1400" b="1"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rPr>
              <a:t>Scénario 1 : Export du restant à facturer à partir d’ECC</a:t>
            </a:r>
          </a:p>
          <a:p>
            <a:pPr marL="669600" marR="0" lvl="1" indent="-212400" algn="l" defTabSz="914400" rtl="0" eaLnBrk="1" fontAlgn="auto" latinLnBrk="0" hangingPunct="1">
              <a:lnSpc>
                <a:spcPct val="100000"/>
              </a:lnSpc>
              <a:spcBef>
                <a:spcPts val="0"/>
              </a:spcBef>
              <a:spcAft>
                <a:spcPts val="0"/>
              </a:spcAft>
              <a:buClr>
                <a:srgbClr val="E65012"/>
              </a:buClr>
              <a:buSzPct val="75000"/>
              <a:buFont typeface="Arial" panose="020B0604020202020204" pitchFamily="34" charset="0"/>
              <a:buBlip>
                <a:blip r:embed="rId3"/>
              </a:buBlip>
              <a:tabLst/>
              <a:defRPr/>
            </a:pPr>
            <a:r>
              <a:rPr kumimoji="0" lang="fr-FR" sz="1400" b="0"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rPr>
              <a:t>Scénario 2 : Export d</a:t>
            </a:r>
            <a:r>
              <a:rPr lang="fr-FR" sz="1400" dirty="0">
                <a:ln w="9525">
                  <a:solidFill>
                    <a:srgbClr val="4A4A49">
                      <a:lumMod val="60000"/>
                      <a:lumOff val="40000"/>
                      <a:alpha val="40000"/>
                    </a:srgbClr>
                  </a:solidFill>
                </a:ln>
                <a:solidFill>
                  <a:srgbClr val="4A4A49">
                    <a:lumMod val="75000"/>
                  </a:srgbClr>
                </a:solidFill>
                <a:latin typeface="Avenir Book"/>
              </a:rPr>
              <a:t>u restant</a:t>
            </a:r>
            <a:r>
              <a:rPr kumimoji="0" lang="fr-FR" sz="1400" b="0"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rPr>
              <a:t> à facturer à partir de BW</a:t>
            </a:r>
          </a:p>
          <a:p>
            <a:pPr marL="0" marR="0" lvl="0" indent="0" algn="l" defTabSz="914400" rtl="0" eaLnBrk="1" fontAlgn="auto" latinLnBrk="0" hangingPunct="1">
              <a:lnSpc>
                <a:spcPct val="120000"/>
              </a:lnSpc>
              <a:spcBef>
                <a:spcPts val="600"/>
              </a:spcBef>
              <a:spcAft>
                <a:spcPts val="600"/>
              </a:spcAft>
              <a:buClrTx/>
              <a:buSzTx/>
              <a:buFont typeface="Arial" panose="020B0604020202020204" pitchFamily="34" charset="0"/>
              <a:buNone/>
              <a:tabLst/>
              <a:defRPr/>
            </a:pPr>
            <a:r>
              <a:rPr kumimoji="0" lang="fr-FR" sz="1600" b="1" i="0" u="none" strike="noStrike" kern="1200" cap="none" spc="0" normalizeH="0" baseline="0" noProof="0" dirty="0">
                <a:ln w="9525">
                  <a:solidFill>
                    <a:srgbClr val="E65012"/>
                  </a:solidFill>
                </a:ln>
                <a:solidFill>
                  <a:srgbClr val="E65012"/>
                </a:solidFill>
                <a:effectLst/>
                <a:uLnTx/>
                <a:uFillTx/>
                <a:latin typeface="Avenir Book"/>
                <a:ea typeface="+mn-ea"/>
                <a:cs typeface="+mn-cs"/>
              </a:rPr>
              <a:t>Objectif de la réunion</a:t>
            </a:r>
          </a:p>
          <a:p>
            <a:pPr marL="212400" marR="0" lvl="0" indent="-212400" algn="l" defTabSz="914400" rtl="0" eaLnBrk="1" fontAlgn="auto" latinLnBrk="0" hangingPunct="1">
              <a:lnSpc>
                <a:spcPct val="75000"/>
              </a:lnSpc>
              <a:spcBef>
                <a:spcPts val="0"/>
              </a:spcBef>
              <a:spcAft>
                <a:spcPts val="0"/>
              </a:spcAft>
              <a:buClr>
                <a:srgbClr val="E65012"/>
              </a:buClr>
              <a:buSzPct val="75000"/>
              <a:buFont typeface="Arial" panose="020B0604020202020204" pitchFamily="34" charset="0"/>
              <a:buBlip>
                <a:blip r:embed="rId3"/>
              </a:buBlip>
              <a:tabLst/>
              <a:defRPr/>
            </a:pPr>
            <a:r>
              <a:rPr kumimoji="0" lang="fr-FR" sz="1400" b="0"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rPr>
              <a:t>Clarifier les flux de données et sélectionner le scénario optimal.</a:t>
            </a:r>
          </a:p>
          <a:p>
            <a:pPr marL="212400" marR="0" lvl="0" indent="-212400" algn="l" defTabSz="914400" rtl="0" eaLnBrk="1" fontAlgn="auto" latinLnBrk="0" hangingPunct="1">
              <a:lnSpc>
                <a:spcPct val="75000"/>
              </a:lnSpc>
              <a:spcBef>
                <a:spcPts val="0"/>
              </a:spcBef>
              <a:spcAft>
                <a:spcPts val="0"/>
              </a:spcAft>
              <a:buClr>
                <a:srgbClr val="E65012"/>
              </a:buClr>
              <a:buSzPct val="75000"/>
              <a:buFont typeface="Arial" panose="020B0604020202020204" pitchFamily="34" charset="0"/>
              <a:buBlip>
                <a:blip r:embed="rId3"/>
              </a:buBlip>
              <a:tabLst/>
              <a:defRPr/>
            </a:pPr>
            <a:r>
              <a:rPr kumimoji="0" lang="fr-FR" sz="1400" b="0" i="0" u="none" strike="noStrike" kern="1200" cap="none" spc="0" normalizeH="0" baseline="0" noProof="0" dirty="0">
                <a:ln w="9525">
                  <a:solidFill>
                    <a:srgbClr val="4A4A49">
                      <a:lumMod val="60000"/>
                      <a:lumOff val="40000"/>
                      <a:alpha val="40000"/>
                    </a:srgbClr>
                  </a:solidFill>
                </a:ln>
                <a:solidFill>
                  <a:srgbClr val="4A4A49">
                    <a:lumMod val="75000"/>
                  </a:srgbClr>
                </a:solidFill>
                <a:effectLst/>
                <a:uLnTx/>
                <a:uFillTx/>
                <a:latin typeface="Avenir Book"/>
                <a:ea typeface="+mn-ea"/>
                <a:cs typeface="+mn-cs"/>
              </a:rPr>
              <a:t>Obtenir la validation de ce scénario en préparation du comité d'engagement.</a:t>
            </a:r>
          </a:p>
        </p:txBody>
      </p:sp>
      <p:sp>
        <p:nvSpPr>
          <p:cNvPr id="18" name="Rectangle : coins arrondis 17">
            <a:extLst>
              <a:ext uri="{FF2B5EF4-FFF2-40B4-BE49-F238E27FC236}">
                <a16:creationId xmlns:a16="http://schemas.microsoft.com/office/drawing/2014/main" id="{88649FE7-410C-432C-8E52-7111B222A782}"/>
              </a:ext>
            </a:extLst>
          </p:cNvPr>
          <p:cNvSpPr/>
          <p:nvPr/>
        </p:nvSpPr>
        <p:spPr>
          <a:xfrm>
            <a:off x="8823114" y="905044"/>
            <a:ext cx="2886983" cy="600484"/>
          </a:xfrm>
          <a:prstGeom prst="roundRect">
            <a:avLst/>
          </a:prstGeom>
          <a:noFill/>
          <a:ln w="12700">
            <a:solidFill>
              <a:srgbClr val="E65012">
                <a:alpha val="60000"/>
              </a:srgb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solidFill>
                    <a:srgbClr val="595959">
                      <a:alpha val="50000"/>
                    </a:srgbClr>
                  </a:solidFill>
                </a:ln>
                <a:solidFill>
                  <a:srgbClr val="102031">
                    <a:lumMod val="50000"/>
                    <a:lumOff val="50000"/>
                  </a:srgbClr>
                </a:solidFill>
                <a:effectLst/>
                <a:uLnTx/>
                <a:uFillTx/>
                <a:latin typeface="Avenir Book" panose="02000503020000020003" pitchFamily="2" charset="0"/>
                <a:ea typeface="+mn-ea"/>
                <a:cs typeface="+mn-cs"/>
              </a:rPr>
              <a:t>Architecte : Koffi DJE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solidFill>
                    <a:srgbClr val="595959">
                      <a:alpha val="50000"/>
                    </a:srgbClr>
                  </a:solidFill>
                </a:ln>
                <a:solidFill>
                  <a:srgbClr val="102031">
                    <a:lumMod val="50000"/>
                    <a:lumOff val="50000"/>
                  </a:srgbClr>
                </a:solidFill>
                <a:effectLst/>
                <a:uLnTx/>
                <a:uFillTx/>
                <a:latin typeface="Avenir Book" panose="02000503020000020003" pitchFamily="2" charset="0"/>
                <a:ea typeface="+mn-ea"/>
                <a:cs typeface="+mn-cs"/>
              </a:rPr>
              <a:t>Resp. Projet : Laurence RUELLAN</a:t>
            </a:r>
          </a:p>
        </p:txBody>
      </p:sp>
      <p:sp>
        <p:nvSpPr>
          <p:cNvPr id="23" name="ZoneTexte 22">
            <a:extLst>
              <a:ext uri="{FF2B5EF4-FFF2-40B4-BE49-F238E27FC236}">
                <a16:creationId xmlns:a16="http://schemas.microsoft.com/office/drawing/2014/main" id="{E17A05F2-ADA4-0F9A-6B9D-5F09EEFAF5C8}"/>
              </a:ext>
            </a:extLst>
          </p:cNvPr>
          <p:cNvSpPr txBox="1"/>
          <p:nvPr>
            <p:custDataLst>
              <p:tags r:id="rId1"/>
            </p:custDataLst>
          </p:nvPr>
        </p:nvSpPr>
        <p:spPr>
          <a:xfrm>
            <a:off x="5696832" y="17417"/>
            <a:ext cx="1013418"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a:ln>
                  <a:noFill/>
                </a:ln>
                <a:solidFill>
                  <a:srgbClr val="102031"/>
                </a:solidFill>
                <a:effectLst/>
                <a:uLnTx/>
                <a:uFillTx/>
                <a:latin typeface="Avenir Book" panose="02000503020000020003" pitchFamily="2" charset="0"/>
                <a:ea typeface="+mn-ea"/>
                <a:cs typeface="+mn-cs"/>
              </a:rPr>
              <a:t>Introduction &amp;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a:ln>
                  <a:noFill/>
                </a:ln>
                <a:solidFill>
                  <a:srgbClr val="102031"/>
                </a:solidFill>
                <a:effectLst/>
                <a:uLnTx/>
                <a:uFillTx/>
                <a:latin typeface="Avenir Book" panose="02000503020000020003" pitchFamily="2" charset="0"/>
                <a:ea typeface="+mn-ea"/>
                <a:cs typeface="+mn-cs"/>
              </a:rPr>
              <a:t>Objectifs</a:t>
            </a:r>
          </a:p>
        </p:txBody>
      </p:sp>
    </p:spTree>
    <p:extLst>
      <p:ext uri="{BB962C8B-B14F-4D97-AF65-F5344CB8AC3E}">
        <p14:creationId xmlns:p14="http://schemas.microsoft.com/office/powerpoint/2010/main" val="3844549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004C9-67D2-2DB3-1C48-B03804EE5084}"/>
            </a:ext>
          </a:extLst>
        </p:cNvPr>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12199E9F-18B0-E9A5-8548-E4852893D2F5}"/>
              </a:ext>
            </a:extLst>
          </p:cNvPr>
          <p:cNvSpPr>
            <a:spLocks noGrp="1"/>
          </p:cNvSpPr>
          <p:nvPr>
            <p:ph type="body" sz="quarter" idx="10"/>
          </p:nvPr>
        </p:nvSpPr>
        <p:spPr/>
        <p:txBody>
          <a:bodyPr>
            <a:normAutofit fontScale="92500" lnSpcReduction="10000"/>
          </a:bodyPr>
          <a:lstStyle/>
          <a:p>
            <a:r>
              <a:rPr lang="fr-FR" sz="34400" b="1" dirty="0">
                <a:solidFill>
                  <a:srgbClr val="93C97B"/>
                </a:solidFill>
                <a:latin typeface="Avenir Black" panose="02000503020000020003" pitchFamily="2" charset="0"/>
              </a:rPr>
              <a:t>2</a:t>
            </a:r>
          </a:p>
          <a:p>
            <a:endParaRPr lang="fr-FR" dirty="0">
              <a:solidFill>
                <a:srgbClr val="93C97B"/>
              </a:solidFill>
            </a:endParaRPr>
          </a:p>
        </p:txBody>
      </p:sp>
      <p:sp>
        <p:nvSpPr>
          <p:cNvPr id="8" name="Espace réservé du texte 7">
            <a:extLst>
              <a:ext uri="{FF2B5EF4-FFF2-40B4-BE49-F238E27FC236}">
                <a16:creationId xmlns:a16="http://schemas.microsoft.com/office/drawing/2014/main" id="{404C758E-AD29-A6F6-7F8C-511140261F81}"/>
              </a:ext>
            </a:extLst>
          </p:cNvPr>
          <p:cNvSpPr>
            <a:spLocks noGrp="1"/>
          </p:cNvSpPr>
          <p:nvPr>
            <p:ph type="body" sz="quarter" idx="11"/>
          </p:nvPr>
        </p:nvSpPr>
        <p:spPr/>
        <p:txBody>
          <a:bodyPr/>
          <a:lstStyle/>
          <a:p>
            <a:pPr>
              <a:lnSpc>
                <a:spcPct val="80000"/>
              </a:lnSpc>
              <a:spcBef>
                <a:spcPts val="0"/>
              </a:spcBef>
              <a:buFontTx/>
            </a:pPr>
            <a:r>
              <a:rPr lang="fr-FR" sz="4400" b="1">
                <a:solidFill>
                  <a:srgbClr val="102031"/>
                </a:solidFill>
                <a:latin typeface="Avenir Black" panose="02000503020000020003" pitchFamily="2" charset="0"/>
              </a:rPr>
              <a:t>ARCHITECTURE      FONCTIONNELLE</a:t>
            </a:r>
            <a:endParaRPr lang="fr-FR" sz="4400" b="1" dirty="0">
              <a:solidFill>
                <a:srgbClr val="102031"/>
              </a:solidFill>
              <a:latin typeface="Avenir Black" panose="02000503020000020003" pitchFamily="2" charset="0"/>
            </a:endParaRPr>
          </a:p>
        </p:txBody>
      </p:sp>
      <p:sp>
        <p:nvSpPr>
          <p:cNvPr id="10" name="Espace réservé du texte 8">
            <a:extLst>
              <a:ext uri="{FF2B5EF4-FFF2-40B4-BE49-F238E27FC236}">
                <a16:creationId xmlns:a16="http://schemas.microsoft.com/office/drawing/2014/main" id="{928C696A-C9AE-AB0D-1AFB-58776410AB49}"/>
              </a:ext>
            </a:extLst>
          </p:cNvPr>
          <p:cNvSpPr>
            <a:spLocks noGrp="1"/>
          </p:cNvSpPr>
          <p:nvPr>
            <p:ph type="body" sz="quarter" idx="12"/>
          </p:nvPr>
        </p:nvSpPr>
        <p:spPr/>
        <p:txBody>
          <a:bodyPr/>
          <a:lstStyle/>
          <a:p>
            <a:r>
              <a:rPr lang="fr-FR" sz="2400" b="1" dirty="0">
                <a:solidFill>
                  <a:srgbClr val="93C97B"/>
                </a:solidFill>
                <a:highlight>
                  <a:srgbClr val="102031"/>
                </a:highlight>
                <a:latin typeface="Avenir Light" panose="020B0402020203020204" pitchFamily="34" charset="77"/>
              </a:rPr>
              <a:t>DÉTAIL DU POSITIONEMENT FONCTIONNEL</a:t>
            </a:r>
          </a:p>
        </p:txBody>
      </p:sp>
    </p:spTree>
    <p:extLst>
      <p:ext uri="{BB962C8B-B14F-4D97-AF65-F5344CB8AC3E}">
        <p14:creationId xmlns:p14="http://schemas.microsoft.com/office/powerpoint/2010/main" val="2197639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365CC9D7-3DBA-C6DD-F8AD-EF54C19C914C}"/>
              </a:ext>
            </a:extLst>
          </p:cNvPr>
          <p:cNvPicPr>
            <a:picLocks noChangeAspect="1"/>
          </p:cNvPicPr>
          <p:nvPr/>
        </p:nvPicPr>
        <p:blipFill>
          <a:blip r:embed="rId3"/>
          <a:stretch>
            <a:fillRect/>
          </a:stretch>
        </p:blipFill>
        <p:spPr>
          <a:xfrm>
            <a:off x="1058744" y="1185515"/>
            <a:ext cx="8904122" cy="5166008"/>
          </a:xfrm>
          <a:prstGeom prst="rect">
            <a:avLst/>
          </a:prstGeom>
        </p:spPr>
      </p:pic>
      <p:sp>
        <p:nvSpPr>
          <p:cNvPr id="5" name="Titre 4">
            <a:extLst>
              <a:ext uri="{FF2B5EF4-FFF2-40B4-BE49-F238E27FC236}">
                <a16:creationId xmlns:a16="http://schemas.microsoft.com/office/drawing/2014/main" id="{6C49338B-85BE-51B7-61A8-3BAECC7E49C6}"/>
              </a:ext>
            </a:extLst>
          </p:cNvPr>
          <p:cNvSpPr>
            <a:spLocks noGrp="1"/>
          </p:cNvSpPr>
          <p:nvPr>
            <p:ph type="title"/>
          </p:nvPr>
        </p:nvSpPr>
        <p:spPr/>
        <p:txBody>
          <a:bodyPr/>
          <a:lstStyle/>
          <a:p>
            <a:r>
              <a:rPr lang="fr-FR" sz="1800" dirty="0"/>
              <a:t>Détail du positionnement fonctionnel</a:t>
            </a:r>
          </a:p>
        </p:txBody>
      </p:sp>
      <p:sp>
        <p:nvSpPr>
          <p:cNvPr id="12" name="Espace réservé du texte 11">
            <a:extLst>
              <a:ext uri="{FF2B5EF4-FFF2-40B4-BE49-F238E27FC236}">
                <a16:creationId xmlns:a16="http://schemas.microsoft.com/office/drawing/2014/main" id="{76A23707-1541-5F20-F4B3-8A975096BC35}"/>
              </a:ext>
            </a:extLst>
          </p:cNvPr>
          <p:cNvSpPr>
            <a:spLocks noGrp="1"/>
          </p:cNvSpPr>
          <p:nvPr>
            <p:ph type="body" sz="quarter" idx="10"/>
          </p:nvPr>
        </p:nvSpPr>
        <p:spPr/>
        <p:txBody>
          <a:bodyPr/>
          <a:lstStyle/>
          <a:p>
            <a:r>
              <a:rPr lang="fr-FR" dirty="0"/>
              <a:t>Plan d’occupation des sols</a:t>
            </a:r>
          </a:p>
        </p:txBody>
      </p:sp>
      <p:sp>
        <p:nvSpPr>
          <p:cNvPr id="13" name="Espace réservé du texte 12">
            <a:extLst>
              <a:ext uri="{FF2B5EF4-FFF2-40B4-BE49-F238E27FC236}">
                <a16:creationId xmlns:a16="http://schemas.microsoft.com/office/drawing/2014/main" id="{9316B96E-9977-24FD-2B6C-6D03B725B720}"/>
              </a:ext>
            </a:extLst>
          </p:cNvPr>
          <p:cNvSpPr>
            <a:spLocks noGrp="1"/>
          </p:cNvSpPr>
          <p:nvPr>
            <p:ph type="body" sz="quarter" idx="11"/>
          </p:nvPr>
        </p:nvSpPr>
        <p:spPr/>
        <p:txBody>
          <a:bodyPr/>
          <a:lstStyle/>
          <a:p>
            <a:r>
              <a:rPr lang="fr-FR" dirty="0"/>
              <a:t>01</a:t>
            </a:r>
          </a:p>
        </p:txBody>
      </p:sp>
      <p:sp>
        <p:nvSpPr>
          <p:cNvPr id="9" name="Rectangle 8">
            <a:extLst>
              <a:ext uri="{FF2B5EF4-FFF2-40B4-BE49-F238E27FC236}">
                <a16:creationId xmlns:a16="http://schemas.microsoft.com/office/drawing/2014/main" id="{C81EB198-16BA-3C25-8420-257EC4BFE341}"/>
              </a:ext>
            </a:extLst>
          </p:cNvPr>
          <p:cNvSpPr/>
          <p:nvPr/>
        </p:nvSpPr>
        <p:spPr>
          <a:xfrm>
            <a:off x="2968520" y="4757857"/>
            <a:ext cx="1214519" cy="619362"/>
          </a:xfrm>
          <a:prstGeom prst="rect">
            <a:avLst/>
          </a:prstGeom>
          <a:noFill/>
          <a:ln w="66675" cap="flat">
            <a:solidFill>
              <a:schemeClr val="accent3"/>
            </a:solidFill>
            <a:prstDash val="solid"/>
            <a:miter/>
          </a:ln>
        </p:spPr>
        <p:txBody>
          <a:bodyPr rtlCol="0" anchor="ctr"/>
          <a:lstStyle/>
          <a:p>
            <a:pPr algn="l"/>
            <a:endParaRPr lang="en-GB" b="1"/>
          </a:p>
        </p:txBody>
      </p:sp>
      <p:sp>
        <p:nvSpPr>
          <p:cNvPr id="10" name="Rectangle 9">
            <a:extLst>
              <a:ext uri="{FF2B5EF4-FFF2-40B4-BE49-F238E27FC236}">
                <a16:creationId xmlns:a16="http://schemas.microsoft.com/office/drawing/2014/main" id="{665057A4-0D8A-80B3-3C19-715D31A7CC55}"/>
              </a:ext>
            </a:extLst>
          </p:cNvPr>
          <p:cNvSpPr/>
          <p:nvPr/>
        </p:nvSpPr>
        <p:spPr>
          <a:xfrm>
            <a:off x="4680125" y="5535780"/>
            <a:ext cx="1365833" cy="619362"/>
          </a:xfrm>
          <a:prstGeom prst="rect">
            <a:avLst/>
          </a:prstGeom>
          <a:noFill/>
          <a:ln w="66675" cap="flat">
            <a:solidFill>
              <a:schemeClr val="accent3"/>
            </a:solidFill>
            <a:prstDash val="solid"/>
            <a:miter/>
          </a:ln>
        </p:spPr>
        <p:txBody>
          <a:bodyPr rtlCol="0" anchor="ctr"/>
          <a:lstStyle/>
          <a:p>
            <a:pPr algn="l"/>
            <a:endParaRPr lang="en-GB" b="1"/>
          </a:p>
        </p:txBody>
      </p:sp>
      <p:sp>
        <p:nvSpPr>
          <p:cNvPr id="15" name="ZoneTexte 14">
            <a:extLst>
              <a:ext uri="{FF2B5EF4-FFF2-40B4-BE49-F238E27FC236}">
                <a16:creationId xmlns:a16="http://schemas.microsoft.com/office/drawing/2014/main" id="{601E34F9-E100-5856-3B21-CDF56F04B352}"/>
              </a:ext>
            </a:extLst>
          </p:cNvPr>
          <p:cNvSpPr txBox="1"/>
          <p:nvPr>
            <p:custDataLst>
              <p:tags r:id="rId1"/>
            </p:custDataLst>
          </p:nvPr>
        </p:nvSpPr>
        <p:spPr>
          <a:xfrm>
            <a:off x="6802599" y="17417"/>
            <a:ext cx="968535" cy="335861"/>
          </a:xfrm>
          <a:prstGeom prst="rect">
            <a:avLst/>
          </a:prstGeom>
          <a:noFill/>
        </p:spPr>
        <p:txBody>
          <a:bodyPr wrap="none" rtlCol="0">
            <a:spAutoFit/>
          </a:bodyPr>
          <a:lstStyle/>
          <a:p>
            <a:pPr algn="ctr">
              <a:lnSpc>
                <a:spcPct val="70000"/>
              </a:lnSpc>
            </a:pPr>
            <a:r>
              <a:rPr lang="fr-FR" sz="1100" b="1" dirty="0">
                <a:latin typeface="Avenir Book" panose="02000503020000020003" pitchFamily="2" charset="0"/>
              </a:rPr>
              <a:t>Architecture</a:t>
            </a:r>
          </a:p>
          <a:p>
            <a:pPr algn="ctr">
              <a:lnSpc>
                <a:spcPct val="70000"/>
              </a:lnSpc>
            </a:pPr>
            <a:r>
              <a:rPr lang="fr-FR" sz="1100" b="1" dirty="0">
                <a:latin typeface="Avenir Book" panose="02000503020000020003" pitchFamily="2" charset="0"/>
              </a:rPr>
              <a:t>Fonctionnelle</a:t>
            </a:r>
          </a:p>
        </p:txBody>
      </p:sp>
    </p:spTree>
    <p:extLst>
      <p:ext uri="{BB962C8B-B14F-4D97-AF65-F5344CB8AC3E}">
        <p14:creationId xmlns:p14="http://schemas.microsoft.com/office/powerpoint/2010/main" val="3623526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40E5F-4B42-1D24-A18C-99FC45478BE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6691663-7839-B1F2-7B8F-60F5016F2AED}"/>
              </a:ext>
            </a:extLst>
          </p:cNvPr>
          <p:cNvSpPr>
            <a:spLocks noGrp="1"/>
          </p:cNvSpPr>
          <p:nvPr>
            <p:ph type="title"/>
          </p:nvPr>
        </p:nvSpPr>
        <p:spPr/>
        <p:txBody>
          <a:bodyPr/>
          <a:lstStyle/>
          <a:p>
            <a:r>
              <a:rPr lang="fr-FR" sz="1800" dirty="0"/>
              <a:t>Détail du positionnement fonctionnel</a:t>
            </a:r>
          </a:p>
        </p:txBody>
      </p:sp>
      <p:sp>
        <p:nvSpPr>
          <p:cNvPr id="22" name="Espace réservé du texte 21">
            <a:extLst>
              <a:ext uri="{FF2B5EF4-FFF2-40B4-BE49-F238E27FC236}">
                <a16:creationId xmlns:a16="http://schemas.microsoft.com/office/drawing/2014/main" id="{5D6D4C56-327B-84A8-F144-AC7D4A8AF18A}"/>
              </a:ext>
            </a:extLst>
          </p:cNvPr>
          <p:cNvSpPr>
            <a:spLocks noGrp="1"/>
          </p:cNvSpPr>
          <p:nvPr>
            <p:ph type="body" sz="quarter" idx="11"/>
          </p:nvPr>
        </p:nvSpPr>
        <p:spPr/>
        <p:txBody>
          <a:bodyPr/>
          <a:lstStyle/>
          <a:p>
            <a:r>
              <a:rPr lang="fr-FR" dirty="0"/>
              <a:t>02</a:t>
            </a:r>
          </a:p>
        </p:txBody>
      </p:sp>
      <p:sp>
        <p:nvSpPr>
          <p:cNvPr id="4" name="ZoneTexte 3">
            <a:extLst>
              <a:ext uri="{FF2B5EF4-FFF2-40B4-BE49-F238E27FC236}">
                <a16:creationId xmlns:a16="http://schemas.microsoft.com/office/drawing/2014/main" id="{DD531444-AD40-A2F4-2822-A668DA511747}"/>
              </a:ext>
            </a:extLst>
          </p:cNvPr>
          <p:cNvSpPr txBox="1"/>
          <p:nvPr>
            <p:custDataLst>
              <p:tags r:id="rId1"/>
            </p:custDataLst>
          </p:nvPr>
        </p:nvSpPr>
        <p:spPr>
          <a:xfrm>
            <a:off x="6802599" y="17417"/>
            <a:ext cx="968535" cy="335861"/>
          </a:xfrm>
          <a:prstGeom prst="rect">
            <a:avLst/>
          </a:prstGeom>
          <a:noFill/>
        </p:spPr>
        <p:txBody>
          <a:bodyPr wrap="none" rtlCol="0">
            <a:spAutoFit/>
          </a:bodyPr>
          <a:lstStyle/>
          <a:p>
            <a:pPr algn="ctr">
              <a:lnSpc>
                <a:spcPct val="70000"/>
              </a:lnSpc>
            </a:pPr>
            <a:r>
              <a:rPr lang="fr-FR" sz="1100" b="1" dirty="0">
                <a:latin typeface="Avenir Book" panose="02000503020000020003" pitchFamily="2" charset="0"/>
              </a:rPr>
              <a:t>Architecture</a:t>
            </a:r>
          </a:p>
          <a:p>
            <a:pPr algn="ctr">
              <a:lnSpc>
                <a:spcPct val="70000"/>
              </a:lnSpc>
            </a:pPr>
            <a:r>
              <a:rPr lang="fr-FR" sz="1100" b="1" dirty="0">
                <a:latin typeface="Avenir Book" panose="02000503020000020003" pitchFamily="2" charset="0"/>
              </a:rPr>
              <a:t>Fonctionnelle</a:t>
            </a:r>
          </a:p>
        </p:txBody>
      </p:sp>
      <p:pic>
        <p:nvPicPr>
          <p:cNvPr id="7" name="Image 6">
            <a:extLst>
              <a:ext uri="{FF2B5EF4-FFF2-40B4-BE49-F238E27FC236}">
                <a16:creationId xmlns:a16="http://schemas.microsoft.com/office/drawing/2014/main" id="{828F4D0C-4541-FAA4-B62A-A1B8B6335776}"/>
              </a:ext>
            </a:extLst>
          </p:cNvPr>
          <p:cNvPicPr>
            <a:picLocks noChangeAspect="1"/>
          </p:cNvPicPr>
          <p:nvPr/>
        </p:nvPicPr>
        <p:blipFill>
          <a:blip r:embed="rId3"/>
          <a:stretch>
            <a:fillRect/>
          </a:stretch>
        </p:blipFill>
        <p:spPr>
          <a:xfrm>
            <a:off x="1653106" y="708120"/>
            <a:ext cx="7852560" cy="5726344"/>
          </a:xfrm>
          <a:prstGeom prst="rect">
            <a:avLst/>
          </a:prstGeom>
        </p:spPr>
      </p:pic>
    </p:spTree>
    <p:extLst>
      <p:ext uri="{BB962C8B-B14F-4D97-AF65-F5344CB8AC3E}">
        <p14:creationId xmlns:p14="http://schemas.microsoft.com/office/powerpoint/2010/main" val="31865415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C92CF-EF94-DC5E-57F2-497D1C4F03C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DFD6B23-D0AC-60C9-B563-E2DAE2EC4981}"/>
              </a:ext>
            </a:extLst>
          </p:cNvPr>
          <p:cNvSpPr>
            <a:spLocks noGrp="1"/>
          </p:cNvSpPr>
          <p:nvPr>
            <p:ph type="title"/>
          </p:nvPr>
        </p:nvSpPr>
        <p:spPr>
          <a:xfrm>
            <a:off x="838595" y="338788"/>
            <a:ext cx="5375394" cy="341632"/>
          </a:xfrm>
        </p:spPr>
        <p:txBody>
          <a:bodyPr/>
          <a:lstStyle/>
          <a:p>
            <a:r>
              <a:rPr lang="fr-FR" sz="1800" dirty="0"/>
              <a:t>Architecture FONCTIONNELLE</a:t>
            </a:r>
          </a:p>
        </p:txBody>
      </p:sp>
      <p:sp>
        <p:nvSpPr>
          <p:cNvPr id="22" name="Espace réservé du texte 21">
            <a:extLst>
              <a:ext uri="{FF2B5EF4-FFF2-40B4-BE49-F238E27FC236}">
                <a16:creationId xmlns:a16="http://schemas.microsoft.com/office/drawing/2014/main" id="{1683BF2C-9723-3535-FE7E-8D357BC0D631}"/>
              </a:ext>
            </a:extLst>
          </p:cNvPr>
          <p:cNvSpPr>
            <a:spLocks noGrp="1"/>
          </p:cNvSpPr>
          <p:nvPr>
            <p:ph type="body" sz="quarter" idx="11"/>
          </p:nvPr>
        </p:nvSpPr>
        <p:spPr/>
        <p:txBody>
          <a:bodyPr/>
          <a:lstStyle/>
          <a:p>
            <a:r>
              <a:rPr lang="fr-FR" dirty="0"/>
              <a:t>02</a:t>
            </a:r>
          </a:p>
        </p:txBody>
      </p:sp>
      <p:sp>
        <p:nvSpPr>
          <p:cNvPr id="12" name="Rectangle 11">
            <a:extLst>
              <a:ext uri="{FF2B5EF4-FFF2-40B4-BE49-F238E27FC236}">
                <a16:creationId xmlns:a16="http://schemas.microsoft.com/office/drawing/2014/main" id="{B2EE2A3A-8D5E-A10A-B465-1EE50ADA4F9F}"/>
              </a:ext>
            </a:extLst>
          </p:cNvPr>
          <p:cNvSpPr>
            <a:spLocks/>
          </p:cNvSpPr>
          <p:nvPr>
            <p:custDataLst>
              <p:tags r:id="rId1"/>
            </p:custDataLst>
          </p:nvPr>
        </p:nvSpPr>
        <p:spPr>
          <a:xfrm>
            <a:off x="9063462" y="959503"/>
            <a:ext cx="3014470" cy="5359409"/>
          </a:xfrm>
          <a:prstGeom prst="rect">
            <a:avLst/>
          </a:prstGeom>
          <a:solidFill>
            <a:srgbClr val="F2F2F2">
              <a:alpha val="6315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p>
        </p:txBody>
      </p:sp>
      <p:sp>
        <p:nvSpPr>
          <p:cNvPr id="13" name="Titre 4">
            <a:extLst>
              <a:ext uri="{FF2B5EF4-FFF2-40B4-BE49-F238E27FC236}">
                <a16:creationId xmlns:a16="http://schemas.microsoft.com/office/drawing/2014/main" id="{198BE36B-DACF-C8D8-365B-059183CE0372}"/>
              </a:ext>
            </a:extLst>
          </p:cNvPr>
          <p:cNvSpPr txBox="1">
            <a:spLocks/>
          </p:cNvSpPr>
          <p:nvPr/>
        </p:nvSpPr>
        <p:spPr>
          <a:xfrm>
            <a:off x="9144000" y="1437002"/>
            <a:ext cx="2824237" cy="1436868"/>
          </a:xfrm>
          <a:prstGeom prst="rect">
            <a:avLst/>
          </a:prstGeom>
        </p:spPr>
        <p:txBody>
          <a:bodyPr vert="horz" wrap="square" lIns="91440" tIns="45720" rIns="91440" bIns="45720" rtlCol="0" anchor="t" anchorCtr="0">
            <a:spAutoFit/>
          </a:bodyPr>
          <a:lstStyle>
            <a:lvl1pPr algn="l" defTabSz="914400" rtl="0" eaLnBrk="1" latinLnBrk="0" hangingPunct="1">
              <a:lnSpc>
                <a:spcPct val="90000"/>
              </a:lnSpc>
              <a:spcBef>
                <a:spcPct val="0"/>
              </a:spcBef>
              <a:buNone/>
              <a:defRPr sz="3600" b="0" kern="1200">
                <a:solidFill>
                  <a:schemeClr val="accent3"/>
                </a:solidFill>
                <a:latin typeface="+mj-lt"/>
                <a:ea typeface="+mj-ea"/>
                <a:cs typeface="+mj-cs"/>
              </a:defRPr>
            </a:lvl1pPr>
          </a:lstStyle>
          <a:p>
            <a:pPr marL="296550" indent="-285750">
              <a:lnSpc>
                <a:spcPct val="85000"/>
              </a:lnSpc>
              <a:spcAft>
                <a:spcPts val="600"/>
              </a:spcAft>
              <a:buSzPct val="80000"/>
              <a:buBlip>
                <a:blip r:embed="rId5"/>
              </a:buBlip>
            </a:pPr>
            <a:r>
              <a:rPr lang="fr-FR" sz="1300" dirty="0">
                <a:ln w="0">
                  <a:noFill/>
                </a:ln>
                <a:solidFill>
                  <a:srgbClr val="595959"/>
                </a:solidFill>
                <a:latin typeface="Avenir Book" panose="02000503020000020003"/>
              </a:rPr>
              <a:t>Le flux d’intégration des factures suivra le même canal que celui qui sera mis à place dans le cadre du projet PWC dématérialisation des factures.</a:t>
            </a:r>
          </a:p>
          <a:p>
            <a:pPr marL="10800">
              <a:lnSpc>
                <a:spcPct val="85000"/>
              </a:lnSpc>
              <a:spcAft>
                <a:spcPts val="600"/>
              </a:spcAft>
              <a:buSzPct val="80000"/>
            </a:pPr>
            <a:endParaRPr lang="fr-FR" sz="1300" dirty="0">
              <a:ln w="0">
                <a:noFill/>
              </a:ln>
              <a:solidFill>
                <a:srgbClr val="595959"/>
              </a:solidFill>
              <a:latin typeface="Avenir Book" panose="02000503020000020003"/>
            </a:endParaRPr>
          </a:p>
          <a:p>
            <a:pPr marL="10800">
              <a:lnSpc>
                <a:spcPct val="85000"/>
              </a:lnSpc>
              <a:spcAft>
                <a:spcPts val="600"/>
              </a:spcAft>
              <a:buSzPct val="80000"/>
            </a:pPr>
            <a:endParaRPr lang="fr-FR" sz="1300" dirty="0">
              <a:ln w="0">
                <a:noFill/>
              </a:ln>
              <a:solidFill>
                <a:srgbClr val="595959"/>
              </a:solidFill>
              <a:latin typeface="Avenir Book" panose="02000503020000020003"/>
            </a:endParaRPr>
          </a:p>
        </p:txBody>
      </p:sp>
      <p:sp>
        <p:nvSpPr>
          <p:cNvPr id="14" name="Rectangle : coins arrondis 13">
            <a:extLst>
              <a:ext uri="{FF2B5EF4-FFF2-40B4-BE49-F238E27FC236}">
                <a16:creationId xmlns:a16="http://schemas.microsoft.com/office/drawing/2014/main" id="{B9DA1928-2DDD-F976-E6EF-80BDA0113C54}"/>
              </a:ext>
            </a:extLst>
          </p:cNvPr>
          <p:cNvSpPr/>
          <p:nvPr>
            <p:custDataLst>
              <p:tags r:id="rId2"/>
            </p:custDataLst>
          </p:nvPr>
        </p:nvSpPr>
        <p:spPr>
          <a:xfrm>
            <a:off x="9210569" y="1076275"/>
            <a:ext cx="1373706" cy="223136"/>
          </a:xfrm>
          <a:prstGeom prst="roundRect">
            <a:avLst>
              <a:gd name="adj" fmla="val 13436"/>
            </a:avLst>
          </a:prstGeom>
          <a:solidFill>
            <a:srgbClr val="93C97B"/>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000" b="1" dirty="0">
                <a:solidFill>
                  <a:schemeClr val="bg1"/>
                </a:solidFill>
                <a:latin typeface="Avenir Next" panose="020B0503020202020204" pitchFamily="34" charset="0"/>
              </a:rPr>
              <a:t>FOCUS</a:t>
            </a:r>
          </a:p>
        </p:txBody>
      </p:sp>
      <p:sp>
        <p:nvSpPr>
          <p:cNvPr id="20" name="ZoneTexte 19">
            <a:extLst>
              <a:ext uri="{FF2B5EF4-FFF2-40B4-BE49-F238E27FC236}">
                <a16:creationId xmlns:a16="http://schemas.microsoft.com/office/drawing/2014/main" id="{AADBD254-D3E1-5632-4E0D-089C2B99BAF5}"/>
              </a:ext>
            </a:extLst>
          </p:cNvPr>
          <p:cNvSpPr txBox="1"/>
          <p:nvPr>
            <p:custDataLst>
              <p:tags r:id="rId3"/>
            </p:custDataLst>
          </p:nvPr>
        </p:nvSpPr>
        <p:spPr>
          <a:xfrm>
            <a:off x="6802599" y="17417"/>
            <a:ext cx="968535" cy="335861"/>
          </a:xfrm>
          <a:prstGeom prst="rect">
            <a:avLst/>
          </a:prstGeom>
          <a:noFill/>
        </p:spPr>
        <p:txBody>
          <a:bodyPr wrap="none" rtlCol="0">
            <a:spAutoFit/>
          </a:bodyPr>
          <a:lstStyle/>
          <a:p>
            <a:pPr algn="ctr">
              <a:lnSpc>
                <a:spcPct val="70000"/>
              </a:lnSpc>
            </a:pPr>
            <a:r>
              <a:rPr lang="fr-FR" sz="1100" b="1" dirty="0">
                <a:latin typeface="Avenir Book" panose="02000503020000020003" pitchFamily="2" charset="0"/>
              </a:rPr>
              <a:t>Architecture</a:t>
            </a:r>
          </a:p>
          <a:p>
            <a:pPr algn="ctr">
              <a:lnSpc>
                <a:spcPct val="70000"/>
              </a:lnSpc>
            </a:pPr>
            <a:r>
              <a:rPr lang="fr-FR" sz="1100" b="1" dirty="0">
                <a:latin typeface="Avenir Book" panose="02000503020000020003" pitchFamily="2" charset="0"/>
              </a:rPr>
              <a:t>Fonctionnelle</a:t>
            </a:r>
          </a:p>
        </p:txBody>
      </p:sp>
      <p:pic>
        <p:nvPicPr>
          <p:cNvPr id="4" name="Image 3">
            <a:extLst>
              <a:ext uri="{FF2B5EF4-FFF2-40B4-BE49-F238E27FC236}">
                <a16:creationId xmlns:a16="http://schemas.microsoft.com/office/drawing/2014/main" id="{9BDA9B5F-CED9-435E-B310-990FBB6CF9C7}"/>
              </a:ext>
            </a:extLst>
          </p:cNvPr>
          <p:cNvPicPr>
            <a:picLocks noChangeAspect="1"/>
          </p:cNvPicPr>
          <p:nvPr/>
        </p:nvPicPr>
        <p:blipFill>
          <a:blip r:embed="rId6"/>
          <a:stretch>
            <a:fillRect/>
          </a:stretch>
        </p:blipFill>
        <p:spPr>
          <a:xfrm>
            <a:off x="411479" y="770172"/>
            <a:ext cx="7538721" cy="5221470"/>
          </a:xfrm>
          <a:prstGeom prst="rect">
            <a:avLst/>
          </a:prstGeom>
        </p:spPr>
      </p:pic>
    </p:spTree>
    <p:extLst>
      <p:ext uri="{BB962C8B-B14F-4D97-AF65-F5344CB8AC3E}">
        <p14:creationId xmlns:p14="http://schemas.microsoft.com/office/powerpoint/2010/main" val="2069714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BB258-A11A-F5AA-08EF-89D484392EA6}"/>
            </a:ext>
          </a:extLst>
        </p:cNvPr>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61B9E970-A683-5218-691F-A35CD51BA802}"/>
              </a:ext>
            </a:extLst>
          </p:cNvPr>
          <p:cNvSpPr>
            <a:spLocks noGrp="1"/>
          </p:cNvSpPr>
          <p:nvPr>
            <p:ph type="body" sz="quarter" idx="10"/>
          </p:nvPr>
        </p:nvSpPr>
        <p:spPr/>
        <p:txBody>
          <a:bodyPr>
            <a:normAutofit fontScale="92500" lnSpcReduction="10000"/>
          </a:bodyPr>
          <a:lstStyle/>
          <a:p>
            <a:r>
              <a:rPr lang="fr-FR" sz="34400" b="1" dirty="0">
                <a:solidFill>
                  <a:srgbClr val="FAB92E"/>
                </a:solidFill>
                <a:latin typeface="Avenir Black" panose="02000503020000020003" pitchFamily="2" charset="0"/>
              </a:rPr>
              <a:t>3</a:t>
            </a:r>
          </a:p>
          <a:p>
            <a:endParaRPr lang="fr-FR" dirty="0">
              <a:solidFill>
                <a:srgbClr val="93C97B"/>
              </a:solidFill>
            </a:endParaRPr>
          </a:p>
        </p:txBody>
      </p:sp>
      <p:sp>
        <p:nvSpPr>
          <p:cNvPr id="8" name="Espace réservé du texte 7">
            <a:extLst>
              <a:ext uri="{FF2B5EF4-FFF2-40B4-BE49-F238E27FC236}">
                <a16:creationId xmlns:a16="http://schemas.microsoft.com/office/drawing/2014/main" id="{03C9AC01-E93A-32AC-2C45-3C6D9B51E6F6}"/>
              </a:ext>
            </a:extLst>
          </p:cNvPr>
          <p:cNvSpPr>
            <a:spLocks noGrp="1"/>
          </p:cNvSpPr>
          <p:nvPr>
            <p:ph type="body" sz="quarter" idx="11"/>
          </p:nvPr>
        </p:nvSpPr>
        <p:spPr/>
        <p:txBody>
          <a:bodyPr/>
          <a:lstStyle/>
          <a:p>
            <a:pPr>
              <a:lnSpc>
                <a:spcPct val="80000"/>
              </a:lnSpc>
              <a:spcBef>
                <a:spcPts val="0"/>
              </a:spcBef>
              <a:buFontTx/>
            </a:pPr>
            <a:r>
              <a:rPr lang="fr-FR" sz="4400" b="1" dirty="0">
                <a:solidFill>
                  <a:srgbClr val="102031"/>
                </a:solidFill>
                <a:latin typeface="Avenir Black" panose="02000503020000020003" pitchFamily="2" charset="0"/>
              </a:rPr>
              <a:t>ARCHITECTURE APPLICATIVE</a:t>
            </a:r>
          </a:p>
        </p:txBody>
      </p:sp>
      <p:sp>
        <p:nvSpPr>
          <p:cNvPr id="10" name="Espace réservé du texte 8">
            <a:extLst>
              <a:ext uri="{FF2B5EF4-FFF2-40B4-BE49-F238E27FC236}">
                <a16:creationId xmlns:a16="http://schemas.microsoft.com/office/drawing/2014/main" id="{2AE730AB-87DE-E0AF-3684-2B510960D702}"/>
              </a:ext>
            </a:extLst>
          </p:cNvPr>
          <p:cNvSpPr>
            <a:spLocks noGrp="1"/>
          </p:cNvSpPr>
          <p:nvPr>
            <p:ph type="body" sz="quarter" idx="12"/>
          </p:nvPr>
        </p:nvSpPr>
        <p:spPr/>
        <p:txBody>
          <a:bodyPr/>
          <a:lstStyle/>
          <a:p>
            <a:r>
              <a:rPr lang="fr-FR" sz="2400" b="1" dirty="0">
                <a:solidFill>
                  <a:srgbClr val="FAB92E"/>
                </a:solidFill>
                <a:highlight>
                  <a:srgbClr val="102031"/>
                </a:highlight>
                <a:latin typeface="Avenir Light" panose="020B0402020203020204" pitchFamily="34" charset="77"/>
              </a:rPr>
              <a:t>ARCHITECTURE ET IMPACTS</a:t>
            </a:r>
          </a:p>
        </p:txBody>
      </p:sp>
    </p:spTree>
    <p:extLst>
      <p:ext uri="{BB962C8B-B14F-4D97-AF65-F5344CB8AC3E}">
        <p14:creationId xmlns:p14="http://schemas.microsoft.com/office/powerpoint/2010/main" val="870443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6C49338B-85BE-51B7-61A8-3BAECC7E49C6}"/>
              </a:ext>
            </a:extLst>
          </p:cNvPr>
          <p:cNvSpPr>
            <a:spLocks noGrp="1"/>
          </p:cNvSpPr>
          <p:nvPr>
            <p:ph type="title"/>
          </p:nvPr>
        </p:nvSpPr>
        <p:spPr>
          <a:xfrm>
            <a:off x="838595" y="338788"/>
            <a:ext cx="5375394" cy="424732"/>
          </a:xfrm>
        </p:spPr>
        <p:txBody>
          <a:bodyPr/>
          <a:lstStyle/>
          <a:p>
            <a:r>
              <a:rPr lang="fr-FR" sz="2400" dirty="0"/>
              <a:t>ARCHITECTURE APPLICATIVE</a:t>
            </a:r>
            <a:endParaRPr lang="fr-FR" sz="1400" dirty="0"/>
          </a:p>
        </p:txBody>
      </p:sp>
      <p:sp>
        <p:nvSpPr>
          <p:cNvPr id="8" name="Espace réservé du texte 7">
            <a:extLst>
              <a:ext uri="{FF2B5EF4-FFF2-40B4-BE49-F238E27FC236}">
                <a16:creationId xmlns:a16="http://schemas.microsoft.com/office/drawing/2014/main" id="{C4254632-ED68-A857-CCFF-46A9C418531D}"/>
              </a:ext>
            </a:extLst>
          </p:cNvPr>
          <p:cNvSpPr>
            <a:spLocks noGrp="1"/>
          </p:cNvSpPr>
          <p:nvPr>
            <p:ph type="body" sz="quarter" idx="10"/>
          </p:nvPr>
        </p:nvSpPr>
        <p:spPr>
          <a:xfrm>
            <a:off x="924539" y="790043"/>
            <a:ext cx="8241680" cy="286232"/>
          </a:xfrm>
        </p:spPr>
        <p:txBody>
          <a:bodyPr/>
          <a:lstStyle/>
          <a:p>
            <a:r>
              <a:rPr lang="fr-FR" sz="1400" i="1" dirty="0"/>
              <a:t>Impacts Applicatifs : Liste des applications, objets métiers et fonctions impactées et manipulées dans le cadre du projet</a:t>
            </a:r>
          </a:p>
        </p:txBody>
      </p:sp>
      <p:sp>
        <p:nvSpPr>
          <p:cNvPr id="32" name="Espace réservé du texte 31">
            <a:extLst>
              <a:ext uri="{FF2B5EF4-FFF2-40B4-BE49-F238E27FC236}">
                <a16:creationId xmlns:a16="http://schemas.microsoft.com/office/drawing/2014/main" id="{5ECB6959-2F9D-B546-39D7-CAD693BDB8E5}"/>
              </a:ext>
            </a:extLst>
          </p:cNvPr>
          <p:cNvSpPr>
            <a:spLocks noGrp="1"/>
          </p:cNvSpPr>
          <p:nvPr>
            <p:ph type="body" sz="quarter" idx="11"/>
          </p:nvPr>
        </p:nvSpPr>
        <p:spPr/>
        <p:txBody>
          <a:bodyPr/>
          <a:lstStyle/>
          <a:p>
            <a:r>
              <a:rPr lang="fr-FR" dirty="0">
                <a:solidFill>
                  <a:srgbClr val="FAB92E"/>
                </a:solidFill>
              </a:rPr>
              <a:t>03</a:t>
            </a:r>
          </a:p>
        </p:txBody>
      </p:sp>
      <p:sp>
        <p:nvSpPr>
          <p:cNvPr id="9" name="Rectangle : coins arrondis 8">
            <a:extLst>
              <a:ext uri="{FF2B5EF4-FFF2-40B4-BE49-F238E27FC236}">
                <a16:creationId xmlns:a16="http://schemas.microsoft.com/office/drawing/2014/main" id="{802C8480-CC98-7A64-FCAB-AE12440566C7}"/>
              </a:ext>
            </a:extLst>
          </p:cNvPr>
          <p:cNvSpPr/>
          <p:nvPr>
            <p:custDataLst>
              <p:tags r:id="rId1"/>
            </p:custDataLst>
          </p:nvPr>
        </p:nvSpPr>
        <p:spPr>
          <a:xfrm>
            <a:off x="2642232" y="1642959"/>
            <a:ext cx="1200840" cy="540000"/>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70000"/>
              </a:lnSpc>
            </a:pPr>
            <a:r>
              <a:rPr lang="fr-FR" sz="1000" dirty="0">
                <a:ln>
                  <a:solidFill>
                    <a:schemeClr val="accent6">
                      <a:lumMod val="75000"/>
                      <a:alpha val="75000"/>
                    </a:schemeClr>
                  </a:solidFill>
                </a:ln>
                <a:solidFill>
                  <a:schemeClr val="accent6">
                    <a:lumMod val="75000"/>
                  </a:schemeClr>
                </a:solidFill>
              </a:rPr>
              <a:t>Factures</a:t>
            </a:r>
          </a:p>
        </p:txBody>
      </p:sp>
      <p:sp>
        <p:nvSpPr>
          <p:cNvPr id="10" name="Rectangle : coins arrondis 9">
            <a:extLst>
              <a:ext uri="{FF2B5EF4-FFF2-40B4-BE49-F238E27FC236}">
                <a16:creationId xmlns:a16="http://schemas.microsoft.com/office/drawing/2014/main" id="{905FE57A-BDC0-6AE4-45ED-1846BF32CDC2}"/>
              </a:ext>
            </a:extLst>
          </p:cNvPr>
          <p:cNvSpPr/>
          <p:nvPr>
            <p:custDataLst>
              <p:tags r:id="rId2"/>
            </p:custDataLst>
          </p:nvPr>
        </p:nvSpPr>
        <p:spPr>
          <a:xfrm>
            <a:off x="985674" y="1642958"/>
            <a:ext cx="1564021" cy="1190017"/>
          </a:xfrm>
          <a:prstGeom prst="roundRect">
            <a:avLst>
              <a:gd name="adj" fmla="val 759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70000"/>
              </a:lnSpc>
            </a:pPr>
            <a:r>
              <a:rPr lang="fr-FR" sz="1100" b="1" spc="20" dirty="0">
                <a:ln w="9525">
                  <a:solidFill>
                    <a:schemeClr val="bg1"/>
                  </a:solidFill>
                </a:ln>
                <a:solidFill>
                  <a:schemeClr val="bg1"/>
                </a:solidFill>
              </a:rPr>
              <a:t>SAP EDIFICE </a:t>
            </a:r>
          </a:p>
        </p:txBody>
      </p:sp>
      <p:sp>
        <p:nvSpPr>
          <p:cNvPr id="11" name="TextBox 4">
            <a:extLst>
              <a:ext uri="{FF2B5EF4-FFF2-40B4-BE49-F238E27FC236}">
                <a16:creationId xmlns:a16="http://schemas.microsoft.com/office/drawing/2014/main" id="{69EEAB1E-7224-D937-F2CA-C721CEFAD571}"/>
              </a:ext>
            </a:extLst>
          </p:cNvPr>
          <p:cNvSpPr txBox="1">
            <a:spLocks/>
          </p:cNvSpPr>
          <p:nvPr>
            <p:custDataLst>
              <p:tags r:id="rId3"/>
            </p:custDataLst>
          </p:nvPr>
        </p:nvSpPr>
        <p:spPr>
          <a:xfrm>
            <a:off x="1227684" y="1454845"/>
            <a:ext cx="1080000" cy="228781"/>
          </a:xfrm>
          <a:prstGeom prst="rect">
            <a:avLst/>
          </a:prstGeom>
          <a:noFill/>
        </p:spPr>
        <p:txBody>
          <a:bodyPr wrap="square" rtlCol="0" anchor="ctr">
            <a:spAutoFit/>
          </a:bodyPr>
          <a:lstStyle/>
          <a:p>
            <a:pPr>
              <a:lnSpc>
                <a:spcPct val="70000"/>
              </a:lnSpc>
            </a:pPr>
            <a:r>
              <a:rPr lang="fr-FR" sz="1200" b="1" dirty="0"/>
              <a:t>Applications</a:t>
            </a:r>
          </a:p>
        </p:txBody>
      </p:sp>
      <p:sp>
        <p:nvSpPr>
          <p:cNvPr id="12" name="TextBox 20">
            <a:extLst>
              <a:ext uri="{FF2B5EF4-FFF2-40B4-BE49-F238E27FC236}">
                <a16:creationId xmlns:a16="http://schemas.microsoft.com/office/drawing/2014/main" id="{911C685B-DBB6-2C4D-C7F9-CCA8A470BEAE}"/>
              </a:ext>
            </a:extLst>
          </p:cNvPr>
          <p:cNvSpPr txBox="1">
            <a:spLocks/>
          </p:cNvSpPr>
          <p:nvPr>
            <p:custDataLst>
              <p:tags r:id="rId4"/>
            </p:custDataLst>
          </p:nvPr>
        </p:nvSpPr>
        <p:spPr>
          <a:xfrm>
            <a:off x="2637587" y="1454845"/>
            <a:ext cx="1260000" cy="228781"/>
          </a:xfrm>
          <a:prstGeom prst="rect">
            <a:avLst/>
          </a:prstGeom>
          <a:noFill/>
        </p:spPr>
        <p:txBody>
          <a:bodyPr wrap="square" rtlCol="0" anchor="ctr">
            <a:spAutoFit/>
          </a:bodyPr>
          <a:lstStyle/>
          <a:p>
            <a:pPr>
              <a:lnSpc>
                <a:spcPct val="70000"/>
              </a:lnSpc>
            </a:pPr>
            <a:r>
              <a:rPr lang="fr-FR" sz="1200" b="1" dirty="0"/>
              <a:t>Objets impactés</a:t>
            </a:r>
          </a:p>
        </p:txBody>
      </p:sp>
      <p:sp>
        <p:nvSpPr>
          <p:cNvPr id="13" name="TextBox 21">
            <a:extLst>
              <a:ext uri="{FF2B5EF4-FFF2-40B4-BE49-F238E27FC236}">
                <a16:creationId xmlns:a16="http://schemas.microsoft.com/office/drawing/2014/main" id="{E784D1F4-B866-9245-1FBF-1B5AF6CAD83F}"/>
              </a:ext>
            </a:extLst>
          </p:cNvPr>
          <p:cNvSpPr txBox="1">
            <a:spLocks/>
          </p:cNvSpPr>
          <p:nvPr>
            <p:custDataLst>
              <p:tags r:id="rId5"/>
            </p:custDataLst>
          </p:nvPr>
        </p:nvSpPr>
        <p:spPr>
          <a:xfrm>
            <a:off x="3907582" y="1454845"/>
            <a:ext cx="2088000" cy="228781"/>
          </a:xfrm>
          <a:prstGeom prst="rect">
            <a:avLst/>
          </a:prstGeom>
          <a:noFill/>
        </p:spPr>
        <p:txBody>
          <a:bodyPr wrap="square" rtlCol="0" anchor="ctr">
            <a:spAutoFit/>
          </a:bodyPr>
          <a:lstStyle/>
          <a:p>
            <a:pPr>
              <a:lnSpc>
                <a:spcPct val="70000"/>
              </a:lnSpc>
            </a:pPr>
            <a:r>
              <a:rPr lang="fr-FR" sz="1200" b="1" dirty="0"/>
              <a:t>Fonctions métiers impactées</a:t>
            </a:r>
          </a:p>
        </p:txBody>
      </p:sp>
      <p:sp>
        <p:nvSpPr>
          <p:cNvPr id="14" name="Rectangle : coins arrondis 9">
            <a:extLst>
              <a:ext uri="{FF2B5EF4-FFF2-40B4-BE49-F238E27FC236}">
                <a16:creationId xmlns:a16="http://schemas.microsoft.com/office/drawing/2014/main" id="{81BCA366-F8AD-6CCF-E634-DA6AA646AD5F}"/>
              </a:ext>
            </a:extLst>
          </p:cNvPr>
          <p:cNvSpPr/>
          <p:nvPr>
            <p:custDataLst>
              <p:tags r:id="rId6"/>
            </p:custDataLst>
          </p:nvPr>
        </p:nvSpPr>
        <p:spPr>
          <a:xfrm>
            <a:off x="3936890" y="1642959"/>
            <a:ext cx="5528496" cy="540000"/>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pPr>
              <a:lnSpc>
                <a:spcPct val="70000"/>
              </a:lnSpc>
            </a:pPr>
            <a:r>
              <a:rPr lang="fr-FR" sz="1100" dirty="0">
                <a:ln w="6350">
                  <a:solidFill>
                    <a:schemeClr val="accent6">
                      <a:lumMod val="75000"/>
                      <a:alpha val="75000"/>
                    </a:schemeClr>
                  </a:solidFill>
                </a:ln>
                <a:solidFill>
                  <a:schemeClr val="accent6">
                    <a:lumMod val="75000"/>
                  </a:schemeClr>
                </a:solidFill>
              </a:rPr>
              <a:t>Intégration des factures</a:t>
            </a:r>
          </a:p>
          <a:p>
            <a:pPr>
              <a:lnSpc>
                <a:spcPct val="70000"/>
              </a:lnSpc>
            </a:pPr>
            <a:r>
              <a:rPr lang="fr-FR" sz="1100" dirty="0">
                <a:ln w="6350">
                  <a:solidFill>
                    <a:schemeClr val="accent6">
                      <a:lumMod val="75000"/>
                      <a:alpha val="75000"/>
                    </a:schemeClr>
                  </a:solidFill>
                </a:ln>
                <a:solidFill>
                  <a:schemeClr val="accent6">
                    <a:lumMod val="75000"/>
                  </a:schemeClr>
                </a:solidFill>
              </a:rPr>
              <a:t>Mise à disposition  des statuts de facture</a:t>
            </a:r>
          </a:p>
        </p:txBody>
      </p:sp>
      <p:sp>
        <p:nvSpPr>
          <p:cNvPr id="29" name="Rectangle : coins arrondis 28">
            <a:extLst>
              <a:ext uri="{FF2B5EF4-FFF2-40B4-BE49-F238E27FC236}">
                <a16:creationId xmlns:a16="http://schemas.microsoft.com/office/drawing/2014/main" id="{9BFC9DA0-FDE6-242D-0796-5484994B21BC}"/>
              </a:ext>
            </a:extLst>
          </p:cNvPr>
          <p:cNvSpPr/>
          <p:nvPr>
            <p:custDataLst>
              <p:tags r:id="rId7"/>
            </p:custDataLst>
          </p:nvPr>
        </p:nvSpPr>
        <p:spPr>
          <a:xfrm>
            <a:off x="2642232" y="2292976"/>
            <a:ext cx="1200840" cy="540000"/>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70000"/>
              </a:lnSpc>
            </a:pPr>
            <a:r>
              <a:rPr lang="fr-FR" sz="1000" dirty="0">
                <a:ln>
                  <a:solidFill>
                    <a:schemeClr val="accent6">
                      <a:lumMod val="75000"/>
                      <a:alpha val="75000"/>
                    </a:schemeClr>
                  </a:solidFill>
                </a:ln>
                <a:solidFill>
                  <a:schemeClr val="accent6">
                    <a:lumMod val="75000"/>
                  </a:schemeClr>
                </a:solidFill>
              </a:rPr>
              <a:t>Commandes</a:t>
            </a:r>
          </a:p>
          <a:p>
            <a:pPr algn="ctr">
              <a:lnSpc>
                <a:spcPct val="70000"/>
              </a:lnSpc>
            </a:pPr>
            <a:endParaRPr lang="fr-FR" sz="1000" dirty="0">
              <a:ln>
                <a:solidFill>
                  <a:schemeClr val="accent6">
                    <a:lumMod val="75000"/>
                    <a:alpha val="75000"/>
                  </a:schemeClr>
                </a:solidFill>
              </a:ln>
              <a:solidFill>
                <a:schemeClr val="accent6">
                  <a:lumMod val="75000"/>
                </a:schemeClr>
              </a:solidFill>
            </a:endParaRPr>
          </a:p>
        </p:txBody>
      </p:sp>
      <p:sp>
        <p:nvSpPr>
          <p:cNvPr id="33" name="Rectangle : coins arrondis 9">
            <a:extLst>
              <a:ext uri="{FF2B5EF4-FFF2-40B4-BE49-F238E27FC236}">
                <a16:creationId xmlns:a16="http://schemas.microsoft.com/office/drawing/2014/main" id="{A5D97B2B-513F-91D6-6868-813599E468A5}"/>
              </a:ext>
            </a:extLst>
          </p:cNvPr>
          <p:cNvSpPr/>
          <p:nvPr>
            <p:custDataLst>
              <p:tags r:id="rId8"/>
            </p:custDataLst>
          </p:nvPr>
        </p:nvSpPr>
        <p:spPr>
          <a:xfrm>
            <a:off x="3936889" y="2292976"/>
            <a:ext cx="5528496" cy="540000"/>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pPr>
              <a:lnSpc>
                <a:spcPct val="70000"/>
              </a:lnSpc>
            </a:pPr>
            <a:r>
              <a:rPr lang="fr-FR" sz="1100" dirty="0">
                <a:ln w="6350">
                  <a:solidFill>
                    <a:schemeClr val="accent6">
                      <a:lumMod val="75000"/>
                      <a:alpha val="75000"/>
                    </a:schemeClr>
                  </a:solidFill>
                </a:ln>
                <a:solidFill>
                  <a:schemeClr val="accent6">
                    <a:lumMod val="75000"/>
                  </a:schemeClr>
                </a:solidFill>
              </a:rPr>
              <a:t>Envoi du reste à facturer sur les commandes</a:t>
            </a:r>
          </a:p>
          <a:p>
            <a:pPr>
              <a:lnSpc>
                <a:spcPct val="70000"/>
              </a:lnSpc>
            </a:pPr>
            <a:r>
              <a:rPr lang="fr-FR" sz="1100" dirty="0">
                <a:ln w="6350">
                  <a:solidFill>
                    <a:schemeClr val="accent6">
                      <a:lumMod val="75000"/>
                      <a:alpha val="75000"/>
                    </a:schemeClr>
                  </a:solidFill>
                </a:ln>
                <a:solidFill>
                  <a:srgbClr val="0F6FC6"/>
                </a:solidFill>
              </a:rPr>
              <a:t>Envoi de détails sur les commandes (*)</a:t>
            </a:r>
          </a:p>
          <a:p>
            <a:pPr>
              <a:lnSpc>
                <a:spcPct val="70000"/>
              </a:lnSpc>
            </a:pPr>
            <a:r>
              <a:rPr lang="fr-FR" sz="1100" dirty="0">
                <a:ln w="6350">
                  <a:solidFill>
                    <a:schemeClr val="accent6">
                      <a:lumMod val="75000"/>
                      <a:alpha val="75000"/>
                    </a:schemeClr>
                  </a:solidFill>
                </a:ln>
                <a:solidFill>
                  <a:srgbClr val="FAB92E"/>
                </a:solidFill>
              </a:rPr>
              <a:t> </a:t>
            </a:r>
          </a:p>
        </p:txBody>
      </p:sp>
      <p:sp>
        <p:nvSpPr>
          <p:cNvPr id="34" name="Rectangle : coins arrondis 33">
            <a:extLst>
              <a:ext uri="{FF2B5EF4-FFF2-40B4-BE49-F238E27FC236}">
                <a16:creationId xmlns:a16="http://schemas.microsoft.com/office/drawing/2014/main" id="{50956310-07E1-0AC9-E27C-F0ED9F350C7D}"/>
              </a:ext>
            </a:extLst>
          </p:cNvPr>
          <p:cNvSpPr/>
          <p:nvPr>
            <p:custDataLst>
              <p:tags r:id="rId9"/>
            </p:custDataLst>
          </p:nvPr>
        </p:nvSpPr>
        <p:spPr>
          <a:xfrm>
            <a:off x="2642232" y="2942993"/>
            <a:ext cx="1200840" cy="540000"/>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70000"/>
              </a:lnSpc>
            </a:pPr>
            <a:r>
              <a:rPr lang="fr-FR" sz="1000" dirty="0">
                <a:ln>
                  <a:solidFill>
                    <a:schemeClr val="accent6">
                      <a:lumMod val="75000"/>
                      <a:alpha val="75000"/>
                    </a:schemeClr>
                  </a:solidFill>
                </a:ln>
                <a:solidFill>
                  <a:schemeClr val="accent6">
                    <a:lumMod val="75000"/>
                  </a:schemeClr>
                </a:solidFill>
              </a:rPr>
              <a:t>Commandes</a:t>
            </a:r>
          </a:p>
        </p:txBody>
      </p:sp>
      <p:sp>
        <p:nvSpPr>
          <p:cNvPr id="35" name="Rectangle : coins arrondis 9">
            <a:extLst>
              <a:ext uri="{FF2B5EF4-FFF2-40B4-BE49-F238E27FC236}">
                <a16:creationId xmlns:a16="http://schemas.microsoft.com/office/drawing/2014/main" id="{38886622-2D54-46C3-5B7A-DAB487527A8F}"/>
              </a:ext>
            </a:extLst>
          </p:cNvPr>
          <p:cNvSpPr/>
          <p:nvPr>
            <p:custDataLst>
              <p:tags r:id="rId10"/>
            </p:custDataLst>
          </p:nvPr>
        </p:nvSpPr>
        <p:spPr>
          <a:xfrm>
            <a:off x="985674" y="2942993"/>
            <a:ext cx="1564021" cy="5400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70000"/>
              </a:lnSpc>
            </a:pPr>
            <a:r>
              <a:rPr lang="fr-FR" sz="1100" b="1" dirty="0">
                <a:solidFill>
                  <a:schemeClr val="bg1"/>
                </a:solidFill>
              </a:rPr>
              <a:t>HAPLUS</a:t>
            </a:r>
          </a:p>
        </p:txBody>
      </p:sp>
      <p:sp>
        <p:nvSpPr>
          <p:cNvPr id="36" name="Rectangle : coins arrondis 9">
            <a:extLst>
              <a:ext uri="{FF2B5EF4-FFF2-40B4-BE49-F238E27FC236}">
                <a16:creationId xmlns:a16="http://schemas.microsoft.com/office/drawing/2014/main" id="{7275F30D-9090-F72E-694A-A930A74158AD}"/>
              </a:ext>
            </a:extLst>
          </p:cNvPr>
          <p:cNvSpPr>
            <a:spLocks/>
          </p:cNvSpPr>
          <p:nvPr>
            <p:custDataLst>
              <p:tags r:id="rId11"/>
            </p:custDataLst>
          </p:nvPr>
        </p:nvSpPr>
        <p:spPr>
          <a:xfrm>
            <a:off x="3936889" y="2942993"/>
            <a:ext cx="5528496" cy="540000"/>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pPr>
              <a:lnSpc>
                <a:spcPct val="70000"/>
              </a:lnSpc>
            </a:pPr>
            <a:r>
              <a:rPr lang="fr-FR" sz="1100" dirty="0">
                <a:ln w="6350">
                  <a:solidFill>
                    <a:schemeClr val="accent6">
                      <a:lumMod val="75000"/>
                      <a:alpha val="75000"/>
                    </a:schemeClr>
                  </a:solidFill>
                </a:ln>
                <a:solidFill>
                  <a:schemeClr val="accent6">
                    <a:lumMod val="75000"/>
                  </a:schemeClr>
                </a:solidFill>
              </a:rPr>
              <a:t>Création de commandes  et envoi de Bon de Livraison</a:t>
            </a:r>
          </a:p>
          <a:p>
            <a:pPr>
              <a:lnSpc>
                <a:spcPct val="70000"/>
              </a:lnSpc>
            </a:pPr>
            <a:r>
              <a:rPr lang="fr-FR" sz="1100" dirty="0">
                <a:ln w="6350">
                  <a:solidFill>
                    <a:schemeClr val="accent6">
                      <a:lumMod val="75000"/>
                      <a:alpha val="75000"/>
                    </a:schemeClr>
                  </a:solidFill>
                </a:ln>
                <a:solidFill>
                  <a:srgbClr val="0F6FC6"/>
                </a:solidFill>
              </a:rPr>
              <a:t>Envoi de détails sur les commandes (*)</a:t>
            </a:r>
          </a:p>
        </p:txBody>
      </p:sp>
      <p:sp>
        <p:nvSpPr>
          <p:cNvPr id="44" name="ZoneTexte 43">
            <a:extLst>
              <a:ext uri="{FF2B5EF4-FFF2-40B4-BE49-F238E27FC236}">
                <a16:creationId xmlns:a16="http://schemas.microsoft.com/office/drawing/2014/main" id="{E4C71887-BF69-022B-BB4A-4579C310E7F8}"/>
              </a:ext>
            </a:extLst>
          </p:cNvPr>
          <p:cNvSpPr txBox="1"/>
          <p:nvPr>
            <p:custDataLst>
              <p:tags r:id="rId12"/>
            </p:custDataLst>
          </p:nvPr>
        </p:nvSpPr>
        <p:spPr>
          <a:xfrm>
            <a:off x="7892827" y="17417"/>
            <a:ext cx="883575" cy="335861"/>
          </a:xfrm>
          <a:prstGeom prst="rect">
            <a:avLst/>
          </a:prstGeom>
          <a:noFill/>
        </p:spPr>
        <p:txBody>
          <a:bodyPr wrap="none" rtlCol="0">
            <a:spAutoFit/>
          </a:bodyPr>
          <a:lstStyle/>
          <a:p>
            <a:pPr algn="ctr">
              <a:lnSpc>
                <a:spcPct val="70000"/>
              </a:lnSpc>
            </a:pPr>
            <a:r>
              <a:rPr lang="fr-FR" sz="1100" b="1" dirty="0">
                <a:latin typeface="Avenir Book" panose="02000503020000020003" pitchFamily="2" charset="0"/>
              </a:rPr>
              <a:t>Architecture</a:t>
            </a:r>
          </a:p>
          <a:p>
            <a:pPr algn="ctr">
              <a:lnSpc>
                <a:spcPct val="70000"/>
              </a:lnSpc>
            </a:pPr>
            <a:r>
              <a:rPr lang="fr-FR" sz="1100" b="1" dirty="0">
                <a:latin typeface="Avenir Book" panose="02000503020000020003" pitchFamily="2" charset="0"/>
              </a:rPr>
              <a:t>Applicative</a:t>
            </a:r>
          </a:p>
        </p:txBody>
      </p:sp>
      <p:sp>
        <p:nvSpPr>
          <p:cNvPr id="2" name="Rectangle : coins arrondis 1">
            <a:extLst>
              <a:ext uri="{FF2B5EF4-FFF2-40B4-BE49-F238E27FC236}">
                <a16:creationId xmlns:a16="http://schemas.microsoft.com/office/drawing/2014/main" id="{D9C4F101-F714-6903-6C00-1FC12E150F5A}"/>
              </a:ext>
            </a:extLst>
          </p:cNvPr>
          <p:cNvSpPr/>
          <p:nvPr>
            <p:custDataLst>
              <p:tags r:id="rId13"/>
            </p:custDataLst>
          </p:nvPr>
        </p:nvSpPr>
        <p:spPr>
          <a:xfrm>
            <a:off x="2647312" y="3573359"/>
            <a:ext cx="1200840" cy="540000"/>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70000"/>
              </a:lnSpc>
            </a:pPr>
            <a:r>
              <a:rPr lang="fr-FR" sz="1000" dirty="0">
                <a:ln>
                  <a:solidFill>
                    <a:schemeClr val="accent6">
                      <a:lumMod val="75000"/>
                      <a:alpha val="75000"/>
                    </a:schemeClr>
                  </a:solidFill>
                </a:ln>
                <a:solidFill>
                  <a:schemeClr val="accent6">
                    <a:lumMod val="75000"/>
                  </a:schemeClr>
                </a:solidFill>
              </a:rPr>
              <a:t>Factures</a:t>
            </a:r>
          </a:p>
        </p:txBody>
      </p:sp>
      <p:sp>
        <p:nvSpPr>
          <p:cNvPr id="3" name="Rectangle : coins arrondis 2">
            <a:extLst>
              <a:ext uri="{FF2B5EF4-FFF2-40B4-BE49-F238E27FC236}">
                <a16:creationId xmlns:a16="http://schemas.microsoft.com/office/drawing/2014/main" id="{B6568F4D-5209-D267-68A3-B844EFED8F18}"/>
              </a:ext>
            </a:extLst>
          </p:cNvPr>
          <p:cNvSpPr/>
          <p:nvPr>
            <p:custDataLst>
              <p:tags r:id="rId14"/>
            </p:custDataLst>
          </p:nvPr>
        </p:nvSpPr>
        <p:spPr>
          <a:xfrm>
            <a:off x="990754" y="3573358"/>
            <a:ext cx="1564021" cy="1190017"/>
          </a:xfrm>
          <a:prstGeom prst="roundRect">
            <a:avLst>
              <a:gd name="adj" fmla="val 759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70000"/>
              </a:lnSpc>
            </a:pPr>
            <a:r>
              <a:rPr lang="fr-FR" sz="1100" b="1" spc="20" dirty="0">
                <a:ln w="9525">
                  <a:solidFill>
                    <a:schemeClr val="bg1"/>
                  </a:solidFill>
                </a:ln>
                <a:solidFill>
                  <a:schemeClr val="bg1"/>
                </a:solidFill>
              </a:rPr>
              <a:t>TRADEX </a:t>
            </a:r>
          </a:p>
        </p:txBody>
      </p:sp>
      <p:sp>
        <p:nvSpPr>
          <p:cNvPr id="4" name="Rectangle : coins arrondis 9">
            <a:extLst>
              <a:ext uri="{FF2B5EF4-FFF2-40B4-BE49-F238E27FC236}">
                <a16:creationId xmlns:a16="http://schemas.microsoft.com/office/drawing/2014/main" id="{BCCE5AF7-A732-8008-14A4-F22A50D5843E}"/>
              </a:ext>
            </a:extLst>
          </p:cNvPr>
          <p:cNvSpPr/>
          <p:nvPr>
            <p:custDataLst>
              <p:tags r:id="rId15"/>
            </p:custDataLst>
          </p:nvPr>
        </p:nvSpPr>
        <p:spPr>
          <a:xfrm>
            <a:off x="3941970" y="3573359"/>
            <a:ext cx="5528496" cy="540000"/>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pPr>
              <a:lnSpc>
                <a:spcPct val="70000"/>
              </a:lnSpc>
            </a:pPr>
            <a:r>
              <a:rPr lang="fr-FR" sz="1100" dirty="0">
                <a:ln w="6350">
                  <a:solidFill>
                    <a:schemeClr val="accent6">
                      <a:lumMod val="75000"/>
                      <a:alpha val="75000"/>
                    </a:schemeClr>
                  </a:solidFill>
                </a:ln>
                <a:solidFill>
                  <a:schemeClr val="accent6">
                    <a:lumMod val="75000"/>
                  </a:schemeClr>
                </a:solidFill>
              </a:rPr>
              <a:t>Création de facture</a:t>
            </a:r>
          </a:p>
          <a:p>
            <a:pPr>
              <a:lnSpc>
                <a:spcPct val="70000"/>
              </a:lnSpc>
            </a:pPr>
            <a:r>
              <a:rPr lang="fr-FR" sz="1100" dirty="0">
                <a:ln w="6350">
                  <a:solidFill>
                    <a:schemeClr val="accent6">
                      <a:lumMod val="75000"/>
                      <a:alpha val="75000"/>
                    </a:schemeClr>
                  </a:solidFill>
                </a:ln>
                <a:solidFill>
                  <a:schemeClr val="accent6">
                    <a:lumMod val="75000"/>
                  </a:schemeClr>
                </a:solidFill>
              </a:rPr>
              <a:t>Contrôle de la cohérence facture / commande</a:t>
            </a:r>
          </a:p>
          <a:p>
            <a:pPr>
              <a:lnSpc>
                <a:spcPct val="70000"/>
              </a:lnSpc>
            </a:pPr>
            <a:r>
              <a:rPr lang="fr-FR" sz="1100" dirty="0">
                <a:ln w="6350">
                  <a:solidFill>
                    <a:schemeClr val="accent6">
                      <a:lumMod val="75000"/>
                      <a:alpha val="75000"/>
                    </a:schemeClr>
                  </a:solidFill>
                </a:ln>
                <a:solidFill>
                  <a:schemeClr val="accent6">
                    <a:lumMod val="75000"/>
                  </a:schemeClr>
                </a:solidFill>
              </a:rPr>
              <a:t>Réception statut paiement de la facture</a:t>
            </a:r>
          </a:p>
        </p:txBody>
      </p:sp>
      <p:sp>
        <p:nvSpPr>
          <p:cNvPr id="6" name="Rectangle : coins arrondis 5">
            <a:extLst>
              <a:ext uri="{FF2B5EF4-FFF2-40B4-BE49-F238E27FC236}">
                <a16:creationId xmlns:a16="http://schemas.microsoft.com/office/drawing/2014/main" id="{67D40827-A366-2E75-940F-66B537CDEB54}"/>
              </a:ext>
            </a:extLst>
          </p:cNvPr>
          <p:cNvSpPr/>
          <p:nvPr>
            <p:custDataLst>
              <p:tags r:id="rId16"/>
            </p:custDataLst>
          </p:nvPr>
        </p:nvSpPr>
        <p:spPr>
          <a:xfrm>
            <a:off x="2647312" y="4223376"/>
            <a:ext cx="1200840" cy="540000"/>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70000"/>
              </a:lnSpc>
            </a:pPr>
            <a:r>
              <a:rPr lang="fr-FR" sz="1000" dirty="0">
                <a:ln>
                  <a:solidFill>
                    <a:schemeClr val="accent6">
                      <a:lumMod val="75000"/>
                      <a:alpha val="75000"/>
                    </a:schemeClr>
                  </a:solidFill>
                </a:ln>
                <a:solidFill>
                  <a:schemeClr val="accent6">
                    <a:lumMod val="75000"/>
                  </a:schemeClr>
                </a:solidFill>
              </a:rPr>
              <a:t>Commandes</a:t>
            </a:r>
          </a:p>
          <a:p>
            <a:pPr algn="ctr">
              <a:lnSpc>
                <a:spcPct val="70000"/>
              </a:lnSpc>
            </a:pPr>
            <a:endParaRPr lang="fr-FR" sz="1000" dirty="0">
              <a:ln>
                <a:solidFill>
                  <a:schemeClr val="accent6">
                    <a:lumMod val="75000"/>
                    <a:alpha val="75000"/>
                  </a:schemeClr>
                </a:solidFill>
              </a:ln>
              <a:solidFill>
                <a:schemeClr val="accent6">
                  <a:lumMod val="75000"/>
                </a:schemeClr>
              </a:solidFill>
            </a:endParaRPr>
          </a:p>
        </p:txBody>
      </p:sp>
      <p:sp>
        <p:nvSpPr>
          <p:cNvPr id="7" name="Rectangle : coins arrondis 9">
            <a:extLst>
              <a:ext uri="{FF2B5EF4-FFF2-40B4-BE49-F238E27FC236}">
                <a16:creationId xmlns:a16="http://schemas.microsoft.com/office/drawing/2014/main" id="{FFD9D29D-9A48-D1E1-9C1F-AD5453AEC08B}"/>
              </a:ext>
            </a:extLst>
          </p:cNvPr>
          <p:cNvSpPr/>
          <p:nvPr>
            <p:custDataLst>
              <p:tags r:id="rId17"/>
            </p:custDataLst>
          </p:nvPr>
        </p:nvSpPr>
        <p:spPr>
          <a:xfrm>
            <a:off x="3941969" y="4223376"/>
            <a:ext cx="5528496" cy="540000"/>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pPr>
              <a:lnSpc>
                <a:spcPct val="70000"/>
              </a:lnSpc>
            </a:pPr>
            <a:r>
              <a:rPr lang="fr-FR" sz="1100" dirty="0">
                <a:ln w="6350">
                  <a:solidFill>
                    <a:schemeClr val="accent6">
                      <a:lumMod val="75000"/>
                      <a:alpha val="75000"/>
                    </a:schemeClr>
                  </a:solidFill>
                </a:ln>
                <a:solidFill>
                  <a:schemeClr val="accent6">
                    <a:lumMod val="75000"/>
                  </a:schemeClr>
                </a:solidFill>
              </a:rPr>
              <a:t>Réception des données de commandes</a:t>
            </a:r>
          </a:p>
          <a:p>
            <a:pPr>
              <a:lnSpc>
                <a:spcPct val="70000"/>
              </a:lnSpc>
            </a:pPr>
            <a:endParaRPr lang="fr-FR" sz="1100" dirty="0">
              <a:ln w="6350">
                <a:solidFill>
                  <a:schemeClr val="accent6">
                    <a:lumMod val="75000"/>
                    <a:alpha val="75000"/>
                  </a:schemeClr>
                </a:solidFill>
              </a:ln>
              <a:solidFill>
                <a:srgbClr val="FAB92E"/>
              </a:solidFill>
            </a:endParaRPr>
          </a:p>
          <a:p>
            <a:pPr>
              <a:lnSpc>
                <a:spcPct val="70000"/>
              </a:lnSpc>
            </a:pPr>
            <a:r>
              <a:rPr lang="fr-FR" sz="1100" dirty="0">
                <a:ln w="6350">
                  <a:solidFill>
                    <a:schemeClr val="accent6">
                      <a:lumMod val="75000"/>
                      <a:alpha val="75000"/>
                    </a:schemeClr>
                  </a:solidFill>
                </a:ln>
                <a:solidFill>
                  <a:srgbClr val="FAB92E"/>
                </a:solidFill>
              </a:rPr>
              <a:t> </a:t>
            </a:r>
          </a:p>
        </p:txBody>
      </p:sp>
    </p:spTree>
    <p:extLst>
      <p:ext uri="{BB962C8B-B14F-4D97-AF65-F5344CB8AC3E}">
        <p14:creationId xmlns:p14="http://schemas.microsoft.com/office/powerpoint/2010/main" val="417998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E7575-CCE8-C8AE-A63C-2B570BC6FF9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A40B11A-0177-EE9C-240D-EFC1FC7B5783}"/>
              </a:ext>
            </a:extLst>
          </p:cNvPr>
          <p:cNvSpPr>
            <a:spLocks noGrp="1"/>
          </p:cNvSpPr>
          <p:nvPr>
            <p:ph type="title"/>
          </p:nvPr>
        </p:nvSpPr>
        <p:spPr>
          <a:xfrm>
            <a:off x="838595" y="338788"/>
            <a:ext cx="5375394" cy="424732"/>
          </a:xfrm>
        </p:spPr>
        <p:txBody>
          <a:bodyPr/>
          <a:lstStyle/>
          <a:p>
            <a:r>
              <a:rPr lang="fr-FR" sz="2400" dirty="0"/>
              <a:t>ARCHITECTURE APPLICATIVE</a:t>
            </a:r>
          </a:p>
        </p:txBody>
      </p:sp>
      <p:sp>
        <p:nvSpPr>
          <p:cNvPr id="22" name="Espace réservé du texte 21">
            <a:extLst>
              <a:ext uri="{FF2B5EF4-FFF2-40B4-BE49-F238E27FC236}">
                <a16:creationId xmlns:a16="http://schemas.microsoft.com/office/drawing/2014/main" id="{29D8E187-9AA7-59FC-7720-69E37BB9266F}"/>
              </a:ext>
            </a:extLst>
          </p:cNvPr>
          <p:cNvSpPr>
            <a:spLocks noGrp="1"/>
          </p:cNvSpPr>
          <p:nvPr>
            <p:ph type="body" sz="quarter" idx="11"/>
          </p:nvPr>
        </p:nvSpPr>
        <p:spPr/>
        <p:txBody>
          <a:bodyPr/>
          <a:lstStyle/>
          <a:p>
            <a:r>
              <a:rPr lang="fr-FR" dirty="0">
                <a:solidFill>
                  <a:srgbClr val="FAB92E"/>
                </a:solidFill>
              </a:rPr>
              <a:t>03</a:t>
            </a:r>
            <a:endParaRPr lang="fr-FR" dirty="0"/>
          </a:p>
        </p:txBody>
      </p:sp>
      <p:sp>
        <p:nvSpPr>
          <p:cNvPr id="12" name="Rectangle 11">
            <a:extLst>
              <a:ext uri="{FF2B5EF4-FFF2-40B4-BE49-F238E27FC236}">
                <a16:creationId xmlns:a16="http://schemas.microsoft.com/office/drawing/2014/main" id="{7BAC1259-1494-0977-DE00-8826C5B7C5B0}"/>
              </a:ext>
            </a:extLst>
          </p:cNvPr>
          <p:cNvSpPr>
            <a:spLocks/>
          </p:cNvSpPr>
          <p:nvPr>
            <p:custDataLst>
              <p:tags r:id="rId1"/>
            </p:custDataLst>
          </p:nvPr>
        </p:nvSpPr>
        <p:spPr>
          <a:xfrm>
            <a:off x="9026554" y="1076275"/>
            <a:ext cx="3014470" cy="4705450"/>
          </a:xfrm>
          <a:prstGeom prst="rect">
            <a:avLst/>
          </a:prstGeom>
          <a:solidFill>
            <a:srgbClr val="F2F2F2">
              <a:alpha val="6315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p>
        </p:txBody>
      </p:sp>
      <p:sp>
        <p:nvSpPr>
          <p:cNvPr id="13" name="Titre 4">
            <a:extLst>
              <a:ext uri="{FF2B5EF4-FFF2-40B4-BE49-F238E27FC236}">
                <a16:creationId xmlns:a16="http://schemas.microsoft.com/office/drawing/2014/main" id="{F86B91A2-B7BC-82D6-5685-E69C6528388C}"/>
              </a:ext>
            </a:extLst>
          </p:cNvPr>
          <p:cNvSpPr txBox="1">
            <a:spLocks/>
          </p:cNvSpPr>
          <p:nvPr/>
        </p:nvSpPr>
        <p:spPr>
          <a:xfrm>
            <a:off x="9144000" y="1437002"/>
            <a:ext cx="2824237" cy="4092980"/>
          </a:xfrm>
          <a:prstGeom prst="rect">
            <a:avLst/>
          </a:prstGeom>
        </p:spPr>
        <p:txBody>
          <a:bodyPr vert="horz" wrap="square" lIns="91440" tIns="45720" rIns="91440" bIns="45720" rtlCol="0" anchor="t" anchorCtr="0">
            <a:spAutoFit/>
          </a:bodyPr>
          <a:lstStyle>
            <a:lvl1pPr algn="l" defTabSz="914400" rtl="0" eaLnBrk="1" latinLnBrk="0" hangingPunct="1">
              <a:lnSpc>
                <a:spcPct val="90000"/>
              </a:lnSpc>
              <a:spcBef>
                <a:spcPct val="0"/>
              </a:spcBef>
              <a:buNone/>
              <a:defRPr sz="3600" b="0" kern="1200">
                <a:solidFill>
                  <a:schemeClr val="accent3"/>
                </a:solidFill>
                <a:latin typeface="+mj-lt"/>
                <a:ea typeface="+mj-ea"/>
                <a:cs typeface="+mj-cs"/>
              </a:defRPr>
            </a:lvl1pPr>
          </a:lstStyle>
          <a:p>
            <a:pPr marL="296550" indent="-285750">
              <a:lnSpc>
                <a:spcPct val="85000"/>
              </a:lnSpc>
              <a:spcAft>
                <a:spcPts val="600"/>
              </a:spcAft>
              <a:buSzPct val="80000"/>
              <a:buBlip>
                <a:blip r:embed="rId5"/>
              </a:buBlip>
            </a:pPr>
            <a:r>
              <a:rPr lang="fr-FR" sz="1300" dirty="0">
                <a:ln w="0">
                  <a:noFill/>
                </a:ln>
                <a:solidFill>
                  <a:srgbClr val="595959"/>
                </a:solidFill>
                <a:latin typeface="Avenir Book" panose="02000503020000020003"/>
              </a:rPr>
              <a:t>La golden source HAPLUS ou Edifice risque d’un Y avec HAPLUS dans le contexte actuel</a:t>
            </a:r>
          </a:p>
          <a:p>
            <a:pPr marL="10800">
              <a:lnSpc>
                <a:spcPct val="85000"/>
              </a:lnSpc>
              <a:spcAft>
                <a:spcPts val="600"/>
              </a:spcAft>
              <a:buSzPct val="80000"/>
            </a:pPr>
            <a:endParaRPr lang="fr-FR" sz="1300" dirty="0">
              <a:ln w="0">
                <a:noFill/>
              </a:ln>
              <a:solidFill>
                <a:srgbClr val="595959"/>
              </a:solidFill>
              <a:latin typeface="Avenir Book" panose="02000503020000020003"/>
            </a:endParaRPr>
          </a:p>
          <a:p>
            <a:pPr marL="296550" indent="-285750">
              <a:lnSpc>
                <a:spcPct val="85000"/>
              </a:lnSpc>
              <a:spcAft>
                <a:spcPts val="600"/>
              </a:spcAft>
              <a:buSzPct val="80000"/>
              <a:buBlip>
                <a:blip r:embed="rId5"/>
              </a:buBlip>
            </a:pPr>
            <a:r>
              <a:rPr lang="fr-FR" sz="1300" dirty="0">
                <a:ln w="0">
                  <a:noFill/>
                </a:ln>
                <a:solidFill>
                  <a:srgbClr val="595959"/>
                </a:solidFill>
                <a:latin typeface="Avenir Book" panose="02000503020000020003"/>
              </a:rPr>
              <a:t>L’utilisation du Middleware Orienté Message (</a:t>
            </a:r>
            <a:r>
              <a:rPr lang="fr-FR" sz="1300" b="1" i="1" dirty="0">
                <a:ln w="0">
                  <a:noFill/>
                </a:ln>
                <a:solidFill>
                  <a:srgbClr val="595959"/>
                </a:solidFill>
                <a:latin typeface="Avenir Book" panose="02000503020000020003"/>
              </a:rPr>
              <a:t>MOM</a:t>
            </a:r>
            <a:r>
              <a:rPr lang="fr-FR" sz="1300" dirty="0">
                <a:ln w="0">
                  <a:noFill/>
                </a:ln>
                <a:solidFill>
                  <a:srgbClr val="595959"/>
                </a:solidFill>
                <a:latin typeface="Avenir Book" panose="02000503020000020003"/>
              </a:rPr>
              <a:t>) .</a:t>
            </a:r>
          </a:p>
          <a:p>
            <a:pPr marL="10800">
              <a:lnSpc>
                <a:spcPct val="85000"/>
              </a:lnSpc>
              <a:spcAft>
                <a:spcPts val="600"/>
              </a:spcAft>
              <a:buSzPct val="80000"/>
            </a:pPr>
            <a:endParaRPr lang="fr-FR" sz="1300" dirty="0">
              <a:ln w="0">
                <a:noFill/>
              </a:ln>
              <a:solidFill>
                <a:srgbClr val="595959"/>
              </a:solidFill>
              <a:latin typeface="Avenir Book" panose="02000503020000020003"/>
            </a:endParaRPr>
          </a:p>
          <a:p>
            <a:pPr marL="296550" indent="-285750">
              <a:lnSpc>
                <a:spcPct val="85000"/>
              </a:lnSpc>
              <a:spcAft>
                <a:spcPts val="600"/>
              </a:spcAft>
              <a:buSzPct val="80000"/>
              <a:buBlip>
                <a:blip r:embed="rId5"/>
              </a:buBlip>
            </a:pPr>
            <a:r>
              <a:rPr lang="fr-FR" sz="1300" dirty="0">
                <a:ln w="0">
                  <a:noFill/>
                </a:ln>
                <a:solidFill>
                  <a:srgbClr val="595959"/>
                </a:solidFill>
                <a:latin typeface="Avenir Book" panose="02000503020000020003"/>
              </a:rPr>
              <a:t>Le composant Edifice à utiliser pour les statuts des factures  et/ou le restant à facturer pour les commandes. ECC ou BW ?</a:t>
            </a:r>
          </a:p>
          <a:p>
            <a:pPr marL="296550" indent="-285750">
              <a:lnSpc>
                <a:spcPct val="85000"/>
              </a:lnSpc>
              <a:spcAft>
                <a:spcPts val="600"/>
              </a:spcAft>
              <a:buSzPct val="80000"/>
              <a:buBlip>
                <a:blip r:embed="rId5"/>
              </a:buBlip>
            </a:pPr>
            <a:endParaRPr lang="fr-FR" sz="1300" dirty="0">
              <a:ln w="0">
                <a:noFill/>
              </a:ln>
              <a:solidFill>
                <a:srgbClr val="595959"/>
              </a:solidFill>
              <a:latin typeface="Avenir Book" panose="02000503020000020003"/>
            </a:endParaRPr>
          </a:p>
          <a:p>
            <a:pPr marL="296550" indent="-285750">
              <a:lnSpc>
                <a:spcPct val="85000"/>
              </a:lnSpc>
              <a:spcAft>
                <a:spcPts val="600"/>
              </a:spcAft>
              <a:buSzPct val="80000"/>
              <a:buBlip>
                <a:blip r:embed="rId5"/>
              </a:buBlip>
            </a:pPr>
            <a:r>
              <a:rPr lang="fr-FR" sz="1300" dirty="0">
                <a:ln w="0">
                  <a:noFill/>
                </a:ln>
                <a:solidFill>
                  <a:srgbClr val="595959"/>
                </a:solidFill>
                <a:latin typeface="Avenir Book" panose="02000503020000020003"/>
              </a:rPr>
              <a:t>Le flux d’export des détails commandes si fera potentiellement en collaboration avec l’entreprise </a:t>
            </a:r>
          </a:p>
          <a:p>
            <a:pPr marL="10800">
              <a:lnSpc>
                <a:spcPct val="85000"/>
              </a:lnSpc>
              <a:spcAft>
                <a:spcPts val="600"/>
              </a:spcAft>
              <a:buSzPct val="80000"/>
            </a:pPr>
            <a:r>
              <a:rPr lang="fr-FR" sz="1300" dirty="0">
                <a:ln w="0">
                  <a:noFill/>
                </a:ln>
                <a:solidFill>
                  <a:srgbClr val="595959"/>
                </a:solidFill>
                <a:latin typeface="Avenir Book" panose="02000503020000020003"/>
              </a:rPr>
              <a:t>      OXALYS si HAPLUS est la golden     </a:t>
            </a:r>
          </a:p>
          <a:p>
            <a:pPr marL="10800">
              <a:lnSpc>
                <a:spcPct val="85000"/>
              </a:lnSpc>
              <a:spcAft>
                <a:spcPts val="600"/>
              </a:spcAft>
              <a:buSzPct val="80000"/>
            </a:pPr>
            <a:r>
              <a:rPr lang="fr-FR" sz="1300" dirty="0">
                <a:ln w="0">
                  <a:noFill/>
                </a:ln>
                <a:solidFill>
                  <a:srgbClr val="595959"/>
                </a:solidFill>
                <a:latin typeface="Avenir Book" panose="02000503020000020003"/>
              </a:rPr>
              <a:t>      source. Access à leur API voir    </a:t>
            </a:r>
          </a:p>
          <a:p>
            <a:pPr marL="10800">
              <a:lnSpc>
                <a:spcPct val="85000"/>
              </a:lnSpc>
              <a:spcAft>
                <a:spcPts val="600"/>
              </a:spcAft>
              <a:buSzPct val="80000"/>
            </a:pPr>
            <a:r>
              <a:rPr lang="fr-FR" sz="1300" dirty="0">
                <a:ln w="0">
                  <a:noFill/>
                </a:ln>
                <a:solidFill>
                  <a:srgbClr val="595959"/>
                </a:solidFill>
                <a:latin typeface="Avenir Book" panose="02000503020000020003"/>
              </a:rPr>
              <a:t>      modification </a:t>
            </a:r>
          </a:p>
          <a:p>
            <a:pPr marL="10800">
              <a:lnSpc>
                <a:spcPct val="85000"/>
              </a:lnSpc>
              <a:spcAft>
                <a:spcPts val="600"/>
              </a:spcAft>
              <a:buSzPct val="80000"/>
            </a:pPr>
            <a:endParaRPr lang="fr-FR" sz="1300" dirty="0">
              <a:ln w="0">
                <a:noFill/>
              </a:ln>
              <a:solidFill>
                <a:srgbClr val="595959"/>
              </a:solidFill>
              <a:latin typeface="Avenir Book" panose="02000503020000020003"/>
            </a:endParaRPr>
          </a:p>
        </p:txBody>
      </p:sp>
      <p:sp>
        <p:nvSpPr>
          <p:cNvPr id="14" name="Rectangle : coins arrondis 13">
            <a:extLst>
              <a:ext uri="{FF2B5EF4-FFF2-40B4-BE49-F238E27FC236}">
                <a16:creationId xmlns:a16="http://schemas.microsoft.com/office/drawing/2014/main" id="{6F9B0328-FCC9-EA03-E573-6808DB1B7002}"/>
              </a:ext>
            </a:extLst>
          </p:cNvPr>
          <p:cNvSpPr/>
          <p:nvPr>
            <p:custDataLst>
              <p:tags r:id="rId2"/>
            </p:custDataLst>
          </p:nvPr>
        </p:nvSpPr>
        <p:spPr>
          <a:xfrm>
            <a:off x="9210569" y="1076275"/>
            <a:ext cx="1373706" cy="223136"/>
          </a:xfrm>
          <a:prstGeom prst="roundRect">
            <a:avLst>
              <a:gd name="adj" fmla="val 13436"/>
            </a:avLst>
          </a:prstGeom>
          <a:solidFill>
            <a:srgbClr val="FAB92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000" b="1" dirty="0">
                <a:solidFill>
                  <a:schemeClr val="bg1"/>
                </a:solidFill>
                <a:latin typeface="Avenir Next" panose="020B0503020202020204" pitchFamily="34" charset="0"/>
              </a:rPr>
              <a:t>FOCUS</a:t>
            </a:r>
          </a:p>
        </p:txBody>
      </p:sp>
      <p:sp>
        <p:nvSpPr>
          <p:cNvPr id="3" name="ZoneTexte 2">
            <a:extLst>
              <a:ext uri="{FF2B5EF4-FFF2-40B4-BE49-F238E27FC236}">
                <a16:creationId xmlns:a16="http://schemas.microsoft.com/office/drawing/2014/main" id="{C59B5311-9EFC-07A5-CB76-77B15ADDC4A5}"/>
              </a:ext>
            </a:extLst>
          </p:cNvPr>
          <p:cNvSpPr txBox="1"/>
          <p:nvPr>
            <p:custDataLst>
              <p:tags r:id="rId3"/>
            </p:custDataLst>
          </p:nvPr>
        </p:nvSpPr>
        <p:spPr>
          <a:xfrm>
            <a:off x="7892827" y="17417"/>
            <a:ext cx="883575" cy="335861"/>
          </a:xfrm>
          <a:prstGeom prst="rect">
            <a:avLst/>
          </a:prstGeom>
          <a:noFill/>
        </p:spPr>
        <p:txBody>
          <a:bodyPr wrap="none" rtlCol="0">
            <a:spAutoFit/>
          </a:bodyPr>
          <a:lstStyle/>
          <a:p>
            <a:pPr algn="ctr">
              <a:lnSpc>
                <a:spcPct val="70000"/>
              </a:lnSpc>
            </a:pPr>
            <a:r>
              <a:rPr lang="fr-FR" sz="1100" b="1" dirty="0">
                <a:latin typeface="Avenir Book" panose="02000503020000020003" pitchFamily="2" charset="0"/>
              </a:rPr>
              <a:t>Architecture</a:t>
            </a:r>
          </a:p>
          <a:p>
            <a:pPr algn="ctr">
              <a:lnSpc>
                <a:spcPct val="70000"/>
              </a:lnSpc>
            </a:pPr>
            <a:r>
              <a:rPr lang="fr-FR" sz="1100" b="1" dirty="0">
                <a:latin typeface="Avenir Book" panose="02000503020000020003" pitchFamily="2" charset="0"/>
              </a:rPr>
              <a:t>Applicative</a:t>
            </a:r>
          </a:p>
        </p:txBody>
      </p:sp>
      <p:pic>
        <p:nvPicPr>
          <p:cNvPr id="45" name="Image 44">
            <a:extLst>
              <a:ext uri="{FF2B5EF4-FFF2-40B4-BE49-F238E27FC236}">
                <a16:creationId xmlns:a16="http://schemas.microsoft.com/office/drawing/2014/main" id="{DB040421-1528-D342-68E7-A06631A252C9}"/>
              </a:ext>
            </a:extLst>
          </p:cNvPr>
          <p:cNvPicPr>
            <a:picLocks noChangeAspect="1"/>
          </p:cNvPicPr>
          <p:nvPr/>
        </p:nvPicPr>
        <p:blipFill>
          <a:blip r:embed="rId6"/>
          <a:stretch>
            <a:fillRect/>
          </a:stretch>
        </p:blipFill>
        <p:spPr>
          <a:xfrm>
            <a:off x="405881" y="825912"/>
            <a:ext cx="8114443" cy="5625283"/>
          </a:xfrm>
          <a:prstGeom prst="rect">
            <a:avLst/>
          </a:prstGeom>
        </p:spPr>
      </p:pic>
    </p:spTree>
    <p:extLst>
      <p:ext uri="{BB962C8B-B14F-4D97-AF65-F5344CB8AC3E}">
        <p14:creationId xmlns:p14="http://schemas.microsoft.com/office/powerpoint/2010/main" val="26846980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AE8B1-F78B-DAEF-9EBF-884EC544E6A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8FA2108-E1DB-8DE8-E6CB-F865E0B52983}"/>
              </a:ext>
            </a:extLst>
          </p:cNvPr>
          <p:cNvSpPr>
            <a:spLocks noGrp="1"/>
          </p:cNvSpPr>
          <p:nvPr>
            <p:ph type="title"/>
          </p:nvPr>
        </p:nvSpPr>
        <p:spPr>
          <a:xfrm>
            <a:off x="838595" y="338788"/>
            <a:ext cx="5375394" cy="424732"/>
          </a:xfrm>
        </p:spPr>
        <p:txBody>
          <a:bodyPr/>
          <a:lstStyle/>
          <a:p>
            <a:r>
              <a:rPr lang="fr-FR" sz="2400" dirty="0"/>
              <a:t>ARCHITECTURE APPLICATIVE</a:t>
            </a:r>
          </a:p>
        </p:txBody>
      </p:sp>
      <p:sp>
        <p:nvSpPr>
          <p:cNvPr id="18" name="Espace réservé du texte 17">
            <a:extLst>
              <a:ext uri="{FF2B5EF4-FFF2-40B4-BE49-F238E27FC236}">
                <a16:creationId xmlns:a16="http://schemas.microsoft.com/office/drawing/2014/main" id="{A584B692-D029-225A-2C33-DBB659A91075}"/>
              </a:ext>
            </a:extLst>
          </p:cNvPr>
          <p:cNvSpPr>
            <a:spLocks noGrp="1"/>
          </p:cNvSpPr>
          <p:nvPr>
            <p:ph type="body" sz="quarter" idx="10"/>
          </p:nvPr>
        </p:nvSpPr>
        <p:spPr>
          <a:xfrm>
            <a:off x="924539" y="790043"/>
            <a:ext cx="1303177" cy="286232"/>
          </a:xfrm>
        </p:spPr>
        <p:txBody>
          <a:bodyPr/>
          <a:lstStyle/>
          <a:p>
            <a:r>
              <a:rPr lang="fr-FR" dirty="0"/>
              <a:t>Exigences SaaS</a:t>
            </a:r>
          </a:p>
        </p:txBody>
      </p:sp>
      <p:sp>
        <p:nvSpPr>
          <p:cNvPr id="22" name="Espace réservé du texte 21">
            <a:extLst>
              <a:ext uri="{FF2B5EF4-FFF2-40B4-BE49-F238E27FC236}">
                <a16:creationId xmlns:a16="http://schemas.microsoft.com/office/drawing/2014/main" id="{D0DB5A1F-061D-7EBD-17F0-CFBF7BE373D5}"/>
              </a:ext>
            </a:extLst>
          </p:cNvPr>
          <p:cNvSpPr>
            <a:spLocks noGrp="1"/>
          </p:cNvSpPr>
          <p:nvPr>
            <p:ph type="body" sz="quarter" idx="11"/>
          </p:nvPr>
        </p:nvSpPr>
        <p:spPr/>
        <p:txBody>
          <a:bodyPr/>
          <a:lstStyle/>
          <a:p>
            <a:r>
              <a:rPr lang="fr-FR" dirty="0">
                <a:solidFill>
                  <a:srgbClr val="FAB92E"/>
                </a:solidFill>
              </a:rPr>
              <a:t>03</a:t>
            </a:r>
            <a:endParaRPr lang="fr-FR" dirty="0"/>
          </a:p>
        </p:txBody>
      </p:sp>
      <p:sp>
        <p:nvSpPr>
          <p:cNvPr id="3" name="ZoneTexte 2">
            <a:extLst>
              <a:ext uri="{FF2B5EF4-FFF2-40B4-BE49-F238E27FC236}">
                <a16:creationId xmlns:a16="http://schemas.microsoft.com/office/drawing/2014/main" id="{05A8D338-41E5-CF8C-AABA-C3726A4405A9}"/>
              </a:ext>
            </a:extLst>
          </p:cNvPr>
          <p:cNvSpPr txBox="1"/>
          <p:nvPr>
            <p:custDataLst>
              <p:tags r:id="rId1"/>
            </p:custDataLst>
          </p:nvPr>
        </p:nvSpPr>
        <p:spPr>
          <a:xfrm>
            <a:off x="7892827" y="17417"/>
            <a:ext cx="883575" cy="335861"/>
          </a:xfrm>
          <a:prstGeom prst="rect">
            <a:avLst/>
          </a:prstGeom>
          <a:noFill/>
        </p:spPr>
        <p:txBody>
          <a:bodyPr wrap="none" rtlCol="0">
            <a:spAutoFit/>
          </a:bodyPr>
          <a:lstStyle/>
          <a:p>
            <a:pPr algn="ctr">
              <a:lnSpc>
                <a:spcPct val="70000"/>
              </a:lnSpc>
            </a:pPr>
            <a:r>
              <a:rPr lang="fr-FR" sz="1100" b="1" dirty="0">
                <a:latin typeface="Avenir Book" panose="02000503020000020003" pitchFamily="2" charset="0"/>
              </a:rPr>
              <a:t>Architecture</a:t>
            </a:r>
          </a:p>
          <a:p>
            <a:pPr algn="ctr">
              <a:lnSpc>
                <a:spcPct val="70000"/>
              </a:lnSpc>
            </a:pPr>
            <a:r>
              <a:rPr lang="fr-FR" sz="1100" b="1" dirty="0">
                <a:latin typeface="Avenir Book" panose="02000503020000020003" pitchFamily="2" charset="0"/>
              </a:rPr>
              <a:t>Applicative</a:t>
            </a:r>
          </a:p>
        </p:txBody>
      </p:sp>
      <p:graphicFrame>
        <p:nvGraphicFramePr>
          <p:cNvPr id="4" name="Tableau 3">
            <a:extLst>
              <a:ext uri="{FF2B5EF4-FFF2-40B4-BE49-F238E27FC236}">
                <a16:creationId xmlns:a16="http://schemas.microsoft.com/office/drawing/2014/main" id="{4C562CD8-0196-B029-C0AB-042403C343C2}"/>
              </a:ext>
            </a:extLst>
          </p:cNvPr>
          <p:cNvGraphicFramePr>
            <a:graphicFrameLocks noGrp="1"/>
          </p:cNvGraphicFramePr>
          <p:nvPr>
            <p:extLst>
              <p:ext uri="{D42A27DB-BD31-4B8C-83A1-F6EECF244321}">
                <p14:modId xmlns:p14="http://schemas.microsoft.com/office/powerpoint/2010/main" val="1767264488"/>
              </p:ext>
            </p:extLst>
          </p:nvPr>
        </p:nvGraphicFramePr>
        <p:xfrm>
          <a:off x="1013234" y="1205348"/>
          <a:ext cx="4772269" cy="2479920"/>
        </p:xfrm>
        <a:graphic>
          <a:graphicData uri="http://schemas.openxmlformats.org/drawingml/2006/table">
            <a:tbl>
              <a:tblPr firstRow="1" bandRow="1">
                <a:tableStyleId>{5C22544A-7EE6-4342-B048-85BDC9FD1C3A}</a:tableStyleId>
              </a:tblPr>
              <a:tblGrid>
                <a:gridCol w="1465046">
                  <a:extLst>
                    <a:ext uri="{9D8B030D-6E8A-4147-A177-3AD203B41FA5}">
                      <a16:colId xmlns:a16="http://schemas.microsoft.com/office/drawing/2014/main" val="2426967682"/>
                    </a:ext>
                  </a:extLst>
                </a:gridCol>
                <a:gridCol w="1401511">
                  <a:extLst>
                    <a:ext uri="{9D8B030D-6E8A-4147-A177-3AD203B41FA5}">
                      <a16:colId xmlns:a16="http://schemas.microsoft.com/office/drawing/2014/main" val="117792301"/>
                    </a:ext>
                  </a:extLst>
                </a:gridCol>
                <a:gridCol w="1905712">
                  <a:extLst>
                    <a:ext uri="{9D8B030D-6E8A-4147-A177-3AD203B41FA5}">
                      <a16:colId xmlns:a16="http://schemas.microsoft.com/office/drawing/2014/main" val="1740451889"/>
                    </a:ext>
                  </a:extLst>
                </a:gridCol>
              </a:tblGrid>
              <a:tr h="281829">
                <a:tc gridSpan="3">
                  <a:txBody>
                    <a:bodyPr/>
                    <a:lstStyle/>
                    <a:p>
                      <a:r>
                        <a:rPr lang="fr-FR" sz="1400" dirty="0">
                          <a:ln w="3175">
                            <a:solidFill>
                              <a:schemeClr val="accent6">
                                <a:lumMod val="75000"/>
                              </a:schemeClr>
                            </a:solidFill>
                          </a:ln>
                          <a:solidFill>
                            <a:schemeClr val="accent6">
                              <a:lumMod val="75000"/>
                            </a:schemeClr>
                          </a:solidFill>
                        </a:rPr>
                        <a:t>Sécurité</a:t>
                      </a:r>
                      <a:endParaRPr lang="fr-FR" dirty="0">
                        <a:ln w="3175">
                          <a:solidFill>
                            <a:schemeClr val="accent6">
                              <a:lumMod val="75000"/>
                            </a:schemeClr>
                          </a:solidFill>
                        </a:ln>
                        <a:solidFill>
                          <a:schemeClr val="accent6">
                            <a:lumMod val="75000"/>
                          </a:schemeClr>
                        </a:solidFill>
                      </a:endParaRPr>
                    </a:p>
                  </a:txBody>
                  <a:tcPr marL="72000" marR="72000" marT="36000" marB="36000" anchor="ctr">
                    <a:solidFill>
                      <a:schemeClr val="accent2"/>
                    </a:solidFill>
                  </a:tcPr>
                </a:tc>
                <a:tc hMerge="1">
                  <a:txBody>
                    <a:bodyPr/>
                    <a:lstStyle/>
                    <a:p>
                      <a:endParaRPr lang="fr-FR" dirty="0"/>
                    </a:p>
                  </a:txBody>
                  <a:tcPr>
                    <a:solidFill>
                      <a:schemeClr val="bg1">
                        <a:lumMod val="95000"/>
                      </a:schemeClr>
                    </a:solidFill>
                  </a:tcPr>
                </a:tc>
                <a:tc hMerge="1">
                  <a:txBody>
                    <a:bodyPr/>
                    <a:lstStyle/>
                    <a:p>
                      <a:endParaRPr lang="fr-FR" dirty="0">
                        <a:ln w="3175">
                          <a:solidFill>
                            <a:schemeClr val="accent6">
                              <a:lumMod val="75000"/>
                            </a:schemeClr>
                          </a:solidFill>
                        </a:ln>
                        <a:solidFill>
                          <a:schemeClr val="accent6">
                            <a:lumMod val="75000"/>
                          </a:schemeClr>
                        </a:solidFill>
                      </a:endParaRPr>
                    </a:p>
                  </a:txBody>
                  <a:tcPr marL="72000" marR="72000" marT="36000" marB="36000" anchor="ctr">
                    <a:solidFill>
                      <a:schemeClr val="accent2"/>
                    </a:solidFill>
                  </a:tcPr>
                </a:tc>
                <a:extLst>
                  <a:ext uri="{0D108BD9-81ED-4DB2-BD59-A6C34878D82A}">
                    <a16:rowId xmlns:a16="http://schemas.microsoft.com/office/drawing/2014/main" val="3929837813"/>
                  </a:ext>
                </a:extLst>
              </a:tr>
              <a:tr h="361234">
                <a:tc>
                  <a:txBody>
                    <a:bodyPr/>
                    <a:lstStyle/>
                    <a:p>
                      <a:pPr>
                        <a:lnSpc>
                          <a:spcPct val="60000"/>
                        </a:lnSpc>
                      </a:pPr>
                      <a:r>
                        <a:rPr lang="fr-FR" sz="1050" dirty="0">
                          <a:ln w="12700">
                            <a:solidFill>
                              <a:schemeClr val="accent6">
                                <a:lumMod val="75000"/>
                                <a:alpha val="50000"/>
                              </a:schemeClr>
                            </a:solidFill>
                          </a:ln>
                          <a:solidFill>
                            <a:schemeClr val="accent6">
                              <a:lumMod val="75000"/>
                            </a:schemeClr>
                          </a:solidFill>
                        </a:rPr>
                        <a:t>Authentification forte</a:t>
                      </a:r>
                    </a:p>
                  </a:txBody>
                  <a:tcPr marL="72000" marR="72000" marT="36000" marB="36000" anchor="ctr">
                    <a:solidFill>
                      <a:schemeClr val="accent2">
                        <a:lumMod val="40000"/>
                        <a:lumOff val="60000"/>
                      </a:schemeClr>
                    </a:solidFill>
                  </a:tcPr>
                </a:tc>
                <a:tc>
                  <a:txBody>
                    <a:bodyPr/>
                    <a:lstStyle/>
                    <a:p>
                      <a:endParaRPr lang="fr-FR" dirty="0">
                        <a:ln w="9525">
                          <a:solidFill>
                            <a:schemeClr val="accent6">
                              <a:lumMod val="75000"/>
                            </a:schemeClr>
                          </a:solidFill>
                        </a:ln>
                        <a:solidFill>
                          <a:schemeClr val="accent6">
                            <a:lumMod val="75000"/>
                          </a:schemeClr>
                        </a:solidFill>
                      </a:endParaRPr>
                    </a:p>
                  </a:txBody>
                  <a:tcPr anchor="ctr">
                    <a:solidFill>
                      <a:schemeClr val="bg1">
                        <a:lumMod val="95000"/>
                      </a:schemeClr>
                    </a:solidFill>
                  </a:tcPr>
                </a:tc>
                <a:tc>
                  <a:txBody>
                    <a:bodyPr/>
                    <a:lstStyle/>
                    <a:p>
                      <a:pPr marL="0" marR="0" lvl="0" indent="0" algn="l" defTabSz="914400" rtl="0" eaLnBrk="1" fontAlgn="auto" latinLnBrk="0" hangingPunct="1">
                        <a:lnSpc>
                          <a:spcPct val="60000"/>
                        </a:lnSpc>
                        <a:spcBef>
                          <a:spcPts val="0"/>
                        </a:spcBef>
                        <a:spcAft>
                          <a:spcPts val="0"/>
                        </a:spcAft>
                        <a:buClrTx/>
                        <a:buSzTx/>
                        <a:buFontTx/>
                        <a:buNone/>
                        <a:tabLst/>
                        <a:defRPr/>
                      </a:pPr>
                      <a:r>
                        <a:rPr lang="fr-FR" sz="1050" kern="1200" dirty="0">
                          <a:ln w="12700">
                            <a:solidFill>
                              <a:schemeClr val="accent6">
                                <a:lumMod val="75000"/>
                                <a:alpha val="50000"/>
                              </a:schemeClr>
                            </a:solidFill>
                          </a:ln>
                          <a:solidFill>
                            <a:schemeClr val="accent6">
                              <a:lumMod val="75000"/>
                            </a:schemeClr>
                          </a:solidFill>
                          <a:latin typeface="+mn-lt"/>
                          <a:ea typeface="+mn-ea"/>
                          <a:cs typeface="+mn-cs"/>
                        </a:rPr>
                        <a:t>Intégration avec ENTRA ID</a:t>
                      </a:r>
                    </a:p>
                  </a:txBody>
                  <a:tcPr anchor="ctr">
                    <a:solidFill>
                      <a:schemeClr val="bg1">
                        <a:lumMod val="95000"/>
                      </a:schemeClr>
                    </a:solidFill>
                  </a:tcPr>
                </a:tc>
                <a:extLst>
                  <a:ext uri="{0D108BD9-81ED-4DB2-BD59-A6C34878D82A}">
                    <a16:rowId xmlns:a16="http://schemas.microsoft.com/office/drawing/2014/main" val="2739304904"/>
                  </a:ext>
                </a:extLst>
              </a:tr>
              <a:tr h="361234">
                <a:tc>
                  <a:txBody>
                    <a:bodyPr/>
                    <a:lstStyle/>
                    <a:p>
                      <a:pPr marL="0" algn="l" defTabSz="914400" rtl="0" eaLnBrk="1" latinLnBrk="0" hangingPunct="1">
                        <a:lnSpc>
                          <a:spcPct val="60000"/>
                        </a:lnSpc>
                      </a:pPr>
                      <a:r>
                        <a:rPr lang="fr-FR" sz="1050" kern="1200" dirty="0">
                          <a:ln w="12700">
                            <a:solidFill>
                              <a:schemeClr val="accent6">
                                <a:lumMod val="75000"/>
                                <a:alpha val="50000"/>
                              </a:schemeClr>
                            </a:solidFill>
                          </a:ln>
                          <a:solidFill>
                            <a:schemeClr val="accent6">
                              <a:lumMod val="75000"/>
                            </a:schemeClr>
                          </a:solidFill>
                          <a:latin typeface="+mn-lt"/>
                          <a:ea typeface="+mn-ea"/>
                          <a:cs typeface="+mn-cs"/>
                        </a:rPr>
                        <a:t>Provisionnement des comptes</a:t>
                      </a:r>
                    </a:p>
                  </a:txBody>
                  <a:tcPr marL="72000" marR="72000" marT="36000" marB="36000" anchor="ctr">
                    <a:solidFill>
                      <a:schemeClr val="accent2">
                        <a:lumMod val="40000"/>
                        <a:lumOff val="60000"/>
                      </a:schemeClr>
                    </a:solidFill>
                  </a:tcPr>
                </a:tc>
                <a:tc>
                  <a:txBody>
                    <a:bodyPr/>
                    <a:lstStyle/>
                    <a:p>
                      <a:endParaRPr lang="fr-FR" dirty="0">
                        <a:ln w="9525">
                          <a:solidFill>
                            <a:schemeClr val="accent6">
                              <a:lumMod val="75000"/>
                            </a:schemeClr>
                          </a:solidFill>
                        </a:ln>
                        <a:solidFill>
                          <a:schemeClr val="accent6">
                            <a:lumMod val="75000"/>
                          </a:schemeClr>
                        </a:solidFill>
                      </a:endParaRPr>
                    </a:p>
                  </a:txBody>
                  <a:tcPr anchor="ctr">
                    <a:solidFill>
                      <a:schemeClr val="bg1">
                        <a:lumMod val="95000"/>
                      </a:schemeClr>
                    </a:solidFill>
                  </a:tcPr>
                </a:tc>
                <a:tc>
                  <a:txBody>
                    <a:bodyPr/>
                    <a:lstStyle/>
                    <a:p>
                      <a:pPr>
                        <a:lnSpc>
                          <a:spcPct val="60000"/>
                        </a:lnSpc>
                      </a:pPr>
                      <a:r>
                        <a:rPr lang="fr-FR" sz="1050" kern="1200" dirty="0">
                          <a:ln w="12700">
                            <a:solidFill>
                              <a:schemeClr val="accent6">
                                <a:lumMod val="75000"/>
                                <a:alpha val="50000"/>
                              </a:schemeClr>
                            </a:solidFill>
                          </a:ln>
                          <a:solidFill>
                            <a:schemeClr val="accent6">
                              <a:lumMod val="75000"/>
                            </a:schemeClr>
                          </a:solidFill>
                          <a:latin typeface="+mn-lt"/>
                          <a:ea typeface="+mn-ea"/>
                          <a:cs typeface="+mn-cs"/>
                        </a:rPr>
                        <a:t>Les compte SAP sont bien gérées </a:t>
                      </a:r>
                    </a:p>
                  </a:txBody>
                  <a:tcPr anchor="ctr">
                    <a:solidFill>
                      <a:schemeClr val="bg1">
                        <a:lumMod val="95000"/>
                      </a:schemeClr>
                    </a:solidFill>
                  </a:tcPr>
                </a:tc>
                <a:extLst>
                  <a:ext uri="{0D108BD9-81ED-4DB2-BD59-A6C34878D82A}">
                    <a16:rowId xmlns:a16="http://schemas.microsoft.com/office/drawing/2014/main" val="331261713"/>
                  </a:ext>
                </a:extLst>
              </a:tr>
              <a:tr h="361234">
                <a:tc>
                  <a:txBody>
                    <a:bodyPr/>
                    <a:lstStyle/>
                    <a:p>
                      <a:pPr marL="0" algn="l" defTabSz="914400" rtl="0" eaLnBrk="1" latinLnBrk="0" hangingPunct="1">
                        <a:lnSpc>
                          <a:spcPct val="60000"/>
                        </a:lnSpc>
                      </a:pPr>
                      <a:r>
                        <a:rPr lang="fr-FR" sz="1050" kern="1200" dirty="0">
                          <a:ln w="12700">
                            <a:solidFill>
                              <a:schemeClr val="accent6">
                                <a:lumMod val="75000"/>
                                <a:alpha val="50000"/>
                              </a:schemeClr>
                            </a:solidFill>
                          </a:ln>
                          <a:solidFill>
                            <a:schemeClr val="accent6">
                              <a:lumMod val="75000"/>
                            </a:schemeClr>
                          </a:solidFill>
                          <a:latin typeface="+mn-lt"/>
                          <a:ea typeface="+mn-ea"/>
                          <a:cs typeface="+mn-cs"/>
                        </a:rPr>
                        <a:t>Autorisation</a:t>
                      </a:r>
                    </a:p>
                  </a:txBody>
                  <a:tcPr marL="72000" marR="72000" marT="36000" marB="36000" anchor="ctr">
                    <a:solidFill>
                      <a:schemeClr val="accent2">
                        <a:lumMod val="40000"/>
                        <a:lumOff val="60000"/>
                      </a:schemeClr>
                    </a:solidFill>
                  </a:tcPr>
                </a:tc>
                <a:tc>
                  <a:txBody>
                    <a:bodyPr/>
                    <a:lstStyle/>
                    <a:p>
                      <a:endParaRPr lang="fr-FR" dirty="0">
                        <a:ln w="9525">
                          <a:solidFill>
                            <a:schemeClr val="accent6">
                              <a:lumMod val="75000"/>
                            </a:schemeClr>
                          </a:solidFill>
                        </a:ln>
                        <a:solidFill>
                          <a:schemeClr val="accent6">
                            <a:lumMod val="75000"/>
                          </a:schemeClr>
                        </a:solidFill>
                      </a:endParaRPr>
                    </a:p>
                  </a:txBody>
                  <a:tcPr anchor="ctr">
                    <a:solidFill>
                      <a:schemeClr val="bg1">
                        <a:lumMod val="95000"/>
                      </a:schemeClr>
                    </a:solidFill>
                  </a:tcPr>
                </a:tc>
                <a:tc>
                  <a:txBody>
                    <a:bodyPr/>
                    <a:lstStyle/>
                    <a:p>
                      <a:pPr>
                        <a:lnSpc>
                          <a:spcPct val="60000"/>
                        </a:lnSpc>
                      </a:pPr>
                      <a:r>
                        <a:rPr lang="fr-FR" sz="1050" kern="1200" dirty="0">
                          <a:ln w="12700">
                            <a:solidFill>
                              <a:schemeClr val="accent6">
                                <a:lumMod val="75000"/>
                                <a:alpha val="50000"/>
                              </a:schemeClr>
                            </a:solidFill>
                          </a:ln>
                          <a:solidFill>
                            <a:schemeClr val="accent6">
                              <a:lumMod val="75000"/>
                            </a:schemeClr>
                          </a:solidFill>
                          <a:latin typeface="+mn-lt"/>
                          <a:ea typeface="+mn-ea"/>
                          <a:cs typeface="+mn-cs"/>
                        </a:rPr>
                        <a:t>Obligatoire pour la gestion des factures et des commandes</a:t>
                      </a:r>
                    </a:p>
                  </a:txBody>
                  <a:tcPr anchor="ctr">
                    <a:solidFill>
                      <a:schemeClr val="bg1">
                        <a:lumMod val="95000"/>
                      </a:schemeClr>
                    </a:solidFill>
                  </a:tcPr>
                </a:tc>
                <a:extLst>
                  <a:ext uri="{0D108BD9-81ED-4DB2-BD59-A6C34878D82A}">
                    <a16:rowId xmlns:a16="http://schemas.microsoft.com/office/drawing/2014/main" val="4284267108"/>
                  </a:ext>
                </a:extLst>
              </a:tr>
              <a:tr h="361234">
                <a:tc>
                  <a:txBody>
                    <a:bodyPr/>
                    <a:lstStyle/>
                    <a:p>
                      <a:pPr marL="0" algn="l" defTabSz="914400" rtl="0" eaLnBrk="1" latinLnBrk="0" hangingPunct="1">
                        <a:lnSpc>
                          <a:spcPct val="60000"/>
                        </a:lnSpc>
                      </a:pPr>
                      <a:r>
                        <a:rPr lang="fr-FR" sz="1050" kern="1200" dirty="0">
                          <a:ln w="12700">
                            <a:solidFill>
                              <a:schemeClr val="accent6">
                                <a:lumMod val="75000"/>
                                <a:alpha val="50000"/>
                              </a:schemeClr>
                            </a:solidFill>
                          </a:ln>
                          <a:solidFill>
                            <a:schemeClr val="accent6">
                              <a:lumMod val="75000"/>
                            </a:schemeClr>
                          </a:solidFill>
                          <a:latin typeface="+mn-lt"/>
                          <a:ea typeface="+mn-ea"/>
                          <a:cs typeface="+mn-cs"/>
                        </a:rPr>
                        <a:t>Chiffrement</a:t>
                      </a:r>
                    </a:p>
                  </a:txBody>
                  <a:tcPr marL="72000" marR="72000" marT="36000" marB="36000" anchor="ctr">
                    <a:solidFill>
                      <a:schemeClr val="accent2">
                        <a:lumMod val="40000"/>
                        <a:lumOff val="60000"/>
                      </a:schemeClr>
                    </a:solidFill>
                  </a:tcPr>
                </a:tc>
                <a:tc>
                  <a:txBody>
                    <a:bodyPr/>
                    <a:lstStyle/>
                    <a:p>
                      <a:endParaRPr lang="fr-FR" dirty="0">
                        <a:ln w="9525">
                          <a:solidFill>
                            <a:schemeClr val="accent6">
                              <a:lumMod val="75000"/>
                            </a:schemeClr>
                          </a:solidFill>
                        </a:ln>
                        <a:solidFill>
                          <a:schemeClr val="accent6">
                            <a:lumMod val="75000"/>
                          </a:schemeClr>
                        </a:solidFill>
                      </a:endParaRPr>
                    </a:p>
                  </a:txBody>
                  <a:tcPr anchor="ctr">
                    <a:solidFill>
                      <a:schemeClr val="bg1">
                        <a:lumMod val="95000"/>
                      </a:schemeClr>
                    </a:solidFill>
                  </a:tcPr>
                </a:tc>
                <a:tc>
                  <a:txBody>
                    <a:bodyPr/>
                    <a:lstStyle/>
                    <a:p>
                      <a:pPr>
                        <a:lnSpc>
                          <a:spcPct val="60000"/>
                        </a:lnSpc>
                      </a:pPr>
                      <a:r>
                        <a:rPr lang="fr-FR" sz="1050" kern="1200" dirty="0">
                          <a:ln w="12700">
                            <a:solidFill>
                              <a:schemeClr val="accent6">
                                <a:lumMod val="75000"/>
                                <a:alpha val="50000"/>
                              </a:schemeClr>
                            </a:solidFill>
                          </a:ln>
                          <a:solidFill>
                            <a:schemeClr val="accent6">
                              <a:lumMod val="75000"/>
                            </a:schemeClr>
                          </a:solidFill>
                          <a:latin typeface="+mn-lt"/>
                          <a:ea typeface="+mn-ea"/>
                          <a:cs typeface="+mn-cs"/>
                        </a:rPr>
                        <a:t>Conforme aux exigences cyber</a:t>
                      </a:r>
                    </a:p>
                  </a:txBody>
                  <a:tcPr anchor="ctr">
                    <a:solidFill>
                      <a:schemeClr val="bg1">
                        <a:lumMod val="95000"/>
                      </a:schemeClr>
                    </a:solidFill>
                  </a:tcPr>
                </a:tc>
                <a:extLst>
                  <a:ext uri="{0D108BD9-81ED-4DB2-BD59-A6C34878D82A}">
                    <a16:rowId xmlns:a16="http://schemas.microsoft.com/office/drawing/2014/main" val="2576950261"/>
                  </a:ext>
                </a:extLst>
              </a:tr>
              <a:tr h="0">
                <a:tc>
                  <a:txBody>
                    <a:bodyPr/>
                    <a:lstStyle/>
                    <a:p>
                      <a:pPr marL="0" algn="l" defTabSz="914400" rtl="0" eaLnBrk="1" latinLnBrk="0" hangingPunct="1">
                        <a:lnSpc>
                          <a:spcPct val="60000"/>
                        </a:lnSpc>
                      </a:pPr>
                      <a:r>
                        <a:rPr lang="fr-FR" sz="1050" kern="1200" dirty="0">
                          <a:ln w="12700">
                            <a:solidFill>
                              <a:schemeClr val="accent6">
                                <a:lumMod val="75000"/>
                                <a:alpha val="50000"/>
                              </a:schemeClr>
                            </a:solidFill>
                          </a:ln>
                          <a:solidFill>
                            <a:schemeClr val="accent6">
                              <a:lumMod val="75000"/>
                            </a:schemeClr>
                          </a:solidFill>
                          <a:latin typeface="+mn-lt"/>
                          <a:ea typeface="+mn-ea"/>
                          <a:cs typeface="+mn-cs"/>
                        </a:rPr>
                        <a:t>OWASP</a:t>
                      </a:r>
                    </a:p>
                  </a:txBody>
                  <a:tcPr marL="72000" marR="72000" marT="36000" marB="36000" anchor="ctr">
                    <a:solidFill>
                      <a:schemeClr val="accent2">
                        <a:lumMod val="40000"/>
                        <a:lumOff val="60000"/>
                      </a:schemeClr>
                    </a:solidFill>
                  </a:tcPr>
                </a:tc>
                <a:tc>
                  <a:txBody>
                    <a:bodyPr/>
                    <a:lstStyle/>
                    <a:p>
                      <a:endParaRPr lang="fr-FR" dirty="0">
                        <a:ln w="9525">
                          <a:solidFill>
                            <a:schemeClr val="accent6">
                              <a:lumMod val="75000"/>
                            </a:schemeClr>
                          </a:solidFill>
                        </a:ln>
                        <a:solidFill>
                          <a:schemeClr val="accent6">
                            <a:lumMod val="75000"/>
                          </a:schemeClr>
                        </a:solidFill>
                      </a:endParaRPr>
                    </a:p>
                  </a:txBody>
                  <a:tcPr anchor="ctr">
                    <a:solidFill>
                      <a:schemeClr val="bg1">
                        <a:lumMod val="95000"/>
                      </a:schemeClr>
                    </a:solidFill>
                  </a:tcPr>
                </a:tc>
                <a:tc>
                  <a:txBody>
                    <a:bodyPr/>
                    <a:lstStyle/>
                    <a:p>
                      <a:pPr>
                        <a:lnSpc>
                          <a:spcPct val="60000"/>
                        </a:lnSpc>
                      </a:pPr>
                      <a:r>
                        <a:rPr lang="fr-FR" sz="1050" kern="1200" dirty="0">
                          <a:ln w="12700">
                            <a:solidFill>
                              <a:schemeClr val="accent6">
                                <a:lumMod val="75000"/>
                                <a:alpha val="50000"/>
                              </a:schemeClr>
                            </a:solidFill>
                          </a:ln>
                          <a:solidFill>
                            <a:schemeClr val="accent6">
                              <a:lumMod val="75000"/>
                            </a:schemeClr>
                          </a:solidFill>
                          <a:latin typeface="+mn-lt"/>
                          <a:ea typeface="+mn-ea"/>
                          <a:cs typeface="+mn-cs"/>
                        </a:rPr>
                        <a:t>N/A</a:t>
                      </a:r>
                    </a:p>
                  </a:txBody>
                  <a:tcPr anchor="ctr">
                    <a:solidFill>
                      <a:schemeClr val="bg1">
                        <a:lumMod val="95000"/>
                      </a:schemeClr>
                    </a:solidFill>
                  </a:tcPr>
                </a:tc>
                <a:extLst>
                  <a:ext uri="{0D108BD9-81ED-4DB2-BD59-A6C34878D82A}">
                    <a16:rowId xmlns:a16="http://schemas.microsoft.com/office/drawing/2014/main" val="2816172057"/>
                  </a:ext>
                </a:extLst>
              </a:tr>
              <a:tr h="0">
                <a:tc>
                  <a:txBody>
                    <a:bodyPr/>
                    <a:lstStyle/>
                    <a:p>
                      <a:pPr marL="0" algn="l" defTabSz="914400" rtl="0" eaLnBrk="1" latinLnBrk="0" hangingPunct="1">
                        <a:lnSpc>
                          <a:spcPct val="60000"/>
                        </a:lnSpc>
                      </a:pPr>
                      <a:r>
                        <a:rPr lang="fr-FR" sz="1050" kern="1200" dirty="0">
                          <a:ln w="12700">
                            <a:solidFill>
                              <a:schemeClr val="accent6">
                                <a:lumMod val="75000"/>
                                <a:alpha val="50000"/>
                              </a:schemeClr>
                            </a:solidFill>
                          </a:ln>
                          <a:solidFill>
                            <a:schemeClr val="accent6">
                              <a:lumMod val="75000"/>
                            </a:schemeClr>
                          </a:solidFill>
                          <a:latin typeface="+mn-lt"/>
                          <a:ea typeface="+mn-ea"/>
                          <a:cs typeface="+mn-cs"/>
                        </a:rPr>
                        <a:t>Ségrégation</a:t>
                      </a:r>
                    </a:p>
                  </a:txBody>
                  <a:tcPr marL="72000" marR="72000" marT="36000" marB="36000" anchor="ctr">
                    <a:solidFill>
                      <a:schemeClr val="accent2">
                        <a:lumMod val="40000"/>
                        <a:lumOff val="60000"/>
                      </a:schemeClr>
                    </a:solidFill>
                  </a:tcPr>
                </a:tc>
                <a:tc>
                  <a:txBody>
                    <a:bodyPr/>
                    <a:lstStyle/>
                    <a:p>
                      <a:endParaRPr lang="fr-FR" dirty="0">
                        <a:ln w="9525">
                          <a:solidFill>
                            <a:schemeClr val="accent6">
                              <a:lumMod val="75000"/>
                            </a:schemeClr>
                          </a:solidFill>
                        </a:ln>
                        <a:solidFill>
                          <a:schemeClr val="accent6">
                            <a:lumMod val="75000"/>
                          </a:schemeClr>
                        </a:solidFill>
                      </a:endParaRPr>
                    </a:p>
                  </a:txBody>
                  <a:tcPr anchor="ctr">
                    <a:solidFill>
                      <a:schemeClr val="bg1">
                        <a:lumMod val="95000"/>
                      </a:schemeClr>
                    </a:solidFill>
                  </a:tcPr>
                </a:tc>
                <a:tc>
                  <a:txBody>
                    <a:bodyPr/>
                    <a:lstStyle/>
                    <a:p>
                      <a:pPr>
                        <a:lnSpc>
                          <a:spcPct val="60000"/>
                        </a:lnSpc>
                      </a:pPr>
                      <a:endParaRPr lang="fr-FR" sz="1050" kern="1200" dirty="0">
                        <a:ln w="12700">
                          <a:solidFill>
                            <a:schemeClr val="accent6">
                              <a:lumMod val="75000"/>
                              <a:alpha val="50000"/>
                            </a:schemeClr>
                          </a:solidFill>
                        </a:ln>
                        <a:solidFill>
                          <a:schemeClr val="accent6">
                            <a:lumMod val="75000"/>
                          </a:schemeClr>
                        </a:solidFill>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799729225"/>
                  </a:ext>
                </a:extLst>
              </a:tr>
            </a:tbl>
          </a:graphicData>
        </a:graphic>
      </p:graphicFrame>
      <p:sp>
        <p:nvSpPr>
          <p:cNvPr id="5" name="Rectangle 4">
            <a:extLst>
              <a:ext uri="{FF2B5EF4-FFF2-40B4-BE49-F238E27FC236}">
                <a16:creationId xmlns:a16="http://schemas.microsoft.com/office/drawing/2014/main" id="{42C320F8-EE90-6752-1BC2-1B6AD42947DB}"/>
              </a:ext>
            </a:extLst>
          </p:cNvPr>
          <p:cNvSpPr/>
          <p:nvPr/>
        </p:nvSpPr>
        <p:spPr>
          <a:xfrm>
            <a:off x="2519574" y="1589517"/>
            <a:ext cx="1223472" cy="205633"/>
          </a:xfrm>
          <a:prstGeom prst="rect">
            <a:avLst/>
          </a:prstGeom>
          <a:gradFill>
            <a:gsLst>
              <a:gs pos="0">
                <a:schemeClr val="accent3">
                  <a:lumMod val="50000"/>
                </a:schemeClr>
              </a:gs>
              <a:gs pos="56000">
                <a:srgbClr val="FAB92E"/>
              </a:gs>
              <a:gs pos="100000">
                <a:schemeClr val="accent5"/>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Triangle isocèle 5">
            <a:extLst>
              <a:ext uri="{FF2B5EF4-FFF2-40B4-BE49-F238E27FC236}">
                <a16:creationId xmlns:a16="http://schemas.microsoft.com/office/drawing/2014/main" id="{2DD9B9D1-E01B-0F5D-FAF0-FAAB7C4CEAA8}"/>
              </a:ext>
            </a:extLst>
          </p:cNvPr>
          <p:cNvSpPr>
            <a:spLocks noChangeAspect="1"/>
          </p:cNvSpPr>
          <p:nvPr/>
        </p:nvSpPr>
        <p:spPr>
          <a:xfrm flipV="1">
            <a:off x="3583978" y="1543764"/>
            <a:ext cx="85991" cy="85991"/>
          </a:xfrm>
          <a:prstGeom prst="triangl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AEBEC822-BF89-146F-5897-331C8F0A1B01}"/>
              </a:ext>
            </a:extLst>
          </p:cNvPr>
          <p:cNvSpPr/>
          <p:nvPr/>
        </p:nvSpPr>
        <p:spPr>
          <a:xfrm>
            <a:off x="2519574" y="1942625"/>
            <a:ext cx="1223472" cy="205633"/>
          </a:xfrm>
          <a:prstGeom prst="rect">
            <a:avLst/>
          </a:prstGeom>
          <a:gradFill>
            <a:gsLst>
              <a:gs pos="0">
                <a:schemeClr val="accent3">
                  <a:lumMod val="50000"/>
                </a:schemeClr>
              </a:gs>
              <a:gs pos="56000">
                <a:srgbClr val="FAB92E"/>
              </a:gs>
              <a:gs pos="100000">
                <a:schemeClr val="accent5"/>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Triangle isocèle 7">
            <a:extLst>
              <a:ext uri="{FF2B5EF4-FFF2-40B4-BE49-F238E27FC236}">
                <a16:creationId xmlns:a16="http://schemas.microsoft.com/office/drawing/2014/main" id="{F0724E1C-D282-1452-DFD2-B27E5B29203F}"/>
              </a:ext>
            </a:extLst>
          </p:cNvPr>
          <p:cNvSpPr>
            <a:spLocks noChangeAspect="1"/>
          </p:cNvSpPr>
          <p:nvPr/>
        </p:nvSpPr>
        <p:spPr>
          <a:xfrm flipV="1">
            <a:off x="3593402" y="1959111"/>
            <a:ext cx="85991" cy="85991"/>
          </a:xfrm>
          <a:prstGeom prst="triangl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804C6CC5-C951-6FA5-EF7B-880792E5D7CC}"/>
              </a:ext>
            </a:extLst>
          </p:cNvPr>
          <p:cNvSpPr/>
          <p:nvPr/>
        </p:nvSpPr>
        <p:spPr>
          <a:xfrm>
            <a:off x="2519574" y="2305937"/>
            <a:ext cx="1223472" cy="205633"/>
          </a:xfrm>
          <a:prstGeom prst="rect">
            <a:avLst/>
          </a:prstGeom>
          <a:gradFill>
            <a:gsLst>
              <a:gs pos="0">
                <a:schemeClr val="accent3">
                  <a:lumMod val="50000"/>
                </a:schemeClr>
              </a:gs>
              <a:gs pos="56000">
                <a:srgbClr val="FAB92E"/>
              </a:gs>
              <a:gs pos="100000">
                <a:schemeClr val="accent5"/>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Triangle isocèle 9">
            <a:extLst>
              <a:ext uri="{FF2B5EF4-FFF2-40B4-BE49-F238E27FC236}">
                <a16:creationId xmlns:a16="http://schemas.microsoft.com/office/drawing/2014/main" id="{A71975A7-D76F-E1EA-8EB3-918ED048451A}"/>
              </a:ext>
            </a:extLst>
          </p:cNvPr>
          <p:cNvSpPr>
            <a:spLocks noChangeAspect="1"/>
          </p:cNvSpPr>
          <p:nvPr/>
        </p:nvSpPr>
        <p:spPr>
          <a:xfrm flipV="1">
            <a:off x="3626974" y="2246116"/>
            <a:ext cx="85991" cy="85991"/>
          </a:xfrm>
          <a:prstGeom prst="triangl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61C347BA-BA3E-E413-D1FC-CCA0BA5C354F}"/>
              </a:ext>
            </a:extLst>
          </p:cNvPr>
          <p:cNvSpPr/>
          <p:nvPr/>
        </p:nvSpPr>
        <p:spPr>
          <a:xfrm>
            <a:off x="2519574" y="2680295"/>
            <a:ext cx="1223472" cy="205633"/>
          </a:xfrm>
          <a:prstGeom prst="rect">
            <a:avLst/>
          </a:prstGeom>
          <a:gradFill>
            <a:gsLst>
              <a:gs pos="0">
                <a:schemeClr val="accent3">
                  <a:lumMod val="50000"/>
                </a:schemeClr>
              </a:gs>
              <a:gs pos="56000">
                <a:srgbClr val="FAB92E"/>
              </a:gs>
              <a:gs pos="100000">
                <a:schemeClr val="accent5"/>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Triangle isocèle 15">
            <a:extLst>
              <a:ext uri="{FF2B5EF4-FFF2-40B4-BE49-F238E27FC236}">
                <a16:creationId xmlns:a16="http://schemas.microsoft.com/office/drawing/2014/main" id="{F8089FBA-F1FA-F87C-DE62-EC9C4117382D}"/>
              </a:ext>
            </a:extLst>
          </p:cNvPr>
          <p:cNvSpPr>
            <a:spLocks noChangeAspect="1"/>
          </p:cNvSpPr>
          <p:nvPr/>
        </p:nvSpPr>
        <p:spPr>
          <a:xfrm flipV="1">
            <a:off x="3626974" y="2620474"/>
            <a:ext cx="85991" cy="85991"/>
          </a:xfrm>
          <a:prstGeom prst="triangl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a:extLst>
              <a:ext uri="{FF2B5EF4-FFF2-40B4-BE49-F238E27FC236}">
                <a16:creationId xmlns:a16="http://schemas.microsoft.com/office/drawing/2014/main" id="{1161C385-6E01-8CE8-6122-68C8DF8C9319}"/>
              </a:ext>
            </a:extLst>
          </p:cNvPr>
          <p:cNvSpPr/>
          <p:nvPr/>
        </p:nvSpPr>
        <p:spPr>
          <a:xfrm>
            <a:off x="2519574" y="3037402"/>
            <a:ext cx="1223472" cy="205633"/>
          </a:xfrm>
          <a:prstGeom prst="rect">
            <a:avLst/>
          </a:prstGeom>
          <a:gradFill>
            <a:gsLst>
              <a:gs pos="0">
                <a:schemeClr val="accent3">
                  <a:lumMod val="50000"/>
                </a:schemeClr>
              </a:gs>
              <a:gs pos="56000">
                <a:srgbClr val="FAB92E"/>
              </a:gs>
              <a:gs pos="100000">
                <a:schemeClr val="accent5"/>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0" name="Tableau 19">
            <a:extLst>
              <a:ext uri="{FF2B5EF4-FFF2-40B4-BE49-F238E27FC236}">
                <a16:creationId xmlns:a16="http://schemas.microsoft.com/office/drawing/2014/main" id="{C0C1D961-E82D-5301-881A-2DE83A18A80B}"/>
              </a:ext>
            </a:extLst>
          </p:cNvPr>
          <p:cNvGraphicFramePr>
            <a:graphicFrameLocks noGrp="1"/>
          </p:cNvGraphicFramePr>
          <p:nvPr>
            <p:extLst>
              <p:ext uri="{D42A27DB-BD31-4B8C-83A1-F6EECF244321}">
                <p14:modId xmlns:p14="http://schemas.microsoft.com/office/powerpoint/2010/main" val="1911794735"/>
              </p:ext>
            </p:extLst>
          </p:nvPr>
        </p:nvGraphicFramePr>
        <p:xfrm>
          <a:off x="1013234" y="3784596"/>
          <a:ext cx="4738086" cy="1794120"/>
        </p:xfrm>
        <a:graphic>
          <a:graphicData uri="http://schemas.openxmlformats.org/drawingml/2006/table">
            <a:tbl>
              <a:tblPr firstRow="1" bandRow="1">
                <a:tableStyleId>{5C22544A-7EE6-4342-B048-85BDC9FD1C3A}</a:tableStyleId>
              </a:tblPr>
              <a:tblGrid>
                <a:gridCol w="1396680">
                  <a:extLst>
                    <a:ext uri="{9D8B030D-6E8A-4147-A177-3AD203B41FA5}">
                      <a16:colId xmlns:a16="http://schemas.microsoft.com/office/drawing/2014/main" val="2426967682"/>
                    </a:ext>
                  </a:extLst>
                </a:gridCol>
                <a:gridCol w="1461331">
                  <a:extLst>
                    <a:ext uri="{9D8B030D-6E8A-4147-A177-3AD203B41FA5}">
                      <a16:colId xmlns:a16="http://schemas.microsoft.com/office/drawing/2014/main" val="117792301"/>
                    </a:ext>
                  </a:extLst>
                </a:gridCol>
                <a:gridCol w="1880075">
                  <a:extLst>
                    <a:ext uri="{9D8B030D-6E8A-4147-A177-3AD203B41FA5}">
                      <a16:colId xmlns:a16="http://schemas.microsoft.com/office/drawing/2014/main" val="1740451889"/>
                    </a:ext>
                  </a:extLst>
                </a:gridCol>
              </a:tblGrid>
              <a:tr h="281829">
                <a:tc gridSpan="3">
                  <a:txBody>
                    <a:bodyPr/>
                    <a:lstStyle/>
                    <a:p>
                      <a:r>
                        <a:rPr lang="fr-FR" sz="1400" dirty="0">
                          <a:ln w="3175">
                            <a:solidFill>
                              <a:schemeClr val="accent6">
                                <a:lumMod val="75000"/>
                              </a:schemeClr>
                            </a:solidFill>
                          </a:ln>
                          <a:solidFill>
                            <a:schemeClr val="accent6">
                              <a:lumMod val="75000"/>
                            </a:schemeClr>
                          </a:solidFill>
                        </a:rPr>
                        <a:t>Données</a:t>
                      </a:r>
                      <a:endParaRPr lang="fr-FR" dirty="0">
                        <a:ln w="3175">
                          <a:solidFill>
                            <a:schemeClr val="accent6">
                              <a:lumMod val="75000"/>
                            </a:schemeClr>
                          </a:solidFill>
                        </a:ln>
                        <a:solidFill>
                          <a:schemeClr val="accent6">
                            <a:lumMod val="75000"/>
                          </a:schemeClr>
                        </a:solidFill>
                      </a:endParaRPr>
                    </a:p>
                  </a:txBody>
                  <a:tcPr marL="72000" marR="72000" marT="36000" marB="36000" anchor="ctr">
                    <a:solidFill>
                      <a:schemeClr val="accent2"/>
                    </a:solidFill>
                  </a:tcPr>
                </a:tc>
                <a:tc hMerge="1">
                  <a:txBody>
                    <a:bodyPr/>
                    <a:lstStyle/>
                    <a:p>
                      <a:endParaRPr lang="fr-FR" dirty="0"/>
                    </a:p>
                  </a:txBody>
                  <a:tcPr>
                    <a:solidFill>
                      <a:schemeClr val="bg1">
                        <a:lumMod val="95000"/>
                      </a:schemeClr>
                    </a:solidFill>
                  </a:tcPr>
                </a:tc>
                <a:tc hMerge="1">
                  <a:txBody>
                    <a:bodyPr/>
                    <a:lstStyle/>
                    <a:p>
                      <a:endParaRPr lang="fr-FR" dirty="0">
                        <a:ln w="3175">
                          <a:solidFill>
                            <a:schemeClr val="accent6">
                              <a:lumMod val="75000"/>
                            </a:schemeClr>
                          </a:solidFill>
                        </a:ln>
                        <a:solidFill>
                          <a:schemeClr val="accent6">
                            <a:lumMod val="75000"/>
                          </a:schemeClr>
                        </a:solidFill>
                      </a:endParaRPr>
                    </a:p>
                  </a:txBody>
                  <a:tcPr marL="72000" marR="72000" marT="36000" marB="36000" anchor="ctr">
                    <a:solidFill>
                      <a:schemeClr val="accent2"/>
                    </a:solidFill>
                  </a:tcPr>
                </a:tc>
                <a:extLst>
                  <a:ext uri="{0D108BD9-81ED-4DB2-BD59-A6C34878D82A}">
                    <a16:rowId xmlns:a16="http://schemas.microsoft.com/office/drawing/2014/main" val="3929837813"/>
                  </a:ext>
                </a:extLst>
              </a:tr>
              <a:tr h="361234">
                <a:tc>
                  <a:txBody>
                    <a:bodyPr/>
                    <a:lstStyle/>
                    <a:p>
                      <a:pPr>
                        <a:lnSpc>
                          <a:spcPct val="60000"/>
                        </a:lnSpc>
                      </a:pPr>
                      <a:r>
                        <a:rPr lang="fr-FR" sz="1050" dirty="0">
                          <a:ln w="12700">
                            <a:solidFill>
                              <a:schemeClr val="accent6">
                                <a:lumMod val="75000"/>
                                <a:alpha val="50000"/>
                              </a:schemeClr>
                            </a:solidFill>
                          </a:ln>
                          <a:solidFill>
                            <a:schemeClr val="accent6">
                              <a:lumMod val="75000"/>
                            </a:schemeClr>
                          </a:solidFill>
                        </a:rPr>
                        <a:t>Isolation de données</a:t>
                      </a:r>
                    </a:p>
                  </a:txBody>
                  <a:tcPr marL="72000" marR="72000" marT="36000" marB="36000" anchor="ctr">
                    <a:solidFill>
                      <a:schemeClr val="accent2">
                        <a:lumMod val="40000"/>
                        <a:lumOff val="60000"/>
                      </a:schemeClr>
                    </a:solidFill>
                  </a:tcPr>
                </a:tc>
                <a:tc>
                  <a:txBody>
                    <a:bodyPr/>
                    <a:lstStyle/>
                    <a:p>
                      <a:endParaRPr lang="fr-FR" dirty="0">
                        <a:ln w="9525">
                          <a:solidFill>
                            <a:schemeClr val="accent6">
                              <a:lumMod val="75000"/>
                            </a:schemeClr>
                          </a:solidFill>
                        </a:ln>
                        <a:solidFill>
                          <a:schemeClr val="accent6">
                            <a:lumMod val="75000"/>
                          </a:schemeClr>
                        </a:solidFill>
                      </a:endParaRPr>
                    </a:p>
                  </a:txBody>
                  <a:tcPr anchor="c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50" kern="1200" dirty="0">
                          <a:ln w="12700">
                            <a:solidFill>
                              <a:schemeClr val="accent6">
                                <a:lumMod val="75000"/>
                                <a:alpha val="50000"/>
                              </a:schemeClr>
                            </a:solidFill>
                          </a:ln>
                          <a:solidFill>
                            <a:schemeClr val="accent6">
                              <a:lumMod val="75000"/>
                            </a:schemeClr>
                          </a:solidFill>
                          <a:latin typeface="+mn-lt"/>
                          <a:ea typeface="+mn-ea"/>
                          <a:cs typeface="+mn-cs"/>
                        </a:rPr>
                        <a:t>Intégration avec ENTRA ID</a:t>
                      </a:r>
                    </a:p>
                  </a:txBody>
                  <a:tcPr anchor="ctr">
                    <a:solidFill>
                      <a:schemeClr val="bg1">
                        <a:lumMod val="95000"/>
                      </a:schemeClr>
                    </a:solidFill>
                  </a:tcPr>
                </a:tc>
                <a:extLst>
                  <a:ext uri="{0D108BD9-81ED-4DB2-BD59-A6C34878D82A}">
                    <a16:rowId xmlns:a16="http://schemas.microsoft.com/office/drawing/2014/main" val="2739304904"/>
                  </a:ext>
                </a:extLst>
              </a:tr>
              <a:tr h="361234">
                <a:tc>
                  <a:txBody>
                    <a:bodyPr/>
                    <a:lstStyle/>
                    <a:p>
                      <a:pPr marL="0" algn="l" defTabSz="914400" rtl="0" eaLnBrk="1" latinLnBrk="0" hangingPunct="1">
                        <a:lnSpc>
                          <a:spcPct val="60000"/>
                        </a:lnSpc>
                      </a:pPr>
                      <a:r>
                        <a:rPr lang="fr-FR" sz="1050" kern="1200" dirty="0">
                          <a:ln w="12700">
                            <a:solidFill>
                              <a:schemeClr val="accent6">
                                <a:lumMod val="75000"/>
                                <a:alpha val="50000"/>
                              </a:schemeClr>
                            </a:solidFill>
                          </a:ln>
                          <a:solidFill>
                            <a:schemeClr val="accent6">
                              <a:lumMod val="75000"/>
                            </a:schemeClr>
                          </a:solidFill>
                          <a:latin typeface="+mn-lt"/>
                          <a:ea typeface="+mn-ea"/>
                          <a:cs typeface="+mn-cs"/>
                        </a:rPr>
                        <a:t>Propriété des données</a:t>
                      </a:r>
                    </a:p>
                  </a:txBody>
                  <a:tcPr marL="72000" marR="72000" marT="36000" marB="36000" anchor="ctr">
                    <a:solidFill>
                      <a:schemeClr val="accent2">
                        <a:lumMod val="40000"/>
                        <a:lumOff val="60000"/>
                      </a:schemeClr>
                    </a:solidFill>
                  </a:tcPr>
                </a:tc>
                <a:tc>
                  <a:txBody>
                    <a:bodyPr/>
                    <a:lstStyle/>
                    <a:p>
                      <a:endParaRPr lang="fr-FR" dirty="0">
                        <a:ln w="9525">
                          <a:solidFill>
                            <a:schemeClr val="accent6">
                              <a:lumMod val="75000"/>
                            </a:schemeClr>
                          </a:solidFill>
                        </a:ln>
                        <a:solidFill>
                          <a:schemeClr val="accent6">
                            <a:lumMod val="75000"/>
                          </a:schemeClr>
                        </a:solidFill>
                      </a:endParaRPr>
                    </a:p>
                  </a:txBody>
                  <a:tcPr anchor="ctr">
                    <a:solidFill>
                      <a:schemeClr val="bg1">
                        <a:lumMod val="95000"/>
                      </a:schemeClr>
                    </a:solidFill>
                  </a:tcPr>
                </a:tc>
                <a:tc>
                  <a:txBody>
                    <a:bodyPr/>
                    <a:lstStyle/>
                    <a:p>
                      <a:endParaRPr lang="fr-FR" sz="1050" kern="1200" dirty="0">
                        <a:ln w="12700">
                          <a:solidFill>
                            <a:schemeClr val="accent6">
                              <a:lumMod val="75000"/>
                              <a:alpha val="50000"/>
                            </a:schemeClr>
                          </a:solidFill>
                        </a:ln>
                        <a:solidFill>
                          <a:schemeClr val="accent6">
                            <a:lumMod val="75000"/>
                          </a:schemeClr>
                        </a:solidFill>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331261713"/>
                  </a:ext>
                </a:extLst>
              </a:tr>
              <a:tr h="361234">
                <a:tc>
                  <a:txBody>
                    <a:bodyPr/>
                    <a:lstStyle/>
                    <a:p>
                      <a:pPr marL="0" algn="l" defTabSz="914400" rtl="0" eaLnBrk="1" latinLnBrk="0" hangingPunct="1">
                        <a:lnSpc>
                          <a:spcPct val="60000"/>
                        </a:lnSpc>
                      </a:pPr>
                      <a:r>
                        <a:rPr lang="fr-FR" sz="1050" kern="1200" dirty="0">
                          <a:ln w="12700">
                            <a:solidFill>
                              <a:schemeClr val="accent6">
                                <a:lumMod val="75000"/>
                                <a:alpha val="50000"/>
                              </a:schemeClr>
                            </a:solidFill>
                          </a:ln>
                          <a:solidFill>
                            <a:schemeClr val="accent6">
                              <a:lumMod val="75000"/>
                            </a:schemeClr>
                          </a:solidFill>
                          <a:latin typeface="+mn-lt"/>
                          <a:ea typeface="+mn-ea"/>
                          <a:cs typeface="+mn-cs"/>
                        </a:rPr>
                        <a:t>Réversibilité des données</a:t>
                      </a:r>
                    </a:p>
                  </a:txBody>
                  <a:tcPr marL="72000" marR="72000" marT="36000" marB="36000" anchor="ctr">
                    <a:solidFill>
                      <a:schemeClr val="accent2">
                        <a:lumMod val="40000"/>
                        <a:lumOff val="60000"/>
                      </a:schemeClr>
                    </a:solidFill>
                  </a:tcPr>
                </a:tc>
                <a:tc>
                  <a:txBody>
                    <a:bodyPr/>
                    <a:lstStyle/>
                    <a:p>
                      <a:endParaRPr lang="fr-FR" dirty="0">
                        <a:ln w="9525">
                          <a:solidFill>
                            <a:schemeClr val="accent6">
                              <a:lumMod val="75000"/>
                            </a:schemeClr>
                          </a:solidFill>
                        </a:ln>
                        <a:solidFill>
                          <a:schemeClr val="accent6">
                            <a:lumMod val="75000"/>
                          </a:schemeClr>
                        </a:solidFill>
                      </a:endParaRPr>
                    </a:p>
                  </a:txBody>
                  <a:tcPr anchor="ctr">
                    <a:solidFill>
                      <a:schemeClr val="bg1">
                        <a:lumMod val="95000"/>
                      </a:schemeClr>
                    </a:solidFill>
                  </a:tcPr>
                </a:tc>
                <a:tc>
                  <a:txBody>
                    <a:bodyPr/>
                    <a:lstStyle/>
                    <a:p>
                      <a:r>
                        <a:rPr lang="fr-FR" sz="1050" kern="1200" dirty="0">
                          <a:ln w="12700">
                            <a:solidFill>
                              <a:schemeClr val="accent6">
                                <a:lumMod val="75000"/>
                                <a:alpha val="50000"/>
                              </a:schemeClr>
                            </a:solidFill>
                          </a:ln>
                          <a:solidFill>
                            <a:schemeClr val="accent6">
                              <a:lumMod val="75000"/>
                            </a:schemeClr>
                          </a:solidFill>
                          <a:latin typeface="+mn-lt"/>
                          <a:ea typeface="+mn-ea"/>
                          <a:cs typeface="+mn-cs"/>
                        </a:rPr>
                        <a:t>La réversibilité est bien gérée dans les process SAP.</a:t>
                      </a:r>
                    </a:p>
                  </a:txBody>
                  <a:tcPr anchor="ctr">
                    <a:solidFill>
                      <a:schemeClr val="bg1">
                        <a:lumMod val="95000"/>
                      </a:schemeClr>
                    </a:solidFill>
                  </a:tcPr>
                </a:tc>
                <a:extLst>
                  <a:ext uri="{0D108BD9-81ED-4DB2-BD59-A6C34878D82A}">
                    <a16:rowId xmlns:a16="http://schemas.microsoft.com/office/drawing/2014/main" val="4284267108"/>
                  </a:ext>
                </a:extLst>
              </a:tr>
              <a:tr h="361234">
                <a:tc>
                  <a:txBody>
                    <a:bodyPr/>
                    <a:lstStyle/>
                    <a:p>
                      <a:pPr marL="0" algn="l" defTabSz="914400" rtl="0" eaLnBrk="1" latinLnBrk="0" hangingPunct="1">
                        <a:lnSpc>
                          <a:spcPct val="60000"/>
                        </a:lnSpc>
                      </a:pPr>
                      <a:r>
                        <a:rPr lang="fr-FR" sz="1050" kern="1200" dirty="0">
                          <a:ln w="12700">
                            <a:solidFill>
                              <a:schemeClr val="accent6">
                                <a:lumMod val="75000"/>
                                <a:alpha val="50000"/>
                              </a:schemeClr>
                            </a:solidFill>
                          </a:ln>
                          <a:solidFill>
                            <a:schemeClr val="accent6">
                              <a:lumMod val="75000"/>
                            </a:schemeClr>
                          </a:solidFill>
                          <a:latin typeface="+mn-lt"/>
                          <a:ea typeface="+mn-ea"/>
                          <a:cs typeface="+mn-cs"/>
                        </a:rPr>
                        <a:t>Masquage des données</a:t>
                      </a:r>
                    </a:p>
                  </a:txBody>
                  <a:tcPr marL="72000" marR="72000" marT="36000" marB="36000" anchor="ctr">
                    <a:solidFill>
                      <a:schemeClr val="accent2">
                        <a:lumMod val="40000"/>
                        <a:lumOff val="60000"/>
                      </a:schemeClr>
                    </a:solidFill>
                  </a:tcPr>
                </a:tc>
                <a:tc>
                  <a:txBody>
                    <a:bodyPr/>
                    <a:lstStyle/>
                    <a:p>
                      <a:endParaRPr lang="fr-FR" dirty="0">
                        <a:ln w="9525">
                          <a:solidFill>
                            <a:schemeClr val="accent6">
                              <a:lumMod val="75000"/>
                            </a:schemeClr>
                          </a:solidFill>
                        </a:ln>
                        <a:solidFill>
                          <a:schemeClr val="accent6">
                            <a:lumMod val="75000"/>
                          </a:schemeClr>
                        </a:solidFill>
                      </a:endParaRPr>
                    </a:p>
                  </a:txBody>
                  <a:tcPr anchor="ctr">
                    <a:solidFill>
                      <a:schemeClr val="bg1">
                        <a:lumMod val="95000"/>
                      </a:schemeClr>
                    </a:solidFill>
                  </a:tcPr>
                </a:tc>
                <a:tc>
                  <a:txBody>
                    <a:bodyPr/>
                    <a:lstStyle/>
                    <a:p>
                      <a:r>
                        <a:rPr lang="fr-FR" sz="1050" kern="1200" dirty="0">
                          <a:ln w="12700">
                            <a:solidFill>
                              <a:schemeClr val="accent6">
                                <a:lumMod val="75000"/>
                                <a:alpha val="50000"/>
                              </a:schemeClr>
                            </a:solidFill>
                          </a:ln>
                          <a:solidFill>
                            <a:schemeClr val="accent6">
                              <a:lumMod val="75000"/>
                            </a:schemeClr>
                          </a:solidFill>
                          <a:latin typeface="+mn-lt"/>
                          <a:ea typeface="+mn-ea"/>
                          <a:cs typeface="+mn-cs"/>
                        </a:rPr>
                        <a:t>Conforme aux exigences cyber</a:t>
                      </a:r>
                    </a:p>
                  </a:txBody>
                  <a:tcPr anchor="ctr">
                    <a:solidFill>
                      <a:schemeClr val="bg1">
                        <a:lumMod val="95000"/>
                      </a:schemeClr>
                    </a:solidFill>
                  </a:tcPr>
                </a:tc>
                <a:extLst>
                  <a:ext uri="{0D108BD9-81ED-4DB2-BD59-A6C34878D82A}">
                    <a16:rowId xmlns:a16="http://schemas.microsoft.com/office/drawing/2014/main" val="2576950261"/>
                  </a:ext>
                </a:extLst>
              </a:tr>
            </a:tbl>
          </a:graphicData>
        </a:graphic>
      </p:graphicFrame>
      <p:sp>
        <p:nvSpPr>
          <p:cNvPr id="21" name="Rectangle 20">
            <a:extLst>
              <a:ext uri="{FF2B5EF4-FFF2-40B4-BE49-F238E27FC236}">
                <a16:creationId xmlns:a16="http://schemas.microsoft.com/office/drawing/2014/main" id="{0193D82F-B67C-7C43-296A-D04E2C89BB3D}"/>
              </a:ext>
            </a:extLst>
          </p:cNvPr>
          <p:cNvSpPr/>
          <p:nvPr/>
        </p:nvSpPr>
        <p:spPr>
          <a:xfrm>
            <a:off x="2519574" y="4168765"/>
            <a:ext cx="1223472" cy="205633"/>
          </a:xfrm>
          <a:prstGeom prst="rect">
            <a:avLst/>
          </a:prstGeom>
          <a:gradFill>
            <a:gsLst>
              <a:gs pos="0">
                <a:schemeClr val="accent3">
                  <a:lumMod val="50000"/>
                </a:schemeClr>
              </a:gs>
              <a:gs pos="56000">
                <a:srgbClr val="FAB92E"/>
              </a:gs>
              <a:gs pos="100000">
                <a:schemeClr val="accent5"/>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Triangle isocèle 22">
            <a:extLst>
              <a:ext uri="{FF2B5EF4-FFF2-40B4-BE49-F238E27FC236}">
                <a16:creationId xmlns:a16="http://schemas.microsoft.com/office/drawing/2014/main" id="{6B15F59F-3979-56F8-D2EF-D3BD38E07DA0}"/>
              </a:ext>
            </a:extLst>
          </p:cNvPr>
          <p:cNvSpPr>
            <a:spLocks noChangeAspect="1"/>
          </p:cNvSpPr>
          <p:nvPr/>
        </p:nvSpPr>
        <p:spPr>
          <a:xfrm flipV="1">
            <a:off x="3626974" y="4108944"/>
            <a:ext cx="85991" cy="85991"/>
          </a:xfrm>
          <a:prstGeom prst="triangl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Rectangle 23">
            <a:extLst>
              <a:ext uri="{FF2B5EF4-FFF2-40B4-BE49-F238E27FC236}">
                <a16:creationId xmlns:a16="http://schemas.microsoft.com/office/drawing/2014/main" id="{04501664-4AA7-97EA-B543-A07CDB5447F5}"/>
              </a:ext>
            </a:extLst>
          </p:cNvPr>
          <p:cNvSpPr/>
          <p:nvPr/>
        </p:nvSpPr>
        <p:spPr>
          <a:xfrm>
            <a:off x="2519574" y="4540923"/>
            <a:ext cx="1223472" cy="205633"/>
          </a:xfrm>
          <a:prstGeom prst="rect">
            <a:avLst/>
          </a:prstGeom>
          <a:gradFill>
            <a:gsLst>
              <a:gs pos="0">
                <a:schemeClr val="accent3">
                  <a:lumMod val="50000"/>
                </a:schemeClr>
              </a:gs>
              <a:gs pos="56000">
                <a:srgbClr val="FAB92E"/>
              </a:gs>
              <a:gs pos="100000">
                <a:schemeClr val="accent5"/>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Triangle isocèle 24">
            <a:extLst>
              <a:ext uri="{FF2B5EF4-FFF2-40B4-BE49-F238E27FC236}">
                <a16:creationId xmlns:a16="http://schemas.microsoft.com/office/drawing/2014/main" id="{6F355691-01A5-679D-41FF-A3447275D765}"/>
              </a:ext>
            </a:extLst>
          </p:cNvPr>
          <p:cNvSpPr>
            <a:spLocks noChangeAspect="1"/>
          </p:cNvSpPr>
          <p:nvPr/>
        </p:nvSpPr>
        <p:spPr>
          <a:xfrm flipV="1">
            <a:off x="3626974" y="4481102"/>
            <a:ext cx="85991" cy="85991"/>
          </a:xfrm>
          <a:prstGeom prst="triangl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Rectangle 25">
            <a:extLst>
              <a:ext uri="{FF2B5EF4-FFF2-40B4-BE49-F238E27FC236}">
                <a16:creationId xmlns:a16="http://schemas.microsoft.com/office/drawing/2014/main" id="{6B4F77EC-4C22-BB58-8C36-6A9F212C3CAF}"/>
              </a:ext>
            </a:extLst>
          </p:cNvPr>
          <p:cNvSpPr/>
          <p:nvPr/>
        </p:nvSpPr>
        <p:spPr>
          <a:xfrm>
            <a:off x="2519574" y="4948685"/>
            <a:ext cx="1223472" cy="205633"/>
          </a:xfrm>
          <a:prstGeom prst="rect">
            <a:avLst/>
          </a:prstGeom>
          <a:gradFill>
            <a:gsLst>
              <a:gs pos="0">
                <a:schemeClr val="accent3">
                  <a:lumMod val="50000"/>
                </a:schemeClr>
              </a:gs>
              <a:gs pos="56000">
                <a:srgbClr val="FAB92E"/>
              </a:gs>
              <a:gs pos="100000">
                <a:schemeClr val="accent5"/>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riangle isocèle 26">
            <a:extLst>
              <a:ext uri="{FF2B5EF4-FFF2-40B4-BE49-F238E27FC236}">
                <a16:creationId xmlns:a16="http://schemas.microsoft.com/office/drawing/2014/main" id="{F5E134E0-589E-FEA7-D42A-6E66106B4DAC}"/>
              </a:ext>
            </a:extLst>
          </p:cNvPr>
          <p:cNvSpPr>
            <a:spLocks noChangeAspect="1"/>
          </p:cNvSpPr>
          <p:nvPr/>
        </p:nvSpPr>
        <p:spPr>
          <a:xfrm flipV="1">
            <a:off x="3626974" y="4888864"/>
            <a:ext cx="85991" cy="85991"/>
          </a:xfrm>
          <a:prstGeom prst="triangl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Rectangle 27">
            <a:extLst>
              <a:ext uri="{FF2B5EF4-FFF2-40B4-BE49-F238E27FC236}">
                <a16:creationId xmlns:a16="http://schemas.microsoft.com/office/drawing/2014/main" id="{F361F22B-1788-7B43-9D44-8BE843A694ED}"/>
              </a:ext>
            </a:extLst>
          </p:cNvPr>
          <p:cNvSpPr/>
          <p:nvPr/>
        </p:nvSpPr>
        <p:spPr>
          <a:xfrm>
            <a:off x="2519574" y="5335743"/>
            <a:ext cx="1223472" cy="205633"/>
          </a:xfrm>
          <a:prstGeom prst="rect">
            <a:avLst/>
          </a:prstGeom>
          <a:gradFill>
            <a:gsLst>
              <a:gs pos="0">
                <a:schemeClr val="accent3">
                  <a:lumMod val="50000"/>
                </a:schemeClr>
              </a:gs>
              <a:gs pos="56000">
                <a:srgbClr val="FAB92E"/>
              </a:gs>
              <a:gs pos="100000">
                <a:schemeClr val="accent5"/>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Triangle isocèle 28">
            <a:extLst>
              <a:ext uri="{FF2B5EF4-FFF2-40B4-BE49-F238E27FC236}">
                <a16:creationId xmlns:a16="http://schemas.microsoft.com/office/drawing/2014/main" id="{7506626A-0D80-9722-B614-AAB28925067C}"/>
              </a:ext>
            </a:extLst>
          </p:cNvPr>
          <p:cNvSpPr>
            <a:spLocks noChangeAspect="1"/>
          </p:cNvSpPr>
          <p:nvPr/>
        </p:nvSpPr>
        <p:spPr>
          <a:xfrm flipV="1">
            <a:off x="3626974" y="5275922"/>
            <a:ext cx="85991" cy="85991"/>
          </a:xfrm>
          <a:prstGeom prst="triangl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32" name="Tableau 31">
            <a:extLst>
              <a:ext uri="{FF2B5EF4-FFF2-40B4-BE49-F238E27FC236}">
                <a16:creationId xmlns:a16="http://schemas.microsoft.com/office/drawing/2014/main" id="{4A4C17FF-2717-A61C-1BCB-9FD4AA2601C0}"/>
              </a:ext>
            </a:extLst>
          </p:cNvPr>
          <p:cNvGraphicFramePr>
            <a:graphicFrameLocks noGrp="1"/>
          </p:cNvGraphicFramePr>
          <p:nvPr>
            <p:extLst>
              <p:ext uri="{D42A27DB-BD31-4B8C-83A1-F6EECF244321}">
                <p14:modId xmlns:p14="http://schemas.microsoft.com/office/powerpoint/2010/main" val="108523430"/>
              </p:ext>
            </p:extLst>
          </p:nvPr>
        </p:nvGraphicFramePr>
        <p:xfrm>
          <a:off x="6013108" y="1202591"/>
          <a:ext cx="4772269" cy="651120"/>
        </p:xfrm>
        <a:graphic>
          <a:graphicData uri="http://schemas.openxmlformats.org/drawingml/2006/table">
            <a:tbl>
              <a:tblPr firstRow="1" bandRow="1">
                <a:tableStyleId>{5C22544A-7EE6-4342-B048-85BDC9FD1C3A}</a:tableStyleId>
              </a:tblPr>
              <a:tblGrid>
                <a:gridCol w="1465046">
                  <a:extLst>
                    <a:ext uri="{9D8B030D-6E8A-4147-A177-3AD203B41FA5}">
                      <a16:colId xmlns:a16="http://schemas.microsoft.com/office/drawing/2014/main" val="2426967682"/>
                    </a:ext>
                  </a:extLst>
                </a:gridCol>
                <a:gridCol w="1401511">
                  <a:extLst>
                    <a:ext uri="{9D8B030D-6E8A-4147-A177-3AD203B41FA5}">
                      <a16:colId xmlns:a16="http://schemas.microsoft.com/office/drawing/2014/main" val="117792301"/>
                    </a:ext>
                  </a:extLst>
                </a:gridCol>
                <a:gridCol w="1905712">
                  <a:extLst>
                    <a:ext uri="{9D8B030D-6E8A-4147-A177-3AD203B41FA5}">
                      <a16:colId xmlns:a16="http://schemas.microsoft.com/office/drawing/2014/main" val="1740451889"/>
                    </a:ext>
                  </a:extLst>
                </a:gridCol>
              </a:tblGrid>
              <a:tr h="281829">
                <a:tc gridSpan="3">
                  <a:txBody>
                    <a:bodyPr/>
                    <a:lstStyle/>
                    <a:p>
                      <a:r>
                        <a:rPr lang="fr-FR" sz="1400" dirty="0">
                          <a:ln w="3175">
                            <a:solidFill>
                              <a:schemeClr val="accent6">
                                <a:lumMod val="75000"/>
                              </a:schemeClr>
                            </a:solidFill>
                          </a:ln>
                          <a:solidFill>
                            <a:schemeClr val="accent6">
                              <a:lumMod val="75000"/>
                            </a:schemeClr>
                          </a:solidFill>
                        </a:rPr>
                        <a:t>Intégration</a:t>
                      </a:r>
                      <a:endParaRPr lang="fr-FR" dirty="0">
                        <a:ln w="3175">
                          <a:solidFill>
                            <a:schemeClr val="accent6">
                              <a:lumMod val="75000"/>
                            </a:schemeClr>
                          </a:solidFill>
                        </a:ln>
                        <a:solidFill>
                          <a:schemeClr val="accent6">
                            <a:lumMod val="75000"/>
                          </a:schemeClr>
                        </a:solidFill>
                      </a:endParaRPr>
                    </a:p>
                  </a:txBody>
                  <a:tcPr marL="72000" marR="72000" marT="36000" marB="36000" anchor="ctr">
                    <a:solidFill>
                      <a:schemeClr val="accent2"/>
                    </a:solidFill>
                  </a:tcPr>
                </a:tc>
                <a:tc hMerge="1">
                  <a:txBody>
                    <a:bodyPr/>
                    <a:lstStyle/>
                    <a:p>
                      <a:endParaRPr lang="fr-FR" dirty="0"/>
                    </a:p>
                  </a:txBody>
                  <a:tcPr>
                    <a:solidFill>
                      <a:schemeClr val="bg1">
                        <a:lumMod val="95000"/>
                      </a:schemeClr>
                    </a:solidFill>
                  </a:tcPr>
                </a:tc>
                <a:tc hMerge="1">
                  <a:txBody>
                    <a:bodyPr/>
                    <a:lstStyle/>
                    <a:p>
                      <a:endParaRPr lang="fr-FR" dirty="0">
                        <a:ln w="3175">
                          <a:solidFill>
                            <a:schemeClr val="accent6">
                              <a:lumMod val="75000"/>
                            </a:schemeClr>
                          </a:solidFill>
                        </a:ln>
                        <a:solidFill>
                          <a:schemeClr val="accent6">
                            <a:lumMod val="75000"/>
                          </a:schemeClr>
                        </a:solidFill>
                      </a:endParaRPr>
                    </a:p>
                  </a:txBody>
                  <a:tcPr marL="72000" marR="72000" marT="36000" marB="36000" anchor="ctr">
                    <a:solidFill>
                      <a:schemeClr val="accent2"/>
                    </a:solidFill>
                  </a:tcPr>
                </a:tc>
                <a:extLst>
                  <a:ext uri="{0D108BD9-81ED-4DB2-BD59-A6C34878D82A}">
                    <a16:rowId xmlns:a16="http://schemas.microsoft.com/office/drawing/2014/main" val="3929837813"/>
                  </a:ext>
                </a:extLst>
              </a:tr>
              <a:tr h="361234">
                <a:tc>
                  <a:txBody>
                    <a:bodyPr/>
                    <a:lstStyle/>
                    <a:p>
                      <a:pPr>
                        <a:lnSpc>
                          <a:spcPct val="60000"/>
                        </a:lnSpc>
                      </a:pPr>
                      <a:r>
                        <a:rPr lang="fr-FR" sz="1050" dirty="0">
                          <a:ln w="12700">
                            <a:solidFill>
                              <a:schemeClr val="accent6">
                                <a:lumMod val="75000"/>
                                <a:alpha val="50000"/>
                              </a:schemeClr>
                            </a:solidFill>
                          </a:ln>
                          <a:solidFill>
                            <a:schemeClr val="accent6">
                              <a:lumMod val="75000"/>
                            </a:schemeClr>
                          </a:solidFill>
                        </a:rPr>
                        <a:t>API</a:t>
                      </a:r>
                    </a:p>
                  </a:txBody>
                  <a:tcPr marL="72000" marR="72000" marT="36000" marB="36000" anchor="ctr">
                    <a:solidFill>
                      <a:schemeClr val="accent2">
                        <a:lumMod val="40000"/>
                        <a:lumOff val="60000"/>
                      </a:schemeClr>
                    </a:solidFill>
                  </a:tcPr>
                </a:tc>
                <a:tc>
                  <a:txBody>
                    <a:bodyPr/>
                    <a:lstStyle/>
                    <a:p>
                      <a:endParaRPr lang="fr-FR" dirty="0">
                        <a:ln w="9525">
                          <a:solidFill>
                            <a:schemeClr val="accent6">
                              <a:lumMod val="75000"/>
                            </a:schemeClr>
                          </a:solidFill>
                        </a:ln>
                        <a:solidFill>
                          <a:schemeClr val="accent6">
                            <a:lumMod val="75000"/>
                          </a:schemeClr>
                        </a:solidFill>
                      </a:endParaRPr>
                    </a:p>
                  </a:txBody>
                  <a:tcPr anchor="ctr">
                    <a:solidFill>
                      <a:schemeClr val="bg1">
                        <a:lumMod val="95000"/>
                      </a:schemeClr>
                    </a:solidFill>
                  </a:tcPr>
                </a:tc>
                <a:tc>
                  <a:txBody>
                    <a:bodyPr/>
                    <a:lstStyle/>
                    <a:p>
                      <a:pPr marL="0" marR="0" lvl="0" indent="0" algn="l" defTabSz="914400" rtl="0" eaLnBrk="1" fontAlgn="auto" latinLnBrk="0" hangingPunct="1">
                        <a:lnSpc>
                          <a:spcPct val="60000"/>
                        </a:lnSpc>
                        <a:spcBef>
                          <a:spcPts val="0"/>
                        </a:spcBef>
                        <a:spcAft>
                          <a:spcPts val="0"/>
                        </a:spcAft>
                        <a:buClrTx/>
                        <a:buSzTx/>
                        <a:buFontTx/>
                        <a:buNone/>
                        <a:tabLst/>
                        <a:defRPr/>
                      </a:pPr>
                      <a:r>
                        <a:rPr lang="fr-FR" sz="1050" kern="1200" dirty="0">
                          <a:ln w="12700">
                            <a:solidFill>
                              <a:schemeClr val="accent6">
                                <a:lumMod val="75000"/>
                                <a:alpha val="50000"/>
                              </a:schemeClr>
                            </a:solidFill>
                          </a:ln>
                          <a:solidFill>
                            <a:schemeClr val="accent6">
                              <a:lumMod val="75000"/>
                            </a:schemeClr>
                          </a:solidFill>
                          <a:latin typeface="+mn-lt"/>
                          <a:ea typeface="+mn-ea"/>
                          <a:cs typeface="+mn-cs"/>
                        </a:rPr>
                        <a:t>Intégration MULESOFT à prévoir</a:t>
                      </a:r>
                    </a:p>
                  </a:txBody>
                  <a:tcPr anchor="ctr">
                    <a:solidFill>
                      <a:schemeClr val="bg1">
                        <a:lumMod val="95000"/>
                      </a:schemeClr>
                    </a:solidFill>
                  </a:tcPr>
                </a:tc>
                <a:extLst>
                  <a:ext uri="{0D108BD9-81ED-4DB2-BD59-A6C34878D82A}">
                    <a16:rowId xmlns:a16="http://schemas.microsoft.com/office/drawing/2014/main" val="2739304904"/>
                  </a:ext>
                </a:extLst>
              </a:tr>
            </a:tbl>
          </a:graphicData>
        </a:graphic>
      </p:graphicFrame>
      <p:sp>
        <p:nvSpPr>
          <p:cNvPr id="33" name="Rectangle 32">
            <a:extLst>
              <a:ext uri="{FF2B5EF4-FFF2-40B4-BE49-F238E27FC236}">
                <a16:creationId xmlns:a16="http://schemas.microsoft.com/office/drawing/2014/main" id="{2DE7B8CF-0BF8-DFBB-E582-77591C94EA7D}"/>
              </a:ext>
            </a:extLst>
          </p:cNvPr>
          <p:cNvSpPr/>
          <p:nvPr/>
        </p:nvSpPr>
        <p:spPr>
          <a:xfrm>
            <a:off x="7519448" y="1586760"/>
            <a:ext cx="1223472" cy="205633"/>
          </a:xfrm>
          <a:prstGeom prst="rect">
            <a:avLst/>
          </a:prstGeom>
          <a:gradFill>
            <a:gsLst>
              <a:gs pos="0">
                <a:schemeClr val="accent3">
                  <a:lumMod val="50000"/>
                </a:schemeClr>
              </a:gs>
              <a:gs pos="56000">
                <a:srgbClr val="FAB92E"/>
              </a:gs>
              <a:gs pos="100000">
                <a:schemeClr val="accent5"/>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Triangle isocèle 33">
            <a:extLst>
              <a:ext uri="{FF2B5EF4-FFF2-40B4-BE49-F238E27FC236}">
                <a16:creationId xmlns:a16="http://schemas.microsoft.com/office/drawing/2014/main" id="{8803B950-59D3-DFA5-41F4-62EA71475FDB}"/>
              </a:ext>
            </a:extLst>
          </p:cNvPr>
          <p:cNvSpPr>
            <a:spLocks noChangeAspect="1"/>
          </p:cNvSpPr>
          <p:nvPr/>
        </p:nvSpPr>
        <p:spPr>
          <a:xfrm flipV="1">
            <a:off x="8150478" y="1526939"/>
            <a:ext cx="85991" cy="85991"/>
          </a:xfrm>
          <a:prstGeom prst="triangl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45" name="Tableau 44">
            <a:extLst>
              <a:ext uri="{FF2B5EF4-FFF2-40B4-BE49-F238E27FC236}">
                <a16:creationId xmlns:a16="http://schemas.microsoft.com/office/drawing/2014/main" id="{C56DC769-FA9C-0F72-1408-7668C31BD264}"/>
              </a:ext>
            </a:extLst>
          </p:cNvPr>
          <p:cNvGraphicFramePr>
            <a:graphicFrameLocks noGrp="1"/>
          </p:cNvGraphicFramePr>
          <p:nvPr>
            <p:extLst>
              <p:ext uri="{D42A27DB-BD31-4B8C-83A1-F6EECF244321}">
                <p14:modId xmlns:p14="http://schemas.microsoft.com/office/powerpoint/2010/main" val="2844585070"/>
              </p:ext>
            </p:extLst>
          </p:nvPr>
        </p:nvGraphicFramePr>
        <p:xfrm>
          <a:off x="6013108" y="1992910"/>
          <a:ext cx="4738086" cy="1839840"/>
        </p:xfrm>
        <a:graphic>
          <a:graphicData uri="http://schemas.openxmlformats.org/drawingml/2006/table">
            <a:tbl>
              <a:tblPr firstRow="1" bandRow="1">
                <a:tableStyleId>{5C22544A-7EE6-4342-B048-85BDC9FD1C3A}</a:tableStyleId>
              </a:tblPr>
              <a:tblGrid>
                <a:gridCol w="1396680">
                  <a:extLst>
                    <a:ext uri="{9D8B030D-6E8A-4147-A177-3AD203B41FA5}">
                      <a16:colId xmlns:a16="http://schemas.microsoft.com/office/drawing/2014/main" val="2426967682"/>
                    </a:ext>
                  </a:extLst>
                </a:gridCol>
                <a:gridCol w="1461331">
                  <a:extLst>
                    <a:ext uri="{9D8B030D-6E8A-4147-A177-3AD203B41FA5}">
                      <a16:colId xmlns:a16="http://schemas.microsoft.com/office/drawing/2014/main" val="117792301"/>
                    </a:ext>
                  </a:extLst>
                </a:gridCol>
                <a:gridCol w="1880075">
                  <a:extLst>
                    <a:ext uri="{9D8B030D-6E8A-4147-A177-3AD203B41FA5}">
                      <a16:colId xmlns:a16="http://schemas.microsoft.com/office/drawing/2014/main" val="1740451889"/>
                    </a:ext>
                  </a:extLst>
                </a:gridCol>
              </a:tblGrid>
              <a:tr h="281829">
                <a:tc gridSpan="3">
                  <a:txBody>
                    <a:bodyPr/>
                    <a:lstStyle/>
                    <a:p>
                      <a:r>
                        <a:rPr lang="fr-FR" sz="1400" dirty="0">
                          <a:ln w="3175">
                            <a:solidFill>
                              <a:schemeClr val="accent6">
                                <a:lumMod val="75000"/>
                              </a:schemeClr>
                            </a:solidFill>
                          </a:ln>
                          <a:solidFill>
                            <a:schemeClr val="accent6">
                              <a:lumMod val="75000"/>
                            </a:schemeClr>
                          </a:solidFill>
                        </a:rPr>
                        <a:t>Infrastructure</a:t>
                      </a:r>
                      <a:endParaRPr lang="fr-FR" dirty="0">
                        <a:ln w="3175">
                          <a:solidFill>
                            <a:schemeClr val="accent6">
                              <a:lumMod val="75000"/>
                            </a:schemeClr>
                          </a:solidFill>
                        </a:ln>
                        <a:solidFill>
                          <a:schemeClr val="accent6">
                            <a:lumMod val="75000"/>
                          </a:schemeClr>
                        </a:solidFill>
                      </a:endParaRPr>
                    </a:p>
                  </a:txBody>
                  <a:tcPr marL="72000" marR="72000" marT="36000" marB="36000" anchor="ctr">
                    <a:solidFill>
                      <a:schemeClr val="accent2"/>
                    </a:solidFill>
                  </a:tcPr>
                </a:tc>
                <a:tc hMerge="1">
                  <a:txBody>
                    <a:bodyPr/>
                    <a:lstStyle/>
                    <a:p>
                      <a:endParaRPr lang="fr-FR" dirty="0"/>
                    </a:p>
                  </a:txBody>
                  <a:tcPr>
                    <a:solidFill>
                      <a:schemeClr val="bg1">
                        <a:lumMod val="95000"/>
                      </a:schemeClr>
                    </a:solidFill>
                  </a:tcPr>
                </a:tc>
                <a:tc hMerge="1">
                  <a:txBody>
                    <a:bodyPr/>
                    <a:lstStyle/>
                    <a:p>
                      <a:endParaRPr lang="fr-FR" dirty="0">
                        <a:ln w="3175">
                          <a:solidFill>
                            <a:schemeClr val="accent6">
                              <a:lumMod val="75000"/>
                            </a:schemeClr>
                          </a:solidFill>
                        </a:ln>
                        <a:solidFill>
                          <a:schemeClr val="accent6">
                            <a:lumMod val="75000"/>
                          </a:schemeClr>
                        </a:solidFill>
                      </a:endParaRPr>
                    </a:p>
                  </a:txBody>
                  <a:tcPr marL="72000" marR="72000" marT="36000" marB="36000" anchor="ctr">
                    <a:solidFill>
                      <a:schemeClr val="accent2"/>
                    </a:solidFill>
                  </a:tcPr>
                </a:tc>
                <a:extLst>
                  <a:ext uri="{0D108BD9-81ED-4DB2-BD59-A6C34878D82A}">
                    <a16:rowId xmlns:a16="http://schemas.microsoft.com/office/drawing/2014/main" val="3929837813"/>
                  </a:ext>
                </a:extLst>
              </a:tr>
              <a:tr h="361234">
                <a:tc>
                  <a:txBody>
                    <a:bodyPr/>
                    <a:lstStyle/>
                    <a:p>
                      <a:pPr>
                        <a:lnSpc>
                          <a:spcPct val="60000"/>
                        </a:lnSpc>
                      </a:pPr>
                      <a:r>
                        <a:rPr lang="fr-FR" sz="1050" dirty="0">
                          <a:ln w="12700">
                            <a:solidFill>
                              <a:schemeClr val="accent6">
                                <a:lumMod val="75000"/>
                                <a:alpha val="50000"/>
                              </a:schemeClr>
                            </a:solidFill>
                          </a:ln>
                          <a:solidFill>
                            <a:schemeClr val="accent6">
                              <a:lumMod val="75000"/>
                            </a:schemeClr>
                          </a:solidFill>
                        </a:rPr>
                        <a:t>Cloud</a:t>
                      </a:r>
                    </a:p>
                  </a:txBody>
                  <a:tcPr marL="72000" marR="72000" marT="36000" marB="36000" anchor="ctr">
                    <a:solidFill>
                      <a:schemeClr val="accent2">
                        <a:lumMod val="40000"/>
                        <a:lumOff val="60000"/>
                      </a:schemeClr>
                    </a:solidFill>
                  </a:tcPr>
                </a:tc>
                <a:tc>
                  <a:txBody>
                    <a:bodyPr/>
                    <a:lstStyle/>
                    <a:p>
                      <a:endParaRPr lang="fr-FR" dirty="0">
                        <a:ln w="9525">
                          <a:solidFill>
                            <a:schemeClr val="accent6">
                              <a:lumMod val="75000"/>
                            </a:schemeClr>
                          </a:solidFill>
                        </a:ln>
                        <a:solidFill>
                          <a:schemeClr val="accent6">
                            <a:lumMod val="75000"/>
                          </a:schemeClr>
                        </a:solidFill>
                      </a:endParaRPr>
                    </a:p>
                  </a:txBody>
                  <a:tcPr anchor="c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050" kern="1200" dirty="0">
                        <a:ln w="12700">
                          <a:solidFill>
                            <a:schemeClr val="accent6">
                              <a:lumMod val="75000"/>
                              <a:alpha val="50000"/>
                            </a:schemeClr>
                          </a:solidFill>
                        </a:ln>
                        <a:solidFill>
                          <a:schemeClr val="accent6">
                            <a:lumMod val="75000"/>
                          </a:schemeClr>
                        </a:solidFill>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2739304904"/>
                  </a:ext>
                </a:extLst>
              </a:tr>
              <a:tr h="361234">
                <a:tc>
                  <a:txBody>
                    <a:bodyPr/>
                    <a:lstStyle/>
                    <a:p>
                      <a:pPr marL="0" algn="l" defTabSz="914400" rtl="0" eaLnBrk="1" latinLnBrk="0" hangingPunct="1">
                        <a:lnSpc>
                          <a:spcPct val="60000"/>
                        </a:lnSpc>
                      </a:pPr>
                      <a:r>
                        <a:rPr lang="fr-FR" sz="1050" kern="1200" dirty="0">
                          <a:ln w="12700">
                            <a:solidFill>
                              <a:schemeClr val="accent6">
                                <a:lumMod val="75000"/>
                                <a:alpha val="50000"/>
                              </a:schemeClr>
                            </a:solidFill>
                          </a:ln>
                          <a:solidFill>
                            <a:schemeClr val="accent6">
                              <a:lumMod val="75000"/>
                            </a:schemeClr>
                          </a:solidFill>
                          <a:latin typeface="+mn-lt"/>
                          <a:ea typeface="+mn-ea"/>
                          <a:cs typeface="+mn-cs"/>
                        </a:rPr>
                        <a:t>Réseau</a:t>
                      </a:r>
                    </a:p>
                  </a:txBody>
                  <a:tcPr marL="72000" marR="72000" marT="36000" marB="36000" anchor="ctr">
                    <a:solidFill>
                      <a:schemeClr val="accent2">
                        <a:lumMod val="40000"/>
                        <a:lumOff val="60000"/>
                      </a:schemeClr>
                    </a:solidFill>
                  </a:tcPr>
                </a:tc>
                <a:tc>
                  <a:txBody>
                    <a:bodyPr/>
                    <a:lstStyle/>
                    <a:p>
                      <a:endParaRPr lang="fr-FR" dirty="0">
                        <a:ln w="9525">
                          <a:solidFill>
                            <a:schemeClr val="accent6">
                              <a:lumMod val="75000"/>
                            </a:schemeClr>
                          </a:solidFill>
                        </a:ln>
                        <a:solidFill>
                          <a:schemeClr val="accent6">
                            <a:lumMod val="75000"/>
                          </a:schemeClr>
                        </a:solidFill>
                      </a:endParaRPr>
                    </a:p>
                  </a:txBody>
                  <a:tcPr anchor="ctr">
                    <a:solidFill>
                      <a:schemeClr val="bg1">
                        <a:lumMod val="95000"/>
                      </a:schemeClr>
                    </a:solidFill>
                  </a:tcPr>
                </a:tc>
                <a:tc>
                  <a:txBody>
                    <a:bodyPr/>
                    <a:lstStyle/>
                    <a:p>
                      <a:endParaRPr lang="fr-FR" sz="1050" kern="1200" dirty="0">
                        <a:ln w="12700">
                          <a:solidFill>
                            <a:schemeClr val="accent6">
                              <a:lumMod val="75000"/>
                              <a:alpha val="50000"/>
                            </a:schemeClr>
                          </a:solidFill>
                        </a:ln>
                        <a:solidFill>
                          <a:schemeClr val="accent6">
                            <a:lumMod val="75000"/>
                          </a:schemeClr>
                        </a:solidFill>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331261713"/>
                  </a:ext>
                </a:extLst>
              </a:tr>
              <a:tr h="361234">
                <a:tc>
                  <a:txBody>
                    <a:bodyPr/>
                    <a:lstStyle/>
                    <a:p>
                      <a:pPr marL="0" algn="l" defTabSz="914400" rtl="0" eaLnBrk="1" latinLnBrk="0" hangingPunct="1">
                        <a:lnSpc>
                          <a:spcPct val="60000"/>
                        </a:lnSpc>
                      </a:pPr>
                      <a:r>
                        <a:rPr lang="fr-FR" sz="1050" kern="1200" dirty="0">
                          <a:ln w="12700">
                            <a:solidFill>
                              <a:schemeClr val="accent6">
                                <a:lumMod val="75000"/>
                                <a:alpha val="50000"/>
                              </a:schemeClr>
                            </a:solidFill>
                          </a:ln>
                          <a:solidFill>
                            <a:schemeClr val="accent6">
                              <a:lumMod val="75000"/>
                            </a:schemeClr>
                          </a:solidFill>
                          <a:latin typeface="+mn-lt"/>
                          <a:ea typeface="+mn-ea"/>
                          <a:cs typeface="+mn-cs"/>
                        </a:rPr>
                        <a:t>Observabilité</a:t>
                      </a:r>
                    </a:p>
                  </a:txBody>
                  <a:tcPr marL="72000" marR="72000" marT="36000" marB="36000" anchor="ctr">
                    <a:solidFill>
                      <a:schemeClr val="accent2">
                        <a:lumMod val="40000"/>
                        <a:lumOff val="60000"/>
                      </a:schemeClr>
                    </a:solidFill>
                  </a:tcPr>
                </a:tc>
                <a:tc>
                  <a:txBody>
                    <a:bodyPr/>
                    <a:lstStyle/>
                    <a:p>
                      <a:endParaRPr lang="fr-FR" dirty="0">
                        <a:ln w="9525">
                          <a:solidFill>
                            <a:schemeClr val="accent6">
                              <a:lumMod val="75000"/>
                            </a:schemeClr>
                          </a:solidFill>
                        </a:ln>
                        <a:solidFill>
                          <a:schemeClr val="accent6">
                            <a:lumMod val="75000"/>
                          </a:schemeClr>
                        </a:solidFill>
                      </a:endParaRPr>
                    </a:p>
                  </a:txBody>
                  <a:tcPr anchor="ctr">
                    <a:solidFill>
                      <a:schemeClr val="bg1">
                        <a:lumMod val="95000"/>
                      </a:schemeClr>
                    </a:solidFill>
                  </a:tcPr>
                </a:tc>
                <a:tc>
                  <a:txBody>
                    <a:bodyPr/>
                    <a:lstStyle/>
                    <a:p>
                      <a:r>
                        <a:rPr lang="fr-FR" sz="1050" kern="1200" dirty="0">
                          <a:ln w="12700">
                            <a:solidFill>
                              <a:schemeClr val="accent6">
                                <a:lumMod val="75000"/>
                                <a:alpha val="50000"/>
                              </a:schemeClr>
                            </a:solidFill>
                          </a:ln>
                          <a:solidFill>
                            <a:schemeClr val="accent6">
                              <a:lumMod val="75000"/>
                            </a:schemeClr>
                          </a:solidFill>
                          <a:latin typeface="+mn-lt"/>
                          <a:ea typeface="+mn-ea"/>
                          <a:cs typeface="+mn-cs"/>
                        </a:rPr>
                        <a:t>A gérer dans un processus global </a:t>
                      </a:r>
                      <a:r>
                        <a:rPr lang="fr-FR" sz="1050" kern="1200" dirty="0" err="1">
                          <a:ln w="12700">
                            <a:solidFill>
                              <a:schemeClr val="accent6">
                                <a:lumMod val="75000"/>
                                <a:alpha val="50000"/>
                              </a:schemeClr>
                            </a:solidFill>
                          </a:ln>
                          <a:solidFill>
                            <a:schemeClr val="accent6">
                              <a:lumMod val="75000"/>
                            </a:schemeClr>
                          </a:solidFill>
                          <a:latin typeface="+mn-lt"/>
                          <a:ea typeface="+mn-ea"/>
                          <a:cs typeface="+mn-cs"/>
                        </a:rPr>
                        <a:t>Mulesoft</a:t>
                      </a:r>
                      <a:r>
                        <a:rPr lang="fr-FR" sz="1050" kern="1200" dirty="0">
                          <a:ln w="12700">
                            <a:solidFill>
                              <a:schemeClr val="accent6">
                                <a:lumMod val="75000"/>
                                <a:alpha val="50000"/>
                              </a:schemeClr>
                            </a:solidFill>
                          </a:ln>
                          <a:solidFill>
                            <a:schemeClr val="accent6">
                              <a:lumMod val="75000"/>
                            </a:schemeClr>
                          </a:solidFill>
                          <a:latin typeface="+mn-lt"/>
                          <a:ea typeface="+mn-ea"/>
                          <a:cs typeface="+mn-cs"/>
                        </a:rPr>
                        <a:t> </a:t>
                      </a:r>
                    </a:p>
                  </a:txBody>
                  <a:tcPr anchor="ctr">
                    <a:solidFill>
                      <a:schemeClr val="bg1">
                        <a:lumMod val="95000"/>
                      </a:schemeClr>
                    </a:solidFill>
                  </a:tcPr>
                </a:tc>
                <a:extLst>
                  <a:ext uri="{0D108BD9-81ED-4DB2-BD59-A6C34878D82A}">
                    <a16:rowId xmlns:a16="http://schemas.microsoft.com/office/drawing/2014/main" val="4284267108"/>
                  </a:ext>
                </a:extLst>
              </a:tr>
              <a:tr h="361234">
                <a:tc>
                  <a:txBody>
                    <a:bodyPr/>
                    <a:lstStyle/>
                    <a:p>
                      <a:pPr marL="0" algn="l" defTabSz="914400" rtl="0" eaLnBrk="1" latinLnBrk="0" hangingPunct="1">
                        <a:lnSpc>
                          <a:spcPct val="60000"/>
                        </a:lnSpc>
                      </a:pPr>
                      <a:r>
                        <a:rPr lang="fr-FR" sz="1050" kern="1200" dirty="0">
                          <a:ln w="12700">
                            <a:solidFill>
                              <a:schemeClr val="accent6">
                                <a:lumMod val="75000"/>
                                <a:alpha val="50000"/>
                              </a:schemeClr>
                            </a:solidFill>
                          </a:ln>
                          <a:solidFill>
                            <a:schemeClr val="accent6">
                              <a:lumMod val="75000"/>
                            </a:schemeClr>
                          </a:solidFill>
                          <a:latin typeface="+mn-lt"/>
                          <a:ea typeface="+mn-ea"/>
                          <a:cs typeface="+mn-cs"/>
                        </a:rPr>
                        <a:t>Sauvegarde</a:t>
                      </a:r>
                    </a:p>
                  </a:txBody>
                  <a:tcPr marL="72000" marR="72000" marT="36000" marB="36000" anchor="ctr">
                    <a:solidFill>
                      <a:schemeClr val="accent2">
                        <a:lumMod val="40000"/>
                        <a:lumOff val="60000"/>
                      </a:schemeClr>
                    </a:solidFill>
                  </a:tcPr>
                </a:tc>
                <a:tc>
                  <a:txBody>
                    <a:bodyPr/>
                    <a:lstStyle/>
                    <a:p>
                      <a:endParaRPr lang="fr-FR" dirty="0">
                        <a:ln w="9525">
                          <a:solidFill>
                            <a:schemeClr val="accent6">
                              <a:lumMod val="75000"/>
                            </a:schemeClr>
                          </a:solidFill>
                        </a:ln>
                        <a:solidFill>
                          <a:schemeClr val="accent6">
                            <a:lumMod val="75000"/>
                          </a:schemeClr>
                        </a:solidFill>
                      </a:endParaRPr>
                    </a:p>
                  </a:txBody>
                  <a:tcPr anchor="ctr">
                    <a:solidFill>
                      <a:schemeClr val="bg1">
                        <a:lumMod val="95000"/>
                      </a:schemeClr>
                    </a:solidFill>
                  </a:tcPr>
                </a:tc>
                <a:tc>
                  <a:txBody>
                    <a:bodyPr/>
                    <a:lstStyle/>
                    <a:p>
                      <a:r>
                        <a:rPr lang="fr-FR" sz="1050" kern="1200" dirty="0">
                          <a:ln w="12700">
                            <a:solidFill>
                              <a:schemeClr val="accent6">
                                <a:lumMod val="75000"/>
                                <a:alpha val="50000"/>
                              </a:schemeClr>
                            </a:solidFill>
                          </a:ln>
                          <a:solidFill>
                            <a:schemeClr val="accent6">
                              <a:lumMod val="75000"/>
                            </a:schemeClr>
                          </a:solidFill>
                          <a:latin typeface="+mn-lt"/>
                          <a:ea typeface="+mn-ea"/>
                          <a:cs typeface="+mn-cs"/>
                        </a:rPr>
                        <a:t>Un process efficace de sauvegarde existe pour Edifice</a:t>
                      </a:r>
                    </a:p>
                  </a:txBody>
                  <a:tcPr anchor="ctr">
                    <a:solidFill>
                      <a:schemeClr val="bg1">
                        <a:lumMod val="95000"/>
                      </a:schemeClr>
                    </a:solidFill>
                  </a:tcPr>
                </a:tc>
                <a:extLst>
                  <a:ext uri="{0D108BD9-81ED-4DB2-BD59-A6C34878D82A}">
                    <a16:rowId xmlns:a16="http://schemas.microsoft.com/office/drawing/2014/main" val="2576950261"/>
                  </a:ext>
                </a:extLst>
              </a:tr>
            </a:tbl>
          </a:graphicData>
        </a:graphic>
      </p:graphicFrame>
      <p:sp>
        <p:nvSpPr>
          <p:cNvPr id="46" name="Rectangle 45">
            <a:extLst>
              <a:ext uri="{FF2B5EF4-FFF2-40B4-BE49-F238E27FC236}">
                <a16:creationId xmlns:a16="http://schemas.microsoft.com/office/drawing/2014/main" id="{CEDA2D8C-B8D8-E243-B817-FB5023D42390}"/>
              </a:ext>
            </a:extLst>
          </p:cNvPr>
          <p:cNvSpPr/>
          <p:nvPr/>
        </p:nvSpPr>
        <p:spPr>
          <a:xfrm>
            <a:off x="7519448" y="2377079"/>
            <a:ext cx="1223472" cy="205633"/>
          </a:xfrm>
          <a:prstGeom prst="rect">
            <a:avLst/>
          </a:prstGeom>
          <a:gradFill>
            <a:gsLst>
              <a:gs pos="0">
                <a:schemeClr val="accent3">
                  <a:lumMod val="50000"/>
                </a:schemeClr>
              </a:gs>
              <a:gs pos="56000">
                <a:srgbClr val="FAB92E"/>
              </a:gs>
              <a:gs pos="100000">
                <a:schemeClr val="accent5"/>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Triangle isocèle 46">
            <a:extLst>
              <a:ext uri="{FF2B5EF4-FFF2-40B4-BE49-F238E27FC236}">
                <a16:creationId xmlns:a16="http://schemas.microsoft.com/office/drawing/2014/main" id="{19897E43-1284-434F-A1BD-5AC267A1578F}"/>
              </a:ext>
            </a:extLst>
          </p:cNvPr>
          <p:cNvSpPr>
            <a:spLocks noChangeAspect="1"/>
          </p:cNvSpPr>
          <p:nvPr/>
        </p:nvSpPr>
        <p:spPr>
          <a:xfrm flipV="1">
            <a:off x="8626848" y="2317258"/>
            <a:ext cx="85991" cy="85991"/>
          </a:xfrm>
          <a:prstGeom prst="triangl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Rectangle 47">
            <a:extLst>
              <a:ext uri="{FF2B5EF4-FFF2-40B4-BE49-F238E27FC236}">
                <a16:creationId xmlns:a16="http://schemas.microsoft.com/office/drawing/2014/main" id="{E81BA333-3F9A-6B07-AA28-BE40D2D9CE31}"/>
              </a:ext>
            </a:extLst>
          </p:cNvPr>
          <p:cNvSpPr/>
          <p:nvPr/>
        </p:nvSpPr>
        <p:spPr>
          <a:xfrm>
            <a:off x="7519448" y="2717487"/>
            <a:ext cx="1223472" cy="205633"/>
          </a:xfrm>
          <a:prstGeom prst="rect">
            <a:avLst/>
          </a:prstGeom>
          <a:gradFill>
            <a:gsLst>
              <a:gs pos="0">
                <a:schemeClr val="accent3">
                  <a:lumMod val="50000"/>
                </a:schemeClr>
              </a:gs>
              <a:gs pos="56000">
                <a:srgbClr val="FAB92E"/>
              </a:gs>
              <a:gs pos="100000">
                <a:schemeClr val="accent5"/>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Triangle isocèle 48">
            <a:extLst>
              <a:ext uri="{FF2B5EF4-FFF2-40B4-BE49-F238E27FC236}">
                <a16:creationId xmlns:a16="http://schemas.microsoft.com/office/drawing/2014/main" id="{E4EFF520-5225-742F-B575-295B9A3AA5C6}"/>
              </a:ext>
            </a:extLst>
          </p:cNvPr>
          <p:cNvSpPr>
            <a:spLocks noChangeAspect="1"/>
          </p:cNvSpPr>
          <p:nvPr/>
        </p:nvSpPr>
        <p:spPr>
          <a:xfrm flipV="1">
            <a:off x="8626848" y="2657666"/>
            <a:ext cx="85991" cy="85991"/>
          </a:xfrm>
          <a:prstGeom prst="triangl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Rectangle 49">
            <a:extLst>
              <a:ext uri="{FF2B5EF4-FFF2-40B4-BE49-F238E27FC236}">
                <a16:creationId xmlns:a16="http://schemas.microsoft.com/office/drawing/2014/main" id="{7C312C91-FE21-1EAF-D809-B6B53668C98A}"/>
              </a:ext>
            </a:extLst>
          </p:cNvPr>
          <p:cNvSpPr/>
          <p:nvPr/>
        </p:nvSpPr>
        <p:spPr>
          <a:xfrm>
            <a:off x="7519448" y="3112436"/>
            <a:ext cx="1223472" cy="205633"/>
          </a:xfrm>
          <a:prstGeom prst="rect">
            <a:avLst/>
          </a:prstGeom>
          <a:gradFill>
            <a:gsLst>
              <a:gs pos="0">
                <a:schemeClr val="accent3">
                  <a:lumMod val="50000"/>
                </a:schemeClr>
              </a:gs>
              <a:gs pos="56000">
                <a:srgbClr val="FAB92E"/>
              </a:gs>
              <a:gs pos="100000">
                <a:schemeClr val="accent5"/>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Triangle isocèle 50">
            <a:extLst>
              <a:ext uri="{FF2B5EF4-FFF2-40B4-BE49-F238E27FC236}">
                <a16:creationId xmlns:a16="http://schemas.microsoft.com/office/drawing/2014/main" id="{ADDEDDFC-EB44-5EC7-F8B1-9A402E0D8820}"/>
              </a:ext>
            </a:extLst>
          </p:cNvPr>
          <p:cNvSpPr>
            <a:spLocks noChangeAspect="1"/>
          </p:cNvSpPr>
          <p:nvPr/>
        </p:nvSpPr>
        <p:spPr>
          <a:xfrm flipV="1">
            <a:off x="7570737" y="3059806"/>
            <a:ext cx="85991" cy="85991"/>
          </a:xfrm>
          <a:prstGeom prst="triangl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51">
            <a:extLst>
              <a:ext uri="{FF2B5EF4-FFF2-40B4-BE49-F238E27FC236}">
                <a16:creationId xmlns:a16="http://schemas.microsoft.com/office/drawing/2014/main" id="{68B69EB2-4E9A-775E-CA91-95E36014C74F}"/>
              </a:ext>
            </a:extLst>
          </p:cNvPr>
          <p:cNvSpPr/>
          <p:nvPr/>
        </p:nvSpPr>
        <p:spPr>
          <a:xfrm>
            <a:off x="7489366" y="3534144"/>
            <a:ext cx="1223472" cy="205633"/>
          </a:xfrm>
          <a:prstGeom prst="rect">
            <a:avLst/>
          </a:prstGeom>
          <a:gradFill>
            <a:gsLst>
              <a:gs pos="0">
                <a:schemeClr val="accent3">
                  <a:lumMod val="50000"/>
                </a:schemeClr>
              </a:gs>
              <a:gs pos="56000">
                <a:srgbClr val="FAB92E"/>
              </a:gs>
              <a:gs pos="100000">
                <a:schemeClr val="accent5"/>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3" name="Triangle isocèle 52">
            <a:extLst>
              <a:ext uri="{FF2B5EF4-FFF2-40B4-BE49-F238E27FC236}">
                <a16:creationId xmlns:a16="http://schemas.microsoft.com/office/drawing/2014/main" id="{0F183BE3-62DA-B027-38CE-0094BF5F4D36}"/>
              </a:ext>
            </a:extLst>
          </p:cNvPr>
          <p:cNvSpPr>
            <a:spLocks noChangeAspect="1"/>
          </p:cNvSpPr>
          <p:nvPr/>
        </p:nvSpPr>
        <p:spPr>
          <a:xfrm flipV="1">
            <a:off x="8634378" y="3453342"/>
            <a:ext cx="85991" cy="85991"/>
          </a:xfrm>
          <a:prstGeom prst="triangl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Rectangle 62">
            <a:extLst>
              <a:ext uri="{FF2B5EF4-FFF2-40B4-BE49-F238E27FC236}">
                <a16:creationId xmlns:a16="http://schemas.microsoft.com/office/drawing/2014/main" id="{B47EE64C-057E-0FBC-BE3F-0EB8A302CAEA}"/>
              </a:ext>
            </a:extLst>
          </p:cNvPr>
          <p:cNvSpPr/>
          <p:nvPr/>
        </p:nvSpPr>
        <p:spPr>
          <a:xfrm>
            <a:off x="2519574" y="3407569"/>
            <a:ext cx="1223472" cy="205633"/>
          </a:xfrm>
          <a:prstGeom prst="rect">
            <a:avLst/>
          </a:prstGeom>
          <a:gradFill>
            <a:gsLst>
              <a:gs pos="0">
                <a:schemeClr val="accent3">
                  <a:lumMod val="50000"/>
                </a:schemeClr>
              </a:gs>
              <a:gs pos="56000">
                <a:srgbClr val="FAB92E"/>
              </a:gs>
              <a:gs pos="100000">
                <a:schemeClr val="accent5"/>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Triangle isocèle 63">
            <a:extLst>
              <a:ext uri="{FF2B5EF4-FFF2-40B4-BE49-F238E27FC236}">
                <a16:creationId xmlns:a16="http://schemas.microsoft.com/office/drawing/2014/main" id="{C8D491BF-1116-2B81-22FB-C8A648D5BE04}"/>
              </a:ext>
            </a:extLst>
          </p:cNvPr>
          <p:cNvSpPr>
            <a:spLocks noChangeAspect="1"/>
          </p:cNvSpPr>
          <p:nvPr/>
        </p:nvSpPr>
        <p:spPr>
          <a:xfrm flipV="1">
            <a:off x="3626974" y="3347748"/>
            <a:ext cx="85991" cy="85991"/>
          </a:xfrm>
          <a:prstGeom prst="triangl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65" name="Tableau 64">
            <a:extLst>
              <a:ext uri="{FF2B5EF4-FFF2-40B4-BE49-F238E27FC236}">
                <a16:creationId xmlns:a16="http://schemas.microsoft.com/office/drawing/2014/main" id="{35149558-E7AA-6019-1989-1DD51537B95D}"/>
              </a:ext>
            </a:extLst>
          </p:cNvPr>
          <p:cNvGraphicFramePr>
            <a:graphicFrameLocks noGrp="1"/>
          </p:cNvGraphicFramePr>
          <p:nvPr>
            <p:extLst>
              <p:ext uri="{D42A27DB-BD31-4B8C-83A1-F6EECF244321}">
                <p14:modId xmlns:p14="http://schemas.microsoft.com/office/powerpoint/2010/main" val="2458407742"/>
              </p:ext>
            </p:extLst>
          </p:nvPr>
        </p:nvGraphicFramePr>
        <p:xfrm>
          <a:off x="6013108" y="4083939"/>
          <a:ext cx="4738086" cy="2114160"/>
        </p:xfrm>
        <a:graphic>
          <a:graphicData uri="http://schemas.openxmlformats.org/drawingml/2006/table">
            <a:tbl>
              <a:tblPr firstRow="1" bandRow="1">
                <a:tableStyleId>{5C22544A-7EE6-4342-B048-85BDC9FD1C3A}</a:tableStyleId>
              </a:tblPr>
              <a:tblGrid>
                <a:gridCol w="1396680">
                  <a:extLst>
                    <a:ext uri="{9D8B030D-6E8A-4147-A177-3AD203B41FA5}">
                      <a16:colId xmlns:a16="http://schemas.microsoft.com/office/drawing/2014/main" val="2426967682"/>
                    </a:ext>
                  </a:extLst>
                </a:gridCol>
                <a:gridCol w="1461331">
                  <a:extLst>
                    <a:ext uri="{9D8B030D-6E8A-4147-A177-3AD203B41FA5}">
                      <a16:colId xmlns:a16="http://schemas.microsoft.com/office/drawing/2014/main" val="117792301"/>
                    </a:ext>
                  </a:extLst>
                </a:gridCol>
                <a:gridCol w="1880075">
                  <a:extLst>
                    <a:ext uri="{9D8B030D-6E8A-4147-A177-3AD203B41FA5}">
                      <a16:colId xmlns:a16="http://schemas.microsoft.com/office/drawing/2014/main" val="1740451889"/>
                    </a:ext>
                  </a:extLst>
                </a:gridCol>
              </a:tblGrid>
              <a:tr h="281829">
                <a:tc gridSpan="3">
                  <a:txBody>
                    <a:bodyPr/>
                    <a:lstStyle/>
                    <a:p>
                      <a:r>
                        <a:rPr lang="fr-FR" sz="1400" dirty="0">
                          <a:ln w="3175">
                            <a:solidFill>
                              <a:schemeClr val="accent6">
                                <a:lumMod val="75000"/>
                              </a:schemeClr>
                            </a:solidFill>
                          </a:ln>
                          <a:solidFill>
                            <a:schemeClr val="accent6">
                              <a:lumMod val="75000"/>
                            </a:schemeClr>
                          </a:solidFill>
                        </a:rPr>
                        <a:t>Exigences non-fonctionnelles</a:t>
                      </a:r>
                      <a:endParaRPr lang="fr-FR" dirty="0">
                        <a:ln w="3175">
                          <a:solidFill>
                            <a:schemeClr val="accent6">
                              <a:lumMod val="75000"/>
                            </a:schemeClr>
                          </a:solidFill>
                        </a:ln>
                        <a:solidFill>
                          <a:schemeClr val="accent6">
                            <a:lumMod val="75000"/>
                          </a:schemeClr>
                        </a:solidFill>
                      </a:endParaRPr>
                    </a:p>
                  </a:txBody>
                  <a:tcPr marL="72000" marR="72000" marT="36000" marB="36000" anchor="ctr">
                    <a:solidFill>
                      <a:schemeClr val="accent2"/>
                    </a:solidFill>
                  </a:tcPr>
                </a:tc>
                <a:tc hMerge="1">
                  <a:txBody>
                    <a:bodyPr/>
                    <a:lstStyle/>
                    <a:p>
                      <a:endParaRPr lang="fr-FR" dirty="0"/>
                    </a:p>
                  </a:txBody>
                  <a:tcPr>
                    <a:solidFill>
                      <a:schemeClr val="bg1">
                        <a:lumMod val="95000"/>
                      </a:schemeClr>
                    </a:solidFill>
                  </a:tcPr>
                </a:tc>
                <a:tc hMerge="1">
                  <a:txBody>
                    <a:bodyPr/>
                    <a:lstStyle/>
                    <a:p>
                      <a:endParaRPr lang="fr-FR" dirty="0">
                        <a:ln w="3175">
                          <a:solidFill>
                            <a:schemeClr val="accent6">
                              <a:lumMod val="75000"/>
                            </a:schemeClr>
                          </a:solidFill>
                        </a:ln>
                        <a:solidFill>
                          <a:schemeClr val="accent6">
                            <a:lumMod val="75000"/>
                          </a:schemeClr>
                        </a:solidFill>
                      </a:endParaRPr>
                    </a:p>
                  </a:txBody>
                  <a:tcPr marL="72000" marR="72000" marT="36000" marB="36000" anchor="ctr">
                    <a:solidFill>
                      <a:schemeClr val="accent2"/>
                    </a:solidFill>
                  </a:tcPr>
                </a:tc>
                <a:extLst>
                  <a:ext uri="{0D108BD9-81ED-4DB2-BD59-A6C34878D82A}">
                    <a16:rowId xmlns:a16="http://schemas.microsoft.com/office/drawing/2014/main" val="3929837813"/>
                  </a:ext>
                </a:extLst>
              </a:tr>
              <a:tr h="361234">
                <a:tc>
                  <a:txBody>
                    <a:bodyPr/>
                    <a:lstStyle/>
                    <a:p>
                      <a:pPr>
                        <a:lnSpc>
                          <a:spcPct val="60000"/>
                        </a:lnSpc>
                      </a:pPr>
                      <a:r>
                        <a:rPr lang="fr-FR" sz="1050" dirty="0">
                          <a:ln w="12700">
                            <a:solidFill>
                              <a:schemeClr val="accent6">
                                <a:lumMod val="75000"/>
                                <a:alpha val="50000"/>
                              </a:schemeClr>
                            </a:solidFill>
                          </a:ln>
                          <a:solidFill>
                            <a:schemeClr val="accent6">
                              <a:lumMod val="75000"/>
                            </a:schemeClr>
                          </a:solidFill>
                        </a:rPr>
                        <a:t>DICT</a:t>
                      </a:r>
                    </a:p>
                  </a:txBody>
                  <a:tcPr marL="72000" marR="72000" marT="36000" marB="36000" anchor="ctr">
                    <a:solidFill>
                      <a:schemeClr val="accent2">
                        <a:lumMod val="40000"/>
                        <a:lumOff val="60000"/>
                      </a:schemeClr>
                    </a:solidFill>
                  </a:tcPr>
                </a:tc>
                <a:tc>
                  <a:txBody>
                    <a:bodyPr/>
                    <a:lstStyle/>
                    <a:p>
                      <a:endParaRPr lang="fr-FR" dirty="0">
                        <a:ln w="9525">
                          <a:solidFill>
                            <a:schemeClr val="accent6">
                              <a:lumMod val="75000"/>
                            </a:schemeClr>
                          </a:solidFill>
                        </a:ln>
                        <a:solidFill>
                          <a:schemeClr val="accent6">
                            <a:lumMod val="75000"/>
                          </a:schemeClr>
                        </a:solidFill>
                      </a:endParaRPr>
                    </a:p>
                  </a:txBody>
                  <a:tcPr anchor="ctr">
                    <a:solidFill>
                      <a:schemeClr val="bg1">
                        <a:lumMod val="95000"/>
                      </a:schemeClr>
                    </a:solidFill>
                  </a:tcPr>
                </a:tc>
                <a:tc rowSpan="5">
                  <a:txBody>
                    <a:bodyPr/>
                    <a:lstStyle/>
                    <a:p>
                      <a:r>
                        <a:rPr lang="fr-FR" sz="1050" kern="1200" dirty="0">
                          <a:ln w="12700">
                            <a:solidFill>
                              <a:schemeClr val="accent6">
                                <a:lumMod val="75000"/>
                                <a:alpha val="50000"/>
                              </a:schemeClr>
                            </a:solidFill>
                          </a:ln>
                          <a:solidFill>
                            <a:schemeClr val="accent6">
                              <a:lumMod val="75000"/>
                            </a:schemeClr>
                          </a:solidFill>
                          <a:latin typeface="+mn-lt"/>
                          <a:ea typeface="+mn-ea"/>
                          <a:cs typeface="+mn-cs"/>
                        </a:rPr>
                        <a:t>Il n’est pas certain que ces éléments aient été posés comme des exigences à définir, valoriser et prouver pendant l’AO.</a:t>
                      </a:r>
                    </a:p>
                  </a:txBody>
                  <a:tcPr anchor="ctr">
                    <a:solidFill>
                      <a:schemeClr val="bg1">
                        <a:lumMod val="95000"/>
                      </a:schemeClr>
                    </a:solidFill>
                  </a:tcPr>
                </a:tc>
                <a:extLst>
                  <a:ext uri="{0D108BD9-81ED-4DB2-BD59-A6C34878D82A}">
                    <a16:rowId xmlns:a16="http://schemas.microsoft.com/office/drawing/2014/main" val="2739304904"/>
                  </a:ext>
                </a:extLst>
              </a:tr>
              <a:tr h="361234">
                <a:tc>
                  <a:txBody>
                    <a:bodyPr/>
                    <a:lstStyle/>
                    <a:p>
                      <a:pPr marL="0" algn="l" defTabSz="914400" rtl="0" eaLnBrk="1" latinLnBrk="0" hangingPunct="1">
                        <a:lnSpc>
                          <a:spcPct val="60000"/>
                        </a:lnSpc>
                      </a:pPr>
                      <a:r>
                        <a:rPr lang="fr-FR" sz="1050" kern="1200" dirty="0">
                          <a:ln w="12700">
                            <a:solidFill>
                              <a:schemeClr val="accent6">
                                <a:lumMod val="75000"/>
                                <a:alpha val="50000"/>
                              </a:schemeClr>
                            </a:solidFill>
                          </a:ln>
                          <a:solidFill>
                            <a:schemeClr val="accent6">
                              <a:lumMod val="75000"/>
                            </a:schemeClr>
                          </a:solidFill>
                          <a:latin typeface="+mn-lt"/>
                          <a:ea typeface="+mn-ea"/>
                          <a:cs typeface="+mn-cs"/>
                        </a:rPr>
                        <a:t>RTO, RPO</a:t>
                      </a:r>
                    </a:p>
                  </a:txBody>
                  <a:tcPr marL="72000" marR="72000" marT="36000" marB="36000" anchor="ctr">
                    <a:solidFill>
                      <a:schemeClr val="accent2">
                        <a:lumMod val="40000"/>
                        <a:lumOff val="60000"/>
                      </a:schemeClr>
                    </a:solidFill>
                  </a:tcPr>
                </a:tc>
                <a:tc>
                  <a:txBody>
                    <a:bodyPr/>
                    <a:lstStyle/>
                    <a:p>
                      <a:endParaRPr lang="fr-FR" dirty="0">
                        <a:ln w="9525">
                          <a:solidFill>
                            <a:schemeClr val="accent6">
                              <a:lumMod val="75000"/>
                            </a:schemeClr>
                          </a:solidFill>
                        </a:ln>
                        <a:solidFill>
                          <a:schemeClr val="accent6">
                            <a:lumMod val="75000"/>
                          </a:schemeClr>
                        </a:solidFill>
                      </a:endParaRPr>
                    </a:p>
                  </a:txBody>
                  <a:tcPr anchor="ctr">
                    <a:solidFill>
                      <a:schemeClr val="bg1">
                        <a:lumMod val="95000"/>
                      </a:schemeClr>
                    </a:solidFill>
                  </a:tcPr>
                </a:tc>
                <a:tc vMerge="1">
                  <a:txBody>
                    <a:bodyPr/>
                    <a:lstStyle/>
                    <a:p>
                      <a:endParaRPr lang="fr-FR" sz="1050" kern="1200" dirty="0">
                        <a:ln w="12700">
                          <a:solidFill>
                            <a:schemeClr val="accent6">
                              <a:lumMod val="75000"/>
                              <a:alpha val="50000"/>
                            </a:schemeClr>
                          </a:solidFill>
                        </a:ln>
                        <a:solidFill>
                          <a:schemeClr val="accent6">
                            <a:lumMod val="75000"/>
                          </a:schemeClr>
                        </a:solidFill>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331261713"/>
                  </a:ext>
                </a:extLst>
              </a:tr>
              <a:tr h="361234">
                <a:tc>
                  <a:txBody>
                    <a:bodyPr/>
                    <a:lstStyle/>
                    <a:p>
                      <a:pPr marL="0" algn="l" defTabSz="914400" rtl="0" eaLnBrk="1" latinLnBrk="0" hangingPunct="1">
                        <a:lnSpc>
                          <a:spcPct val="60000"/>
                        </a:lnSpc>
                      </a:pPr>
                      <a:r>
                        <a:rPr lang="fr-FR" sz="1050" kern="1200" dirty="0">
                          <a:ln w="12700">
                            <a:solidFill>
                              <a:schemeClr val="accent6">
                                <a:lumMod val="75000"/>
                                <a:alpha val="50000"/>
                              </a:schemeClr>
                            </a:solidFill>
                          </a:ln>
                          <a:solidFill>
                            <a:schemeClr val="accent6">
                              <a:lumMod val="75000"/>
                            </a:schemeClr>
                          </a:solidFill>
                          <a:latin typeface="+mn-lt"/>
                          <a:ea typeface="+mn-ea"/>
                          <a:cs typeface="+mn-cs"/>
                        </a:rPr>
                        <a:t>SLA</a:t>
                      </a:r>
                    </a:p>
                  </a:txBody>
                  <a:tcPr marL="72000" marR="72000" marT="36000" marB="36000" anchor="ctr">
                    <a:solidFill>
                      <a:schemeClr val="accent2">
                        <a:lumMod val="40000"/>
                        <a:lumOff val="60000"/>
                      </a:schemeClr>
                    </a:solidFill>
                  </a:tcPr>
                </a:tc>
                <a:tc>
                  <a:txBody>
                    <a:bodyPr/>
                    <a:lstStyle/>
                    <a:p>
                      <a:endParaRPr lang="fr-FR" dirty="0">
                        <a:ln w="9525">
                          <a:solidFill>
                            <a:schemeClr val="accent6">
                              <a:lumMod val="75000"/>
                            </a:schemeClr>
                          </a:solidFill>
                        </a:ln>
                        <a:solidFill>
                          <a:schemeClr val="accent6">
                            <a:lumMod val="75000"/>
                          </a:schemeClr>
                        </a:solidFill>
                      </a:endParaRPr>
                    </a:p>
                  </a:txBody>
                  <a:tcPr anchor="ctr">
                    <a:solidFill>
                      <a:schemeClr val="bg1">
                        <a:lumMod val="95000"/>
                      </a:schemeClr>
                    </a:solidFill>
                  </a:tcPr>
                </a:tc>
                <a:tc vMerge="1">
                  <a:txBody>
                    <a:bodyPr/>
                    <a:lstStyle/>
                    <a:p>
                      <a:endParaRPr lang="fr-FR" sz="1050" kern="1200" dirty="0">
                        <a:ln w="12700">
                          <a:solidFill>
                            <a:schemeClr val="accent6">
                              <a:lumMod val="75000"/>
                              <a:alpha val="50000"/>
                            </a:schemeClr>
                          </a:solidFill>
                        </a:ln>
                        <a:solidFill>
                          <a:schemeClr val="accent6">
                            <a:lumMod val="75000"/>
                          </a:schemeClr>
                        </a:solidFill>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4284267108"/>
                  </a:ext>
                </a:extLst>
              </a:tr>
              <a:tr h="361234">
                <a:tc>
                  <a:txBody>
                    <a:bodyPr/>
                    <a:lstStyle/>
                    <a:p>
                      <a:pPr marL="0" algn="l" defTabSz="914400" rtl="0" eaLnBrk="1" latinLnBrk="0" hangingPunct="1">
                        <a:lnSpc>
                          <a:spcPct val="60000"/>
                        </a:lnSpc>
                      </a:pPr>
                      <a:r>
                        <a:rPr lang="fr-FR" sz="1050" kern="1200" dirty="0">
                          <a:ln w="12700">
                            <a:solidFill>
                              <a:schemeClr val="accent6">
                                <a:lumMod val="75000"/>
                                <a:alpha val="50000"/>
                              </a:schemeClr>
                            </a:solidFill>
                          </a:ln>
                          <a:solidFill>
                            <a:schemeClr val="accent6">
                              <a:lumMod val="75000"/>
                            </a:schemeClr>
                          </a:solidFill>
                          <a:latin typeface="+mn-lt"/>
                          <a:ea typeface="+mn-ea"/>
                          <a:cs typeface="+mn-cs"/>
                        </a:rPr>
                        <a:t>Scalabilité</a:t>
                      </a:r>
                    </a:p>
                  </a:txBody>
                  <a:tcPr marL="72000" marR="72000" marT="36000" marB="36000" anchor="ctr">
                    <a:solidFill>
                      <a:schemeClr val="accent2">
                        <a:lumMod val="40000"/>
                        <a:lumOff val="60000"/>
                      </a:schemeClr>
                    </a:solidFill>
                  </a:tcPr>
                </a:tc>
                <a:tc>
                  <a:txBody>
                    <a:bodyPr/>
                    <a:lstStyle/>
                    <a:p>
                      <a:endParaRPr lang="fr-FR" dirty="0">
                        <a:ln w="9525">
                          <a:solidFill>
                            <a:schemeClr val="accent6">
                              <a:lumMod val="75000"/>
                            </a:schemeClr>
                          </a:solidFill>
                        </a:ln>
                        <a:solidFill>
                          <a:schemeClr val="accent6">
                            <a:lumMod val="75000"/>
                          </a:schemeClr>
                        </a:solidFill>
                      </a:endParaRPr>
                    </a:p>
                  </a:txBody>
                  <a:tcPr anchor="ctr">
                    <a:solidFill>
                      <a:schemeClr val="bg1">
                        <a:lumMod val="95000"/>
                      </a:schemeClr>
                    </a:solidFill>
                  </a:tcPr>
                </a:tc>
                <a:tc vMerge="1">
                  <a:txBody>
                    <a:bodyPr/>
                    <a:lstStyle/>
                    <a:p>
                      <a:endParaRPr/>
                    </a:p>
                  </a:txBody>
                  <a:tcPr anchor="ctr">
                    <a:solidFill>
                      <a:schemeClr val="bg1">
                        <a:lumMod val="95000"/>
                      </a:schemeClr>
                    </a:solidFill>
                  </a:tcPr>
                </a:tc>
                <a:extLst>
                  <a:ext uri="{0D108BD9-81ED-4DB2-BD59-A6C34878D82A}">
                    <a16:rowId xmlns:a16="http://schemas.microsoft.com/office/drawing/2014/main" val="2576950261"/>
                  </a:ext>
                </a:extLst>
              </a:tr>
              <a:tr h="361234">
                <a:tc>
                  <a:txBody>
                    <a:bodyPr/>
                    <a:lstStyle/>
                    <a:p>
                      <a:pPr marL="0" algn="l" defTabSz="914400" rtl="0" eaLnBrk="1" latinLnBrk="0" hangingPunct="1">
                        <a:lnSpc>
                          <a:spcPct val="60000"/>
                        </a:lnSpc>
                      </a:pPr>
                      <a:r>
                        <a:rPr lang="fr-FR" sz="1050" kern="1200" dirty="0">
                          <a:ln w="12700">
                            <a:solidFill>
                              <a:schemeClr val="accent6">
                                <a:lumMod val="75000"/>
                                <a:alpha val="50000"/>
                              </a:schemeClr>
                            </a:solidFill>
                          </a:ln>
                          <a:solidFill>
                            <a:schemeClr val="accent6">
                              <a:lumMod val="75000"/>
                            </a:schemeClr>
                          </a:solidFill>
                          <a:latin typeface="+mn-lt"/>
                          <a:ea typeface="+mn-ea"/>
                          <a:cs typeface="+mn-cs"/>
                        </a:rPr>
                        <a:t>Temps de traitement</a:t>
                      </a:r>
                    </a:p>
                  </a:txBody>
                  <a:tcPr marL="72000" marR="72000" marT="36000" marB="36000" anchor="ctr">
                    <a:solidFill>
                      <a:schemeClr val="accent2">
                        <a:lumMod val="40000"/>
                        <a:lumOff val="60000"/>
                      </a:schemeClr>
                    </a:solidFill>
                  </a:tcPr>
                </a:tc>
                <a:tc>
                  <a:txBody>
                    <a:bodyPr/>
                    <a:lstStyle/>
                    <a:p>
                      <a:endParaRPr lang="fr-FR" dirty="0">
                        <a:ln w="9525">
                          <a:solidFill>
                            <a:schemeClr val="accent6">
                              <a:lumMod val="75000"/>
                            </a:schemeClr>
                          </a:solidFill>
                        </a:ln>
                        <a:solidFill>
                          <a:schemeClr val="accent6">
                            <a:lumMod val="75000"/>
                          </a:schemeClr>
                        </a:solidFill>
                      </a:endParaRPr>
                    </a:p>
                  </a:txBody>
                  <a:tcPr anchor="ctr">
                    <a:solidFill>
                      <a:schemeClr val="bg1">
                        <a:lumMod val="95000"/>
                      </a:schemeClr>
                    </a:solidFill>
                  </a:tcPr>
                </a:tc>
                <a:tc vMerge="1">
                  <a:txBody>
                    <a:bodyPr/>
                    <a:lstStyle/>
                    <a:p>
                      <a:endParaRPr lang="fr-FR" sz="1050" kern="1200" dirty="0">
                        <a:ln w="12700">
                          <a:solidFill>
                            <a:schemeClr val="accent6">
                              <a:lumMod val="75000"/>
                              <a:alpha val="50000"/>
                            </a:schemeClr>
                          </a:solidFill>
                        </a:ln>
                        <a:solidFill>
                          <a:schemeClr val="accent6">
                            <a:lumMod val="75000"/>
                          </a:schemeClr>
                        </a:solidFill>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2895496256"/>
                  </a:ext>
                </a:extLst>
              </a:tr>
            </a:tbl>
          </a:graphicData>
        </a:graphic>
      </p:graphicFrame>
      <p:sp>
        <p:nvSpPr>
          <p:cNvPr id="66" name="Rectangle 65">
            <a:extLst>
              <a:ext uri="{FF2B5EF4-FFF2-40B4-BE49-F238E27FC236}">
                <a16:creationId xmlns:a16="http://schemas.microsoft.com/office/drawing/2014/main" id="{22495B6C-A34D-8A8A-C0E0-9E800250E275}"/>
              </a:ext>
            </a:extLst>
          </p:cNvPr>
          <p:cNvSpPr/>
          <p:nvPr/>
        </p:nvSpPr>
        <p:spPr>
          <a:xfrm>
            <a:off x="7519448" y="4468108"/>
            <a:ext cx="1223472" cy="205633"/>
          </a:xfrm>
          <a:prstGeom prst="rect">
            <a:avLst/>
          </a:prstGeom>
          <a:gradFill>
            <a:gsLst>
              <a:gs pos="0">
                <a:schemeClr val="accent3">
                  <a:lumMod val="50000"/>
                </a:schemeClr>
              </a:gs>
              <a:gs pos="56000">
                <a:srgbClr val="FAB92E"/>
              </a:gs>
              <a:gs pos="100000">
                <a:schemeClr val="accent5"/>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Triangle isocèle 66">
            <a:extLst>
              <a:ext uri="{FF2B5EF4-FFF2-40B4-BE49-F238E27FC236}">
                <a16:creationId xmlns:a16="http://schemas.microsoft.com/office/drawing/2014/main" id="{00065696-FA4F-4227-4093-30D66D37B764}"/>
              </a:ext>
            </a:extLst>
          </p:cNvPr>
          <p:cNvSpPr>
            <a:spLocks noChangeAspect="1"/>
          </p:cNvSpPr>
          <p:nvPr/>
        </p:nvSpPr>
        <p:spPr>
          <a:xfrm flipV="1">
            <a:off x="7627964" y="4408287"/>
            <a:ext cx="85991" cy="85991"/>
          </a:xfrm>
          <a:prstGeom prst="triangl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Rectangle 67">
            <a:extLst>
              <a:ext uri="{FF2B5EF4-FFF2-40B4-BE49-F238E27FC236}">
                <a16:creationId xmlns:a16="http://schemas.microsoft.com/office/drawing/2014/main" id="{86CFCD28-AAFB-0DA1-D8F0-C177A81897F4}"/>
              </a:ext>
            </a:extLst>
          </p:cNvPr>
          <p:cNvSpPr/>
          <p:nvPr/>
        </p:nvSpPr>
        <p:spPr>
          <a:xfrm>
            <a:off x="7519448" y="4808516"/>
            <a:ext cx="1223472" cy="205633"/>
          </a:xfrm>
          <a:prstGeom prst="rect">
            <a:avLst/>
          </a:prstGeom>
          <a:gradFill>
            <a:gsLst>
              <a:gs pos="0">
                <a:schemeClr val="accent3">
                  <a:lumMod val="50000"/>
                </a:schemeClr>
              </a:gs>
              <a:gs pos="56000">
                <a:srgbClr val="FAB92E"/>
              </a:gs>
              <a:gs pos="100000">
                <a:schemeClr val="accent5"/>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Triangle isocèle 68">
            <a:extLst>
              <a:ext uri="{FF2B5EF4-FFF2-40B4-BE49-F238E27FC236}">
                <a16:creationId xmlns:a16="http://schemas.microsoft.com/office/drawing/2014/main" id="{FAA99DA8-7001-84CA-D8F3-B2557F1BC1EC}"/>
              </a:ext>
            </a:extLst>
          </p:cNvPr>
          <p:cNvSpPr>
            <a:spLocks noChangeAspect="1"/>
          </p:cNvSpPr>
          <p:nvPr/>
        </p:nvSpPr>
        <p:spPr>
          <a:xfrm flipV="1">
            <a:off x="8610286" y="4748695"/>
            <a:ext cx="85991" cy="85991"/>
          </a:xfrm>
          <a:prstGeom prst="triangl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69">
            <a:extLst>
              <a:ext uri="{FF2B5EF4-FFF2-40B4-BE49-F238E27FC236}">
                <a16:creationId xmlns:a16="http://schemas.microsoft.com/office/drawing/2014/main" id="{CC45647C-1707-A52E-9AF7-6CE9521730EF}"/>
              </a:ext>
            </a:extLst>
          </p:cNvPr>
          <p:cNvSpPr/>
          <p:nvPr/>
        </p:nvSpPr>
        <p:spPr>
          <a:xfrm>
            <a:off x="7519448" y="5182486"/>
            <a:ext cx="1223472" cy="205633"/>
          </a:xfrm>
          <a:prstGeom prst="rect">
            <a:avLst/>
          </a:prstGeom>
          <a:gradFill>
            <a:gsLst>
              <a:gs pos="0">
                <a:schemeClr val="accent3">
                  <a:lumMod val="50000"/>
                </a:schemeClr>
              </a:gs>
              <a:gs pos="56000">
                <a:srgbClr val="FAB92E"/>
              </a:gs>
              <a:gs pos="100000">
                <a:schemeClr val="accent5"/>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Triangle isocèle 70">
            <a:extLst>
              <a:ext uri="{FF2B5EF4-FFF2-40B4-BE49-F238E27FC236}">
                <a16:creationId xmlns:a16="http://schemas.microsoft.com/office/drawing/2014/main" id="{2E4934FA-C8D6-E736-4CE2-C22738C51F77}"/>
              </a:ext>
            </a:extLst>
          </p:cNvPr>
          <p:cNvSpPr>
            <a:spLocks noChangeAspect="1"/>
          </p:cNvSpPr>
          <p:nvPr/>
        </p:nvSpPr>
        <p:spPr>
          <a:xfrm flipV="1">
            <a:off x="8610287" y="5122665"/>
            <a:ext cx="85991" cy="85991"/>
          </a:xfrm>
          <a:prstGeom prst="triangl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71">
            <a:extLst>
              <a:ext uri="{FF2B5EF4-FFF2-40B4-BE49-F238E27FC236}">
                <a16:creationId xmlns:a16="http://schemas.microsoft.com/office/drawing/2014/main" id="{FC57F926-0253-AF60-0404-7B51F1C22E9D}"/>
              </a:ext>
            </a:extLst>
          </p:cNvPr>
          <p:cNvSpPr/>
          <p:nvPr/>
        </p:nvSpPr>
        <p:spPr>
          <a:xfrm>
            <a:off x="7519448" y="5575585"/>
            <a:ext cx="1223472" cy="205633"/>
          </a:xfrm>
          <a:prstGeom prst="rect">
            <a:avLst/>
          </a:prstGeom>
          <a:gradFill>
            <a:gsLst>
              <a:gs pos="0">
                <a:schemeClr val="accent3">
                  <a:lumMod val="50000"/>
                </a:schemeClr>
              </a:gs>
              <a:gs pos="56000">
                <a:srgbClr val="FAB92E"/>
              </a:gs>
              <a:gs pos="100000">
                <a:schemeClr val="accent5"/>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Triangle isocèle 72">
            <a:extLst>
              <a:ext uri="{FF2B5EF4-FFF2-40B4-BE49-F238E27FC236}">
                <a16:creationId xmlns:a16="http://schemas.microsoft.com/office/drawing/2014/main" id="{D802D5E2-A9D5-E1CA-3473-B014E5AF9BF4}"/>
              </a:ext>
            </a:extLst>
          </p:cNvPr>
          <p:cNvSpPr>
            <a:spLocks noChangeAspect="1"/>
          </p:cNvSpPr>
          <p:nvPr/>
        </p:nvSpPr>
        <p:spPr>
          <a:xfrm flipV="1">
            <a:off x="7627964" y="5515764"/>
            <a:ext cx="85991" cy="85991"/>
          </a:xfrm>
          <a:prstGeom prst="triangl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73">
            <a:extLst>
              <a:ext uri="{FF2B5EF4-FFF2-40B4-BE49-F238E27FC236}">
                <a16:creationId xmlns:a16="http://schemas.microsoft.com/office/drawing/2014/main" id="{842E377C-1629-721B-80C1-A827C72D4996}"/>
              </a:ext>
            </a:extLst>
          </p:cNvPr>
          <p:cNvSpPr/>
          <p:nvPr/>
        </p:nvSpPr>
        <p:spPr>
          <a:xfrm>
            <a:off x="7519448" y="5937710"/>
            <a:ext cx="1223472" cy="205633"/>
          </a:xfrm>
          <a:prstGeom prst="rect">
            <a:avLst/>
          </a:prstGeom>
          <a:gradFill>
            <a:gsLst>
              <a:gs pos="0">
                <a:schemeClr val="accent3">
                  <a:lumMod val="50000"/>
                </a:schemeClr>
              </a:gs>
              <a:gs pos="56000">
                <a:srgbClr val="FAB92E"/>
              </a:gs>
              <a:gs pos="100000">
                <a:schemeClr val="accent5"/>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Triangle isocèle 74">
            <a:extLst>
              <a:ext uri="{FF2B5EF4-FFF2-40B4-BE49-F238E27FC236}">
                <a16:creationId xmlns:a16="http://schemas.microsoft.com/office/drawing/2014/main" id="{E2A62BE5-40D5-6285-0261-4E1D4921AEF7}"/>
              </a:ext>
            </a:extLst>
          </p:cNvPr>
          <p:cNvSpPr>
            <a:spLocks noChangeAspect="1"/>
          </p:cNvSpPr>
          <p:nvPr/>
        </p:nvSpPr>
        <p:spPr>
          <a:xfrm flipV="1">
            <a:off x="8626847" y="5882954"/>
            <a:ext cx="85991" cy="85991"/>
          </a:xfrm>
          <a:prstGeom prst="triangl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171101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55149739-28FC-D2A8-D677-BB8D64946FED}"/>
              </a:ext>
            </a:extLst>
          </p:cNvPr>
          <p:cNvSpPr>
            <a:spLocks noGrp="1"/>
          </p:cNvSpPr>
          <p:nvPr>
            <p:ph type="body" sz="quarter" idx="10"/>
          </p:nvPr>
        </p:nvSpPr>
        <p:spPr/>
        <p:txBody>
          <a:bodyPr/>
          <a:lstStyle/>
          <a:p>
            <a:pPr marR="0" lvl="0" algn="l" defTabSz="914400" rtl="0" eaLnBrk="1" fontAlgn="auto" latinLnBrk="0" hangingPunct="1">
              <a:lnSpc>
                <a:spcPct val="90000"/>
              </a:lnSpc>
              <a:spcBef>
                <a:spcPts val="1000"/>
              </a:spcBef>
              <a:spcAft>
                <a:spcPts val="0"/>
              </a:spcAft>
              <a:buClrTx/>
              <a:buSzTx/>
              <a:tabLst/>
              <a:defRPr/>
            </a:pPr>
            <a:r>
              <a:rPr kumimoji="0" lang="fr-FR" sz="34400" b="1" i="0" u="none" strike="noStrike" kern="1200" cap="none" spc="0" normalizeH="0" baseline="0" noProof="0" dirty="0">
                <a:ln>
                  <a:noFill/>
                </a:ln>
                <a:solidFill>
                  <a:srgbClr val="6B8DE7"/>
                </a:solidFill>
                <a:effectLst/>
                <a:uLnTx/>
                <a:uFillTx/>
                <a:latin typeface="Avenir Black" panose="02000503020000020003" pitchFamily="2" charset="0"/>
                <a:ea typeface="+mn-ea"/>
                <a:cs typeface="+mn-cs"/>
              </a:rPr>
              <a:t>3</a:t>
            </a:r>
            <a:endParaRPr kumimoji="0" lang="fr-FR" sz="2800" b="0" i="0" u="none" strike="noStrike" kern="1200" cap="none" spc="0" normalizeH="0" baseline="0" noProof="0" dirty="0">
              <a:ln>
                <a:noFill/>
              </a:ln>
              <a:solidFill>
                <a:srgbClr val="6B8DE7"/>
              </a:solidFill>
              <a:effectLst/>
              <a:uLnTx/>
              <a:uFillTx/>
              <a:latin typeface="Aptos" panose="02110004020202020204"/>
              <a:ea typeface="+mn-ea"/>
              <a:cs typeface="+mn-cs"/>
            </a:endParaRPr>
          </a:p>
          <a:p>
            <a:endParaRPr lang="fr-FR" dirty="0"/>
          </a:p>
        </p:txBody>
      </p:sp>
      <p:sp>
        <p:nvSpPr>
          <p:cNvPr id="6" name="Espace réservé du texte 5">
            <a:extLst>
              <a:ext uri="{FF2B5EF4-FFF2-40B4-BE49-F238E27FC236}">
                <a16:creationId xmlns:a16="http://schemas.microsoft.com/office/drawing/2014/main" id="{BBCE7448-E43E-7CC9-F712-ED7FCA16BA11}"/>
              </a:ext>
            </a:extLst>
          </p:cNvPr>
          <p:cNvSpPr>
            <a:spLocks noGrp="1"/>
          </p:cNvSpPr>
          <p:nvPr>
            <p:ph type="body"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4400" b="1" i="0" u="none" strike="noStrike" kern="1200" cap="none" spc="0" normalizeH="0" baseline="0" noProof="0">
                <a:ln>
                  <a:noFill/>
                </a:ln>
                <a:solidFill>
                  <a:srgbClr val="102031"/>
                </a:solidFill>
                <a:effectLst/>
                <a:uLnTx/>
                <a:uFillTx/>
                <a:latin typeface="Avenir Black" panose="02000503020000020003" pitchFamily="2" charset="0"/>
                <a:ea typeface="+mn-ea"/>
                <a:cs typeface="+mn-cs"/>
              </a:rPr>
              <a:t>ARCHITECTURE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4400" b="1">
                <a:solidFill>
                  <a:srgbClr val="102031"/>
                </a:solidFill>
                <a:latin typeface="Avenir Black" panose="02000503020000020003" pitchFamily="2" charset="0"/>
              </a:rPr>
              <a:t>DECISION RECORD</a:t>
            </a:r>
            <a:endParaRPr kumimoji="0" lang="fr-FR" sz="4400" b="1" i="0" u="none" strike="noStrike" kern="1200" cap="none" spc="0" normalizeH="0" baseline="0" noProof="0">
              <a:ln>
                <a:noFill/>
              </a:ln>
              <a:solidFill>
                <a:srgbClr val="102031"/>
              </a:solidFill>
              <a:effectLst/>
              <a:uLnTx/>
              <a:uFillTx/>
              <a:latin typeface="Avenir Black" panose="02000503020000020003" pitchFamily="2" charset="0"/>
              <a:ea typeface="+mn-ea"/>
              <a:cs typeface="+mn-cs"/>
            </a:endParaRPr>
          </a:p>
          <a:p>
            <a:endParaRPr lang="fr-FR"/>
          </a:p>
        </p:txBody>
      </p:sp>
      <p:sp>
        <p:nvSpPr>
          <p:cNvPr id="7" name="Espace réservé du texte 6">
            <a:extLst>
              <a:ext uri="{FF2B5EF4-FFF2-40B4-BE49-F238E27FC236}">
                <a16:creationId xmlns:a16="http://schemas.microsoft.com/office/drawing/2014/main" id="{21F0A123-1092-B970-2EA7-49ECB2317640}"/>
              </a:ext>
            </a:extLst>
          </p:cNvPr>
          <p:cNvSpPr>
            <a:spLocks noGrp="1"/>
          </p:cNvSpPr>
          <p:nvPr>
            <p:ph type="body" sz="quarter" idx="12"/>
          </p:nvPr>
        </p:nvSpPr>
        <p:spPr/>
        <p:txBody>
          <a:bodyPr/>
          <a:lstStyle/>
          <a:p>
            <a:r>
              <a:rPr lang="fr-FR" b="1" dirty="0">
                <a:solidFill>
                  <a:srgbClr val="6B8DE7"/>
                </a:solidFill>
                <a:highlight>
                  <a:srgbClr val="102031"/>
                </a:highlight>
                <a:latin typeface="Avenir Light" panose="020B0402020203020204" pitchFamily="34" charset="77"/>
              </a:rPr>
              <a:t>L’ADR</a:t>
            </a:r>
            <a:endParaRPr lang="fr-FR" dirty="0">
              <a:solidFill>
                <a:srgbClr val="6B8DE7"/>
              </a:solidFill>
            </a:endParaRPr>
          </a:p>
        </p:txBody>
      </p:sp>
    </p:spTree>
    <p:extLst>
      <p:ext uri="{BB962C8B-B14F-4D97-AF65-F5344CB8AC3E}">
        <p14:creationId xmlns:p14="http://schemas.microsoft.com/office/powerpoint/2010/main" val="3992545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32F8C-F0A2-96C1-95A7-FCBDECB1ADD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AF1632D-66B3-1A68-62C7-7503F934261D}"/>
              </a:ext>
            </a:extLst>
          </p:cNvPr>
          <p:cNvSpPr>
            <a:spLocks noGrp="1"/>
          </p:cNvSpPr>
          <p:nvPr>
            <p:ph type="title"/>
          </p:nvPr>
        </p:nvSpPr>
        <p:spPr/>
        <p:txBody>
          <a:bodyPr/>
          <a:lstStyle/>
          <a:p>
            <a:r>
              <a:rPr lang="fr-FR"/>
              <a:t>ARCHITECTURE DECISION RECORD</a:t>
            </a:r>
          </a:p>
        </p:txBody>
      </p:sp>
      <p:sp>
        <p:nvSpPr>
          <p:cNvPr id="3" name="Espace réservé du texte 2">
            <a:extLst>
              <a:ext uri="{FF2B5EF4-FFF2-40B4-BE49-F238E27FC236}">
                <a16:creationId xmlns:a16="http://schemas.microsoft.com/office/drawing/2014/main" id="{F368E268-CF1C-4403-0FE2-A6580BD43E96}"/>
              </a:ext>
            </a:extLst>
          </p:cNvPr>
          <p:cNvSpPr>
            <a:spLocks noGrp="1"/>
          </p:cNvSpPr>
          <p:nvPr>
            <p:ph type="body" sz="quarter" idx="10"/>
          </p:nvPr>
        </p:nvSpPr>
        <p:spPr/>
        <p:txBody>
          <a:bodyPr/>
          <a:lstStyle/>
          <a:p>
            <a:r>
              <a:rPr lang="fr-FR"/>
              <a:t>L’ADR</a:t>
            </a:r>
          </a:p>
        </p:txBody>
      </p:sp>
      <p:sp>
        <p:nvSpPr>
          <p:cNvPr id="5" name="Espace réservé du texte 4">
            <a:extLst>
              <a:ext uri="{FF2B5EF4-FFF2-40B4-BE49-F238E27FC236}">
                <a16:creationId xmlns:a16="http://schemas.microsoft.com/office/drawing/2014/main" id="{08906DE6-B7EE-A4D5-9CBF-6F79A02BDEF5}"/>
              </a:ext>
            </a:extLst>
          </p:cNvPr>
          <p:cNvSpPr>
            <a:spLocks noGrp="1"/>
          </p:cNvSpPr>
          <p:nvPr>
            <p:ph type="body" sz="quarter" idx="11"/>
          </p:nvPr>
        </p:nvSpPr>
        <p:spPr/>
        <p:txBody>
          <a:bodyPr/>
          <a:lstStyle/>
          <a:p>
            <a:r>
              <a:rPr lang="en-GB" sz="4400" dirty="0">
                <a:solidFill>
                  <a:srgbClr val="6B8DE7"/>
                </a:solidFill>
                <a:latin typeface="Barlow Black" panose="00000A00000000000000" pitchFamily="2" charset="0"/>
              </a:rPr>
              <a:t>03</a:t>
            </a:r>
            <a:endParaRPr lang="fr-FR" dirty="0">
              <a:solidFill>
                <a:srgbClr val="6B8DE7"/>
              </a:solidFill>
            </a:endParaRPr>
          </a:p>
        </p:txBody>
      </p:sp>
      <p:sp>
        <p:nvSpPr>
          <p:cNvPr id="6" name="ZoneTexte 5">
            <a:extLst>
              <a:ext uri="{FF2B5EF4-FFF2-40B4-BE49-F238E27FC236}">
                <a16:creationId xmlns:a16="http://schemas.microsoft.com/office/drawing/2014/main" id="{55BECCDD-69E0-53A1-9F9D-E79AC3289DF4}"/>
              </a:ext>
            </a:extLst>
          </p:cNvPr>
          <p:cNvSpPr txBox="1"/>
          <p:nvPr>
            <p:custDataLst>
              <p:tags r:id="rId1"/>
            </p:custDataLst>
          </p:nvPr>
        </p:nvSpPr>
        <p:spPr>
          <a:xfrm>
            <a:off x="8968298" y="17417"/>
            <a:ext cx="883575" cy="454355"/>
          </a:xfrm>
          <a:prstGeom prst="rect">
            <a:avLst/>
          </a:prstGeom>
          <a:noFill/>
        </p:spPr>
        <p:txBody>
          <a:bodyPr wrap="none" rtlCol="0">
            <a:spAutoFit/>
          </a:bodyPr>
          <a:lstStyle/>
          <a:p>
            <a:pPr algn="ctr">
              <a:lnSpc>
                <a:spcPct val="70000"/>
              </a:lnSpc>
            </a:pPr>
            <a:r>
              <a:rPr lang="fr-FR" sz="1100" b="1" dirty="0">
                <a:latin typeface="Avenir Book" panose="02000503020000020003" pitchFamily="2" charset="0"/>
              </a:rPr>
              <a:t>Architecture</a:t>
            </a:r>
          </a:p>
          <a:p>
            <a:pPr algn="ctr">
              <a:lnSpc>
                <a:spcPct val="70000"/>
              </a:lnSpc>
            </a:pPr>
            <a:r>
              <a:rPr lang="en-US" sz="1100" b="1" dirty="0">
                <a:latin typeface="Avenir Book" panose="02000503020000020003" pitchFamily="2" charset="0"/>
              </a:rPr>
              <a:t>Decision</a:t>
            </a:r>
          </a:p>
          <a:p>
            <a:pPr algn="ctr">
              <a:lnSpc>
                <a:spcPct val="70000"/>
              </a:lnSpc>
            </a:pPr>
            <a:r>
              <a:rPr lang="fr-FR" sz="1100" b="1" dirty="0">
                <a:latin typeface="Avenir Book" panose="02000503020000020003" pitchFamily="2" charset="0"/>
              </a:rPr>
              <a:t>Record</a:t>
            </a:r>
          </a:p>
        </p:txBody>
      </p:sp>
      <p:sp>
        <p:nvSpPr>
          <p:cNvPr id="13" name="Rectangle 12">
            <a:extLst>
              <a:ext uri="{FF2B5EF4-FFF2-40B4-BE49-F238E27FC236}">
                <a16:creationId xmlns:a16="http://schemas.microsoft.com/office/drawing/2014/main" id="{2CBD1ED2-D2F9-C975-CE98-AE89743C62A7}"/>
              </a:ext>
            </a:extLst>
          </p:cNvPr>
          <p:cNvSpPr>
            <a:spLocks/>
          </p:cNvSpPr>
          <p:nvPr>
            <p:custDataLst>
              <p:tags r:id="rId2"/>
            </p:custDataLst>
          </p:nvPr>
        </p:nvSpPr>
        <p:spPr>
          <a:xfrm>
            <a:off x="1041476" y="1158200"/>
            <a:ext cx="6333545" cy="738966"/>
          </a:xfrm>
          <a:prstGeom prst="rect">
            <a:avLst/>
          </a:prstGeom>
          <a:solidFill>
            <a:srgbClr val="F5C56F">
              <a:alpha val="2000"/>
            </a:srgbClr>
          </a:solidFill>
          <a:ln w="6350">
            <a:solidFill>
              <a:srgbClr val="F5C56F">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180000" rtlCol="0" anchor="t"/>
          <a:lstStyle/>
          <a:p>
            <a:pPr>
              <a:lnSpc>
                <a:spcPct val="75000"/>
              </a:lnSpc>
              <a:spcAft>
                <a:spcPts val="200"/>
              </a:spcAft>
            </a:pPr>
            <a:r>
              <a:rPr lang="fr-FR" sz="1200" dirty="0">
                <a:solidFill>
                  <a:srgbClr val="595959"/>
                </a:solidFill>
                <a:latin typeface="Avenir Book" panose="02000503020000020003"/>
              </a:rPr>
              <a:t>Architecture du projet d’intégration de TRADEX</a:t>
            </a:r>
          </a:p>
        </p:txBody>
      </p:sp>
      <p:sp>
        <p:nvSpPr>
          <p:cNvPr id="14" name="Rectangle : coins arrondis 13">
            <a:extLst>
              <a:ext uri="{FF2B5EF4-FFF2-40B4-BE49-F238E27FC236}">
                <a16:creationId xmlns:a16="http://schemas.microsoft.com/office/drawing/2014/main" id="{4869EF1F-5C8E-AEF2-8E5A-B61FE873B53E}"/>
              </a:ext>
            </a:extLst>
          </p:cNvPr>
          <p:cNvSpPr/>
          <p:nvPr>
            <p:custDataLst>
              <p:tags r:id="rId3"/>
            </p:custDataLst>
          </p:nvPr>
        </p:nvSpPr>
        <p:spPr>
          <a:xfrm>
            <a:off x="1228736" y="1158198"/>
            <a:ext cx="1373706" cy="223136"/>
          </a:xfrm>
          <a:prstGeom prst="roundRect">
            <a:avLst>
              <a:gd name="adj" fmla="val 13436"/>
            </a:avLst>
          </a:prstGeom>
          <a:solidFill>
            <a:srgbClr val="F5C56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000" b="1" dirty="0">
                <a:solidFill>
                  <a:schemeClr val="bg1"/>
                </a:solidFill>
                <a:latin typeface="Avenir Next" panose="020B0503020202020204" pitchFamily="34" charset="0"/>
              </a:rPr>
              <a:t>ADR #00</a:t>
            </a:r>
          </a:p>
        </p:txBody>
      </p:sp>
      <p:sp>
        <p:nvSpPr>
          <p:cNvPr id="15" name="Rectangle 14">
            <a:extLst>
              <a:ext uri="{FF2B5EF4-FFF2-40B4-BE49-F238E27FC236}">
                <a16:creationId xmlns:a16="http://schemas.microsoft.com/office/drawing/2014/main" id="{4771E332-D351-F89B-E2D3-B13251071C69}"/>
              </a:ext>
            </a:extLst>
          </p:cNvPr>
          <p:cNvSpPr>
            <a:spLocks/>
          </p:cNvSpPr>
          <p:nvPr>
            <p:custDataLst>
              <p:tags r:id="rId4"/>
            </p:custDataLst>
          </p:nvPr>
        </p:nvSpPr>
        <p:spPr>
          <a:xfrm>
            <a:off x="1041476" y="1934404"/>
            <a:ext cx="1790525" cy="637879"/>
          </a:xfrm>
          <a:prstGeom prst="rect">
            <a:avLst/>
          </a:prstGeom>
          <a:solidFill>
            <a:srgbClr val="E65012">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180000" rtlCol="0" anchor="t"/>
          <a:lstStyle/>
          <a:p>
            <a:pPr>
              <a:lnSpc>
                <a:spcPct val="75000"/>
              </a:lnSpc>
              <a:spcAft>
                <a:spcPts val="200"/>
              </a:spcAft>
            </a:pPr>
            <a:r>
              <a:rPr lang="fr-FR" sz="1200" dirty="0">
                <a:solidFill>
                  <a:srgbClr val="595959"/>
                </a:solidFill>
                <a:latin typeface="Avenir Book" panose="02000503020000020003"/>
              </a:rPr>
              <a:t>Accepté</a:t>
            </a:r>
          </a:p>
        </p:txBody>
      </p:sp>
      <p:sp>
        <p:nvSpPr>
          <p:cNvPr id="16" name="Rectangle : coins arrondis 15">
            <a:extLst>
              <a:ext uri="{FF2B5EF4-FFF2-40B4-BE49-F238E27FC236}">
                <a16:creationId xmlns:a16="http://schemas.microsoft.com/office/drawing/2014/main" id="{B764C248-3ABE-9B27-79B4-20E03EA371B2}"/>
              </a:ext>
            </a:extLst>
          </p:cNvPr>
          <p:cNvSpPr/>
          <p:nvPr>
            <p:custDataLst>
              <p:tags r:id="rId5"/>
            </p:custDataLst>
          </p:nvPr>
        </p:nvSpPr>
        <p:spPr>
          <a:xfrm>
            <a:off x="1228736" y="1934402"/>
            <a:ext cx="1373706" cy="223136"/>
          </a:xfrm>
          <a:prstGeom prst="roundRect">
            <a:avLst>
              <a:gd name="adj" fmla="val 13436"/>
            </a:avLst>
          </a:prstGeom>
          <a:solidFill>
            <a:srgbClr val="E65012">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000" b="1">
                <a:solidFill>
                  <a:schemeClr val="tx1">
                    <a:lumMod val="75000"/>
                    <a:lumOff val="25000"/>
                  </a:schemeClr>
                </a:solidFill>
                <a:latin typeface="Avenir Next" panose="020B0503020202020204" pitchFamily="34" charset="0"/>
              </a:rPr>
              <a:t>STATUT</a:t>
            </a:r>
          </a:p>
        </p:txBody>
      </p:sp>
      <p:sp>
        <p:nvSpPr>
          <p:cNvPr id="17" name="Rectangle 16">
            <a:extLst>
              <a:ext uri="{FF2B5EF4-FFF2-40B4-BE49-F238E27FC236}">
                <a16:creationId xmlns:a16="http://schemas.microsoft.com/office/drawing/2014/main" id="{7EB2C689-F52C-8B82-C9CF-47366A3AD6FE}"/>
              </a:ext>
            </a:extLst>
          </p:cNvPr>
          <p:cNvSpPr>
            <a:spLocks/>
          </p:cNvSpPr>
          <p:nvPr>
            <p:custDataLst>
              <p:tags r:id="rId6"/>
            </p:custDataLst>
          </p:nvPr>
        </p:nvSpPr>
        <p:spPr>
          <a:xfrm>
            <a:off x="2898794" y="1937982"/>
            <a:ext cx="1790525" cy="637879"/>
          </a:xfrm>
          <a:prstGeom prst="rect">
            <a:avLst/>
          </a:prstGeom>
          <a:solidFill>
            <a:srgbClr val="E65012">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180000" rtlCol="0" anchor="t"/>
          <a:lstStyle/>
          <a:p>
            <a:pPr>
              <a:lnSpc>
                <a:spcPct val="75000"/>
              </a:lnSpc>
              <a:spcAft>
                <a:spcPts val="200"/>
              </a:spcAft>
            </a:pPr>
            <a:r>
              <a:rPr lang="fr-FR" sz="1200" dirty="0">
                <a:solidFill>
                  <a:srgbClr val="595959"/>
                </a:solidFill>
                <a:latin typeface="Avenir Book" panose="02000503020000020003"/>
              </a:rPr>
              <a:t>17/09/2025</a:t>
            </a:r>
          </a:p>
        </p:txBody>
      </p:sp>
      <p:sp>
        <p:nvSpPr>
          <p:cNvPr id="21" name="Rectangle : coins arrondis 20">
            <a:extLst>
              <a:ext uri="{FF2B5EF4-FFF2-40B4-BE49-F238E27FC236}">
                <a16:creationId xmlns:a16="http://schemas.microsoft.com/office/drawing/2014/main" id="{EC2F94ED-2134-BA54-FE0E-29A23DCBC4A1}"/>
              </a:ext>
            </a:extLst>
          </p:cNvPr>
          <p:cNvSpPr/>
          <p:nvPr>
            <p:custDataLst>
              <p:tags r:id="rId7"/>
            </p:custDataLst>
          </p:nvPr>
        </p:nvSpPr>
        <p:spPr>
          <a:xfrm>
            <a:off x="3100946" y="1930861"/>
            <a:ext cx="1373706" cy="223136"/>
          </a:xfrm>
          <a:prstGeom prst="roundRect">
            <a:avLst>
              <a:gd name="adj" fmla="val 13436"/>
            </a:avLst>
          </a:prstGeom>
          <a:solidFill>
            <a:srgbClr val="E65012">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000" b="1">
                <a:solidFill>
                  <a:schemeClr val="tx1">
                    <a:lumMod val="75000"/>
                    <a:lumOff val="25000"/>
                  </a:schemeClr>
                </a:solidFill>
                <a:latin typeface="Avenir Next" panose="020B0503020202020204" pitchFamily="34" charset="0"/>
              </a:rPr>
              <a:t>DATE</a:t>
            </a:r>
          </a:p>
        </p:txBody>
      </p:sp>
      <p:sp>
        <p:nvSpPr>
          <p:cNvPr id="22" name="Rectangle 21">
            <a:extLst>
              <a:ext uri="{FF2B5EF4-FFF2-40B4-BE49-F238E27FC236}">
                <a16:creationId xmlns:a16="http://schemas.microsoft.com/office/drawing/2014/main" id="{9A12A98E-E65B-4CEB-DCFE-1E480E1EA442}"/>
              </a:ext>
            </a:extLst>
          </p:cNvPr>
          <p:cNvSpPr>
            <a:spLocks/>
          </p:cNvSpPr>
          <p:nvPr>
            <p:custDataLst>
              <p:tags r:id="rId8"/>
            </p:custDataLst>
          </p:nvPr>
        </p:nvSpPr>
        <p:spPr>
          <a:xfrm>
            <a:off x="1041476" y="2609556"/>
            <a:ext cx="6333545" cy="1073913"/>
          </a:xfrm>
          <a:prstGeom prst="rect">
            <a:avLst/>
          </a:prstGeom>
          <a:solidFill>
            <a:srgbClr val="A2B969">
              <a:alpha val="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180000" rtlCol="0" anchor="t"/>
          <a:lstStyle/>
          <a:p>
            <a:pPr>
              <a:lnSpc>
                <a:spcPct val="75000"/>
              </a:lnSpc>
              <a:spcBef>
                <a:spcPts val="0"/>
              </a:spcBef>
              <a:buClr>
                <a:schemeClr val="accent3"/>
              </a:buClr>
              <a:buSzPct val="75000"/>
            </a:pPr>
            <a:r>
              <a:rPr lang="fr-FR" sz="1000" dirty="0">
                <a:solidFill>
                  <a:schemeClr val="accent6">
                    <a:lumMod val="75000"/>
                  </a:schemeClr>
                </a:solidFill>
              </a:rPr>
              <a:t>L’intégration de </a:t>
            </a:r>
            <a:r>
              <a:rPr lang="fr-FR" sz="1000" dirty="0" err="1">
                <a:solidFill>
                  <a:schemeClr val="accent6">
                    <a:lumMod val="75000"/>
                  </a:schemeClr>
                </a:solidFill>
              </a:rPr>
              <a:t>Tradex</a:t>
            </a:r>
            <a:r>
              <a:rPr lang="fr-FR" sz="1000" dirty="0">
                <a:solidFill>
                  <a:schemeClr val="accent6">
                    <a:lumMod val="75000"/>
                  </a:schemeClr>
                </a:solidFill>
              </a:rPr>
              <a:t>, </a:t>
            </a:r>
            <a:r>
              <a:rPr lang="fr-FR" sz="1000" dirty="0" err="1">
                <a:solidFill>
                  <a:schemeClr val="accent6">
                    <a:lumMod val="75000"/>
                  </a:schemeClr>
                </a:solidFill>
              </a:rPr>
              <a:t>Haplus</a:t>
            </a:r>
            <a:r>
              <a:rPr lang="fr-FR" sz="1000" dirty="0">
                <a:solidFill>
                  <a:schemeClr val="accent6">
                    <a:lumMod val="75000"/>
                  </a:schemeClr>
                </a:solidFill>
              </a:rPr>
              <a:t> et Edifice dans le cadre du projet </a:t>
            </a:r>
            <a:r>
              <a:rPr lang="fr-FR" sz="1000" dirty="0" err="1">
                <a:solidFill>
                  <a:schemeClr val="accent6">
                    <a:lumMod val="75000"/>
                  </a:schemeClr>
                </a:solidFill>
              </a:rPr>
              <a:t>Sizewell</a:t>
            </a:r>
            <a:r>
              <a:rPr lang="fr-FR" sz="1000" dirty="0">
                <a:solidFill>
                  <a:schemeClr val="accent6">
                    <a:lumMod val="75000"/>
                  </a:schemeClr>
                </a:solidFill>
              </a:rPr>
              <a:t> doit être industrialisée et renforcée au sein de la plateforme fournisseurs, à travers une architecture technique fiable, évolutive et conforme aux standards du groupe. Cette solution permettra aux fournisseurs de générer facilement leurs factures dans TRADEX en s’appuyant sur les données de commande, tout en garantissant un contrôle automatique de la cohérence entre le restant à facturer et les commandes associées. Par ailleurs, elle offrira aux fournisseurs un accès simplifié à TRADEX, leur permettant de suivre en temps réel l’avancement du traitement de leurs </a:t>
            </a:r>
            <a:r>
              <a:rPr lang="fr-FR" sz="1000">
                <a:solidFill>
                  <a:schemeClr val="accent6">
                    <a:lumMod val="75000"/>
                  </a:schemeClr>
                </a:solidFill>
              </a:rPr>
              <a:t>factures. </a:t>
            </a:r>
            <a:endParaRPr lang="fr-FR" sz="1000" dirty="0">
              <a:solidFill>
                <a:schemeClr val="accent6">
                  <a:lumMod val="75000"/>
                </a:schemeClr>
              </a:solidFill>
              <a:latin typeface="Avenir Book" panose="02000503020000020003"/>
            </a:endParaRPr>
          </a:p>
        </p:txBody>
      </p:sp>
      <p:sp>
        <p:nvSpPr>
          <p:cNvPr id="23" name="Rectangle : coins arrondis 22">
            <a:extLst>
              <a:ext uri="{FF2B5EF4-FFF2-40B4-BE49-F238E27FC236}">
                <a16:creationId xmlns:a16="http://schemas.microsoft.com/office/drawing/2014/main" id="{7F99930F-3BB5-A44B-43D0-1C725DAA2A50}"/>
              </a:ext>
            </a:extLst>
          </p:cNvPr>
          <p:cNvSpPr/>
          <p:nvPr>
            <p:custDataLst>
              <p:tags r:id="rId9"/>
            </p:custDataLst>
          </p:nvPr>
        </p:nvSpPr>
        <p:spPr>
          <a:xfrm>
            <a:off x="1228736" y="2609555"/>
            <a:ext cx="1373706" cy="223136"/>
          </a:xfrm>
          <a:prstGeom prst="roundRect">
            <a:avLst>
              <a:gd name="adj" fmla="val 13436"/>
            </a:avLst>
          </a:prstGeom>
          <a:solidFill>
            <a:srgbClr val="93C97B"/>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000" b="1">
                <a:solidFill>
                  <a:schemeClr val="bg1"/>
                </a:solidFill>
                <a:latin typeface="Avenir Next" panose="020B0503020202020204" pitchFamily="34" charset="0"/>
              </a:rPr>
              <a:t>CONTEXTE</a:t>
            </a:r>
          </a:p>
        </p:txBody>
      </p:sp>
      <p:sp>
        <p:nvSpPr>
          <p:cNvPr id="24" name="Rectangle 23">
            <a:extLst>
              <a:ext uri="{FF2B5EF4-FFF2-40B4-BE49-F238E27FC236}">
                <a16:creationId xmlns:a16="http://schemas.microsoft.com/office/drawing/2014/main" id="{EE94B742-A2C9-35BF-698B-D4ADF9F9B23C}"/>
              </a:ext>
            </a:extLst>
          </p:cNvPr>
          <p:cNvSpPr>
            <a:spLocks/>
          </p:cNvSpPr>
          <p:nvPr>
            <p:custDataLst>
              <p:tags r:id="rId10"/>
            </p:custDataLst>
          </p:nvPr>
        </p:nvSpPr>
        <p:spPr>
          <a:xfrm>
            <a:off x="1086494" y="3759199"/>
            <a:ext cx="6333545" cy="1440597"/>
          </a:xfrm>
          <a:prstGeom prst="rect">
            <a:avLst/>
          </a:prstGeom>
          <a:solidFill>
            <a:srgbClr val="6B8DE7">
              <a:alpha val="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180000" rtlCol="0" anchor="t"/>
          <a:lstStyle/>
          <a:p>
            <a:pPr>
              <a:lnSpc>
                <a:spcPct val="75000"/>
              </a:lnSpc>
              <a:spcAft>
                <a:spcPts val="200"/>
              </a:spcAft>
              <a:buSzPct val="80000"/>
            </a:pPr>
            <a:r>
              <a:rPr lang="fr-FR" sz="1000" dirty="0">
                <a:solidFill>
                  <a:schemeClr val="accent6">
                    <a:lumMod val="75000"/>
                  </a:schemeClr>
                </a:solidFill>
              </a:rPr>
              <a:t>À l’issue du comité d’architecture, les scénarios suivants ont été retenus :</a:t>
            </a:r>
            <a:endParaRPr lang="fr-FR" sz="1000" dirty="0">
              <a:solidFill>
                <a:schemeClr val="accent6">
                  <a:lumMod val="75000"/>
                </a:schemeClr>
              </a:solidFill>
              <a:latin typeface="Avenir Book" panose="02000503020000020003"/>
            </a:endParaRPr>
          </a:p>
          <a:p>
            <a:pPr>
              <a:lnSpc>
                <a:spcPct val="75000"/>
              </a:lnSpc>
              <a:spcAft>
                <a:spcPts val="200"/>
              </a:spcAft>
              <a:buSzPct val="80000"/>
            </a:pPr>
            <a:r>
              <a:rPr lang="fr-FR" sz="1000" dirty="0">
                <a:solidFill>
                  <a:schemeClr val="accent6">
                    <a:lumMod val="75000"/>
                  </a:schemeClr>
                </a:solidFill>
                <a:latin typeface="Avenir Book" panose="02000503020000020003"/>
              </a:rPr>
              <a:t>- </a:t>
            </a:r>
            <a:r>
              <a:rPr lang="fr-FR" sz="1000" dirty="0">
                <a:solidFill>
                  <a:schemeClr val="accent6">
                    <a:lumMod val="75000"/>
                  </a:schemeClr>
                </a:solidFill>
              </a:rPr>
              <a:t>Mise en place d’une solution basée sur les APIs Produit</a:t>
            </a:r>
            <a:endParaRPr lang="fr-FR" sz="1000" dirty="0">
              <a:solidFill>
                <a:schemeClr val="accent6">
                  <a:lumMod val="75000"/>
                </a:schemeClr>
              </a:solidFill>
              <a:latin typeface="Avenir Book" panose="02000503020000020003"/>
            </a:endParaRPr>
          </a:p>
          <a:p>
            <a:pPr>
              <a:lnSpc>
                <a:spcPct val="75000"/>
              </a:lnSpc>
              <a:spcAft>
                <a:spcPts val="200"/>
              </a:spcAft>
              <a:buSzPct val="80000"/>
            </a:pPr>
            <a:r>
              <a:rPr lang="fr-FR" sz="1000" b="1" dirty="0">
                <a:solidFill>
                  <a:schemeClr val="accent6">
                    <a:lumMod val="75000"/>
                  </a:schemeClr>
                </a:solidFill>
              </a:rPr>
              <a:t>- Export des détails des commandes </a:t>
            </a:r>
            <a:r>
              <a:rPr lang="fr-FR" sz="1000" dirty="0">
                <a:solidFill>
                  <a:schemeClr val="accent6">
                    <a:lumMod val="75000"/>
                  </a:schemeClr>
                </a:solidFill>
              </a:rPr>
              <a:t>- Scénario 1 : Export des détails des commandes à partir d’HAPLUS avec utilisation du MOM.</a:t>
            </a:r>
          </a:p>
          <a:p>
            <a:pPr>
              <a:lnSpc>
                <a:spcPct val="75000"/>
              </a:lnSpc>
              <a:spcAft>
                <a:spcPts val="200"/>
              </a:spcAft>
              <a:buSzPct val="80000"/>
            </a:pPr>
            <a:r>
              <a:rPr lang="fr-FR" sz="1000" b="1" dirty="0">
                <a:solidFill>
                  <a:schemeClr val="accent6">
                    <a:lumMod val="75000"/>
                  </a:schemeClr>
                </a:solidFill>
              </a:rPr>
              <a:t>- Export des statuts des factures </a:t>
            </a:r>
            <a:r>
              <a:rPr lang="fr-FR" sz="1000" dirty="0">
                <a:solidFill>
                  <a:schemeClr val="accent6">
                    <a:lumMod val="75000"/>
                  </a:schemeClr>
                </a:solidFill>
              </a:rPr>
              <a:t>-Scénario 1:Export des statuts de facture à partir d’Edifice ECC</a:t>
            </a:r>
          </a:p>
          <a:p>
            <a:pPr>
              <a:lnSpc>
                <a:spcPct val="75000"/>
              </a:lnSpc>
              <a:spcAft>
                <a:spcPts val="200"/>
              </a:spcAft>
              <a:buSzPct val="80000"/>
            </a:pPr>
            <a:r>
              <a:rPr lang="fr-FR" sz="1000" b="1" dirty="0">
                <a:solidFill>
                  <a:schemeClr val="accent6">
                    <a:lumMod val="75000"/>
                  </a:schemeClr>
                </a:solidFill>
              </a:rPr>
              <a:t>- Export du restant à facturer sur les commandes </a:t>
            </a:r>
            <a:r>
              <a:rPr lang="fr-FR" sz="1000" dirty="0">
                <a:solidFill>
                  <a:schemeClr val="accent6">
                    <a:lumMod val="75000"/>
                  </a:schemeClr>
                </a:solidFill>
              </a:rPr>
              <a:t>- Scénario 1 : Export du restant à facturer à partir d’Edifice ECC</a:t>
            </a:r>
          </a:p>
          <a:p>
            <a:pPr>
              <a:lnSpc>
                <a:spcPct val="75000"/>
              </a:lnSpc>
              <a:spcAft>
                <a:spcPts val="200"/>
              </a:spcAft>
              <a:buSzPct val="80000"/>
            </a:pPr>
            <a:r>
              <a:rPr lang="fr-FR" sz="1000" dirty="0">
                <a:solidFill>
                  <a:schemeClr val="accent6">
                    <a:lumMod val="75000"/>
                  </a:schemeClr>
                </a:solidFill>
                <a:latin typeface="Avenir Book" panose="02000503020000020003"/>
              </a:rPr>
              <a:t>- Synergie avec le projet PWC </a:t>
            </a:r>
            <a:r>
              <a:rPr lang="fr-FR" sz="1100" dirty="0">
                <a:solidFill>
                  <a:schemeClr val="accent6">
                    <a:lumMod val="75000"/>
                  </a:schemeClr>
                </a:solidFill>
                <a:latin typeface="Avenir Book" panose="02000503020000020003"/>
              </a:rPr>
              <a:t>Démat France </a:t>
            </a:r>
            <a:r>
              <a:rPr lang="fr-FR" sz="1100" dirty="0">
                <a:solidFill>
                  <a:schemeClr val="accent6">
                    <a:lumMod val="75000"/>
                  </a:schemeClr>
                </a:solidFill>
              </a:rPr>
              <a:t>afin de faciliter l’intégration des factures dans Edifice ECC.</a:t>
            </a:r>
            <a:endParaRPr lang="fr-FR" sz="1100" dirty="0">
              <a:solidFill>
                <a:schemeClr val="accent6">
                  <a:lumMod val="75000"/>
                </a:schemeClr>
              </a:solidFill>
              <a:latin typeface="Avenir Book" panose="02000503020000020003"/>
            </a:endParaRPr>
          </a:p>
        </p:txBody>
      </p:sp>
      <p:sp>
        <p:nvSpPr>
          <p:cNvPr id="25" name="Rectangle : coins arrondis 24">
            <a:extLst>
              <a:ext uri="{FF2B5EF4-FFF2-40B4-BE49-F238E27FC236}">
                <a16:creationId xmlns:a16="http://schemas.microsoft.com/office/drawing/2014/main" id="{8EAF149F-DD9D-2C14-C1CF-26C72013054B}"/>
              </a:ext>
            </a:extLst>
          </p:cNvPr>
          <p:cNvSpPr/>
          <p:nvPr>
            <p:custDataLst>
              <p:tags r:id="rId11"/>
            </p:custDataLst>
          </p:nvPr>
        </p:nvSpPr>
        <p:spPr>
          <a:xfrm>
            <a:off x="1228736" y="3737833"/>
            <a:ext cx="1373706" cy="223136"/>
          </a:xfrm>
          <a:prstGeom prst="roundRect">
            <a:avLst>
              <a:gd name="adj" fmla="val 13436"/>
            </a:avLst>
          </a:prstGeom>
          <a:solidFill>
            <a:srgbClr val="6B8DE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000" b="1">
                <a:solidFill>
                  <a:schemeClr val="bg1"/>
                </a:solidFill>
                <a:latin typeface="Avenir Next" panose="020B0503020202020204" pitchFamily="34" charset="0"/>
              </a:rPr>
              <a:t>DECISION</a:t>
            </a:r>
          </a:p>
        </p:txBody>
      </p:sp>
      <p:sp>
        <p:nvSpPr>
          <p:cNvPr id="26" name="Rectangle 25">
            <a:extLst>
              <a:ext uri="{FF2B5EF4-FFF2-40B4-BE49-F238E27FC236}">
                <a16:creationId xmlns:a16="http://schemas.microsoft.com/office/drawing/2014/main" id="{4699B9DB-AFCE-1CE8-4F49-BF4A5A12C2A3}"/>
              </a:ext>
            </a:extLst>
          </p:cNvPr>
          <p:cNvSpPr>
            <a:spLocks/>
          </p:cNvSpPr>
          <p:nvPr>
            <p:custDataLst>
              <p:tags r:id="rId12"/>
            </p:custDataLst>
          </p:nvPr>
        </p:nvSpPr>
        <p:spPr>
          <a:xfrm>
            <a:off x="1086494" y="5699801"/>
            <a:ext cx="6333545" cy="120969"/>
          </a:xfrm>
          <a:prstGeom prst="rect">
            <a:avLst/>
          </a:prstGeom>
          <a:solidFill>
            <a:schemeClr val="bg1">
              <a:lumMod val="85000"/>
              <a:alpha val="5000"/>
            </a:schemeClr>
          </a:solidFill>
          <a:ln w="127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180000" rtlCol="0" anchor="t"/>
          <a:lstStyle/>
          <a:p>
            <a:pPr>
              <a:lnSpc>
                <a:spcPct val="75000"/>
              </a:lnSpc>
              <a:spcAft>
                <a:spcPts val="200"/>
              </a:spcAft>
            </a:pPr>
            <a:r>
              <a:rPr lang="fr-FR" sz="1100" dirty="0">
                <a:solidFill>
                  <a:schemeClr val="accent6">
                    <a:lumMod val="75000"/>
                  </a:schemeClr>
                </a:solidFill>
              </a:rPr>
              <a:t>Prévoir la tenue d’un comité d’architecture afin de présenter en détail les flux et les structures de données urbanisées.</a:t>
            </a:r>
            <a:endParaRPr lang="fr-FR" sz="1100" dirty="0">
              <a:solidFill>
                <a:schemeClr val="accent6">
                  <a:lumMod val="75000"/>
                </a:schemeClr>
              </a:solidFill>
              <a:latin typeface="Avenir Book" panose="02000503020000020003"/>
            </a:endParaRPr>
          </a:p>
        </p:txBody>
      </p:sp>
      <p:sp>
        <p:nvSpPr>
          <p:cNvPr id="27" name="Rectangle : coins arrondis 26">
            <a:extLst>
              <a:ext uri="{FF2B5EF4-FFF2-40B4-BE49-F238E27FC236}">
                <a16:creationId xmlns:a16="http://schemas.microsoft.com/office/drawing/2014/main" id="{60660F3F-EE5F-D3A1-A964-C5ABA198B2A1}"/>
              </a:ext>
            </a:extLst>
          </p:cNvPr>
          <p:cNvSpPr/>
          <p:nvPr>
            <p:custDataLst>
              <p:tags r:id="rId13"/>
            </p:custDataLst>
          </p:nvPr>
        </p:nvSpPr>
        <p:spPr>
          <a:xfrm>
            <a:off x="1249885" y="5436501"/>
            <a:ext cx="1373706" cy="223136"/>
          </a:xfrm>
          <a:prstGeom prst="roundRect">
            <a:avLst>
              <a:gd name="adj" fmla="val 13436"/>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000" b="1" dirty="0">
                <a:solidFill>
                  <a:schemeClr val="bg1"/>
                </a:solidFill>
                <a:latin typeface="Avenir Next" panose="020B0503020202020204" pitchFamily="34" charset="0"/>
              </a:rPr>
              <a:t>CONSEQUENCES</a:t>
            </a:r>
          </a:p>
        </p:txBody>
      </p:sp>
      <p:sp>
        <p:nvSpPr>
          <p:cNvPr id="28" name="Rectangle 27">
            <a:extLst>
              <a:ext uri="{FF2B5EF4-FFF2-40B4-BE49-F238E27FC236}">
                <a16:creationId xmlns:a16="http://schemas.microsoft.com/office/drawing/2014/main" id="{46E7F072-9743-D977-4122-E40F9162F9FE}"/>
              </a:ext>
            </a:extLst>
          </p:cNvPr>
          <p:cNvSpPr>
            <a:spLocks/>
          </p:cNvSpPr>
          <p:nvPr>
            <p:custDataLst>
              <p:tags r:id="rId14"/>
            </p:custDataLst>
          </p:nvPr>
        </p:nvSpPr>
        <p:spPr>
          <a:xfrm>
            <a:off x="4758366" y="1937288"/>
            <a:ext cx="2661673" cy="672267"/>
          </a:xfrm>
          <a:prstGeom prst="rect">
            <a:avLst/>
          </a:prstGeom>
          <a:solidFill>
            <a:srgbClr val="E65012">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180000" rtlCol="0" anchor="t"/>
          <a:lstStyle/>
          <a:p>
            <a:pPr>
              <a:lnSpc>
                <a:spcPct val="75000"/>
              </a:lnSpc>
              <a:spcAft>
                <a:spcPts val="200"/>
              </a:spcAft>
            </a:pPr>
            <a:r>
              <a:rPr lang="fr-FR" sz="900" dirty="0">
                <a:solidFill>
                  <a:srgbClr val="595959"/>
                </a:solidFill>
                <a:latin typeface="Avenir Book" panose="02000503020000020003"/>
              </a:rPr>
              <a:t>J. TULMETS, A. LOGE,</a:t>
            </a:r>
            <a:r>
              <a:rPr lang="fr-FR" sz="900" dirty="0">
                <a:solidFill>
                  <a:srgbClr val="595959"/>
                </a:solidFill>
              </a:rPr>
              <a:t> L. VOVK</a:t>
            </a:r>
            <a:r>
              <a:rPr lang="fr-FR" sz="900" dirty="0">
                <a:solidFill>
                  <a:srgbClr val="595959"/>
                </a:solidFill>
                <a:latin typeface="Avenir Book" panose="02000503020000020003"/>
              </a:rPr>
              <a:t>, A. BASLEY,</a:t>
            </a:r>
            <a:r>
              <a:rPr lang="fr-FR" sz="900" dirty="0">
                <a:solidFill>
                  <a:srgbClr val="595959"/>
                </a:solidFill>
              </a:rPr>
              <a:t> S. BRENNE</a:t>
            </a:r>
            <a:r>
              <a:rPr lang="fr-FR" sz="900" dirty="0">
                <a:solidFill>
                  <a:srgbClr val="595959"/>
                </a:solidFill>
                <a:latin typeface="Avenir Book" panose="02000503020000020003"/>
              </a:rPr>
              <a:t> ,KA. DJE, L. RUELLAN ONEPOINT</a:t>
            </a:r>
          </a:p>
        </p:txBody>
      </p:sp>
      <p:sp>
        <p:nvSpPr>
          <p:cNvPr id="29" name="Rectangle : coins arrondis 28">
            <a:extLst>
              <a:ext uri="{FF2B5EF4-FFF2-40B4-BE49-F238E27FC236}">
                <a16:creationId xmlns:a16="http://schemas.microsoft.com/office/drawing/2014/main" id="{4B4AEB85-9220-EA43-A462-126260828F7F}"/>
              </a:ext>
            </a:extLst>
          </p:cNvPr>
          <p:cNvSpPr/>
          <p:nvPr>
            <p:custDataLst>
              <p:tags r:id="rId15"/>
            </p:custDataLst>
          </p:nvPr>
        </p:nvSpPr>
        <p:spPr>
          <a:xfrm>
            <a:off x="4960518" y="1930167"/>
            <a:ext cx="1373706" cy="223136"/>
          </a:xfrm>
          <a:prstGeom prst="roundRect">
            <a:avLst>
              <a:gd name="adj" fmla="val 13436"/>
            </a:avLst>
          </a:prstGeom>
          <a:solidFill>
            <a:srgbClr val="E65012">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000" b="1">
                <a:solidFill>
                  <a:schemeClr val="tx1">
                    <a:lumMod val="75000"/>
                    <a:lumOff val="25000"/>
                  </a:schemeClr>
                </a:solidFill>
                <a:latin typeface="Avenir Next" panose="020B0503020202020204" pitchFamily="34" charset="0"/>
              </a:rPr>
              <a:t>PARTICIPANTS</a:t>
            </a:r>
          </a:p>
        </p:txBody>
      </p:sp>
      <p:sp>
        <p:nvSpPr>
          <p:cNvPr id="30" name="Rectangle 29">
            <a:extLst>
              <a:ext uri="{FF2B5EF4-FFF2-40B4-BE49-F238E27FC236}">
                <a16:creationId xmlns:a16="http://schemas.microsoft.com/office/drawing/2014/main" id="{631A3CF1-D74C-E85F-5D10-08608E56C4DB}"/>
              </a:ext>
            </a:extLst>
          </p:cNvPr>
          <p:cNvSpPr>
            <a:spLocks/>
          </p:cNvSpPr>
          <p:nvPr>
            <p:custDataLst>
              <p:tags r:id="rId16"/>
            </p:custDataLst>
          </p:nvPr>
        </p:nvSpPr>
        <p:spPr>
          <a:xfrm>
            <a:off x="8012326" y="1158198"/>
            <a:ext cx="3979649" cy="1073913"/>
          </a:xfrm>
          <a:prstGeom prst="rect">
            <a:avLst/>
          </a:prstGeom>
          <a:solidFill>
            <a:schemeClr val="bg1">
              <a:lumMod val="85000"/>
              <a:alpha val="5000"/>
            </a:schemeClr>
          </a:solidFill>
          <a:ln w="127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180000" rtlCol="0" anchor="t"/>
          <a:lstStyle/>
          <a:p>
            <a:pPr>
              <a:lnSpc>
                <a:spcPct val="75000"/>
              </a:lnSpc>
              <a:spcAft>
                <a:spcPts val="200"/>
              </a:spcAft>
            </a:pPr>
            <a:r>
              <a:rPr lang="fr-FR" sz="1100" b="1" dirty="0">
                <a:solidFill>
                  <a:schemeClr val="accent6">
                    <a:lumMod val="75000"/>
                  </a:schemeClr>
                </a:solidFill>
              </a:rPr>
              <a:t>Assurer la disponibilité du MOM </a:t>
            </a:r>
            <a:r>
              <a:rPr lang="fr-FR" sz="1100" dirty="0">
                <a:solidFill>
                  <a:schemeClr val="accent6">
                    <a:lumMod val="75000"/>
                  </a:schemeClr>
                </a:solidFill>
              </a:rPr>
              <a:t>et l’urbanisation des structures de données, telles que celles des factures.</a:t>
            </a:r>
          </a:p>
          <a:p>
            <a:pPr>
              <a:lnSpc>
                <a:spcPct val="75000"/>
              </a:lnSpc>
              <a:spcAft>
                <a:spcPts val="200"/>
              </a:spcAft>
            </a:pPr>
            <a:endParaRPr lang="fr-FR" sz="1200" dirty="0">
              <a:solidFill>
                <a:srgbClr val="595959"/>
              </a:solidFill>
              <a:latin typeface="Avenir Book" panose="02000503020000020003"/>
            </a:endParaRPr>
          </a:p>
        </p:txBody>
      </p:sp>
      <p:sp>
        <p:nvSpPr>
          <p:cNvPr id="31" name="Rectangle : coins arrondis 30">
            <a:extLst>
              <a:ext uri="{FF2B5EF4-FFF2-40B4-BE49-F238E27FC236}">
                <a16:creationId xmlns:a16="http://schemas.microsoft.com/office/drawing/2014/main" id="{842FE3CA-11A5-50AB-3EDC-A3C332FD04C7}"/>
              </a:ext>
            </a:extLst>
          </p:cNvPr>
          <p:cNvSpPr/>
          <p:nvPr>
            <p:custDataLst>
              <p:tags r:id="rId17"/>
            </p:custDataLst>
          </p:nvPr>
        </p:nvSpPr>
        <p:spPr>
          <a:xfrm>
            <a:off x="8125993" y="1160530"/>
            <a:ext cx="1373706" cy="223136"/>
          </a:xfrm>
          <a:prstGeom prst="roundRect">
            <a:avLst>
              <a:gd name="adj" fmla="val 13436"/>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000" b="1">
                <a:solidFill>
                  <a:schemeClr val="bg1"/>
                </a:solidFill>
                <a:latin typeface="Avenir Next" panose="020B0503020202020204" pitchFamily="34" charset="0"/>
              </a:rPr>
              <a:t>CONTRAINTES</a:t>
            </a:r>
          </a:p>
        </p:txBody>
      </p:sp>
      <p:sp>
        <p:nvSpPr>
          <p:cNvPr id="32" name="Rectangle 31">
            <a:extLst>
              <a:ext uri="{FF2B5EF4-FFF2-40B4-BE49-F238E27FC236}">
                <a16:creationId xmlns:a16="http://schemas.microsoft.com/office/drawing/2014/main" id="{D6A494EC-0A90-C7E9-3480-003D4E9E42A2}"/>
              </a:ext>
            </a:extLst>
          </p:cNvPr>
          <p:cNvSpPr>
            <a:spLocks/>
          </p:cNvSpPr>
          <p:nvPr>
            <p:custDataLst>
              <p:tags r:id="rId18"/>
            </p:custDataLst>
          </p:nvPr>
        </p:nvSpPr>
        <p:spPr>
          <a:xfrm>
            <a:off x="8012326" y="2295734"/>
            <a:ext cx="3979649" cy="1073913"/>
          </a:xfrm>
          <a:prstGeom prst="rect">
            <a:avLst/>
          </a:prstGeom>
          <a:solidFill>
            <a:schemeClr val="bg1">
              <a:lumMod val="85000"/>
              <a:alpha val="5000"/>
            </a:schemeClr>
          </a:solidFill>
          <a:ln w="127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180000" rtlCol="0" anchor="t"/>
          <a:lstStyle/>
          <a:p>
            <a:pPr>
              <a:lnSpc>
                <a:spcPct val="75000"/>
              </a:lnSpc>
              <a:spcAft>
                <a:spcPts val="200"/>
              </a:spcAft>
            </a:pPr>
            <a:endParaRPr lang="fr-FR" sz="1200">
              <a:solidFill>
                <a:srgbClr val="595959"/>
              </a:solidFill>
              <a:latin typeface="Avenir Book" panose="02000503020000020003"/>
            </a:endParaRPr>
          </a:p>
        </p:txBody>
      </p:sp>
      <p:sp>
        <p:nvSpPr>
          <p:cNvPr id="33" name="Rectangle : coins arrondis 32">
            <a:extLst>
              <a:ext uri="{FF2B5EF4-FFF2-40B4-BE49-F238E27FC236}">
                <a16:creationId xmlns:a16="http://schemas.microsoft.com/office/drawing/2014/main" id="{9F973B79-A192-DAD9-67BA-AC9E3009E75B}"/>
              </a:ext>
            </a:extLst>
          </p:cNvPr>
          <p:cNvSpPr/>
          <p:nvPr>
            <p:custDataLst>
              <p:tags r:id="rId19"/>
            </p:custDataLst>
          </p:nvPr>
        </p:nvSpPr>
        <p:spPr>
          <a:xfrm>
            <a:off x="8125993" y="2298066"/>
            <a:ext cx="1373706" cy="223136"/>
          </a:xfrm>
          <a:prstGeom prst="roundRect">
            <a:avLst>
              <a:gd name="adj" fmla="val 13436"/>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000" b="1">
                <a:solidFill>
                  <a:schemeClr val="bg1"/>
                </a:solidFill>
                <a:latin typeface="Avenir Next" panose="020B0503020202020204" pitchFamily="34" charset="0"/>
              </a:rPr>
              <a:t>HYPOTHESES</a:t>
            </a:r>
          </a:p>
        </p:txBody>
      </p:sp>
      <p:sp>
        <p:nvSpPr>
          <p:cNvPr id="34" name="Rectangle 33">
            <a:extLst>
              <a:ext uri="{FF2B5EF4-FFF2-40B4-BE49-F238E27FC236}">
                <a16:creationId xmlns:a16="http://schemas.microsoft.com/office/drawing/2014/main" id="{06F4DE74-940D-C5C3-2AE7-930DEC3DFC79}"/>
              </a:ext>
            </a:extLst>
          </p:cNvPr>
          <p:cNvSpPr>
            <a:spLocks/>
          </p:cNvSpPr>
          <p:nvPr>
            <p:custDataLst>
              <p:tags r:id="rId20"/>
            </p:custDataLst>
          </p:nvPr>
        </p:nvSpPr>
        <p:spPr>
          <a:xfrm>
            <a:off x="8012326" y="3440729"/>
            <a:ext cx="3979649" cy="1073913"/>
          </a:xfrm>
          <a:prstGeom prst="rect">
            <a:avLst/>
          </a:prstGeom>
          <a:solidFill>
            <a:schemeClr val="bg1">
              <a:lumMod val="85000"/>
              <a:alpha val="5000"/>
            </a:schemeClr>
          </a:solidFill>
          <a:ln w="127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180000" rtlCol="0" anchor="t"/>
          <a:lstStyle/>
          <a:p>
            <a:pPr>
              <a:lnSpc>
                <a:spcPct val="75000"/>
              </a:lnSpc>
              <a:spcAft>
                <a:spcPts val="200"/>
              </a:spcAft>
            </a:pPr>
            <a:endParaRPr lang="fr-FR" sz="1200">
              <a:solidFill>
                <a:srgbClr val="595959"/>
              </a:solidFill>
              <a:latin typeface="Avenir Book" panose="02000503020000020003"/>
            </a:endParaRPr>
          </a:p>
        </p:txBody>
      </p:sp>
      <p:sp>
        <p:nvSpPr>
          <p:cNvPr id="35" name="Rectangle : coins arrondis 34">
            <a:extLst>
              <a:ext uri="{FF2B5EF4-FFF2-40B4-BE49-F238E27FC236}">
                <a16:creationId xmlns:a16="http://schemas.microsoft.com/office/drawing/2014/main" id="{5FAE6583-4947-7D3D-F175-74F6AD56FECD}"/>
              </a:ext>
            </a:extLst>
          </p:cNvPr>
          <p:cNvSpPr/>
          <p:nvPr>
            <p:custDataLst>
              <p:tags r:id="rId21"/>
            </p:custDataLst>
          </p:nvPr>
        </p:nvSpPr>
        <p:spPr>
          <a:xfrm>
            <a:off x="8125993" y="3443061"/>
            <a:ext cx="1373706" cy="223136"/>
          </a:xfrm>
          <a:prstGeom prst="roundRect">
            <a:avLst>
              <a:gd name="adj" fmla="val 13436"/>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000" b="1">
                <a:solidFill>
                  <a:schemeClr val="bg1"/>
                </a:solidFill>
                <a:latin typeface="Avenir Next" panose="020B0503020202020204" pitchFamily="34" charset="0"/>
              </a:rPr>
              <a:t>OPTIONS ENVISAGEES</a:t>
            </a:r>
          </a:p>
        </p:txBody>
      </p:sp>
      <p:sp>
        <p:nvSpPr>
          <p:cNvPr id="36" name="Rectangle 35">
            <a:extLst>
              <a:ext uri="{FF2B5EF4-FFF2-40B4-BE49-F238E27FC236}">
                <a16:creationId xmlns:a16="http://schemas.microsoft.com/office/drawing/2014/main" id="{6049D349-F137-2A67-8FD4-5B65BBB0FFDA}"/>
              </a:ext>
            </a:extLst>
          </p:cNvPr>
          <p:cNvSpPr>
            <a:spLocks/>
          </p:cNvSpPr>
          <p:nvPr>
            <p:custDataLst>
              <p:tags r:id="rId22"/>
            </p:custDataLst>
          </p:nvPr>
        </p:nvSpPr>
        <p:spPr>
          <a:xfrm>
            <a:off x="8012326" y="4585724"/>
            <a:ext cx="3979649" cy="1073913"/>
          </a:xfrm>
          <a:prstGeom prst="rect">
            <a:avLst/>
          </a:prstGeom>
          <a:solidFill>
            <a:schemeClr val="bg1">
              <a:lumMod val="85000"/>
              <a:alpha val="5000"/>
            </a:schemeClr>
          </a:solidFill>
          <a:ln w="127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180000" rtlCol="0" anchor="t"/>
          <a:lstStyle/>
          <a:p>
            <a:pPr>
              <a:lnSpc>
                <a:spcPct val="75000"/>
              </a:lnSpc>
              <a:spcAft>
                <a:spcPts val="200"/>
              </a:spcAft>
            </a:pPr>
            <a:endParaRPr lang="fr-FR" sz="1200">
              <a:solidFill>
                <a:srgbClr val="595959"/>
              </a:solidFill>
              <a:latin typeface="Avenir Book" panose="02000503020000020003"/>
            </a:endParaRPr>
          </a:p>
        </p:txBody>
      </p:sp>
      <p:sp>
        <p:nvSpPr>
          <p:cNvPr id="37" name="Rectangle : coins arrondis 36">
            <a:extLst>
              <a:ext uri="{FF2B5EF4-FFF2-40B4-BE49-F238E27FC236}">
                <a16:creationId xmlns:a16="http://schemas.microsoft.com/office/drawing/2014/main" id="{EE34F0D3-D351-263E-7402-1D35864AE18F}"/>
              </a:ext>
            </a:extLst>
          </p:cNvPr>
          <p:cNvSpPr/>
          <p:nvPr>
            <p:custDataLst>
              <p:tags r:id="rId23"/>
            </p:custDataLst>
          </p:nvPr>
        </p:nvSpPr>
        <p:spPr>
          <a:xfrm>
            <a:off x="8125992" y="4588056"/>
            <a:ext cx="1760957" cy="223136"/>
          </a:xfrm>
          <a:prstGeom prst="roundRect">
            <a:avLst>
              <a:gd name="adj" fmla="val 13436"/>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000" b="1">
                <a:solidFill>
                  <a:schemeClr val="bg1"/>
                </a:solidFill>
                <a:latin typeface="Avenir Next" panose="020B0503020202020204" pitchFamily="34" charset="0"/>
              </a:rPr>
              <a:t>CRITERES D’EVALUATION</a:t>
            </a:r>
          </a:p>
        </p:txBody>
      </p:sp>
    </p:spTree>
    <p:extLst>
      <p:ext uri="{BB962C8B-B14F-4D97-AF65-F5344CB8AC3E}">
        <p14:creationId xmlns:p14="http://schemas.microsoft.com/office/powerpoint/2010/main" val="29487135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78097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041759-7813-FB16-5B80-940A2FEF0518}"/>
              </a:ext>
            </a:extLst>
          </p:cNvPr>
          <p:cNvSpPr>
            <a:spLocks noGrp="1"/>
          </p:cNvSpPr>
          <p:nvPr>
            <p:ph type="title" idx="4294967295"/>
          </p:nvPr>
        </p:nvSpPr>
        <p:spPr>
          <a:xfrm>
            <a:off x="4229868" y="3640931"/>
            <a:ext cx="5695950" cy="785813"/>
          </a:xfrm>
          <a:prstGeom prst="rect">
            <a:avLst/>
          </a:prstGeom>
        </p:spPr>
        <p:txBody>
          <a:bodyPr/>
          <a:lstStyle/>
          <a:p>
            <a:r>
              <a:rPr lang="fr-FR" dirty="0"/>
              <a:t>ANNEXES</a:t>
            </a:r>
          </a:p>
        </p:txBody>
      </p:sp>
    </p:spTree>
    <p:extLst>
      <p:ext uri="{BB962C8B-B14F-4D97-AF65-F5344CB8AC3E}">
        <p14:creationId xmlns:p14="http://schemas.microsoft.com/office/powerpoint/2010/main" val="9743483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68E44-6811-8888-21AB-4E59A86E3129}"/>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5008B0D5-8CA5-7A30-B8CF-99161411A80B}"/>
              </a:ext>
            </a:extLst>
          </p:cNvPr>
          <p:cNvPicPr>
            <a:picLocks noChangeAspect="1"/>
          </p:cNvPicPr>
          <p:nvPr/>
        </p:nvPicPr>
        <p:blipFill>
          <a:blip r:embed="rId2"/>
          <a:stretch>
            <a:fillRect/>
          </a:stretch>
        </p:blipFill>
        <p:spPr>
          <a:xfrm>
            <a:off x="874467" y="971644"/>
            <a:ext cx="9487722" cy="5692633"/>
          </a:xfrm>
          <a:prstGeom prst="rect">
            <a:avLst/>
          </a:prstGeom>
        </p:spPr>
      </p:pic>
      <p:sp>
        <p:nvSpPr>
          <p:cNvPr id="6" name="ZoneTexte 5">
            <a:extLst>
              <a:ext uri="{FF2B5EF4-FFF2-40B4-BE49-F238E27FC236}">
                <a16:creationId xmlns:a16="http://schemas.microsoft.com/office/drawing/2014/main" id="{282BD3E7-332F-C72E-DF39-A690E91564F0}"/>
              </a:ext>
            </a:extLst>
          </p:cNvPr>
          <p:cNvSpPr txBox="1"/>
          <p:nvPr/>
        </p:nvSpPr>
        <p:spPr>
          <a:xfrm>
            <a:off x="2216055" y="193723"/>
            <a:ext cx="6097136" cy="369332"/>
          </a:xfrm>
          <a:prstGeom prst="rect">
            <a:avLst/>
          </a:prstGeom>
          <a:noFill/>
        </p:spPr>
        <p:txBody>
          <a:bodyPr wrap="square">
            <a:spAutoFit/>
          </a:bodyPr>
          <a:lstStyle/>
          <a:p>
            <a:r>
              <a:rPr lang="fr-FR" dirty="0"/>
              <a:t>Scénarii </a:t>
            </a:r>
            <a:r>
              <a:rPr lang="fr-FR" dirty="0" err="1"/>
              <a:t>Tradex</a:t>
            </a:r>
            <a:r>
              <a:rPr lang="fr-FR" dirty="0"/>
              <a:t> Avantages inconvénients</a:t>
            </a:r>
          </a:p>
        </p:txBody>
      </p:sp>
    </p:spTree>
    <p:extLst>
      <p:ext uri="{BB962C8B-B14F-4D97-AF65-F5344CB8AC3E}">
        <p14:creationId xmlns:p14="http://schemas.microsoft.com/office/powerpoint/2010/main" val="16992760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98965-AA3D-5B30-282E-E794C8240E7C}"/>
            </a:ext>
          </a:extLst>
        </p:cNvPr>
        <p:cNvGrpSpPr/>
        <p:nvPr/>
      </p:nvGrpSpPr>
      <p:grpSpPr>
        <a:xfrm>
          <a:off x="0" y="0"/>
          <a:ext cx="0" cy="0"/>
          <a:chOff x="0" y="0"/>
          <a:chExt cx="0" cy="0"/>
        </a:xfrm>
      </p:grpSpPr>
      <p:sp>
        <p:nvSpPr>
          <p:cNvPr id="6" name="ZoneTexte 5">
            <a:extLst>
              <a:ext uri="{FF2B5EF4-FFF2-40B4-BE49-F238E27FC236}">
                <a16:creationId xmlns:a16="http://schemas.microsoft.com/office/drawing/2014/main" id="{6761AF2B-17F0-5A2F-9E05-FF100FC54AF5}"/>
              </a:ext>
            </a:extLst>
          </p:cNvPr>
          <p:cNvSpPr txBox="1"/>
          <p:nvPr/>
        </p:nvSpPr>
        <p:spPr>
          <a:xfrm>
            <a:off x="2216055" y="193723"/>
            <a:ext cx="6097136" cy="369332"/>
          </a:xfrm>
          <a:prstGeom prst="rect">
            <a:avLst/>
          </a:prstGeom>
          <a:noFill/>
        </p:spPr>
        <p:txBody>
          <a:bodyPr wrap="square">
            <a:spAutoFit/>
          </a:bodyPr>
          <a:lstStyle/>
          <a:p>
            <a:r>
              <a:rPr lang="fr-FR" dirty="0" err="1"/>
              <a:t>Swagger</a:t>
            </a:r>
            <a:r>
              <a:rPr lang="fr-FR" dirty="0"/>
              <a:t> APIs HAPLUS</a:t>
            </a:r>
          </a:p>
        </p:txBody>
      </p:sp>
      <p:sp>
        <p:nvSpPr>
          <p:cNvPr id="3" name="ZoneTexte 2">
            <a:extLst>
              <a:ext uri="{FF2B5EF4-FFF2-40B4-BE49-F238E27FC236}">
                <a16:creationId xmlns:a16="http://schemas.microsoft.com/office/drawing/2014/main" id="{15CD7350-1745-320E-7755-E8E51A8C54D7}"/>
              </a:ext>
            </a:extLst>
          </p:cNvPr>
          <p:cNvSpPr txBox="1"/>
          <p:nvPr/>
        </p:nvSpPr>
        <p:spPr>
          <a:xfrm>
            <a:off x="1521726" y="1111239"/>
            <a:ext cx="11020567" cy="369332"/>
          </a:xfrm>
          <a:prstGeom prst="rect">
            <a:avLst/>
          </a:prstGeom>
          <a:noFill/>
        </p:spPr>
        <p:txBody>
          <a:bodyPr wrap="square">
            <a:spAutoFit/>
          </a:bodyPr>
          <a:lstStyle/>
          <a:p>
            <a:r>
              <a:rPr lang="fr-FR" dirty="0">
                <a:hlinkClick r:id="rId2"/>
              </a:rPr>
              <a:t>https://pablo-bycn.oxacloud.oxalys.fr/oxaproc224/V2/API/oxa/documentation#/Commandes/getAllCA_ENTET</a:t>
            </a:r>
            <a:endParaRPr lang="fr-FR" dirty="0"/>
          </a:p>
        </p:txBody>
      </p:sp>
      <p:pic>
        <p:nvPicPr>
          <p:cNvPr id="7" name="Image 6">
            <a:extLst>
              <a:ext uri="{FF2B5EF4-FFF2-40B4-BE49-F238E27FC236}">
                <a16:creationId xmlns:a16="http://schemas.microsoft.com/office/drawing/2014/main" id="{C8AAD411-39CF-0F9A-1024-370B867548EA}"/>
              </a:ext>
            </a:extLst>
          </p:cNvPr>
          <p:cNvPicPr>
            <a:picLocks noChangeAspect="1"/>
          </p:cNvPicPr>
          <p:nvPr/>
        </p:nvPicPr>
        <p:blipFill>
          <a:blip r:embed="rId3"/>
          <a:stretch>
            <a:fillRect/>
          </a:stretch>
        </p:blipFill>
        <p:spPr>
          <a:xfrm>
            <a:off x="1580945" y="1589964"/>
            <a:ext cx="7367355" cy="4710687"/>
          </a:xfrm>
          <a:prstGeom prst="rect">
            <a:avLst/>
          </a:prstGeom>
        </p:spPr>
      </p:pic>
    </p:spTree>
    <p:extLst>
      <p:ext uri="{BB962C8B-B14F-4D97-AF65-F5344CB8AC3E}">
        <p14:creationId xmlns:p14="http://schemas.microsoft.com/office/powerpoint/2010/main" val="12821301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83F49-A936-9FFC-89CE-D4516264B2C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267CA05-40BF-657B-E562-73DB71519188}"/>
              </a:ext>
            </a:extLst>
          </p:cNvPr>
          <p:cNvSpPr>
            <a:spLocks noGrp="1"/>
          </p:cNvSpPr>
          <p:nvPr>
            <p:ph type="title"/>
          </p:nvPr>
        </p:nvSpPr>
        <p:spPr>
          <a:xfrm>
            <a:off x="838595" y="338788"/>
            <a:ext cx="5375394" cy="424732"/>
          </a:xfrm>
        </p:spPr>
        <p:txBody>
          <a:bodyPr/>
          <a:lstStyle/>
          <a:p>
            <a:r>
              <a:rPr lang="fr-FR" sz="2400" dirty="0"/>
              <a:t>ARCHITECTURE APPLICATIVE</a:t>
            </a:r>
          </a:p>
        </p:txBody>
      </p:sp>
      <p:sp>
        <p:nvSpPr>
          <p:cNvPr id="22" name="Espace réservé du texte 21">
            <a:extLst>
              <a:ext uri="{FF2B5EF4-FFF2-40B4-BE49-F238E27FC236}">
                <a16:creationId xmlns:a16="http://schemas.microsoft.com/office/drawing/2014/main" id="{86820C4D-31E9-2B34-DCDE-42FBCF5B8F1C}"/>
              </a:ext>
            </a:extLst>
          </p:cNvPr>
          <p:cNvSpPr>
            <a:spLocks noGrp="1"/>
          </p:cNvSpPr>
          <p:nvPr>
            <p:ph type="body" sz="quarter" idx="11"/>
          </p:nvPr>
        </p:nvSpPr>
        <p:spPr/>
        <p:txBody>
          <a:bodyPr/>
          <a:lstStyle/>
          <a:p>
            <a:r>
              <a:rPr lang="fr-FR" dirty="0">
                <a:solidFill>
                  <a:srgbClr val="FAB92E"/>
                </a:solidFill>
              </a:rPr>
              <a:t>03</a:t>
            </a:r>
            <a:endParaRPr lang="fr-FR" dirty="0"/>
          </a:p>
        </p:txBody>
      </p:sp>
      <p:sp>
        <p:nvSpPr>
          <p:cNvPr id="12" name="Rectangle 11">
            <a:extLst>
              <a:ext uri="{FF2B5EF4-FFF2-40B4-BE49-F238E27FC236}">
                <a16:creationId xmlns:a16="http://schemas.microsoft.com/office/drawing/2014/main" id="{B786ECE1-953A-5D3D-1ED4-9FC773A27EF8}"/>
              </a:ext>
            </a:extLst>
          </p:cNvPr>
          <p:cNvSpPr>
            <a:spLocks/>
          </p:cNvSpPr>
          <p:nvPr>
            <p:custDataLst>
              <p:tags r:id="rId1"/>
            </p:custDataLst>
          </p:nvPr>
        </p:nvSpPr>
        <p:spPr>
          <a:xfrm>
            <a:off x="9026554" y="1076275"/>
            <a:ext cx="3014470" cy="4705450"/>
          </a:xfrm>
          <a:prstGeom prst="rect">
            <a:avLst/>
          </a:prstGeom>
          <a:solidFill>
            <a:srgbClr val="F2F2F2">
              <a:alpha val="6315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600"/>
          </a:p>
        </p:txBody>
      </p:sp>
      <p:sp>
        <p:nvSpPr>
          <p:cNvPr id="13" name="Titre 4">
            <a:extLst>
              <a:ext uri="{FF2B5EF4-FFF2-40B4-BE49-F238E27FC236}">
                <a16:creationId xmlns:a16="http://schemas.microsoft.com/office/drawing/2014/main" id="{E3172E53-D164-0808-E59A-AEFA64B0E5F7}"/>
              </a:ext>
            </a:extLst>
          </p:cNvPr>
          <p:cNvSpPr txBox="1">
            <a:spLocks/>
          </p:cNvSpPr>
          <p:nvPr/>
        </p:nvSpPr>
        <p:spPr>
          <a:xfrm>
            <a:off x="9144000" y="1437002"/>
            <a:ext cx="2824237" cy="4092980"/>
          </a:xfrm>
          <a:prstGeom prst="rect">
            <a:avLst/>
          </a:prstGeom>
        </p:spPr>
        <p:txBody>
          <a:bodyPr vert="horz" wrap="square" lIns="91440" tIns="45720" rIns="91440" bIns="45720" rtlCol="0" anchor="t" anchorCtr="0">
            <a:spAutoFit/>
          </a:bodyPr>
          <a:lstStyle>
            <a:lvl1pPr algn="l" defTabSz="914400" rtl="0" eaLnBrk="1" latinLnBrk="0" hangingPunct="1">
              <a:lnSpc>
                <a:spcPct val="90000"/>
              </a:lnSpc>
              <a:spcBef>
                <a:spcPct val="0"/>
              </a:spcBef>
              <a:buNone/>
              <a:defRPr sz="3600" b="0" kern="1200">
                <a:solidFill>
                  <a:schemeClr val="accent3"/>
                </a:solidFill>
                <a:latin typeface="+mj-lt"/>
                <a:ea typeface="+mj-ea"/>
                <a:cs typeface="+mj-cs"/>
              </a:defRPr>
            </a:lvl1pPr>
          </a:lstStyle>
          <a:p>
            <a:pPr marL="296550" indent="-285750">
              <a:lnSpc>
                <a:spcPct val="85000"/>
              </a:lnSpc>
              <a:spcAft>
                <a:spcPts val="600"/>
              </a:spcAft>
              <a:buSzPct val="80000"/>
              <a:buBlip>
                <a:blip r:embed="rId5"/>
              </a:buBlip>
            </a:pPr>
            <a:r>
              <a:rPr lang="fr-FR" sz="1300" dirty="0">
                <a:ln w="0">
                  <a:noFill/>
                </a:ln>
                <a:solidFill>
                  <a:srgbClr val="595959"/>
                </a:solidFill>
                <a:latin typeface="Avenir Book" panose="02000503020000020003"/>
              </a:rPr>
              <a:t>La golden source HAPLUS ou Edifice risque d’un Y avec HAPLUS dans le contexte actuel</a:t>
            </a:r>
          </a:p>
          <a:p>
            <a:pPr marL="10800">
              <a:lnSpc>
                <a:spcPct val="85000"/>
              </a:lnSpc>
              <a:spcAft>
                <a:spcPts val="600"/>
              </a:spcAft>
              <a:buSzPct val="80000"/>
            </a:pPr>
            <a:endParaRPr lang="fr-FR" sz="1300" dirty="0">
              <a:ln w="0">
                <a:noFill/>
              </a:ln>
              <a:solidFill>
                <a:srgbClr val="595959"/>
              </a:solidFill>
              <a:latin typeface="Avenir Book" panose="02000503020000020003"/>
            </a:endParaRPr>
          </a:p>
          <a:p>
            <a:pPr marL="296550" indent="-285750">
              <a:lnSpc>
                <a:spcPct val="85000"/>
              </a:lnSpc>
              <a:spcAft>
                <a:spcPts val="600"/>
              </a:spcAft>
              <a:buSzPct val="80000"/>
              <a:buBlip>
                <a:blip r:embed="rId5"/>
              </a:buBlip>
            </a:pPr>
            <a:r>
              <a:rPr lang="fr-FR" sz="1300" dirty="0">
                <a:ln w="0">
                  <a:noFill/>
                </a:ln>
                <a:solidFill>
                  <a:srgbClr val="595959"/>
                </a:solidFill>
                <a:latin typeface="Avenir Book" panose="02000503020000020003"/>
              </a:rPr>
              <a:t>L’</a:t>
            </a:r>
            <a:r>
              <a:rPr lang="fr-FR" sz="1300" dirty="0" err="1">
                <a:ln w="0">
                  <a:noFill/>
                </a:ln>
                <a:solidFill>
                  <a:srgbClr val="595959"/>
                </a:solidFill>
                <a:latin typeface="Avenir Book" panose="02000503020000020003"/>
              </a:rPr>
              <a:t>utlilisation</a:t>
            </a:r>
            <a:r>
              <a:rPr lang="fr-FR" sz="1300" dirty="0">
                <a:ln w="0">
                  <a:noFill/>
                </a:ln>
                <a:solidFill>
                  <a:srgbClr val="595959"/>
                </a:solidFill>
                <a:latin typeface="Avenir Book" panose="02000503020000020003"/>
              </a:rPr>
              <a:t> du </a:t>
            </a:r>
            <a:r>
              <a:rPr lang="fr-FR" sz="1300" dirty="0" err="1">
                <a:ln w="0">
                  <a:noFill/>
                </a:ln>
                <a:solidFill>
                  <a:srgbClr val="595959"/>
                </a:solidFill>
                <a:latin typeface="Avenir Book" panose="02000503020000020003"/>
              </a:rPr>
              <a:t>Midleware</a:t>
            </a:r>
            <a:r>
              <a:rPr lang="fr-FR" sz="1300" dirty="0">
                <a:ln w="0">
                  <a:noFill/>
                </a:ln>
                <a:solidFill>
                  <a:srgbClr val="595959"/>
                </a:solidFill>
                <a:latin typeface="Avenir Book" panose="02000503020000020003"/>
              </a:rPr>
              <a:t> Orienté Message (</a:t>
            </a:r>
            <a:r>
              <a:rPr lang="fr-FR" sz="1300" b="1" i="1" dirty="0">
                <a:ln w="0">
                  <a:noFill/>
                </a:ln>
                <a:solidFill>
                  <a:srgbClr val="595959"/>
                </a:solidFill>
                <a:latin typeface="Avenir Book" panose="02000503020000020003"/>
              </a:rPr>
              <a:t>MOM</a:t>
            </a:r>
            <a:r>
              <a:rPr lang="fr-FR" sz="1300" dirty="0">
                <a:ln w="0">
                  <a:noFill/>
                </a:ln>
                <a:solidFill>
                  <a:srgbClr val="595959"/>
                </a:solidFill>
                <a:latin typeface="Avenir Book" panose="02000503020000020003"/>
              </a:rPr>
              <a:t>) .</a:t>
            </a:r>
          </a:p>
          <a:p>
            <a:pPr marL="10800">
              <a:lnSpc>
                <a:spcPct val="85000"/>
              </a:lnSpc>
              <a:spcAft>
                <a:spcPts val="600"/>
              </a:spcAft>
              <a:buSzPct val="80000"/>
            </a:pPr>
            <a:endParaRPr lang="fr-FR" sz="1300" dirty="0">
              <a:ln w="0">
                <a:noFill/>
              </a:ln>
              <a:solidFill>
                <a:srgbClr val="595959"/>
              </a:solidFill>
              <a:latin typeface="Avenir Book" panose="02000503020000020003"/>
            </a:endParaRPr>
          </a:p>
          <a:p>
            <a:pPr marL="296550" indent="-285750">
              <a:lnSpc>
                <a:spcPct val="85000"/>
              </a:lnSpc>
              <a:spcAft>
                <a:spcPts val="600"/>
              </a:spcAft>
              <a:buSzPct val="80000"/>
              <a:buBlip>
                <a:blip r:embed="rId5"/>
              </a:buBlip>
            </a:pPr>
            <a:r>
              <a:rPr lang="fr-FR" sz="1300" dirty="0">
                <a:ln w="0">
                  <a:noFill/>
                </a:ln>
                <a:solidFill>
                  <a:srgbClr val="595959"/>
                </a:solidFill>
                <a:latin typeface="Avenir Book" panose="02000503020000020003"/>
              </a:rPr>
              <a:t>Le composant Edifice à utiliser pour les statuts des factures  et/ou le reste à facturer pour les commandes. ECC ou BW ?</a:t>
            </a:r>
          </a:p>
          <a:p>
            <a:pPr marL="296550" indent="-285750">
              <a:lnSpc>
                <a:spcPct val="85000"/>
              </a:lnSpc>
              <a:spcAft>
                <a:spcPts val="600"/>
              </a:spcAft>
              <a:buSzPct val="80000"/>
              <a:buBlip>
                <a:blip r:embed="rId5"/>
              </a:buBlip>
            </a:pPr>
            <a:endParaRPr lang="fr-FR" sz="1300" dirty="0">
              <a:ln w="0">
                <a:noFill/>
              </a:ln>
              <a:solidFill>
                <a:srgbClr val="595959"/>
              </a:solidFill>
              <a:latin typeface="Avenir Book" panose="02000503020000020003"/>
            </a:endParaRPr>
          </a:p>
          <a:p>
            <a:pPr marL="296550" indent="-285750">
              <a:lnSpc>
                <a:spcPct val="85000"/>
              </a:lnSpc>
              <a:spcAft>
                <a:spcPts val="600"/>
              </a:spcAft>
              <a:buSzPct val="80000"/>
              <a:buBlip>
                <a:blip r:embed="rId5"/>
              </a:buBlip>
            </a:pPr>
            <a:r>
              <a:rPr lang="fr-FR" sz="1300" dirty="0">
                <a:ln w="0">
                  <a:noFill/>
                </a:ln>
                <a:solidFill>
                  <a:srgbClr val="595959"/>
                </a:solidFill>
                <a:latin typeface="Avenir Book" panose="02000503020000020003"/>
              </a:rPr>
              <a:t>Le flux d’export des détails commandes si fera potentiellement en collaboration avec l’entreprise </a:t>
            </a:r>
          </a:p>
          <a:p>
            <a:pPr marL="10800">
              <a:lnSpc>
                <a:spcPct val="85000"/>
              </a:lnSpc>
              <a:spcAft>
                <a:spcPts val="600"/>
              </a:spcAft>
              <a:buSzPct val="80000"/>
            </a:pPr>
            <a:r>
              <a:rPr lang="fr-FR" sz="1300" dirty="0">
                <a:ln w="0">
                  <a:noFill/>
                </a:ln>
                <a:solidFill>
                  <a:srgbClr val="595959"/>
                </a:solidFill>
                <a:latin typeface="Avenir Book" panose="02000503020000020003"/>
              </a:rPr>
              <a:t>      OXALYS si HAPLUS est la golden     </a:t>
            </a:r>
          </a:p>
          <a:p>
            <a:pPr marL="10800">
              <a:lnSpc>
                <a:spcPct val="85000"/>
              </a:lnSpc>
              <a:spcAft>
                <a:spcPts val="600"/>
              </a:spcAft>
              <a:buSzPct val="80000"/>
            </a:pPr>
            <a:r>
              <a:rPr lang="fr-FR" sz="1300" dirty="0">
                <a:ln w="0">
                  <a:noFill/>
                </a:ln>
                <a:solidFill>
                  <a:srgbClr val="595959"/>
                </a:solidFill>
                <a:latin typeface="Avenir Book" panose="02000503020000020003"/>
              </a:rPr>
              <a:t>      source. Access à leur API voir    </a:t>
            </a:r>
          </a:p>
          <a:p>
            <a:pPr marL="10800">
              <a:lnSpc>
                <a:spcPct val="85000"/>
              </a:lnSpc>
              <a:spcAft>
                <a:spcPts val="600"/>
              </a:spcAft>
              <a:buSzPct val="80000"/>
            </a:pPr>
            <a:r>
              <a:rPr lang="fr-FR" sz="1300" dirty="0">
                <a:ln w="0">
                  <a:noFill/>
                </a:ln>
                <a:solidFill>
                  <a:srgbClr val="595959"/>
                </a:solidFill>
                <a:latin typeface="Avenir Book" panose="02000503020000020003"/>
              </a:rPr>
              <a:t>      modification </a:t>
            </a:r>
          </a:p>
          <a:p>
            <a:pPr marL="10800">
              <a:lnSpc>
                <a:spcPct val="85000"/>
              </a:lnSpc>
              <a:spcAft>
                <a:spcPts val="600"/>
              </a:spcAft>
              <a:buSzPct val="80000"/>
            </a:pPr>
            <a:endParaRPr lang="fr-FR" sz="1300" dirty="0">
              <a:ln w="0">
                <a:noFill/>
              </a:ln>
              <a:solidFill>
                <a:srgbClr val="595959"/>
              </a:solidFill>
              <a:latin typeface="Avenir Book" panose="02000503020000020003"/>
            </a:endParaRPr>
          </a:p>
        </p:txBody>
      </p:sp>
      <p:sp>
        <p:nvSpPr>
          <p:cNvPr id="14" name="Rectangle : coins arrondis 13">
            <a:extLst>
              <a:ext uri="{FF2B5EF4-FFF2-40B4-BE49-F238E27FC236}">
                <a16:creationId xmlns:a16="http://schemas.microsoft.com/office/drawing/2014/main" id="{7968FC26-F085-F87E-BCC7-A06B8D871871}"/>
              </a:ext>
            </a:extLst>
          </p:cNvPr>
          <p:cNvSpPr/>
          <p:nvPr>
            <p:custDataLst>
              <p:tags r:id="rId2"/>
            </p:custDataLst>
          </p:nvPr>
        </p:nvSpPr>
        <p:spPr>
          <a:xfrm>
            <a:off x="9210569" y="1076275"/>
            <a:ext cx="1373706" cy="223136"/>
          </a:xfrm>
          <a:prstGeom prst="roundRect">
            <a:avLst>
              <a:gd name="adj" fmla="val 13436"/>
            </a:avLst>
          </a:prstGeom>
          <a:solidFill>
            <a:srgbClr val="FAB92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000" b="1" dirty="0">
                <a:solidFill>
                  <a:schemeClr val="bg1"/>
                </a:solidFill>
                <a:latin typeface="Avenir Next" panose="020B0503020202020204" pitchFamily="34" charset="0"/>
              </a:rPr>
              <a:t>FOCUS</a:t>
            </a:r>
          </a:p>
        </p:txBody>
      </p:sp>
      <p:sp>
        <p:nvSpPr>
          <p:cNvPr id="3" name="ZoneTexte 2">
            <a:extLst>
              <a:ext uri="{FF2B5EF4-FFF2-40B4-BE49-F238E27FC236}">
                <a16:creationId xmlns:a16="http://schemas.microsoft.com/office/drawing/2014/main" id="{F1A06329-1EC2-640F-A205-37A44BDDFCC7}"/>
              </a:ext>
            </a:extLst>
          </p:cNvPr>
          <p:cNvSpPr txBox="1"/>
          <p:nvPr>
            <p:custDataLst>
              <p:tags r:id="rId3"/>
            </p:custDataLst>
          </p:nvPr>
        </p:nvSpPr>
        <p:spPr>
          <a:xfrm>
            <a:off x="7892827" y="17417"/>
            <a:ext cx="883575" cy="335861"/>
          </a:xfrm>
          <a:prstGeom prst="rect">
            <a:avLst/>
          </a:prstGeom>
          <a:noFill/>
        </p:spPr>
        <p:txBody>
          <a:bodyPr wrap="none" rtlCol="0">
            <a:spAutoFit/>
          </a:bodyPr>
          <a:lstStyle/>
          <a:p>
            <a:pPr algn="ctr">
              <a:lnSpc>
                <a:spcPct val="70000"/>
              </a:lnSpc>
            </a:pPr>
            <a:r>
              <a:rPr lang="fr-FR" sz="1100" b="1" dirty="0">
                <a:latin typeface="Avenir Book" panose="02000503020000020003" pitchFamily="2" charset="0"/>
              </a:rPr>
              <a:t>Architecture</a:t>
            </a:r>
          </a:p>
          <a:p>
            <a:pPr algn="ctr">
              <a:lnSpc>
                <a:spcPct val="70000"/>
              </a:lnSpc>
            </a:pPr>
            <a:r>
              <a:rPr lang="fr-FR" sz="1100" b="1" dirty="0">
                <a:latin typeface="Avenir Book" panose="02000503020000020003" pitchFamily="2" charset="0"/>
              </a:rPr>
              <a:t>Applicative</a:t>
            </a:r>
          </a:p>
        </p:txBody>
      </p:sp>
      <p:pic>
        <p:nvPicPr>
          <p:cNvPr id="5" name="Image 4">
            <a:extLst>
              <a:ext uri="{FF2B5EF4-FFF2-40B4-BE49-F238E27FC236}">
                <a16:creationId xmlns:a16="http://schemas.microsoft.com/office/drawing/2014/main" id="{1D4AEDA8-D6C2-1819-A0D6-B1F52CE0174F}"/>
              </a:ext>
            </a:extLst>
          </p:cNvPr>
          <p:cNvPicPr>
            <a:picLocks noChangeAspect="1"/>
          </p:cNvPicPr>
          <p:nvPr/>
        </p:nvPicPr>
        <p:blipFill>
          <a:blip r:embed="rId6"/>
          <a:stretch>
            <a:fillRect/>
          </a:stretch>
        </p:blipFill>
        <p:spPr>
          <a:xfrm>
            <a:off x="725944" y="941696"/>
            <a:ext cx="7728112" cy="5356746"/>
          </a:xfrm>
          <a:prstGeom prst="rect">
            <a:avLst/>
          </a:prstGeom>
        </p:spPr>
      </p:pic>
    </p:spTree>
    <p:extLst>
      <p:ext uri="{BB962C8B-B14F-4D97-AF65-F5344CB8AC3E}">
        <p14:creationId xmlns:p14="http://schemas.microsoft.com/office/powerpoint/2010/main" val="29394297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9"/>
</p:tagLst>
</file>

<file path=ppt/tags/tag2.xml><?xml version="1.0" encoding="utf-8"?>
<p:tagLst xmlns:a="http://schemas.openxmlformats.org/drawingml/2006/main" xmlns:r="http://schemas.openxmlformats.org/officeDocument/2006/relationships" xmlns:p="http://schemas.openxmlformats.org/presentationml/2006/main">
  <p:tag name="NUM" val="6"/>
</p:tagLst>
</file>

<file path=ppt/tags/tag3.xml><?xml version="1.0" encoding="utf-8"?>
<p:tagLst xmlns:a="http://schemas.openxmlformats.org/drawingml/2006/main" xmlns:r="http://schemas.openxmlformats.org/officeDocument/2006/relationships" xmlns:p="http://schemas.openxmlformats.org/presentationml/2006/main">
  <p:tag name="NUM" val="3"/>
</p:tagLst>
</file>

<file path=ppt/tags/tag4.xml><?xml version="1.0" encoding="utf-8"?>
<p:tagLst xmlns:a="http://schemas.openxmlformats.org/drawingml/2006/main" xmlns:r="http://schemas.openxmlformats.org/officeDocument/2006/relationships" xmlns:p="http://schemas.openxmlformats.org/presentationml/2006/main">
  <p:tag name="NUM" val="2"/>
</p:tagLst>
</file>

<file path=ppt/tags/tag5.xml><?xml version="1.0" encoding="utf-8"?>
<p:tagLst xmlns:a="http://schemas.openxmlformats.org/drawingml/2006/main" xmlns:r="http://schemas.openxmlformats.org/officeDocument/2006/relationships" xmlns:p="http://schemas.openxmlformats.org/presentationml/2006/main">
  <p:tag name="NUM" val="56"/>
</p:tagLst>
</file>

<file path=ppt/tags/tag6.xml><?xml version="1.0" encoding="utf-8"?>
<p:tagLst xmlns:a="http://schemas.openxmlformats.org/drawingml/2006/main" xmlns:r="http://schemas.openxmlformats.org/officeDocument/2006/relationships" xmlns:p="http://schemas.openxmlformats.org/presentationml/2006/main">
  <p:tag name="NUM" val="57"/>
</p:tagLst>
</file>

<file path=ppt/tags/tag7.xml><?xml version="1.0" encoding="utf-8"?>
<p:tagLst xmlns:a="http://schemas.openxmlformats.org/drawingml/2006/main" xmlns:r="http://schemas.openxmlformats.org/officeDocument/2006/relationships" xmlns:p="http://schemas.openxmlformats.org/presentationml/2006/main">
  <p:tag name="NUM" val="58"/>
</p:tagLst>
</file>

<file path=ppt/tags/tag8.xml><?xml version="1.0" encoding="utf-8"?>
<p:tagLst xmlns:a="http://schemas.openxmlformats.org/drawingml/2006/main" xmlns:r="http://schemas.openxmlformats.org/officeDocument/2006/relationships" xmlns:p="http://schemas.openxmlformats.org/presentationml/2006/main">
  <p:tag name="NUM" val="59"/>
</p:tagLst>
</file>

<file path=ppt/tags/tag9.xml><?xml version="1.0" encoding="utf-8"?>
<p:tagLst xmlns:a="http://schemas.openxmlformats.org/drawingml/2006/main" xmlns:r="http://schemas.openxmlformats.org/officeDocument/2006/relationships" xmlns:p="http://schemas.openxmlformats.org/presentationml/2006/main">
  <p:tag name="NUM" val="60"/>
</p:tagLst>
</file>

<file path=ppt/tags/tag10.xml><?xml version="1.0" encoding="utf-8"?>
<p:tagLst xmlns:a="http://schemas.openxmlformats.org/drawingml/2006/main" xmlns:r="http://schemas.openxmlformats.org/officeDocument/2006/relationships" xmlns:p="http://schemas.openxmlformats.org/presentationml/2006/main">
  <p:tag name="NUM" val="2"/>
</p:tagLst>
</file>

<file path=ppt/tags/tag11.xml><?xml version="1.0" encoding="utf-8"?>
<p:tagLst xmlns:a="http://schemas.openxmlformats.org/drawingml/2006/main" xmlns:r="http://schemas.openxmlformats.org/officeDocument/2006/relationships" xmlns:p="http://schemas.openxmlformats.org/presentationml/2006/main">
  <p:tag name="NUM" val="19"/>
</p:tagLst>
</file>

<file path=ppt/tags/tag12.xml><?xml version="1.0" encoding="utf-8"?>
<p:tagLst xmlns:a="http://schemas.openxmlformats.org/drawingml/2006/main" xmlns:r="http://schemas.openxmlformats.org/officeDocument/2006/relationships" xmlns:p="http://schemas.openxmlformats.org/presentationml/2006/main">
  <p:tag name="NUM" val="24"/>
</p:tagLst>
</file>

<file path=ppt/tags/tag13.xml><?xml version="1.0" encoding="utf-8"?>
<p:tagLst xmlns:a="http://schemas.openxmlformats.org/drawingml/2006/main" xmlns:r="http://schemas.openxmlformats.org/officeDocument/2006/relationships" xmlns:p="http://schemas.openxmlformats.org/presentationml/2006/main">
  <p:tag name="NUM" val="7"/>
</p:tagLst>
</file>

<file path=ppt/tags/tag14.xml><?xml version="1.0" encoding="utf-8"?>
<p:tagLst xmlns:a="http://schemas.openxmlformats.org/drawingml/2006/main" xmlns:r="http://schemas.openxmlformats.org/officeDocument/2006/relationships" xmlns:p="http://schemas.openxmlformats.org/presentationml/2006/main">
  <p:tag name="NUM" val="33"/>
</p:tagLst>
</file>

<file path=ppt/tags/tag15.xml><?xml version="1.0" encoding="utf-8"?>
<p:tagLst xmlns:a="http://schemas.openxmlformats.org/drawingml/2006/main" xmlns:r="http://schemas.openxmlformats.org/officeDocument/2006/relationships" xmlns:p="http://schemas.openxmlformats.org/presentationml/2006/main">
  <p:tag name="NUM" val="13"/>
</p:tagLst>
</file>

<file path=ppt/tags/tag16.xml><?xml version="1.0" encoding="utf-8"?>
<p:tagLst xmlns:a="http://schemas.openxmlformats.org/drawingml/2006/main" xmlns:r="http://schemas.openxmlformats.org/officeDocument/2006/relationships" xmlns:p="http://schemas.openxmlformats.org/presentationml/2006/main">
  <p:tag name="NUM" val="19"/>
</p:tagLst>
</file>

<file path=ppt/tags/tag17.xml><?xml version="1.0" encoding="utf-8"?>
<p:tagLst xmlns:a="http://schemas.openxmlformats.org/drawingml/2006/main" xmlns:r="http://schemas.openxmlformats.org/officeDocument/2006/relationships" xmlns:p="http://schemas.openxmlformats.org/presentationml/2006/main">
  <p:tag name="NUM" val="16"/>
</p:tagLst>
</file>

<file path=ppt/tags/tag18.xml><?xml version="1.0" encoding="utf-8"?>
<p:tagLst xmlns:a="http://schemas.openxmlformats.org/drawingml/2006/main" xmlns:r="http://schemas.openxmlformats.org/officeDocument/2006/relationships" xmlns:p="http://schemas.openxmlformats.org/presentationml/2006/main">
  <p:tag name="NUM" val="11"/>
</p:tagLst>
</file>

<file path=ppt/tags/tag19.xml><?xml version="1.0" encoding="utf-8"?>
<p:tagLst xmlns:a="http://schemas.openxmlformats.org/drawingml/2006/main" xmlns:r="http://schemas.openxmlformats.org/officeDocument/2006/relationships" xmlns:p="http://schemas.openxmlformats.org/presentationml/2006/main">
  <p:tag name="NUM" val="24"/>
</p:tagLst>
</file>

<file path=ppt/tags/tag20.xml><?xml version="1.0" encoding="utf-8"?>
<p:tagLst xmlns:a="http://schemas.openxmlformats.org/drawingml/2006/main" xmlns:r="http://schemas.openxmlformats.org/officeDocument/2006/relationships" xmlns:p="http://schemas.openxmlformats.org/presentationml/2006/main">
  <p:tag name="NUM" val="7"/>
</p:tagLst>
</file>

<file path=ppt/tags/tag21.xml><?xml version="1.0" encoding="utf-8"?>
<p:tagLst xmlns:a="http://schemas.openxmlformats.org/drawingml/2006/main" xmlns:r="http://schemas.openxmlformats.org/officeDocument/2006/relationships" xmlns:p="http://schemas.openxmlformats.org/presentationml/2006/main">
  <p:tag name="NUM" val="19"/>
</p:tagLst>
</file>

<file path=ppt/tags/tag22.xml><?xml version="1.0" encoding="utf-8"?>
<p:tagLst xmlns:a="http://schemas.openxmlformats.org/drawingml/2006/main" xmlns:r="http://schemas.openxmlformats.org/officeDocument/2006/relationships" xmlns:p="http://schemas.openxmlformats.org/presentationml/2006/main">
  <p:tag name="NUM" val="24"/>
</p:tagLst>
</file>

<file path=ppt/tags/tag23.xml><?xml version="1.0" encoding="utf-8"?>
<p:tagLst xmlns:a="http://schemas.openxmlformats.org/drawingml/2006/main" xmlns:r="http://schemas.openxmlformats.org/officeDocument/2006/relationships" xmlns:p="http://schemas.openxmlformats.org/presentationml/2006/main">
  <p:tag name="NUM" val="7"/>
</p:tagLst>
</file>

<file path=ppt/tags/tag24.xml><?xml version="1.0" encoding="utf-8"?>
<p:tagLst xmlns:a="http://schemas.openxmlformats.org/drawingml/2006/main" xmlns:r="http://schemas.openxmlformats.org/officeDocument/2006/relationships" xmlns:p="http://schemas.openxmlformats.org/presentationml/2006/main">
  <p:tag name="NUM" val="60"/>
</p:tagLst>
</file>

<file path=ppt/tags/tag25.xml><?xml version="1.0" encoding="utf-8"?>
<p:tagLst xmlns:a="http://schemas.openxmlformats.org/drawingml/2006/main" xmlns:r="http://schemas.openxmlformats.org/officeDocument/2006/relationships" xmlns:p="http://schemas.openxmlformats.org/presentationml/2006/main">
  <p:tag name="NUM" val="51"/>
</p:tagLst>
</file>

<file path=ppt/tags/tag26.xml><?xml version="1.0" encoding="utf-8"?>
<p:tagLst xmlns:a="http://schemas.openxmlformats.org/drawingml/2006/main" xmlns:r="http://schemas.openxmlformats.org/officeDocument/2006/relationships" xmlns:p="http://schemas.openxmlformats.org/presentationml/2006/main">
  <p:tag name="NUM" val="19"/>
</p:tagLst>
</file>

<file path=ppt/tags/tag27.xml><?xml version="1.0" encoding="utf-8"?>
<p:tagLst xmlns:a="http://schemas.openxmlformats.org/drawingml/2006/main" xmlns:r="http://schemas.openxmlformats.org/officeDocument/2006/relationships" xmlns:p="http://schemas.openxmlformats.org/presentationml/2006/main">
  <p:tag name="NUM" val="24"/>
</p:tagLst>
</file>

<file path=ppt/tags/tag28.xml><?xml version="1.0" encoding="utf-8"?>
<p:tagLst xmlns:a="http://schemas.openxmlformats.org/drawingml/2006/main" xmlns:r="http://schemas.openxmlformats.org/officeDocument/2006/relationships" xmlns:p="http://schemas.openxmlformats.org/presentationml/2006/main">
  <p:tag name="NUM" val="7"/>
</p:tagLst>
</file>

<file path=ppt/tags/tag29.xml><?xml version="1.0" encoding="utf-8"?>
<p:tagLst xmlns:a="http://schemas.openxmlformats.org/drawingml/2006/main" xmlns:r="http://schemas.openxmlformats.org/officeDocument/2006/relationships" xmlns:p="http://schemas.openxmlformats.org/presentationml/2006/main">
  <p:tag name="NUM" val="45"/>
</p:tagLst>
</file>

<file path=ppt/tags/tag30.xml><?xml version="1.0" encoding="utf-8"?>
<p:tagLst xmlns:a="http://schemas.openxmlformats.org/drawingml/2006/main" xmlns:r="http://schemas.openxmlformats.org/officeDocument/2006/relationships" xmlns:p="http://schemas.openxmlformats.org/presentationml/2006/main">
  <p:tag name="NUM" val="27"/>
</p:tagLst>
</file>

<file path=ppt/tags/tag31.xml><?xml version="1.0" encoding="utf-8"?>
<p:tagLst xmlns:a="http://schemas.openxmlformats.org/drawingml/2006/main" xmlns:r="http://schemas.openxmlformats.org/officeDocument/2006/relationships" xmlns:p="http://schemas.openxmlformats.org/presentationml/2006/main">
  <p:tag name="NUM" val="19"/>
</p:tagLst>
</file>

<file path=ppt/tags/tag32.xml><?xml version="1.0" encoding="utf-8"?>
<p:tagLst xmlns:a="http://schemas.openxmlformats.org/drawingml/2006/main" xmlns:r="http://schemas.openxmlformats.org/officeDocument/2006/relationships" xmlns:p="http://schemas.openxmlformats.org/presentationml/2006/main">
  <p:tag name="NUM" val="24"/>
</p:tagLst>
</file>

<file path=ppt/tags/tag33.xml><?xml version="1.0" encoding="utf-8"?>
<p:tagLst xmlns:a="http://schemas.openxmlformats.org/drawingml/2006/main" xmlns:r="http://schemas.openxmlformats.org/officeDocument/2006/relationships" xmlns:p="http://schemas.openxmlformats.org/presentationml/2006/main">
  <p:tag name="NUM" val="7"/>
</p:tagLst>
</file>

<file path=ppt/tags/tag34.xml><?xml version="1.0" encoding="utf-8"?>
<p:tagLst xmlns:a="http://schemas.openxmlformats.org/drawingml/2006/main" xmlns:r="http://schemas.openxmlformats.org/officeDocument/2006/relationships" xmlns:p="http://schemas.openxmlformats.org/presentationml/2006/main">
  <p:tag name="NUM" val="26"/>
</p:tagLst>
</file>

<file path=ppt/tags/tag35.xml><?xml version="1.0" encoding="utf-8"?>
<p:tagLst xmlns:a="http://schemas.openxmlformats.org/drawingml/2006/main" xmlns:r="http://schemas.openxmlformats.org/officeDocument/2006/relationships" xmlns:p="http://schemas.openxmlformats.org/presentationml/2006/main">
  <p:tag name="NUM" val="17"/>
</p:tagLst>
</file>

<file path=ppt/tags/tag36.xml><?xml version="1.0" encoding="utf-8"?>
<p:tagLst xmlns:a="http://schemas.openxmlformats.org/drawingml/2006/main" xmlns:r="http://schemas.openxmlformats.org/officeDocument/2006/relationships" xmlns:p="http://schemas.openxmlformats.org/presentationml/2006/main">
  <p:tag name="NUM" val="19"/>
</p:tagLst>
</file>

<file path=ppt/tags/tag37.xml><?xml version="1.0" encoding="utf-8"?>
<p:tagLst xmlns:a="http://schemas.openxmlformats.org/drawingml/2006/main" xmlns:r="http://schemas.openxmlformats.org/officeDocument/2006/relationships" xmlns:p="http://schemas.openxmlformats.org/presentationml/2006/main">
  <p:tag name="NUM" val="24"/>
</p:tagLst>
</file>

<file path=ppt/tags/tag38.xml><?xml version="1.0" encoding="utf-8"?>
<p:tagLst xmlns:a="http://schemas.openxmlformats.org/drawingml/2006/main" xmlns:r="http://schemas.openxmlformats.org/officeDocument/2006/relationships" xmlns:p="http://schemas.openxmlformats.org/presentationml/2006/main">
  <p:tag name="NUM" val="7"/>
</p:tagLst>
</file>

<file path=ppt/tags/tag39.xml><?xml version="1.0" encoding="utf-8"?>
<p:tagLst xmlns:a="http://schemas.openxmlformats.org/drawingml/2006/main" xmlns:r="http://schemas.openxmlformats.org/officeDocument/2006/relationships" xmlns:p="http://schemas.openxmlformats.org/presentationml/2006/main">
  <p:tag name="NUM" val="20"/>
</p:tagLst>
</file>

<file path=ppt/tags/tag40.xml><?xml version="1.0" encoding="utf-8"?>
<p:tagLst xmlns:a="http://schemas.openxmlformats.org/drawingml/2006/main" xmlns:r="http://schemas.openxmlformats.org/officeDocument/2006/relationships" xmlns:p="http://schemas.openxmlformats.org/presentationml/2006/main">
  <p:tag name="NUM" val="8"/>
</p:tagLst>
</file>

<file path=ppt/tags/tag41.xml><?xml version="1.0" encoding="utf-8"?>
<p:tagLst xmlns:a="http://schemas.openxmlformats.org/drawingml/2006/main" xmlns:r="http://schemas.openxmlformats.org/officeDocument/2006/relationships" xmlns:p="http://schemas.openxmlformats.org/presentationml/2006/main">
  <p:tag name="NUM" val="19"/>
</p:tagLst>
</file>

<file path=ppt/tags/tag42.xml><?xml version="1.0" encoding="utf-8"?>
<p:tagLst xmlns:a="http://schemas.openxmlformats.org/drawingml/2006/main" xmlns:r="http://schemas.openxmlformats.org/officeDocument/2006/relationships" xmlns:p="http://schemas.openxmlformats.org/presentationml/2006/main">
  <p:tag name="NUM" val="4"/>
</p:tagLst>
</file>

<file path=ppt/tags/tag43.xml><?xml version="1.0" encoding="utf-8"?>
<p:tagLst xmlns:a="http://schemas.openxmlformats.org/drawingml/2006/main" xmlns:r="http://schemas.openxmlformats.org/officeDocument/2006/relationships" xmlns:p="http://schemas.openxmlformats.org/presentationml/2006/main">
  <p:tag name="NUM" val="7"/>
</p:tagLst>
</file>

<file path=ppt/tags/tag44.xml><?xml version="1.0" encoding="utf-8"?>
<p:tagLst xmlns:a="http://schemas.openxmlformats.org/drawingml/2006/main" xmlns:r="http://schemas.openxmlformats.org/officeDocument/2006/relationships" xmlns:p="http://schemas.openxmlformats.org/presentationml/2006/main">
  <p:tag name="NUM" val="19"/>
</p:tagLst>
</file>

<file path=ppt/tags/tag45.xml><?xml version="1.0" encoding="utf-8"?>
<p:tagLst xmlns:a="http://schemas.openxmlformats.org/drawingml/2006/main" xmlns:r="http://schemas.openxmlformats.org/officeDocument/2006/relationships" xmlns:p="http://schemas.openxmlformats.org/presentationml/2006/main">
  <p:tag name="NUM" val="5"/>
</p:tagLst>
</file>

<file path=ppt/tags/tag46.xml><?xml version="1.0" encoding="utf-8"?>
<p:tagLst xmlns:a="http://schemas.openxmlformats.org/drawingml/2006/main" xmlns:r="http://schemas.openxmlformats.org/officeDocument/2006/relationships" xmlns:p="http://schemas.openxmlformats.org/presentationml/2006/main">
  <p:tag name="NUM" val="3"/>
</p:tagLst>
</file>

<file path=ppt/tags/tag47.xml><?xml version="1.0" encoding="utf-8"?>
<p:tagLst xmlns:a="http://schemas.openxmlformats.org/drawingml/2006/main" xmlns:r="http://schemas.openxmlformats.org/officeDocument/2006/relationships" xmlns:p="http://schemas.openxmlformats.org/presentationml/2006/main">
  <p:tag name="NUM" val="1"/>
</p:tagLst>
</file>

<file path=ppt/tags/tag48.xml><?xml version="1.0" encoding="utf-8"?>
<p:tagLst xmlns:a="http://schemas.openxmlformats.org/drawingml/2006/main" xmlns:r="http://schemas.openxmlformats.org/officeDocument/2006/relationships" xmlns:p="http://schemas.openxmlformats.org/presentationml/2006/main">
  <p:tag name="NUM" val="2"/>
</p:tagLst>
</file>

<file path=ppt/tags/tag49.xml><?xml version="1.0" encoding="utf-8"?>
<p:tagLst xmlns:a="http://schemas.openxmlformats.org/drawingml/2006/main" xmlns:r="http://schemas.openxmlformats.org/officeDocument/2006/relationships" xmlns:p="http://schemas.openxmlformats.org/presentationml/2006/main">
  <p:tag name="NUM" val="2"/>
</p:tagLst>
</file>

<file path=ppt/tags/tag50.xml><?xml version="1.0" encoding="utf-8"?>
<p:tagLst xmlns:a="http://schemas.openxmlformats.org/drawingml/2006/main" xmlns:r="http://schemas.openxmlformats.org/officeDocument/2006/relationships" xmlns:p="http://schemas.openxmlformats.org/presentationml/2006/main">
  <p:tag name="NUM" val="1"/>
</p:tagLst>
</file>

<file path=ppt/tags/tag51.xml><?xml version="1.0" encoding="utf-8"?>
<p:tagLst xmlns:a="http://schemas.openxmlformats.org/drawingml/2006/main" xmlns:r="http://schemas.openxmlformats.org/officeDocument/2006/relationships" xmlns:p="http://schemas.openxmlformats.org/presentationml/2006/main">
  <p:tag name="NUM" val="2"/>
</p:tagLst>
</file>

<file path=ppt/tags/tag52.xml><?xml version="1.0" encoding="utf-8"?>
<p:tagLst xmlns:a="http://schemas.openxmlformats.org/drawingml/2006/main" xmlns:r="http://schemas.openxmlformats.org/officeDocument/2006/relationships" xmlns:p="http://schemas.openxmlformats.org/presentationml/2006/main">
  <p:tag name="NUM" val="9"/>
</p:tagLst>
</file>

<file path=ppt/tags/tag53.xml><?xml version="1.0" encoding="utf-8"?>
<p:tagLst xmlns:a="http://schemas.openxmlformats.org/drawingml/2006/main" xmlns:r="http://schemas.openxmlformats.org/officeDocument/2006/relationships" xmlns:p="http://schemas.openxmlformats.org/presentationml/2006/main">
  <p:tag name="NUM" val="10"/>
</p:tagLst>
</file>

<file path=ppt/tags/tag54.xml><?xml version="1.0" encoding="utf-8"?>
<p:tagLst xmlns:a="http://schemas.openxmlformats.org/drawingml/2006/main" xmlns:r="http://schemas.openxmlformats.org/officeDocument/2006/relationships" xmlns:p="http://schemas.openxmlformats.org/presentationml/2006/main">
  <p:tag name="NUM" val="19"/>
</p:tagLst>
</file>

<file path=ppt/tags/tag55.xml><?xml version="1.0" encoding="utf-8"?>
<p:tagLst xmlns:a="http://schemas.openxmlformats.org/drawingml/2006/main" xmlns:r="http://schemas.openxmlformats.org/officeDocument/2006/relationships" xmlns:p="http://schemas.openxmlformats.org/presentationml/2006/main">
  <p:tag name="NUM" val="6"/>
</p:tagLst>
</file>

<file path=ppt/tags/tag56.xml><?xml version="1.0" encoding="utf-8"?>
<p:tagLst xmlns:a="http://schemas.openxmlformats.org/drawingml/2006/main" xmlns:r="http://schemas.openxmlformats.org/officeDocument/2006/relationships" xmlns:p="http://schemas.openxmlformats.org/presentationml/2006/main">
  <p:tag name="NUM" val="3"/>
</p:tagLst>
</file>

<file path=ppt/tags/tag57.xml><?xml version="1.0" encoding="utf-8"?>
<p:tagLst xmlns:a="http://schemas.openxmlformats.org/drawingml/2006/main" xmlns:r="http://schemas.openxmlformats.org/officeDocument/2006/relationships" xmlns:p="http://schemas.openxmlformats.org/presentationml/2006/main">
  <p:tag name="NUM" val="19"/>
</p:tagLst>
</file>

<file path=ppt/tags/tag58.xml><?xml version="1.0" encoding="utf-8"?>
<p:tagLst xmlns:a="http://schemas.openxmlformats.org/drawingml/2006/main" xmlns:r="http://schemas.openxmlformats.org/officeDocument/2006/relationships" xmlns:p="http://schemas.openxmlformats.org/presentationml/2006/main">
  <p:tag name="NUM" val="6"/>
</p:tagLst>
</file>

<file path=ppt/tags/tag59.xml><?xml version="1.0" encoding="utf-8"?>
<p:tagLst xmlns:a="http://schemas.openxmlformats.org/drawingml/2006/main" xmlns:r="http://schemas.openxmlformats.org/officeDocument/2006/relationships" xmlns:p="http://schemas.openxmlformats.org/presentationml/2006/main">
  <p:tag name="NUM" val="4"/>
</p:tagLst>
</file>

<file path=ppt/tags/tag60.xml><?xml version="1.0" encoding="utf-8"?>
<p:tagLst xmlns:a="http://schemas.openxmlformats.org/drawingml/2006/main" xmlns:r="http://schemas.openxmlformats.org/officeDocument/2006/relationships" xmlns:p="http://schemas.openxmlformats.org/presentationml/2006/main">
  <p:tag name="NUM" val="19"/>
</p:tagLst>
</file>

<file path=ppt/tags/tag61.xml><?xml version="1.0" encoding="utf-8"?>
<p:tagLst xmlns:a="http://schemas.openxmlformats.org/drawingml/2006/main" xmlns:r="http://schemas.openxmlformats.org/officeDocument/2006/relationships" xmlns:p="http://schemas.openxmlformats.org/presentationml/2006/main">
  <p:tag name="NUM" val="4"/>
</p:tagLst>
</file>

<file path=ppt/tags/tag62.xml><?xml version="1.0" encoding="utf-8"?>
<p:tagLst xmlns:a="http://schemas.openxmlformats.org/drawingml/2006/main" xmlns:r="http://schemas.openxmlformats.org/officeDocument/2006/relationships" xmlns:p="http://schemas.openxmlformats.org/presentationml/2006/main">
  <p:tag name="NUM" val="7"/>
</p:tagLst>
</file>

<file path=ppt/tags/tag63.xml><?xml version="1.0" encoding="utf-8"?>
<p:tagLst xmlns:a="http://schemas.openxmlformats.org/drawingml/2006/main" xmlns:r="http://schemas.openxmlformats.org/officeDocument/2006/relationships" xmlns:p="http://schemas.openxmlformats.org/presentationml/2006/main">
  <p:tag name="NUM" val="19"/>
</p:tagLst>
</file>

<file path=ppt/tags/tag64.xml><?xml version="1.0" encoding="utf-8"?>
<p:tagLst xmlns:a="http://schemas.openxmlformats.org/drawingml/2006/main" xmlns:r="http://schemas.openxmlformats.org/officeDocument/2006/relationships" xmlns:p="http://schemas.openxmlformats.org/presentationml/2006/main">
  <p:tag name="NUM" val="5"/>
</p:tagLst>
</file>

<file path=ppt/tags/tag65.xml><?xml version="1.0" encoding="utf-8"?>
<p:tagLst xmlns:a="http://schemas.openxmlformats.org/drawingml/2006/main" xmlns:r="http://schemas.openxmlformats.org/officeDocument/2006/relationships" xmlns:p="http://schemas.openxmlformats.org/presentationml/2006/main">
  <p:tag name="NUM" val="3"/>
</p:tagLst>
</file>

<file path=ppt/tags/tag66.xml><?xml version="1.0" encoding="utf-8"?>
<p:tagLst xmlns:a="http://schemas.openxmlformats.org/drawingml/2006/main" xmlns:r="http://schemas.openxmlformats.org/officeDocument/2006/relationships" xmlns:p="http://schemas.openxmlformats.org/presentationml/2006/main">
  <p:tag name="NUM" val="19"/>
</p:tagLst>
</file>

<file path=ppt/tags/tag67.xml><?xml version="1.0" encoding="utf-8"?>
<p:tagLst xmlns:a="http://schemas.openxmlformats.org/drawingml/2006/main" xmlns:r="http://schemas.openxmlformats.org/officeDocument/2006/relationships" xmlns:p="http://schemas.openxmlformats.org/presentationml/2006/main">
  <p:tag name="NUM" val="5"/>
</p:tagLst>
</file>

<file path=ppt/tags/tag68.xml><?xml version="1.0" encoding="utf-8"?>
<p:tagLst xmlns:a="http://schemas.openxmlformats.org/drawingml/2006/main" xmlns:r="http://schemas.openxmlformats.org/officeDocument/2006/relationships" xmlns:p="http://schemas.openxmlformats.org/presentationml/2006/main">
  <p:tag name="NUM" val="8"/>
</p:tagLst>
</file>

<file path=ppt/tags/tag69.xml><?xml version="1.0" encoding="utf-8"?>
<p:tagLst xmlns:a="http://schemas.openxmlformats.org/drawingml/2006/main" xmlns:r="http://schemas.openxmlformats.org/officeDocument/2006/relationships" xmlns:p="http://schemas.openxmlformats.org/presentationml/2006/main">
  <p:tag name="NUM" val="19"/>
</p:tagLst>
</file>

<file path=ppt/tags/tag70.xml><?xml version="1.0" encoding="utf-8"?>
<p:tagLst xmlns:a="http://schemas.openxmlformats.org/drawingml/2006/main" xmlns:r="http://schemas.openxmlformats.org/officeDocument/2006/relationships" xmlns:p="http://schemas.openxmlformats.org/presentationml/2006/main">
  <p:tag name="NUM" val="5"/>
</p:tagLst>
</file>

<file path=ppt/tags/tag71.xml><?xml version="1.0" encoding="utf-8"?>
<p:tagLst xmlns:a="http://schemas.openxmlformats.org/drawingml/2006/main" xmlns:r="http://schemas.openxmlformats.org/officeDocument/2006/relationships" xmlns:p="http://schemas.openxmlformats.org/presentationml/2006/main">
  <p:tag name="NUM" val="7"/>
</p:tagLst>
</file>

<file path=ppt/tags/tag72.xml><?xml version="1.0" encoding="utf-8"?>
<p:tagLst xmlns:a="http://schemas.openxmlformats.org/drawingml/2006/main" xmlns:r="http://schemas.openxmlformats.org/officeDocument/2006/relationships" xmlns:p="http://schemas.openxmlformats.org/presentationml/2006/main">
  <p:tag name="NUM" val="19"/>
</p:tagLst>
</file>

<file path=ppt/tags/tag73.xml><?xml version="1.0" encoding="utf-8"?>
<p:tagLst xmlns:a="http://schemas.openxmlformats.org/drawingml/2006/main" xmlns:r="http://schemas.openxmlformats.org/officeDocument/2006/relationships" xmlns:p="http://schemas.openxmlformats.org/presentationml/2006/main">
  <p:tag name="NUM" val="24"/>
</p:tagLst>
</file>

<file path=ppt/tags/tag74.xml><?xml version="1.0" encoding="utf-8"?>
<p:tagLst xmlns:a="http://schemas.openxmlformats.org/drawingml/2006/main" xmlns:r="http://schemas.openxmlformats.org/officeDocument/2006/relationships" xmlns:p="http://schemas.openxmlformats.org/presentationml/2006/main">
  <p:tag name="NUM" val="7"/>
</p:tagLst>
</file>

<file path=ppt/tags/tag75.xml><?xml version="1.0" encoding="utf-8"?>
<p:tagLst xmlns:a="http://schemas.openxmlformats.org/drawingml/2006/main" xmlns:r="http://schemas.openxmlformats.org/officeDocument/2006/relationships" xmlns:p="http://schemas.openxmlformats.org/presentationml/2006/main">
  <p:tag name="NUM" val="45"/>
</p:tagLst>
</file>

<file path=ppt/tags/tag76.xml><?xml version="1.0" encoding="utf-8"?>
<p:tagLst xmlns:a="http://schemas.openxmlformats.org/drawingml/2006/main" xmlns:r="http://schemas.openxmlformats.org/officeDocument/2006/relationships" xmlns:p="http://schemas.openxmlformats.org/presentationml/2006/main">
  <p:tag name="NUM" val="27"/>
</p:tagLst>
</file>

<file path=ppt/tags/tag77.xml><?xml version="1.0" encoding="utf-8"?>
<p:tagLst xmlns:a="http://schemas.openxmlformats.org/drawingml/2006/main" xmlns:r="http://schemas.openxmlformats.org/officeDocument/2006/relationships" xmlns:p="http://schemas.openxmlformats.org/presentationml/2006/main">
  <p:tag name="NUM" val="19"/>
</p:tagLst>
</file>

<file path=ppt/tags/tag78.xml><?xml version="1.0" encoding="utf-8"?>
<p:tagLst xmlns:a="http://schemas.openxmlformats.org/drawingml/2006/main" xmlns:r="http://schemas.openxmlformats.org/officeDocument/2006/relationships" xmlns:p="http://schemas.openxmlformats.org/presentationml/2006/main">
  <p:tag name="NUM" val="16"/>
</p:tagLst>
</file>

<file path=ppt/tags/tag79.xml><?xml version="1.0" encoding="utf-8"?>
<p:tagLst xmlns:a="http://schemas.openxmlformats.org/drawingml/2006/main" xmlns:r="http://schemas.openxmlformats.org/officeDocument/2006/relationships" xmlns:p="http://schemas.openxmlformats.org/presentationml/2006/main">
  <p:tag name="NUM" val="11"/>
</p:tagLst>
</file>

<file path=ppt/tags/tag80.xml><?xml version="1.0" encoding="utf-8"?>
<p:tagLst xmlns:a="http://schemas.openxmlformats.org/drawingml/2006/main" xmlns:r="http://schemas.openxmlformats.org/officeDocument/2006/relationships" xmlns:p="http://schemas.openxmlformats.org/presentationml/2006/main">
  <p:tag name="NUM" val="24"/>
</p:tagLst>
</file>

<file path=ppt/tags/tag81.xml><?xml version="1.0" encoding="utf-8"?>
<p:tagLst xmlns:a="http://schemas.openxmlformats.org/drawingml/2006/main" xmlns:r="http://schemas.openxmlformats.org/officeDocument/2006/relationships" xmlns:p="http://schemas.openxmlformats.org/presentationml/2006/main">
  <p:tag name="NUM" val="7"/>
</p:tagLst>
</file>

<file path=ppt/tags/tag82.xml><?xml version="1.0" encoding="utf-8"?>
<p:tagLst xmlns:a="http://schemas.openxmlformats.org/drawingml/2006/main" xmlns:r="http://schemas.openxmlformats.org/officeDocument/2006/relationships" xmlns:p="http://schemas.openxmlformats.org/presentationml/2006/main">
  <p:tag name="NUM" val="1"/>
</p:tagLst>
</file>

<file path=ppt/tags/tag83.xml><?xml version="1.0" encoding="utf-8"?>
<p:tagLst xmlns:a="http://schemas.openxmlformats.org/drawingml/2006/main" xmlns:r="http://schemas.openxmlformats.org/officeDocument/2006/relationships" xmlns:p="http://schemas.openxmlformats.org/presentationml/2006/main">
  <p:tag name="NUM" val="2"/>
</p:tagLst>
</file>

<file path=ppt/tags/tag84.xml><?xml version="1.0" encoding="utf-8"?>
<p:tagLst xmlns:a="http://schemas.openxmlformats.org/drawingml/2006/main" xmlns:r="http://schemas.openxmlformats.org/officeDocument/2006/relationships" xmlns:p="http://schemas.openxmlformats.org/presentationml/2006/main">
  <p:tag name="NUM" val="36"/>
</p:tagLst>
</file>

<file path=ppt/tags/tag85.xml><?xml version="1.0" encoding="utf-8"?>
<p:tagLst xmlns:a="http://schemas.openxmlformats.org/drawingml/2006/main" xmlns:r="http://schemas.openxmlformats.org/officeDocument/2006/relationships" xmlns:p="http://schemas.openxmlformats.org/presentationml/2006/main">
  <p:tag name="NUM" val="8"/>
</p:tagLst>
</file>

<file path=ppt/tags/tag86.xml><?xml version="1.0" encoding="utf-8"?>
<p:tagLst xmlns:a="http://schemas.openxmlformats.org/drawingml/2006/main" xmlns:r="http://schemas.openxmlformats.org/officeDocument/2006/relationships" xmlns:p="http://schemas.openxmlformats.org/presentationml/2006/main">
  <p:tag name="NUM" val="10"/>
</p:tagLst>
</file>

<file path=ppt/tags/tag87.xml><?xml version="1.0" encoding="utf-8"?>
<p:tagLst xmlns:a="http://schemas.openxmlformats.org/drawingml/2006/main" xmlns:r="http://schemas.openxmlformats.org/officeDocument/2006/relationships" xmlns:p="http://schemas.openxmlformats.org/presentationml/2006/main">
  <p:tag name="NUM" val="12"/>
</p:tagLst>
</file>

<file path=ppt/tags/tag88.xml><?xml version="1.0" encoding="utf-8"?>
<p:tagLst xmlns:a="http://schemas.openxmlformats.org/drawingml/2006/main" xmlns:r="http://schemas.openxmlformats.org/officeDocument/2006/relationships" xmlns:p="http://schemas.openxmlformats.org/presentationml/2006/main">
  <p:tag name="NUM" val="14"/>
</p:tagLst>
</file>

<file path=ppt/tags/tag89.xml><?xml version="1.0" encoding="utf-8"?>
<p:tagLst xmlns:a="http://schemas.openxmlformats.org/drawingml/2006/main" xmlns:r="http://schemas.openxmlformats.org/officeDocument/2006/relationships" xmlns:p="http://schemas.openxmlformats.org/presentationml/2006/main">
  <p:tag name="NUM" val="15"/>
</p:tagLst>
</file>

<file path=ppt/tags/tag90.xml><?xml version="1.0" encoding="utf-8"?>
<p:tagLst xmlns:a="http://schemas.openxmlformats.org/drawingml/2006/main" xmlns:r="http://schemas.openxmlformats.org/officeDocument/2006/relationships" xmlns:p="http://schemas.openxmlformats.org/presentationml/2006/main">
  <p:tag name="NUM" val="16"/>
</p:tagLst>
</file>

<file path=ppt/tags/tag91.xml><?xml version="1.0" encoding="utf-8"?>
<p:tagLst xmlns:a="http://schemas.openxmlformats.org/drawingml/2006/main" xmlns:r="http://schemas.openxmlformats.org/officeDocument/2006/relationships" xmlns:p="http://schemas.openxmlformats.org/presentationml/2006/main">
  <p:tag name="NUM" val="17"/>
</p:tagLst>
</file>

<file path=ppt/tags/tag92.xml><?xml version="1.0" encoding="utf-8"?>
<p:tagLst xmlns:a="http://schemas.openxmlformats.org/drawingml/2006/main" xmlns:r="http://schemas.openxmlformats.org/officeDocument/2006/relationships" xmlns:p="http://schemas.openxmlformats.org/presentationml/2006/main">
  <p:tag name="NUM" val="18"/>
</p:tagLst>
</file>

<file path=ppt/tags/tag93.xml><?xml version="1.0" encoding="utf-8"?>
<p:tagLst xmlns:a="http://schemas.openxmlformats.org/drawingml/2006/main" xmlns:r="http://schemas.openxmlformats.org/officeDocument/2006/relationships" xmlns:p="http://schemas.openxmlformats.org/presentationml/2006/main">
  <p:tag name="NUM" val="26"/>
</p:tagLst>
</file>

<file path=ppt/tags/tag94.xml><?xml version="1.0" encoding="utf-8"?>
<p:tagLst xmlns:a="http://schemas.openxmlformats.org/drawingml/2006/main" xmlns:r="http://schemas.openxmlformats.org/officeDocument/2006/relationships" xmlns:p="http://schemas.openxmlformats.org/presentationml/2006/main">
  <p:tag name="NUM" val="32"/>
</p:tagLst>
</file>

<file path=ppt/tags/tag95.xml><?xml version="1.0" encoding="utf-8"?>
<p:tagLst xmlns:a="http://schemas.openxmlformats.org/drawingml/2006/main" xmlns:r="http://schemas.openxmlformats.org/officeDocument/2006/relationships" xmlns:p="http://schemas.openxmlformats.org/presentationml/2006/main">
  <p:tag name="NUM" val="33"/>
</p:tagLst>
</file>

<file path=ppt/tags/tag96.xml><?xml version="1.0" encoding="utf-8"?>
<p:tagLst xmlns:a="http://schemas.openxmlformats.org/drawingml/2006/main" xmlns:r="http://schemas.openxmlformats.org/officeDocument/2006/relationships" xmlns:p="http://schemas.openxmlformats.org/presentationml/2006/main">
  <p:tag name="NUM" val="34"/>
</p:tagLst>
</file>

<file path=ppt/tags/tag97.xml><?xml version="1.0" encoding="utf-8"?>
<p:tagLst xmlns:a="http://schemas.openxmlformats.org/drawingml/2006/main" xmlns:r="http://schemas.openxmlformats.org/officeDocument/2006/relationships" xmlns:p="http://schemas.openxmlformats.org/presentationml/2006/main">
  <p:tag name="NUM" val="35"/>
</p:tagLst>
</file>

<file path=ppt/tags/tag98.xml><?xml version="1.0" encoding="utf-8"?>
<p:tagLst xmlns:a="http://schemas.openxmlformats.org/drawingml/2006/main" xmlns:r="http://schemas.openxmlformats.org/officeDocument/2006/relationships" xmlns:p="http://schemas.openxmlformats.org/presentationml/2006/main">
  <p:tag name="NUM" val="36"/>
</p:tagLst>
</file>

<file path=ppt/tags/tag99.xml><?xml version="1.0" encoding="utf-8"?>
<p:tagLst xmlns:a="http://schemas.openxmlformats.org/drawingml/2006/main" xmlns:r="http://schemas.openxmlformats.org/officeDocument/2006/relationships" xmlns:p="http://schemas.openxmlformats.org/presentationml/2006/main">
  <p:tag name="NUM" val="20"/>
</p:tagLst>
</file>

<file path=ppt/tags/tag100.xml><?xml version="1.0" encoding="utf-8"?>
<p:tagLst xmlns:a="http://schemas.openxmlformats.org/drawingml/2006/main" xmlns:r="http://schemas.openxmlformats.org/officeDocument/2006/relationships" xmlns:p="http://schemas.openxmlformats.org/presentationml/2006/main">
  <p:tag name="NUM" val="21"/>
</p:tagLst>
</file>

<file path=ppt/tags/tag101.xml><?xml version="1.0" encoding="utf-8"?>
<p:tagLst xmlns:a="http://schemas.openxmlformats.org/drawingml/2006/main" xmlns:r="http://schemas.openxmlformats.org/officeDocument/2006/relationships" xmlns:p="http://schemas.openxmlformats.org/presentationml/2006/main">
  <p:tag name="NUM" val="22"/>
</p:tagLst>
</file>

<file path=ppt/tags/tag102.xml><?xml version="1.0" encoding="utf-8"?>
<p:tagLst xmlns:a="http://schemas.openxmlformats.org/drawingml/2006/main" xmlns:r="http://schemas.openxmlformats.org/officeDocument/2006/relationships" xmlns:p="http://schemas.openxmlformats.org/presentationml/2006/main">
  <p:tag name="NUM" val="23"/>
</p:tagLst>
</file>

<file path=ppt/tags/tag103.xml><?xml version="1.0" encoding="utf-8"?>
<p:tagLst xmlns:a="http://schemas.openxmlformats.org/drawingml/2006/main" xmlns:r="http://schemas.openxmlformats.org/officeDocument/2006/relationships" xmlns:p="http://schemas.openxmlformats.org/presentationml/2006/main">
  <p:tag name="NUM" val="24"/>
</p:tagLst>
</file>

<file path=ppt/tags/tag104.xml><?xml version="1.0" encoding="utf-8"?>
<p:tagLst xmlns:a="http://schemas.openxmlformats.org/drawingml/2006/main" xmlns:r="http://schemas.openxmlformats.org/officeDocument/2006/relationships" xmlns:p="http://schemas.openxmlformats.org/presentationml/2006/main">
  <p:tag name="NUM" val="31"/>
</p:tagLst>
</file>

<file path=ppt/tags/tag105.xml><?xml version="1.0" encoding="utf-8"?>
<p:tagLst xmlns:a="http://schemas.openxmlformats.org/drawingml/2006/main" xmlns:r="http://schemas.openxmlformats.org/officeDocument/2006/relationships" xmlns:p="http://schemas.openxmlformats.org/presentationml/2006/main">
  <p:tag name="NUM" val="38"/>
</p:tagLst>
</file>

<file path=ppt/tags/tag106.xml><?xml version="1.0" encoding="utf-8"?>
<p:tagLst xmlns:a="http://schemas.openxmlformats.org/drawingml/2006/main" xmlns:r="http://schemas.openxmlformats.org/officeDocument/2006/relationships" xmlns:p="http://schemas.openxmlformats.org/presentationml/2006/main">
  <p:tag name="NUM" val="9"/>
</p:tagLst>
</file>

<file path=ppt/tags/tag107.xml><?xml version="1.0" encoding="utf-8"?>
<p:tagLst xmlns:a="http://schemas.openxmlformats.org/drawingml/2006/main" xmlns:r="http://schemas.openxmlformats.org/officeDocument/2006/relationships" xmlns:p="http://schemas.openxmlformats.org/presentationml/2006/main">
  <p:tag name="NUM" val="11"/>
</p:tagLst>
</file>

<file path=ppt/tags/tag108.xml><?xml version="1.0" encoding="utf-8"?>
<p:tagLst xmlns:a="http://schemas.openxmlformats.org/drawingml/2006/main" xmlns:r="http://schemas.openxmlformats.org/officeDocument/2006/relationships" xmlns:p="http://schemas.openxmlformats.org/presentationml/2006/main">
  <p:tag name="NUM" val="13"/>
</p:tagLst>
</file>

<file path=ppt/tags/tag109.xml><?xml version="1.0" encoding="utf-8"?>
<p:tagLst xmlns:a="http://schemas.openxmlformats.org/drawingml/2006/main" xmlns:r="http://schemas.openxmlformats.org/officeDocument/2006/relationships" xmlns:p="http://schemas.openxmlformats.org/presentationml/2006/main">
  <p:tag name="NUM" val="19"/>
</p:tagLst>
</file>

<file path=ppt/tags/tag110.xml><?xml version="1.0" encoding="utf-8"?>
<p:tagLst xmlns:a="http://schemas.openxmlformats.org/drawingml/2006/main" xmlns:r="http://schemas.openxmlformats.org/officeDocument/2006/relationships" xmlns:p="http://schemas.openxmlformats.org/presentationml/2006/main">
  <p:tag name="NUM" val="27"/>
</p:tagLst>
</file>

<file path=ppt/tags/tag111.xml><?xml version="1.0" encoding="utf-8"?>
<p:tagLst xmlns:a="http://schemas.openxmlformats.org/drawingml/2006/main" xmlns:r="http://schemas.openxmlformats.org/officeDocument/2006/relationships" xmlns:p="http://schemas.openxmlformats.org/presentationml/2006/main">
  <p:tag name="NUM" val="30"/>
</p:tagLst>
</file>

<file path=ppt/tags/tag112.xml><?xml version="1.0" encoding="utf-8"?>
<p:tagLst xmlns:a="http://schemas.openxmlformats.org/drawingml/2006/main" xmlns:r="http://schemas.openxmlformats.org/officeDocument/2006/relationships" xmlns:p="http://schemas.openxmlformats.org/presentationml/2006/main">
  <p:tag name="NUM" val="37"/>
</p:tagLst>
</file>

<file path=ppt/tags/tag113.xml><?xml version="1.0" encoding="utf-8"?>
<p:tagLst xmlns:a="http://schemas.openxmlformats.org/drawingml/2006/main" xmlns:r="http://schemas.openxmlformats.org/officeDocument/2006/relationships" xmlns:p="http://schemas.openxmlformats.org/presentationml/2006/main">
  <p:tag name="NUM" val="39"/>
</p:tagLst>
</file>

<file path=ppt/tags/tag114.xml><?xml version="1.0" encoding="utf-8"?>
<p:tagLst xmlns:a="http://schemas.openxmlformats.org/drawingml/2006/main" xmlns:r="http://schemas.openxmlformats.org/officeDocument/2006/relationships" xmlns:p="http://schemas.openxmlformats.org/presentationml/2006/main">
  <p:tag name="NUM" val="40"/>
</p:tagLst>
</file>

<file path=ppt/tags/tag115.xml><?xml version="1.0" encoding="utf-8"?>
<p:tagLst xmlns:a="http://schemas.openxmlformats.org/drawingml/2006/main" xmlns:r="http://schemas.openxmlformats.org/officeDocument/2006/relationships" xmlns:p="http://schemas.openxmlformats.org/presentationml/2006/main">
  <p:tag name="NUM" val="41"/>
</p:tagLst>
</file>

<file path=ppt/tags/tag116.xml><?xml version="1.0" encoding="utf-8"?>
<p:tagLst xmlns:a="http://schemas.openxmlformats.org/drawingml/2006/main" xmlns:r="http://schemas.openxmlformats.org/officeDocument/2006/relationships" xmlns:p="http://schemas.openxmlformats.org/presentationml/2006/main">
  <p:tag name="NUM" val="42"/>
</p:tagLst>
</file>

<file path=ppt/tags/tag117.xml><?xml version="1.0" encoding="utf-8"?>
<p:tagLst xmlns:a="http://schemas.openxmlformats.org/drawingml/2006/main" xmlns:r="http://schemas.openxmlformats.org/officeDocument/2006/relationships" xmlns:p="http://schemas.openxmlformats.org/presentationml/2006/main">
  <p:tag name="NUM" val="43"/>
</p:tagLst>
</file>

<file path=ppt/tags/tag118.xml><?xml version="1.0" encoding="utf-8"?>
<p:tagLst xmlns:a="http://schemas.openxmlformats.org/drawingml/2006/main" xmlns:r="http://schemas.openxmlformats.org/officeDocument/2006/relationships" xmlns:p="http://schemas.openxmlformats.org/presentationml/2006/main">
  <p:tag name="NUM" val="44"/>
</p:tagLst>
</file>

<file path=ppt/tags/tag119.xml><?xml version="1.0" encoding="utf-8"?>
<p:tagLst xmlns:a="http://schemas.openxmlformats.org/drawingml/2006/main" xmlns:r="http://schemas.openxmlformats.org/officeDocument/2006/relationships" xmlns:p="http://schemas.openxmlformats.org/presentationml/2006/main">
  <p:tag name="NUM" val="61"/>
</p:tagLst>
</file>

<file path=ppt/tags/tag120.xml><?xml version="1.0" encoding="utf-8"?>
<p:tagLst xmlns:a="http://schemas.openxmlformats.org/drawingml/2006/main" xmlns:r="http://schemas.openxmlformats.org/officeDocument/2006/relationships" xmlns:p="http://schemas.openxmlformats.org/presentationml/2006/main">
  <p:tag name="NUM" val="1"/>
</p:tagLst>
</file>

<file path=ppt/tags/tag121.xml><?xml version="1.0" encoding="utf-8"?>
<p:tagLst xmlns:a="http://schemas.openxmlformats.org/drawingml/2006/main" xmlns:r="http://schemas.openxmlformats.org/officeDocument/2006/relationships" xmlns:p="http://schemas.openxmlformats.org/presentationml/2006/main">
  <p:tag name="NUM" val="2"/>
</p:tagLst>
</file>

<file path=ppt/tags/tag122.xml><?xml version="1.0" encoding="utf-8"?>
<p:tagLst xmlns:a="http://schemas.openxmlformats.org/drawingml/2006/main" xmlns:r="http://schemas.openxmlformats.org/officeDocument/2006/relationships" xmlns:p="http://schemas.openxmlformats.org/presentationml/2006/main">
  <p:tag name="NUM" val="3"/>
</p:tagLst>
</file>

<file path=ppt/tags/tag123.xml><?xml version="1.0" encoding="utf-8"?>
<p:tagLst xmlns:a="http://schemas.openxmlformats.org/drawingml/2006/main" xmlns:r="http://schemas.openxmlformats.org/officeDocument/2006/relationships" xmlns:p="http://schemas.openxmlformats.org/presentationml/2006/main">
  <p:tag name="NUM" val="10"/>
</p:tagLst>
</file>

<file path=ppt/tags/tag124.xml><?xml version="1.0" encoding="utf-8"?>
<p:tagLst xmlns:a="http://schemas.openxmlformats.org/drawingml/2006/main" xmlns:r="http://schemas.openxmlformats.org/officeDocument/2006/relationships" xmlns:p="http://schemas.openxmlformats.org/presentationml/2006/main">
  <p:tag name="NUM" val="11"/>
</p:tagLst>
</file>

<file path=ppt/tags/tag125.xml><?xml version="1.0" encoding="utf-8"?>
<p:tagLst xmlns:a="http://schemas.openxmlformats.org/drawingml/2006/main" xmlns:r="http://schemas.openxmlformats.org/officeDocument/2006/relationships" xmlns:p="http://schemas.openxmlformats.org/presentationml/2006/main">
  <p:tag name="NUM" val="12"/>
</p:tagLst>
</file>

<file path=ppt/tags/tag126.xml><?xml version="1.0" encoding="utf-8"?>
<p:tagLst xmlns:a="http://schemas.openxmlformats.org/drawingml/2006/main" xmlns:r="http://schemas.openxmlformats.org/officeDocument/2006/relationships" xmlns:p="http://schemas.openxmlformats.org/presentationml/2006/main">
  <p:tag name="NUM" val="13"/>
</p:tagLst>
</file>

<file path=ppt/tags/tag127.xml><?xml version="1.0" encoding="utf-8"?>
<p:tagLst xmlns:a="http://schemas.openxmlformats.org/drawingml/2006/main" xmlns:r="http://schemas.openxmlformats.org/officeDocument/2006/relationships" xmlns:p="http://schemas.openxmlformats.org/presentationml/2006/main">
  <p:tag name="NUM" val="14"/>
</p:tagLst>
</file>

<file path=ppt/tags/tag128.xml><?xml version="1.0" encoding="utf-8"?>
<p:tagLst xmlns:a="http://schemas.openxmlformats.org/drawingml/2006/main" xmlns:r="http://schemas.openxmlformats.org/officeDocument/2006/relationships" xmlns:p="http://schemas.openxmlformats.org/presentationml/2006/main">
  <p:tag name="NUM" val="15"/>
</p:tagLst>
</file>

<file path=ppt/tags/tag129.xml><?xml version="1.0" encoding="utf-8"?>
<p:tagLst xmlns:a="http://schemas.openxmlformats.org/drawingml/2006/main" xmlns:r="http://schemas.openxmlformats.org/officeDocument/2006/relationships" xmlns:p="http://schemas.openxmlformats.org/presentationml/2006/main">
  <p:tag name="NUM" val="16"/>
</p:tagLst>
</file>

<file path=ppt/tags/tag130.xml><?xml version="1.0" encoding="utf-8"?>
<p:tagLst xmlns:a="http://schemas.openxmlformats.org/drawingml/2006/main" xmlns:r="http://schemas.openxmlformats.org/officeDocument/2006/relationships" xmlns:p="http://schemas.openxmlformats.org/presentationml/2006/main">
  <p:tag name="NUM" val="17"/>
</p:tagLst>
</file>

<file path=ppt/tags/tag131.xml><?xml version="1.0" encoding="utf-8"?>
<p:tagLst xmlns:a="http://schemas.openxmlformats.org/drawingml/2006/main" xmlns:r="http://schemas.openxmlformats.org/officeDocument/2006/relationships" xmlns:p="http://schemas.openxmlformats.org/presentationml/2006/main">
  <p:tag name="NUM" val="18"/>
</p:tagLst>
</file>

<file path=ppt/tags/tag132.xml><?xml version="1.0" encoding="utf-8"?>
<p:tagLst xmlns:a="http://schemas.openxmlformats.org/drawingml/2006/main" xmlns:r="http://schemas.openxmlformats.org/officeDocument/2006/relationships" xmlns:p="http://schemas.openxmlformats.org/presentationml/2006/main">
  <p:tag name="NUM" val="19"/>
</p:tagLst>
</file>

<file path=ppt/tags/tag133.xml><?xml version="1.0" encoding="utf-8"?>
<p:tagLst xmlns:a="http://schemas.openxmlformats.org/drawingml/2006/main" xmlns:r="http://schemas.openxmlformats.org/officeDocument/2006/relationships" xmlns:p="http://schemas.openxmlformats.org/presentationml/2006/main">
  <p:tag name="NUM" val="20"/>
</p:tagLst>
</file>

<file path=ppt/tags/tag134.xml><?xml version="1.0" encoding="utf-8"?>
<p:tagLst xmlns:a="http://schemas.openxmlformats.org/drawingml/2006/main" xmlns:r="http://schemas.openxmlformats.org/officeDocument/2006/relationships" xmlns:p="http://schemas.openxmlformats.org/presentationml/2006/main">
  <p:tag name="NUM" val="21"/>
</p:tagLst>
</file>

<file path=ppt/tags/tag135.xml><?xml version="1.0" encoding="utf-8"?>
<p:tagLst xmlns:a="http://schemas.openxmlformats.org/drawingml/2006/main" xmlns:r="http://schemas.openxmlformats.org/officeDocument/2006/relationships" xmlns:p="http://schemas.openxmlformats.org/presentationml/2006/main">
  <p:tag name="NUM" val="22"/>
</p:tagLst>
</file>

<file path=ppt/tags/tag136.xml><?xml version="1.0" encoding="utf-8"?>
<p:tagLst xmlns:a="http://schemas.openxmlformats.org/drawingml/2006/main" xmlns:r="http://schemas.openxmlformats.org/officeDocument/2006/relationships" xmlns:p="http://schemas.openxmlformats.org/presentationml/2006/main">
  <p:tag name="NUM" val="23"/>
</p:tagLst>
</file>

<file path=ppt/tags/tag137.xml><?xml version="1.0" encoding="utf-8"?>
<p:tagLst xmlns:a="http://schemas.openxmlformats.org/drawingml/2006/main" xmlns:r="http://schemas.openxmlformats.org/officeDocument/2006/relationships" xmlns:p="http://schemas.openxmlformats.org/presentationml/2006/main">
  <p:tag name="NUM" val="24"/>
</p:tagLst>
</file>

<file path=ppt/tags/tag138.xml><?xml version="1.0" encoding="utf-8"?>
<p:tagLst xmlns:a="http://schemas.openxmlformats.org/drawingml/2006/main" xmlns:r="http://schemas.openxmlformats.org/officeDocument/2006/relationships" xmlns:p="http://schemas.openxmlformats.org/presentationml/2006/main">
  <p:tag name="NUM" val="25"/>
</p:tagLst>
</file>

<file path=ppt/tags/tag139.xml><?xml version="1.0" encoding="utf-8"?>
<p:tagLst xmlns:a="http://schemas.openxmlformats.org/drawingml/2006/main" xmlns:r="http://schemas.openxmlformats.org/officeDocument/2006/relationships" xmlns:p="http://schemas.openxmlformats.org/presentationml/2006/main">
  <p:tag name="NUM" val="26"/>
</p:tagLst>
</file>

<file path=ppt/tags/tag140.xml><?xml version="1.0" encoding="utf-8"?>
<p:tagLst xmlns:a="http://schemas.openxmlformats.org/drawingml/2006/main" xmlns:r="http://schemas.openxmlformats.org/officeDocument/2006/relationships" xmlns:p="http://schemas.openxmlformats.org/presentationml/2006/main">
  <p:tag name="NUM" val="27"/>
</p:tagLst>
</file>

<file path=ppt/tags/tag141.xml><?xml version="1.0" encoding="utf-8"?>
<p:tagLst xmlns:a="http://schemas.openxmlformats.org/drawingml/2006/main" xmlns:r="http://schemas.openxmlformats.org/officeDocument/2006/relationships" xmlns:p="http://schemas.openxmlformats.org/presentationml/2006/main">
  <p:tag name="NUM" val="28"/>
</p:tagLst>
</file>

<file path=ppt/tags/tag142.xml><?xml version="1.0" encoding="utf-8"?>
<p:tagLst xmlns:a="http://schemas.openxmlformats.org/drawingml/2006/main" xmlns:r="http://schemas.openxmlformats.org/officeDocument/2006/relationships" xmlns:p="http://schemas.openxmlformats.org/presentationml/2006/main">
  <p:tag name="NUM" val="29"/>
</p:tagLst>
</file>

<file path=ppt/tags/tag143.xml><?xml version="1.0" encoding="utf-8"?>
<p:tagLst xmlns:a="http://schemas.openxmlformats.org/drawingml/2006/main" xmlns:r="http://schemas.openxmlformats.org/officeDocument/2006/relationships" xmlns:p="http://schemas.openxmlformats.org/presentationml/2006/main">
  <p:tag name="NUM" val="30"/>
</p:tagLst>
</file>

<file path=ppt/tags/tag144.xml><?xml version="1.0" encoding="utf-8"?>
<p:tagLst xmlns:a="http://schemas.openxmlformats.org/drawingml/2006/main" xmlns:r="http://schemas.openxmlformats.org/officeDocument/2006/relationships" xmlns:p="http://schemas.openxmlformats.org/presentationml/2006/main">
  <p:tag name="NUM" val="31"/>
</p:tagLst>
</file>

<file path=ppt/tags/tag145.xml><?xml version="1.0" encoding="utf-8"?>
<p:tagLst xmlns:a="http://schemas.openxmlformats.org/drawingml/2006/main" xmlns:r="http://schemas.openxmlformats.org/officeDocument/2006/relationships" xmlns:p="http://schemas.openxmlformats.org/presentationml/2006/main">
  <p:tag name="NUM" val="32"/>
</p:tagLst>
</file>

<file path=ppt/tags/tag146.xml><?xml version="1.0" encoding="utf-8"?>
<p:tagLst xmlns:a="http://schemas.openxmlformats.org/drawingml/2006/main" xmlns:r="http://schemas.openxmlformats.org/officeDocument/2006/relationships" xmlns:p="http://schemas.openxmlformats.org/presentationml/2006/main">
  <p:tag name="NUM" val="33"/>
</p:tagLst>
</file>

<file path=ppt/tags/tag147.xml><?xml version="1.0" encoding="utf-8"?>
<p:tagLst xmlns:a="http://schemas.openxmlformats.org/drawingml/2006/main" xmlns:r="http://schemas.openxmlformats.org/officeDocument/2006/relationships" xmlns:p="http://schemas.openxmlformats.org/presentationml/2006/main">
  <p:tag name="NUM" val="34"/>
</p:tagLst>
</file>

<file path=ppt/tags/tag148.xml><?xml version="1.0" encoding="utf-8"?>
<p:tagLst xmlns:a="http://schemas.openxmlformats.org/drawingml/2006/main" xmlns:r="http://schemas.openxmlformats.org/officeDocument/2006/relationships" xmlns:p="http://schemas.openxmlformats.org/presentationml/2006/main">
  <p:tag name="NUM" val="35"/>
</p:tagLst>
</file>

<file path=ppt/tags/tag149.xml><?xml version="1.0" encoding="utf-8"?>
<p:tagLst xmlns:a="http://schemas.openxmlformats.org/drawingml/2006/main" xmlns:r="http://schemas.openxmlformats.org/officeDocument/2006/relationships" xmlns:p="http://schemas.openxmlformats.org/presentationml/2006/main">
  <p:tag name="NUM" val="36"/>
</p:tagLst>
</file>

<file path=ppt/tags/tag150.xml><?xml version="1.0" encoding="utf-8"?>
<p:tagLst xmlns:a="http://schemas.openxmlformats.org/drawingml/2006/main" xmlns:r="http://schemas.openxmlformats.org/officeDocument/2006/relationships" xmlns:p="http://schemas.openxmlformats.org/presentationml/2006/main">
  <p:tag name="NUM" val="37"/>
</p:tagLst>
</file>

<file path=ppt/tags/tag151.xml><?xml version="1.0" encoding="utf-8"?>
<p:tagLst xmlns:a="http://schemas.openxmlformats.org/drawingml/2006/main" xmlns:r="http://schemas.openxmlformats.org/officeDocument/2006/relationships" xmlns:p="http://schemas.openxmlformats.org/presentationml/2006/main">
  <p:tag name="NUM" val="38"/>
</p:tagLst>
</file>

<file path=ppt/tags/tag152.xml><?xml version="1.0" encoding="utf-8"?>
<p:tagLst xmlns:a="http://schemas.openxmlformats.org/drawingml/2006/main" xmlns:r="http://schemas.openxmlformats.org/officeDocument/2006/relationships" xmlns:p="http://schemas.openxmlformats.org/presentationml/2006/main">
  <p:tag name="NUM" val="39"/>
</p:tagLst>
</file>

<file path=ppt/tags/tag153.xml><?xml version="1.0" encoding="utf-8"?>
<p:tagLst xmlns:a="http://schemas.openxmlformats.org/drawingml/2006/main" xmlns:r="http://schemas.openxmlformats.org/officeDocument/2006/relationships" xmlns:p="http://schemas.openxmlformats.org/presentationml/2006/main">
  <p:tag name="NUM" val="40"/>
</p:tagLst>
</file>

<file path=ppt/tags/tag154.xml><?xml version="1.0" encoding="utf-8"?>
<p:tagLst xmlns:a="http://schemas.openxmlformats.org/drawingml/2006/main" xmlns:r="http://schemas.openxmlformats.org/officeDocument/2006/relationships" xmlns:p="http://schemas.openxmlformats.org/presentationml/2006/main">
  <p:tag name="NUM" val="41"/>
</p:tagLst>
</file>

<file path=ppt/tags/tag155.xml><?xml version="1.0" encoding="utf-8"?>
<p:tagLst xmlns:a="http://schemas.openxmlformats.org/drawingml/2006/main" xmlns:r="http://schemas.openxmlformats.org/officeDocument/2006/relationships" xmlns:p="http://schemas.openxmlformats.org/presentationml/2006/main">
  <p:tag name="NUM" val="42"/>
</p:tagLst>
</file>

<file path=ppt/tags/tag156.xml><?xml version="1.0" encoding="utf-8"?>
<p:tagLst xmlns:a="http://schemas.openxmlformats.org/drawingml/2006/main" xmlns:r="http://schemas.openxmlformats.org/officeDocument/2006/relationships" xmlns:p="http://schemas.openxmlformats.org/presentationml/2006/main">
  <p:tag name="NUM" val="44"/>
</p:tagLst>
</file>

<file path=ppt/tags/tag157.xml><?xml version="1.0" encoding="utf-8"?>
<p:tagLst xmlns:a="http://schemas.openxmlformats.org/drawingml/2006/main" xmlns:r="http://schemas.openxmlformats.org/officeDocument/2006/relationships" xmlns:p="http://schemas.openxmlformats.org/presentationml/2006/main">
  <p:tag name="NUM" val="45"/>
</p:tagLst>
</file>

<file path=ppt/tags/tag158.xml><?xml version="1.0" encoding="utf-8"?>
<p:tagLst xmlns:a="http://schemas.openxmlformats.org/drawingml/2006/main" xmlns:r="http://schemas.openxmlformats.org/officeDocument/2006/relationships" xmlns:p="http://schemas.openxmlformats.org/presentationml/2006/main">
  <p:tag name="NUM" val="59"/>
</p:tagLst>
</file>

<file path=ppt/tags/tag159.xml><?xml version="1.0" encoding="utf-8"?>
<p:tagLst xmlns:a="http://schemas.openxmlformats.org/drawingml/2006/main" xmlns:r="http://schemas.openxmlformats.org/officeDocument/2006/relationships" xmlns:p="http://schemas.openxmlformats.org/presentationml/2006/main">
  <p:tag name="NUM" val="61"/>
</p:tagLst>
</file>

<file path=ppt/tags/tag160.xml><?xml version="1.0" encoding="utf-8"?>
<p:tagLst xmlns:a="http://schemas.openxmlformats.org/drawingml/2006/main" xmlns:r="http://schemas.openxmlformats.org/officeDocument/2006/relationships" xmlns:p="http://schemas.openxmlformats.org/presentationml/2006/main">
  <p:tag name="NUM" val="4"/>
</p:tagLst>
</file>

<file path=ppt/tags/tag161.xml><?xml version="1.0" encoding="utf-8"?>
<p:tagLst xmlns:a="http://schemas.openxmlformats.org/drawingml/2006/main" xmlns:r="http://schemas.openxmlformats.org/officeDocument/2006/relationships" xmlns:p="http://schemas.openxmlformats.org/presentationml/2006/main">
  <p:tag name="NUM" val="2"/>
</p:tagLst>
</file>

<file path=ppt/tags/tag162.xml><?xml version="1.0" encoding="utf-8"?>
<p:tagLst xmlns:a="http://schemas.openxmlformats.org/drawingml/2006/main" xmlns:r="http://schemas.openxmlformats.org/officeDocument/2006/relationships" xmlns:p="http://schemas.openxmlformats.org/presentationml/2006/main">
  <p:tag name="NUM" val="61"/>
</p:tagLst>
</file>

<file path=ppt/tags/tag163.xml><?xml version="1.0" encoding="utf-8"?>
<p:tagLst xmlns:a="http://schemas.openxmlformats.org/drawingml/2006/main" xmlns:r="http://schemas.openxmlformats.org/officeDocument/2006/relationships" xmlns:p="http://schemas.openxmlformats.org/presentationml/2006/main">
  <p:tag name="NUM" val="61"/>
</p:tagLst>
</file>

<file path=ppt/tags/tag164.xml><?xml version="1.0" encoding="utf-8"?>
<p:tagLst xmlns:a="http://schemas.openxmlformats.org/drawingml/2006/main" xmlns:r="http://schemas.openxmlformats.org/officeDocument/2006/relationships" xmlns:p="http://schemas.openxmlformats.org/presentationml/2006/main">
  <p:tag name="NUM" val="61"/>
</p:tagLst>
</file>

<file path=ppt/tags/tag165.xml><?xml version="1.0" encoding="utf-8"?>
<p:tagLst xmlns:a="http://schemas.openxmlformats.org/drawingml/2006/main" xmlns:r="http://schemas.openxmlformats.org/officeDocument/2006/relationships" xmlns:p="http://schemas.openxmlformats.org/presentationml/2006/main">
  <p:tag name="NUM" val="61"/>
</p:tagLst>
</file>

<file path=ppt/tags/tag166.xml><?xml version="1.0" encoding="utf-8"?>
<p:tagLst xmlns:a="http://schemas.openxmlformats.org/drawingml/2006/main" xmlns:r="http://schemas.openxmlformats.org/officeDocument/2006/relationships" xmlns:p="http://schemas.openxmlformats.org/presentationml/2006/main">
  <p:tag name="NUM" val="1"/>
</p:tagLst>
</file>

<file path=ppt/tags/tag167.xml><?xml version="1.0" encoding="utf-8"?>
<p:tagLst xmlns:a="http://schemas.openxmlformats.org/drawingml/2006/main" xmlns:r="http://schemas.openxmlformats.org/officeDocument/2006/relationships" xmlns:p="http://schemas.openxmlformats.org/presentationml/2006/main">
  <p:tag name="NUM" val="57"/>
</p:tagLst>
</file>

<file path=ppt/tags/tag168.xml><?xml version="1.0" encoding="utf-8"?>
<p:tagLst xmlns:a="http://schemas.openxmlformats.org/drawingml/2006/main" xmlns:r="http://schemas.openxmlformats.org/officeDocument/2006/relationships" xmlns:p="http://schemas.openxmlformats.org/presentationml/2006/main">
  <p:tag name="NUM" val="61"/>
</p:tagLst>
</file>

<file path=ppt/tags/tag169.xml><?xml version="1.0" encoding="utf-8"?>
<p:tagLst xmlns:a="http://schemas.openxmlformats.org/drawingml/2006/main" xmlns:r="http://schemas.openxmlformats.org/officeDocument/2006/relationships" xmlns:p="http://schemas.openxmlformats.org/presentationml/2006/main">
  <p:tag name="NUM" val="4"/>
</p:tagLst>
</file>

<file path=ppt/tags/tag170.xml><?xml version="1.0" encoding="utf-8"?>
<p:tagLst xmlns:a="http://schemas.openxmlformats.org/drawingml/2006/main" xmlns:r="http://schemas.openxmlformats.org/officeDocument/2006/relationships" xmlns:p="http://schemas.openxmlformats.org/presentationml/2006/main">
  <p:tag name="NUM" val="5"/>
</p:tagLst>
</file>

<file path=ppt/tags/tag171.xml><?xml version="1.0" encoding="utf-8"?>
<p:tagLst xmlns:a="http://schemas.openxmlformats.org/drawingml/2006/main" xmlns:r="http://schemas.openxmlformats.org/officeDocument/2006/relationships" xmlns:p="http://schemas.openxmlformats.org/presentationml/2006/main">
  <p:tag name="NUM" val="6"/>
</p:tagLst>
</file>

<file path=ppt/tags/tag172.xml><?xml version="1.0" encoding="utf-8"?>
<p:tagLst xmlns:a="http://schemas.openxmlformats.org/drawingml/2006/main" xmlns:r="http://schemas.openxmlformats.org/officeDocument/2006/relationships" xmlns:p="http://schemas.openxmlformats.org/presentationml/2006/main">
  <p:tag name="NUM" val="7"/>
</p:tagLst>
</file>

<file path=ppt/tags/tag173.xml><?xml version="1.0" encoding="utf-8"?>
<p:tagLst xmlns:a="http://schemas.openxmlformats.org/drawingml/2006/main" xmlns:r="http://schemas.openxmlformats.org/officeDocument/2006/relationships" xmlns:p="http://schemas.openxmlformats.org/presentationml/2006/main">
  <p:tag name="NUM" val="8"/>
</p:tagLst>
</file>

<file path=ppt/tags/tag174.xml><?xml version="1.0" encoding="utf-8"?>
<p:tagLst xmlns:a="http://schemas.openxmlformats.org/drawingml/2006/main" xmlns:r="http://schemas.openxmlformats.org/officeDocument/2006/relationships" xmlns:p="http://schemas.openxmlformats.org/presentationml/2006/main">
  <p:tag name="NUM" val="9"/>
</p:tagLst>
</file>

<file path=ppt/tags/tag175.xml><?xml version="1.0" encoding="utf-8"?>
<p:tagLst xmlns:a="http://schemas.openxmlformats.org/drawingml/2006/main" xmlns:r="http://schemas.openxmlformats.org/officeDocument/2006/relationships" xmlns:p="http://schemas.openxmlformats.org/presentationml/2006/main">
  <p:tag name="NUM" val="24"/>
</p:tagLst>
</file>

<file path=ppt/tags/tag176.xml><?xml version="1.0" encoding="utf-8"?>
<p:tagLst xmlns:a="http://schemas.openxmlformats.org/drawingml/2006/main" xmlns:r="http://schemas.openxmlformats.org/officeDocument/2006/relationships" xmlns:p="http://schemas.openxmlformats.org/presentationml/2006/main">
  <p:tag name="NUM" val="26"/>
</p:tagLst>
</file>

<file path=ppt/tags/tag177.xml><?xml version="1.0" encoding="utf-8"?>
<p:tagLst xmlns:a="http://schemas.openxmlformats.org/drawingml/2006/main" xmlns:r="http://schemas.openxmlformats.org/officeDocument/2006/relationships" xmlns:p="http://schemas.openxmlformats.org/presentationml/2006/main">
  <p:tag name="NUM" val="27"/>
</p:tagLst>
</file>

<file path=ppt/tags/tag178.xml><?xml version="1.0" encoding="utf-8"?>
<p:tagLst xmlns:a="http://schemas.openxmlformats.org/drawingml/2006/main" xmlns:r="http://schemas.openxmlformats.org/officeDocument/2006/relationships" xmlns:p="http://schemas.openxmlformats.org/presentationml/2006/main">
  <p:tag name="NUM" val="28"/>
</p:tagLst>
</file>

<file path=ppt/tags/tag179.xml><?xml version="1.0" encoding="utf-8"?>
<p:tagLst xmlns:a="http://schemas.openxmlformats.org/drawingml/2006/main" xmlns:r="http://schemas.openxmlformats.org/officeDocument/2006/relationships" xmlns:p="http://schemas.openxmlformats.org/presentationml/2006/main">
  <p:tag name="NUM" val="29"/>
</p:tagLst>
</file>

<file path=ppt/tags/tag180.xml><?xml version="1.0" encoding="utf-8"?>
<p:tagLst xmlns:a="http://schemas.openxmlformats.org/drawingml/2006/main" xmlns:r="http://schemas.openxmlformats.org/officeDocument/2006/relationships" xmlns:p="http://schemas.openxmlformats.org/presentationml/2006/main">
  <p:tag name="NUM" val="61"/>
</p:tagLst>
</file>

<file path=ppt/tags/tag181.xml><?xml version="1.0" encoding="utf-8"?>
<p:tagLst xmlns:a="http://schemas.openxmlformats.org/drawingml/2006/main" xmlns:r="http://schemas.openxmlformats.org/officeDocument/2006/relationships" xmlns:p="http://schemas.openxmlformats.org/presentationml/2006/main">
  <p:tag name="NUM" val="4"/>
</p:tagLst>
</file>

<file path=ppt/tags/tag182.xml><?xml version="1.0" encoding="utf-8"?>
<p:tagLst xmlns:a="http://schemas.openxmlformats.org/drawingml/2006/main" xmlns:r="http://schemas.openxmlformats.org/officeDocument/2006/relationships" xmlns:p="http://schemas.openxmlformats.org/presentationml/2006/main">
  <p:tag name="NUM" val="5"/>
</p:tagLst>
</file>

<file path=ppt/tags/tag183.xml><?xml version="1.0" encoding="utf-8"?>
<p:tagLst xmlns:a="http://schemas.openxmlformats.org/drawingml/2006/main" xmlns:r="http://schemas.openxmlformats.org/officeDocument/2006/relationships" xmlns:p="http://schemas.openxmlformats.org/presentationml/2006/main">
  <p:tag name="NUM" val="9"/>
</p:tagLst>
</file>

<file path=ppt/tags/tag184.xml><?xml version="1.0" encoding="utf-8"?>
<p:tagLst xmlns:a="http://schemas.openxmlformats.org/drawingml/2006/main" xmlns:r="http://schemas.openxmlformats.org/officeDocument/2006/relationships" xmlns:p="http://schemas.openxmlformats.org/presentationml/2006/main">
  <p:tag name="NUM" val="24"/>
</p:tagLst>
</file>

<file path=ppt/tags/tag185.xml><?xml version="1.0" encoding="utf-8"?>
<p:tagLst xmlns:a="http://schemas.openxmlformats.org/drawingml/2006/main" xmlns:r="http://schemas.openxmlformats.org/officeDocument/2006/relationships" xmlns:p="http://schemas.openxmlformats.org/presentationml/2006/main">
  <p:tag name="NUM" val="26"/>
</p:tagLst>
</file>

<file path=ppt/tags/tag186.xml><?xml version="1.0" encoding="utf-8"?>
<p:tagLst xmlns:a="http://schemas.openxmlformats.org/drawingml/2006/main" xmlns:r="http://schemas.openxmlformats.org/officeDocument/2006/relationships" xmlns:p="http://schemas.openxmlformats.org/presentationml/2006/main">
  <p:tag name="NUM" val="1"/>
</p:tagLst>
</file>

<file path=ppt/tags/tag187.xml><?xml version="1.0" encoding="utf-8"?>
<p:tagLst xmlns:a="http://schemas.openxmlformats.org/drawingml/2006/main" xmlns:r="http://schemas.openxmlformats.org/officeDocument/2006/relationships" xmlns:p="http://schemas.openxmlformats.org/presentationml/2006/main">
  <p:tag name="NUM" val="57"/>
</p:tagLst>
</file>

<file path=ppt/tags/tag188.xml><?xml version="1.0" encoding="utf-8"?>
<p:tagLst xmlns:a="http://schemas.openxmlformats.org/drawingml/2006/main" xmlns:r="http://schemas.openxmlformats.org/officeDocument/2006/relationships" xmlns:p="http://schemas.openxmlformats.org/presentationml/2006/main">
  <p:tag name="NUM" val="61"/>
</p:tagLst>
</file>

<file path=ppt/tags/tag189.xml><?xml version="1.0" encoding="utf-8"?>
<p:tagLst xmlns:a="http://schemas.openxmlformats.org/drawingml/2006/main" xmlns:r="http://schemas.openxmlformats.org/officeDocument/2006/relationships" xmlns:p="http://schemas.openxmlformats.org/presentationml/2006/main">
  <p:tag name="NUM" val="61"/>
</p:tagLst>
</file>

<file path=ppt/tags/tag190.xml><?xml version="1.0" encoding="utf-8"?>
<p:tagLst xmlns:a="http://schemas.openxmlformats.org/drawingml/2006/main" xmlns:r="http://schemas.openxmlformats.org/officeDocument/2006/relationships" xmlns:p="http://schemas.openxmlformats.org/presentationml/2006/main">
  <p:tag name="NUM" val="61"/>
</p:tagLst>
</file>

<file path=ppt/tags/tag191.xml><?xml version="1.0" encoding="utf-8"?>
<p:tagLst xmlns:a="http://schemas.openxmlformats.org/drawingml/2006/main" xmlns:r="http://schemas.openxmlformats.org/officeDocument/2006/relationships" xmlns:p="http://schemas.openxmlformats.org/presentationml/2006/main">
  <p:tag name="NUM" val="1"/>
</p:tagLst>
</file>

<file path=ppt/tags/tag192.xml><?xml version="1.0" encoding="utf-8"?>
<p:tagLst xmlns:a="http://schemas.openxmlformats.org/drawingml/2006/main" xmlns:r="http://schemas.openxmlformats.org/officeDocument/2006/relationships" xmlns:p="http://schemas.openxmlformats.org/presentationml/2006/main">
  <p:tag name="NUM" val="57"/>
</p:tagLst>
</file>

<file path=ppt/tags/tag193.xml><?xml version="1.0" encoding="utf-8"?>
<p:tagLst xmlns:a="http://schemas.openxmlformats.org/drawingml/2006/main" xmlns:r="http://schemas.openxmlformats.org/officeDocument/2006/relationships" xmlns:p="http://schemas.openxmlformats.org/presentationml/2006/main">
  <p:tag name="NUM" val="1"/>
</p:tagLst>
</file>

<file path=ppt/tags/tag194.xml><?xml version="1.0" encoding="utf-8"?>
<p:tagLst xmlns:a="http://schemas.openxmlformats.org/drawingml/2006/main" xmlns:r="http://schemas.openxmlformats.org/officeDocument/2006/relationships" xmlns:p="http://schemas.openxmlformats.org/presentationml/2006/main">
  <p:tag name="NUM" val="57"/>
</p:tagLst>
</file>

<file path=ppt/tags/tag195.xml><?xml version="1.0" encoding="utf-8"?>
<p:tagLst xmlns:a="http://schemas.openxmlformats.org/drawingml/2006/main" xmlns:r="http://schemas.openxmlformats.org/officeDocument/2006/relationships" xmlns:p="http://schemas.openxmlformats.org/presentationml/2006/main">
  <p:tag name="NUM" val="1"/>
</p:tagLst>
</file>

<file path=ppt/tags/tag196.xml><?xml version="1.0" encoding="utf-8"?>
<p:tagLst xmlns:a="http://schemas.openxmlformats.org/drawingml/2006/main" xmlns:r="http://schemas.openxmlformats.org/officeDocument/2006/relationships" xmlns:p="http://schemas.openxmlformats.org/presentationml/2006/main">
  <p:tag name="NUM" val="57"/>
</p:tagLst>
</file>

<file path=ppt/tags/tag197.xml><?xml version="1.0" encoding="utf-8"?>
<p:tagLst xmlns:a="http://schemas.openxmlformats.org/drawingml/2006/main" xmlns:r="http://schemas.openxmlformats.org/officeDocument/2006/relationships" xmlns:p="http://schemas.openxmlformats.org/presentationml/2006/main">
  <p:tag name="NUM" val="1"/>
</p:tagLst>
</file>

<file path=ppt/tags/tag198.xml><?xml version="1.0" encoding="utf-8"?>
<p:tagLst xmlns:a="http://schemas.openxmlformats.org/drawingml/2006/main" xmlns:r="http://schemas.openxmlformats.org/officeDocument/2006/relationships" xmlns:p="http://schemas.openxmlformats.org/presentationml/2006/main">
  <p:tag name="NUM" val="57"/>
</p:tagLst>
</file>

<file path=ppt/tags/tag199.xml><?xml version="1.0" encoding="utf-8"?>
<p:tagLst xmlns:a="http://schemas.openxmlformats.org/drawingml/2006/main" xmlns:r="http://schemas.openxmlformats.org/officeDocument/2006/relationships" xmlns:p="http://schemas.openxmlformats.org/presentationml/2006/main">
  <p:tag name="NUM" val="1"/>
</p:tagLst>
</file>

<file path=ppt/tags/tag200.xml><?xml version="1.0" encoding="utf-8"?>
<p:tagLst xmlns:a="http://schemas.openxmlformats.org/drawingml/2006/main" xmlns:r="http://schemas.openxmlformats.org/officeDocument/2006/relationships" xmlns:p="http://schemas.openxmlformats.org/presentationml/2006/main">
  <p:tag name="NUM" val="57"/>
</p:tagLst>
</file>

<file path=ppt/tags/tag201.xml><?xml version="1.0" encoding="utf-8"?>
<p:tagLst xmlns:a="http://schemas.openxmlformats.org/drawingml/2006/main" xmlns:r="http://schemas.openxmlformats.org/officeDocument/2006/relationships" xmlns:p="http://schemas.openxmlformats.org/presentationml/2006/main">
  <p:tag name="NUM" val="1"/>
</p:tagLst>
</file>

<file path=ppt/tags/tag202.xml><?xml version="1.0" encoding="utf-8"?>
<p:tagLst xmlns:a="http://schemas.openxmlformats.org/drawingml/2006/main" xmlns:r="http://schemas.openxmlformats.org/officeDocument/2006/relationships" xmlns:p="http://schemas.openxmlformats.org/presentationml/2006/main">
  <p:tag name="NUM" val="57"/>
</p:tagLst>
</file>

<file path=ppt/tags/tag203.xml><?xml version="1.0" encoding="utf-8"?>
<p:tagLst xmlns:a="http://schemas.openxmlformats.org/drawingml/2006/main" xmlns:r="http://schemas.openxmlformats.org/officeDocument/2006/relationships" xmlns:p="http://schemas.openxmlformats.org/presentationml/2006/main">
  <p:tag name="NUM" val="1"/>
</p:tagLst>
</file>

<file path=ppt/tags/tag204.xml><?xml version="1.0" encoding="utf-8"?>
<p:tagLst xmlns:a="http://schemas.openxmlformats.org/drawingml/2006/main" xmlns:r="http://schemas.openxmlformats.org/officeDocument/2006/relationships" xmlns:p="http://schemas.openxmlformats.org/presentationml/2006/main">
  <p:tag name="NUM" val="57"/>
</p:tagLst>
</file>

<file path=ppt/tags/tag205.xml><?xml version="1.0" encoding="utf-8"?>
<p:tagLst xmlns:a="http://schemas.openxmlformats.org/drawingml/2006/main" xmlns:r="http://schemas.openxmlformats.org/officeDocument/2006/relationships" xmlns:p="http://schemas.openxmlformats.org/presentationml/2006/main">
  <p:tag name="NUM" val="1"/>
</p:tagLst>
</file>

<file path=ppt/tags/tag206.xml><?xml version="1.0" encoding="utf-8"?>
<p:tagLst xmlns:a="http://schemas.openxmlformats.org/drawingml/2006/main" xmlns:r="http://schemas.openxmlformats.org/officeDocument/2006/relationships" xmlns:p="http://schemas.openxmlformats.org/presentationml/2006/main">
  <p:tag name="NUM" val="57"/>
</p:tagLst>
</file>

<file path=ppt/tags/tag207.xml><?xml version="1.0" encoding="utf-8"?>
<p:tagLst xmlns:a="http://schemas.openxmlformats.org/drawingml/2006/main" xmlns:r="http://schemas.openxmlformats.org/officeDocument/2006/relationships" xmlns:p="http://schemas.openxmlformats.org/presentationml/2006/main">
  <p:tag name="NUM" val="1"/>
</p:tagLst>
</file>

<file path=ppt/tags/tag208.xml><?xml version="1.0" encoding="utf-8"?>
<p:tagLst xmlns:a="http://schemas.openxmlformats.org/drawingml/2006/main" xmlns:r="http://schemas.openxmlformats.org/officeDocument/2006/relationships" xmlns:p="http://schemas.openxmlformats.org/presentationml/2006/main">
  <p:tag name="NUM" val="57"/>
</p:tagLst>
</file>

<file path=ppt/tags/tag209.xml><?xml version="1.0" encoding="utf-8"?>
<p:tagLst xmlns:a="http://schemas.openxmlformats.org/drawingml/2006/main" xmlns:r="http://schemas.openxmlformats.org/officeDocument/2006/relationships" xmlns:p="http://schemas.openxmlformats.org/presentationml/2006/main">
  <p:tag name="NUM" val="1"/>
</p:tagLst>
</file>

<file path=ppt/tags/tag210.xml><?xml version="1.0" encoding="utf-8"?>
<p:tagLst xmlns:a="http://schemas.openxmlformats.org/drawingml/2006/main" xmlns:r="http://schemas.openxmlformats.org/officeDocument/2006/relationships" xmlns:p="http://schemas.openxmlformats.org/presentationml/2006/main">
  <p:tag name="NUM" val="57"/>
</p:tagLst>
</file>

<file path=ppt/tags/tag211.xml><?xml version="1.0" encoding="utf-8"?>
<p:tagLst xmlns:a="http://schemas.openxmlformats.org/drawingml/2006/main" xmlns:r="http://schemas.openxmlformats.org/officeDocument/2006/relationships" xmlns:p="http://schemas.openxmlformats.org/presentationml/2006/main">
  <p:tag name="NUM" val="1"/>
</p:tagLst>
</file>

<file path=ppt/tags/tag212.xml><?xml version="1.0" encoding="utf-8"?>
<p:tagLst xmlns:a="http://schemas.openxmlformats.org/drawingml/2006/main" xmlns:r="http://schemas.openxmlformats.org/officeDocument/2006/relationships" xmlns:p="http://schemas.openxmlformats.org/presentationml/2006/main">
  <p:tag name="NUM" val="57"/>
</p:tagLst>
</file>

<file path=ppt/tags/tag213.xml><?xml version="1.0" encoding="utf-8"?>
<p:tagLst xmlns:a="http://schemas.openxmlformats.org/drawingml/2006/main" xmlns:r="http://schemas.openxmlformats.org/officeDocument/2006/relationships" xmlns:p="http://schemas.openxmlformats.org/presentationml/2006/main">
  <p:tag name="NUM" val="1"/>
</p:tagLst>
</file>

<file path=ppt/tags/tag214.xml><?xml version="1.0" encoding="utf-8"?>
<p:tagLst xmlns:a="http://schemas.openxmlformats.org/drawingml/2006/main" xmlns:r="http://schemas.openxmlformats.org/officeDocument/2006/relationships" xmlns:p="http://schemas.openxmlformats.org/presentationml/2006/main">
  <p:tag name="NUM" val="57"/>
</p:tagLst>
</file>

<file path=ppt/tags/tag215.xml><?xml version="1.0" encoding="utf-8"?>
<p:tagLst xmlns:a="http://schemas.openxmlformats.org/drawingml/2006/main" xmlns:r="http://schemas.openxmlformats.org/officeDocument/2006/relationships" xmlns:p="http://schemas.openxmlformats.org/presentationml/2006/main">
  <p:tag name="NUM" val="61"/>
</p:tagLst>
</file>

<file path=ppt/theme/theme1.xml><?xml version="1.0" encoding="utf-8"?>
<a:theme xmlns:a="http://schemas.openxmlformats.org/drawingml/2006/main" name="Présentation bureautique">
  <a:themeElements>
    <a:clrScheme name="Bouygues_colors">
      <a:dk1>
        <a:srgbClr val="102031"/>
      </a:dk1>
      <a:lt1>
        <a:srgbClr val="FFFFFF"/>
      </a:lt1>
      <a:dk2>
        <a:srgbClr val="FACA00"/>
      </a:dk2>
      <a:lt2>
        <a:srgbClr val="FACA00"/>
      </a:lt2>
      <a:accent1>
        <a:srgbClr val="00A885"/>
      </a:accent1>
      <a:accent2>
        <a:srgbClr val="F1A500"/>
      </a:accent2>
      <a:accent3>
        <a:srgbClr val="E65012"/>
      </a:accent3>
      <a:accent4>
        <a:srgbClr val="00B7B5"/>
      </a:accent4>
      <a:accent5>
        <a:srgbClr val="93C52A"/>
      </a:accent5>
      <a:accent6>
        <a:srgbClr val="4A4A49"/>
      </a:accent6>
      <a:hlink>
        <a:srgbClr val="102031"/>
      </a:hlink>
      <a:folHlink>
        <a:srgbClr val="1C2959"/>
      </a:folHlink>
    </a:clrScheme>
    <a:fontScheme name="Personnalisé Calibri">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C2959"/>
        </a:solidFill>
        <a:ln w="12660" cap="flat">
          <a:noFill/>
          <a:prstDash val="solid"/>
          <a:miter/>
        </a:ln>
      </a:spPr>
      <a:bodyPr rtlCol="0" anchor="ctr"/>
      <a:lstStyle>
        <a:defPPr algn="l">
          <a:defRPr/>
        </a:defPPr>
      </a:lstStyle>
    </a:spDef>
  </a:objectDefaults>
  <a:extraClrSchemeLst/>
  <a:extLst>
    <a:ext uri="{05A4C25C-085E-4340-85A3-A5531E510DB2}">
      <thm15:themeFamily xmlns:thm15="http://schemas.microsoft.com/office/thememl/2012/main" name="Présentation1" id="{0A38A2D6-6E90-4A21-8F80-28C6C580E71B}" vid="{D4FBEBBA-6767-4A20-BFF9-9EB14473DDF6}"/>
    </a:ext>
  </a:extLst>
</a:theme>
</file>

<file path=ppt/theme/theme2.xml><?xml version="1.0" encoding="utf-8"?>
<a:theme xmlns:a="http://schemas.openxmlformats.org/drawingml/2006/main" name="Architecture_masque">
  <a:themeElements>
    <a:clrScheme name="Personnalisé 5">
      <a:dk1>
        <a:srgbClr val="102031"/>
      </a:dk1>
      <a:lt1>
        <a:srgbClr val="FFFFFF"/>
      </a:lt1>
      <a:dk2>
        <a:srgbClr val="FACA00"/>
      </a:dk2>
      <a:lt2>
        <a:srgbClr val="FACA00"/>
      </a:lt2>
      <a:accent1>
        <a:srgbClr val="00A885"/>
      </a:accent1>
      <a:accent2>
        <a:srgbClr val="F1A500"/>
      </a:accent2>
      <a:accent3>
        <a:srgbClr val="E65012"/>
      </a:accent3>
      <a:accent4>
        <a:srgbClr val="00B7B5"/>
      </a:accent4>
      <a:accent5>
        <a:srgbClr val="93C52A"/>
      </a:accent5>
      <a:accent6>
        <a:srgbClr val="4A4A49"/>
      </a:accent6>
      <a:hlink>
        <a:srgbClr val="102031"/>
      </a:hlink>
      <a:folHlink>
        <a:srgbClr val="1C2959"/>
      </a:folHlink>
    </a:clrScheme>
    <a:fontScheme name="Personnalisé 1">
      <a:majorFont>
        <a:latin typeface="Avenir Book"/>
        <a:ea typeface=""/>
        <a:cs typeface=""/>
      </a:majorFont>
      <a:minorFont>
        <a:latin typeface="Avenir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defRPr sz="1200" dirty="0" smtClean="0">
            <a:ln w="9525">
              <a:solidFill>
                <a:srgbClr val="FF5A28">
                  <a:alpha val="50000"/>
                </a:srgbClr>
              </a:solidFill>
            </a:ln>
            <a:solidFill>
              <a:srgbClr val="E65012">
                <a:alpha val="50000"/>
              </a:srgbClr>
            </a:solidFill>
            <a:latin typeface="+mj-lt"/>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Architecture_Section">
  <a:themeElements>
    <a:clrScheme name="Personnalisé 5">
      <a:dk1>
        <a:srgbClr val="102031"/>
      </a:dk1>
      <a:lt1>
        <a:srgbClr val="FFFFFF"/>
      </a:lt1>
      <a:dk2>
        <a:srgbClr val="FACA00"/>
      </a:dk2>
      <a:lt2>
        <a:srgbClr val="FACA00"/>
      </a:lt2>
      <a:accent1>
        <a:srgbClr val="00A885"/>
      </a:accent1>
      <a:accent2>
        <a:srgbClr val="F1A500"/>
      </a:accent2>
      <a:accent3>
        <a:srgbClr val="E65012"/>
      </a:accent3>
      <a:accent4>
        <a:srgbClr val="00B7B5"/>
      </a:accent4>
      <a:accent5>
        <a:srgbClr val="93C52A"/>
      </a:accent5>
      <a:accent6>
        <a:srgbClr val="4A4A49"/>
      </a:accent6>
      <a:hlink>
        <a:srgbClr val="102031"/>
      </a:hlink>
      <a:folHlink>
        <a:srgbClr val="1C2959"/>
      </a:folHlink>
    </a:clrScheme>
    <a:fontScheme name="Personnalisé 1">
      <a:majorFont>
        <a:latin typeface="Avenir Book"/>
        <a:ea typeface=""/>
        <a:cs typeface=""/>
      </a:majorFont>
      <a:minorFont>
        <a:latin typeface="Avenir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haredContentType xmlns="Microsoft.SharePoint.Taxonomy.ContentTypeSync" SourceId="18ace0e7-60a4-4acf-87da-1c47a991bb86" ContentTypeId="0x01010004BBCBFDEBB3864BA0EFED7044CA4B2801" PreviousValue="false" LastSyncTimeStamp="2019-08-12T06:53:30.573Z"/>
</file>

<file path=customXml/item4.xml><?xml version="1.0" encoding="utf-8"?>
<p:properties xmlns:p="http://schemas.microsoft.com/office/2006/metadata/properties" xmlns:xsi="http://www.w3.org/2001/XMLSchema-instance" xmlns:pc="http://schemas.microsoft.com/office/infopath/2007/PartnerControls">
  <documentManagement>
    <n052ae6ce5fe48d585b4ce219bb73d0e xmlns="95235cfd-2d18-42eb-8ffc-01f090d3b392">
      <Terms xmlns="http://schemas.microsoft.com/office/infopath/2007/PartnerControls">
        <TermInfo xmlns="http://schemas.microsoft.com/office/infopath/2007/PartnerControls">
          <TermName xmlns="http://schemas.microsoft.com/office/infopath/2007/PartnerControls">Information system</TermName>
          <TermId xmlns="http://schemas.microsoft.com/office/infopath/2007/PartnerControls">8b8e0a5c-68c6-49a0-9a87-082189b363f2</TermId>
        </TermInfo>
      </Terms>
    </n052ae6ce5fe48d585b4ce219bb73d0e>
    <b7665f99c0fe44919cb3218cc8e5302c xmlns="95235cfd-2d18-42eb-8ffc-01f090d3b392">
      <Terms xmlns="http://schemas.microsoft.com/office/infopath/2007/PartnerControls">
        <TermInfo xmlns="http://schemas.microsoft.com/office/infopath/2007/PartnerControls">
          <TermName xmlns="http://schemas.microsoft.com/office/infopath/2007/PartnerControls">00 00 A classer</TermName>
          <TermId xmlns="http://schemas.microsoft.com/office/infopath/2007/PartnerControls">06ef1ee2-e7bf-4474-9d1e-c5fbf4f3b42b</TermId>
        </TermInfo>
      </Terms>
    </b7665f99c0fe44919cb3218cc8e5302c>
    <TaxCatchAll xmlns="95235cfd-2d18-42eb-8ffc-01f090d3b392">
      <Value>5</Value>
      <Value>4</Value>
      <Value>3</Value>
      <Value>2</Value>
      <Value>1</Value>
    </TaxCatchAll>
    <ComUnityFolder xmlns="95235cfd-2d18-42eb-8ffc-01f090d3b392">
      <Url xsi:nil="true"/>
      <Description xsi:nil="true"/>
    </ComUnityFolder>
    <b1c94e71d43e47329629adb2299a7407 xmlns="95235cfd-2d18-42eb-8ffc-01f090d3b392">
      <Terms xmlns="http://schemas.microsoft.com/office/infopath/2007/PartnerControls">
        <TermInfo xmlns="http://schemas.microsoft.com/office/infopath/2007/PartnerControls">
          <TermName xmlns="http://schemas.microsoft.com/office/infopath/2007/PartnerControls">Projects</TermName>
          <TermId xmlns="http://schemas.microsoft.com/office/infopath/2007/PartnerControls">b7cc1373-d160-4aa3-bf26-3372b93dfcbf</TermId>
        </TermInfo>
      </Terms>
    </b1c94e71d43e47329629adb2299a7407>
    <aa574486944c4b4183531de588537b4d xmlns="95235cfd-2d18-42eb-8ffc-01f090d3b392">
      <Terms xmlns="http://schemas.microsoft.com/office/infopath/2007/PartnerControls">
        <TermInfo xmlns="http://schemas.microsoft.com/office/infopath/2007/PartnerControls">
          <TermName xmlns="http://schemas.microsoft.com/office/infopath/2007/PartnerControls">Internal</TermName>
          <TermId xmlns="http://schemas.microsoft.com/office/infopath/2007/PartnerControls">86d58d27-cc8e-4bfd-a785-ea3ef4347509</TermId>
        </TermInfo>
      </Terms>
    </aa574486944c4b4183531de588537b4d>
    <bc25f8494e694b549ba275b5de656855 xmlns="95235cfd-2d18-42eb-8ffc-01f090d3b392">
      <Terms xmlns="http://schemas.microsoft.com/office/infopath/2007/PartnerControls">
        <TermInfo xmlns="http://schemas.microsoft.com/office/infopath/2007/PartnerControls">
          <TermName xmlns="http://schemas.microsoft.com/office/infopath/2007/PartnerControls">BYCNIT</TermName>
          <TermId xmlns="http://schemas.microsoft.com/office/infopath/2007/PartnerControls">5d3357b4-3368-461d-bd54-7eef5bc1db4c</TermId>
        </TermInfo>
      </Terms>
    </bc25f8494e694b549ba275b5de656855>
    <_dlc_DocId xmlns="55b30ecb-2f58-4ebc-8d15-16073e63dc56">CWKSP-501984039-26903</_dlc_DocId>
    <_dlc_DocIdUrl xmlns="55b30ecb-2f58-4ebc-8d15-16073e63dc56">
      <Url>https://bouyguesconstruction.sharepoint.com/sites/bycnitarchitecture/_layouts/15/DocIdRedir.aspx?ID=CWKSP-501984039-26903</Url>
      <Description>CWKSP-501984039-26903</Description>
    </_dlc_DocIdUrl>
  </documentManagement>
</p:properties>
</file>

<file path=customXml/item5.xml><?xml version="1.0" encoding="utf-8"?>
<ct:contentTypeSchema xmlns:ct="http://schemas.microsoft.com/office/2006/metadata/contentType" xmlns:ma="http://schemas.microsoft.com/office/2006/metadata/properties/metaAttributes" ct:_="" ma:_="" ma:contentTypeName="Word BYCN" ma:contentTypeID="0x01010004BBCBFDEBB3864BA0EFED7044CA4B2801004C8FE6902124594285FC1C1285DCF30B" ma:contentTypeVersion="2" ma:contentTypeDescription="Create a new document." ma:contentTypeScope="" ma:versionID="cba14106897622cce5411786e151298a">
  <xsd:schema xmlns:xsd="http://www.w3.org/2001/XMLSchema" xmlns:xs="http://www.w3.org/2001/XMLSchema" xmlns:p="http://schemas.microsoft.com/office/2006/metadata/properties" xmlns:ns2="95235cfd-2d18-42eb-8ffc-01f090d3b392" xmlns:ns3="55b30ecb-2f58-4ebc-8d15-16073e63dc56" targetNamespace="http://schemas.microsoft.com/office/2006/metadata/properties" ma:root="true" ma:fieldsID="adb7f4a743284970ec4576142d1c3640" ns2:_="" ns3:_="">
    <xsd:import namespace="95235cfd-2d18-42eb-8ffc-01f090d3b392"/>
    <xsd:import namespace="55b30ecb-2f58-4ebc-8d15-16073e63dc56"/>
    <xsd:element name="properties">
      <xsd:complexType>
        <xsd:sequence>
          <xsd:element name="documentManagement">
            <xsd:complexType>
              <xsd:all>
                <xsd:element ref="ns2:b7665f99c0fe44919cb3218cc8e5302c" minOccurs="0"/>
                <xsd:element ref="ns2:TaxCatchAll" minOccurs="0"/>
                <xsd:element ref="ns2:TaxCatchAllLabel" minOccurs="0"/>
                <xsd:element ref="ns2:ComUnityFolder" minOccurs="0"/>
                <xsd:element ref="ns2:bc25f8494e694b549ba275b5de656855" minOccurs="0"/>
                <xsd:element ref="ns2:b1c94e71d43e47329629adb2299a7407" minOccurs="0"/>
                <xsd:element ref="ns2:n052ae6ce5fe48d585b4ce219bb73d0e" minOccurs="0"/>
                <xsd:element ref="ns2:aa574486944c4b4183531de588537b4d"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235cfd-2d18-42eb-8ffc-01f090d3b392" elementFormDefault="qualified">
    <xsd:import namespace="http://schemas.microsoft.com/office/2006/documentManagement/types"/>
    <xsd:import namespace="http://schemas.microsoft.com/office/infopath/2007/PartnerControls"/>
    <xsd:element name="b7665f99c0fe44919cb3218cc8e5302c" ma:index="8" nillable="true" ma:taxonomy="true" ma:internalName="b7665f99c0fe44919cb3218cc8e5302c" ma:taxonomyFieldName="ArchiveClassificationPlan" ma:displayName="Archive Classification Plan" ma:default="1;#00 00 A classer|06ef1ee2-e7bf-4474-9d1e-c5fbf4f3b42b" ma:fieldId="{b7665f99-c0fe-4491-9cb3-218cc8e5302c}" ma:sspId="18ace0e7-60a4-4acf-87da-1c47a991bb86" ma:termSetId="26353664-7461-4f07-87dd-daa2874ea87e"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e85c52b0-9dc1-4b7d-8333-5b994c516a88}" ma:internalName="TaxCatchAll" ma:showField="CatchAllData" ma:web="55b30ecb-2f58-4ebc-8d15-16073e63dc56">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e85c52b0-9dc1-4b7d-8333-5b994c516a88}" ma:internalName="TaxCatchAllLabel" ma:readOnly="true" ma:showField="CatchAllDataLabel" ma:web="55b30ecb-2f58-4ebc-8d15-16073e63dc56">
      <xsd:complexType>
        <xsd:complexContent>
          <xsd:extension base="dms:MultiChoiceLookup">
            <xsd:sequence>
              <xsd:element name="Value" type="dms:Lookup" maxOccurs="unbounded" minOccurs="0" nillable="true"/>
            </xsd:sequence>
          </xsd:extension>
        </xsd:complexContent>
      </xsd:complexType>
    </xsd:element>
    <xsd:element name="ComUnityFolder" ma:index="12" nillable="true" ma:displayName="Folder" ma:internalName="ComUnityFolder">
      <xsd:complexType>
        <xsd:complexContent>
          <xsd:extension base="dms:URL">
            <xsd:sequence>
              <xsd:element name="Url" type="dms:ValidUrl" minOccurs="0" nillable="true"/>
              <xsd:element name="Description" type="xsd:string" nillable="true"/>
            </xsd:sequence>
          </xsd:extension>
        </xsd:complexContent>
      </xsd:complexType>
    </xsd:element>
    <xsd:element name="bc25f8494e694b549ba275b5de656855" ma:index="13" nillable="true" ma:taxonomy="true" ma:internalName="bc25f8494e694b549ba275b5de656855" ma:taxonomyFieldName="Organisation" ma:displayName="Organisation" ma:fieldId="{bc25f849-4e69-4b54-9ba2-75b5de656855}" ma:sspId="18ace0e7-60a4-4acf-87da-1c47a991bb86" ma:termSetId="45cd4057-b767-4ebf-98f6-4028b8e5bef9" ma:anchorId="00000000-0000-0000-0000-000000000000" ma:open="false" ma:isKeyword="false">
      <xsd:complexType>
        <xsd:sequence>
          <xsd:element ref="pc:Terms" minOccurs="0" maxOccurs="1"/>
        </xsd:sequence>
      </xsd:complexType>
    </xsd:element>
    <xsd:element name="b1c94e71d43e47329629adb2299a7407" ma:index="15" nillable="true" ma:taxonomy="true" ma:internalName="b1c94e71d43e47329629adb2299a7407" ma:taxonomyFieldName="WorkspaceClassification" ma:displayName="Workspace classification" ma:fieldId="{b1c94e71-d43e-4732-9629-adb2299a7407}" ma:sspId="18ace0e7-60a4-4acf-87da-1c47a991bb86" ma:termSetId="22f1860e-f59a-4db1-b21a-a41c5c8ed1ec" ma:anchorId="00000000-0000-0000-0000-000000000000" ma:open="false" ma:isKeyword="false">
      <xsd:complexType>
        <xsd:sequence>
          <xsd:element ref="pc:Terms" minOccurs="0" maxOccurs="1"/>
        </xsd:sequence>
      </xsd:complexType>
    </xsd:element>
    <xsd:element name="n052ae6ce5fe48d585b4ce219bb73d0e" ma:index="17" nillable="true" ma:taxonomy="true" ma:internalName="n052ae6ce5fe48d585b4ce219bb73d0e" ma:taxonomyFieldName="SupportServices" ma:displayName="Support services" ma:fieldId="{7052ae6c-e5fe-48d5-85b4-ce219bb73d0e}" ma:sspId="18ace0e7-60a4-4acf-87da-1c47a991bb86" ma:termSetId="813098a9-32ee-4127-b4ec-488cb7a25468" ma:anchorId="00000000-0000-0000-0000-000000000000" ma:open="false" ma:isKeyword="false">
      <xsd:complexType>
        <xsd:sequence>
          <xsd:element ref="pc:Terms" minOccurs="0" maxOccurs="1"/>
        </xsd:sequence>
      </xsd:complexType>
    </xsd:element>
    <xsd:element name="aa574486944c4b4183531de588537b4d" ma:index="19" nillable="true" ma:taxonomy="true" ma:internalName="aa574486944c4b4183531de588537b4d" ma:taxonomyFieldName="ClassificationLevel" ma:displayName="Classification level" ma:fieldId="{aa574486-944c-4b41-8353-1de588537b4d}" ma:sspId="18ace0e7-60a4-4acf-87da-1c47a991bb86" ma:termSetId="b84a82df-7dfe-42a8-9650-82042eeb9fd0"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5b30ecb-2f58-4ebc-8d15-16073e63dc56" elementFormDefault="qualified">
    <xsd:import namespace="http://schemas.microsoft.com/office/2006/documentManagement/types"/>
    <xsd:import namespace="http://schemas.microsoft.com/office/infopath/2007/PartnerControls"/>
    <xsd:element name="_dlc_DocId" ma:index="21" nillable="true" ma:displayName="Document ID Value" ma:description="The value of the document ID assigned to this item." ma:indexed="true" ma:internalName="_dlc_DocId" ma:readOnly="true">
      <xsd:simpleType>
        <xsd:restriction base="dms:Text"/>
      </xsd:simpleType>
    </xsd:element>
    <xsd:element name="_dlc_DocIdUrl" ma:index="22"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3"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162BE2D-09A7-48AB-A4F9-03EA22B3A145}">
  <ds:schemaRefs>
    <ds:schemaRef ds:uri="http://schemas.microsoft.com/sharepoint/events"/>
  </ds:schemaRefs>
</ds:datastoreItem>
</file>

<file path=customXml/itemProps2.xml><?xml version="1.0" encoding="utf-8"?>
<ds:datastoreItem xmlns:ds="http://schemas.openxmlformats.org/officeDocument/2006/customXml" ds:itemID="{8B94D24F-5CAD-425E-BED8-874C8780952A}">
  <ds:schemaRefs>
    <ds:schemaRef ds:uri="http://schemas.microsoft.com/sharepoint/v3/contenttype/forms"/>
  </ds:schemaRefs>
</ds:datastoreItem>
</file>

<file path=customXml/itemProps3.xml><?xml version="1.0" encoding="utf-8"?>
<ds:datastoreItem xmlns:ds="http://schemas.openxmlformats.org/officeDocument/2006/customXml" ds:itemID="{66A4EDF6-27DA-429D-AA03-D5166E28E82C}">
  <ds:schemaRefs>
    <ds:schemaRef ds:uri="Microsoft.SharePoint.Taxonomy.ContentTypeSync"/>
  </ds:schemaRefs>
</ds:datastoreItem>
</file>

<file path=customXml/itemProps4.xml><?xml version="1.0" encoding="utf-8"?>
<ds:datastoreItem xmlns:ds="http://schemas.openxmlformats.org/officeDocument/2006/customXml" ds:itemID="{5A26F58D-9022-4CC1-86B8-F3575418F088}">
  <ds:schemaRefs>
    <ds:schemaRef ds:uri="http://purl.org/dc/terms/"/>
    <ds:schemaRef ds:uri="http://purl.org/dc/dcmitype/"/>
    <ds:schemaRef ds:uri="http://purl.org/dc/elements/1.1/"/>
    <ds:schemaRef ds:uri="55b30ecb-2f58-4ebc-8d15-16073e63dc56"/>
    <ds:schemaRef ds:uri="95235cfd-2d18-42eb-8ffc-01f090d3b392"/>
    <ds:schemaRef ds:uri="http://www.w3.org/XML/1998/namespace"/>
    <ds:schemaRef ds:uri="http://schemas.openxmlformats.org/package/2006/metadata/core-properties"/>
    <ds:schemaRef ds:uri="http://schemas.microsoft.com/office/2006/documentManagement/types"/>
    <ds:schemaRef ds:uri="http://schemas.microsoft.com/office/infopath/2007/PartnerControls"/>
    <ds:schemaRef ds:uri="http://schemas.microsoft.com/office/2006/metadata/properties"/>
  </ds:schemaRefs>
</ds:datastoreItem>
</file>

<file path=customXml/itemProps5.xml><?xml version="1.0" encoding="utf-8"?>
<ds:datastoreItem xmlns:ds="http://schemas.openxmlformats.org/officeDocument/2006/customXml" ds:itemID="{BE5F09D5-2D45-421A-999E-8D3DC43F3F9F}"/>
</file>

<file path=docMetadata/LabelInfo.xml><?xml version="1.0" encoding="utf-8"?>
<clbl:labelList xmlns:clbl="http://schemas.microsoft.com/office/2020/mipLabelMetadata">
  <clbl:label id="{30bf8dd8-0e1a-4c8f-b6c1-bc28bc4c2a10}" enabled="0" method="" siteId="{30bf8dd8-0e1a-4c8f-b6c1-bc28bc4c2a10}" removed="1"/>
  <clbl:label id="{af3cd2ba-39fc-428b-a333-80f7eb18b18d}" enabled="1" method="Standard" siteId="{e8b88f3d-222b-4ce5-b9d1-46b0ff9466a0}" removed="0"/>
  <clbl:label id="{dfdd9a14-7b84-416b-97e8-b834b0f98713}" enabled="1" method="Standard" siteId="{4a3d9983-e936-4837-9552-9d9126a92eb0}" removed="0"/>
</clbl:labelList>
</file>

<file path=docProps/app.xml><?xml version="1.0" encoding="utf-8"?>
<Properties xmlns="http://schemas.openxmlformats.org/officeDocument/2006/extended-properties" xmlns:vt="http://schemas.openxmlformats.org/officeDocument/2006/docPropsVTypes">
  <Template/>
  <TotalTime>13279</TotalTime>
  <Words>2004</Words>
  <Application>Microsoft Office PowerPoint</Application>
  <PresentationFormat>Grand écran</PresentationFormat>
  <Paragraphs>360</Paragraphs>
  <Slides>23</Slides>
  <Notes>5</Notes>
  <HiddenSlides>0</HiddenSlides>
  <MMClips>0</MMClips>
  <ScaleCrop>false</ScaleCrop>
  <HeadingPairs>
    <vt:vector size="6" baseType="variant">
      <vt:variant>
        <vt:lpstr>Polices utilisées</vt:lpstr>
      </vt:variant>
      <vt:variant>
        <vt:i4>13</vt:i4>
      </vt:variant>
      <vt:variant>
        <vt:lpstr>Thème</vt:lpstr>
      </vt:variant>
      <vt:variant>
        <vt:i4>3</vt:i4>
      </vt:variant>
      <vt:variant>
        <vt:lpstr>Titres des diapositives</vt:lpstr>
      </vt:variant>
      <vt:variant>
        <vt:i4>23</vt:i4>
      </vt:variant>
    </vt:vector>
  </HeadingPairs>
  <TitlesOfParts>
    <vt:vector size="39" baseType="lpstr">
      <vt:lpstr>Avenir Next</vt:lpstr>
      <vt:lpstr>Avenir Next LT Pro (Corps)</vt:lpstr>
      <vt:lpstr>Arial</vt:lpstr>
      <vt:lpstr>Avenir Next LT Pro</vt:lpstr>
      <vt:lpstr>Calibri Light</vt:lpstr>
      <vt:lpstr>Wingdings</vt:lpstr>
      <vt:lpstr>Avenir</vt:lpstr>
      <vt:lpstr>Avenir Light</vt:lpstr>
      <vt:lpstr>Avenir Book</vt:lpstr>
      <vt:lpstr>Aptos</vt:lpstr>
      <vt:lpstr>Avenir Black</vt:lpstr>
      <vt:lpstr>Barlow Black</vt:lpstr>
      <vt:lpstr>Calibri</vt:lpstr>
      <vt:lpstr>Présentation bureautique</vt:lpstr>
      <vt:lpstr>Architecture_masque</vt:lpstr>
      <vt:lpstr>Architecture_Section</vt:lpstr>
      <vt:lpstr>Présentation PowerPoint</vt:lpstr>
      <vt:lpstr>Présentation PowerPoint</vt:lpstr>
      <vt:lpstr>LES INSTANCES D’ARCHITECTURE</vt:lpstr>
      <vt:lpstr>LES INSTANCES D’ARCHITECTURE</vt:lpstr>
      <vt:lpstr>LES INSTANCES D’ARCHITECTURE</vt:lpstr>
      <vt:lpstr>Synthèse de l’étude d’architecture</vt:lpstr>
      <vt:lpstr>Présentation PowerPoint</vt:lpstr>
      <vt:lpstr>Introduction &amp; objectifs</vt:lpstr>
      <vt:lpstr>Présentation PowerPoint</vt:lpstr>
      <vt:lpstr>Détail du positionnement fonctionnel</vt:lpstr>
      <vt:lpstr>Détail du positionnement fonctionnel</vt:lpstr>
      <vt:lpstr>Architecture FONCTIONNELLE</vt:lpstr>
      <vt:lpstr>Présentation PowerPoint</vt:lpstr>
      <vt:lpstr>ARCHITECTURE APPLICATIVE</vt:lpstr>
      <vt:lpstr>ARCHITECTURE APPLICATIVE</vt:lpstr>
      <vt:lpstr>ARCHITECTURE APPLICATIVE</vt:lpstr>
      <vt:lpstr>Présentation PowerPoint</vt:lpstr>
      <vt:lpstr>ARCHITECTURE DECISION RECORD</vt:lpstr>
      <vt:lpstr>Présentation PowerPoint</vt:lpstr>
      <vt:lpstr>ANNEXES</vt:lpstr>
      <vt:lpstr>Présentation PowerPoint</vt:lpstr>
      <vt:lpstr>Présentation PowerPoint</vt:lpstr>
      <vt:lpstr>ARCHITECTURE APPLICATIVE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thibaut willemant</dc:creator>
  <cp:lastModifiedBy>DJE, Koffi Adammo</cp:lastModifiedBy>
  <cp:revision>90</cp:revision>
  <dcterms:created xsi:type="dcterms:W3CDTF">2023-02-07T08:31:07Z</dcterms:created>
  <dcterms:modified xsi:type="dcterms:W3CDTF">2025-09-25T08:41:19Z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0x01010004BBCBFDEBB3864BA0EFED7044CA4B2801004C8FE6902124594285FC1C1285DCF30B</vt:lpwstr>
  </property>
  <property fmtid="{D5CDD505-2E9C-101B-9397-08002B2CF9AE}" pid="4" name="ClassificationLevel">
    <vt:lpwstr>5;#Internal|86d58d27-cc8e-4bfd-a785-ea3ef4347509</vt:lpwstr>
  </property>
  <property fmtid="{D5CDD505-2E9C-101B-9397-08002B2CF9AE}" pid="5" name="SupportServices">
    <vt:lpwstr>4;#Information system|8b8e0a5c-68c6-49a0-9a87-082189b363f2</vt:lpwstr>
  </property>
  <property fmtid="{D5CDD505-2E9C-101B-9397-08002B2CF9AE}" pid="6" name="Organisation">
    <vt:lpwstr>3;#BYCNIT|5d3357b4-3368-461d-bd54-7eef5bc1db4c</vt:lpwstr>
  </property>
  <property fmtid="{D5CDD505-2E9C-101B-9397-08002B2CF9AE}" pid="7" name="WorkspaceClassification">
    <vt:lpwstr>2;#Projects|b7cc1373-d160-4aa3-bf26-3372b93dfcbf</vt:lpwstr>
  </property>
  <property fmtid="{D5CDD505-2E9C-101B-9397-08002B2CF9AE}" pid="8" name="ArchiveClassificationPlan">
    <vt:lpwstr>1;#00 00 A classer|06ef1ee2-e7bf-4474-9d1e-c5fbf4f3b42b</vt:lpwstr>
  </property>
  <property fmtid="{D5CDD505-2E9C-101B-9397-08002B2CF9AE}" pid="9" name="lcf76f155ced4ddcb4097134ff3c332f">
    <vt:lpwstr/>
  </property>
  <property fmtid="{D5CDD505-2E9C-101B-9397-08002B2CF9AE}" pid="10" name="_dlc_DocIdItemGuid">
    <vt:lpwstr>24415ae3-b980-4848-ad2e-1ec1b46e97cd</vt:lpwstr>
  </property>
  <property fmtid="{D5CDD505-2E9C-101B-9397-08002B2CF9AE}" pid="11" name="xd_ProgID">
    <vt:lpwstr/>
  </property>
  <property fmtid="{D5CDD505-2E9C-101B-9397-08002B2CF9AE}" pid="12" name="_dlc_DocId">
    <vt:lpwstr>CWKSP-1572697757-1451</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_dlc_DocIdUrl">
    <vt:lpwstr>https://bouyguesconstruction.sharepoint.com/sites/bycnitbycnitdacdsarchitecture/_layouts/15/DocIdRedir.aspx?ID=CWKSP-1572697757-1451, CWKSP-1572697757-1451</vt:lpwstr>
  </property>
  <property fmtid="{D5CDD505-2E9C-101B-9397-08002B2CF9AE}" pid="18" name="ComUnityFolder">
    <vt:lpwstr>, </vt:lpwstr>
  </property>
  <property fmtid="{D5CDD505-2E9C-101B-9397-08002B2CF9AE}" pid="19" name="xd_Signature">
    <vt:lpwstr/>
  </property>
  <property fmtid="{D5CDD505-2E9C-101B-9397-08002B2CF9AE}" pid="20" name="b7665f99c0fe44919cb3218cc8e5302c">
    <vt:lpwstr>00 00 A classer|06ef1ee2-e7bf-4474-9d1e-c5fbf4f3b42b</vt:lpwstr>
  </property>
</Properties>
</file>