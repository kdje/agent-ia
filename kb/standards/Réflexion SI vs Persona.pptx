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6"/>
  </p:sldMasterIdLst>
  <p:notesMasterIdLst>
    <p:notesMasterId r:id="rId9"/>
  </p:notesMasterIdLst>
  <p:handoutMasterIdLst>
    <p:handoutMasterId r:id="rId10"/>
  </p:handoutMasterIdLst>
  <p:sldIdLst>
    <p:sldId id="325" r:id="rId7"/>
    <p:sldId id="40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5012"/>
    <a:srgbClr val="F1A500"/>
    <a:srgbClr val="00B7B5"/>
    <a:srgbClr val="102031"/>
    <a:srgbClr val="000000"/>
    <a:srgbClr val="FACA00"/>
    <a:srgbClr val="EA8100"/>
    <a:srgbClr val="ED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1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6.xml"/><Relationship Id="rId11" Type="http://schemas.openxmlformats.org/officeDocument/2006/relationships/presProps" Target="presProps.xml"/><Relationship Id="rId6" Type="http://schemas.openxmlformats.org/officeDocument/2006/relationships/slideMaster" Target="slideMasters/slideMaster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IOT, Charles" userId="9229ecd9-fc4a-45f9-89f9-b0c625efed60" providerId="ADAL" clId="{78B21301-A090-41A8-8AF8-A02334B3C24A}"/>
    <pc:docChg chg="modSld">
      <pc:chgData name="ORIOT, Charles" userId="9229ecd9-fc4a-45f9-89f9-b0c625efed60" providerId="ADAL" clId="{78B21301-A090-41A8-8AF8-A02334B3C24A}" dt="2024-05-22T12:17:25.934" v="49" actId="255"/>
      <pc:docMkLst>
        <pc:docMk/>
      </pc:docMkLst>
      <pc:sldChg chg="modSp mod">
        <pc:chgData name="ORIOT, Charles" userId="9229ecd9-fc4a-45f9-89f9-b0c625efed60" providerId="ADAL" clId="{78B21301-A090-41A8-8AF8-A02334B3C24A}" dt="2024-05-22T12:17:25.934" v="49" actId="255"/>
        <pc:sldMkLst>
          <pc:docMk/>
          <pc:sldMk cId="3003740019" sldId="402"/>
        </pc:sldMkLst>
        <pc:spChg chg="mod">
          <ac:chgData name="ORIOT, Charles" userId="9229ecd9-fc4a-45f9-89f9-b0c625efed60" providerId="ADAL" clId="{78B21301-A090-41A8-8AF8-A02334B3C24A}" dt="2024-05-22T12:17:25.934" v="49" actId="255"/>
          <ac:spMkLst>
            <pc:docMk/>
            <pc:sldMk cId="3003740019" sldId="402"/>
            <ac:spMk id="12" creationId="{1FD5AC0D-4E20-3CCD-24F2-D4522D582513}"/>
          </ac:spMkLst>
        </pc:spChg>
        <pc:spChg chg="mod">
          <ac:chgData name="ORIOT, Charles" userId="9229ecd9-fc4a-45f9-89f9-b0c625efed60" providerId="ADAL" clId="{78B21301-A090-41A8-8AF8-A02334B3C24A}" dt="2024-05-22T12:17:07.808" v="48"/>
          <ac:spMkLst>
            <pc:docMk/>
            <pc:sldMk cId="3003740019" sldId="402"/>
            <ac:spMk id="22" creationId="{C954922E-B326-456C-0413-62B06E0C8F9B}"/>
          </ac:spMkLst>
        </pc:spChg>
      </pc:sldChg>
    </pc:docChg>
  </pc:docChgLst>
  <pc:docChgLst>
    <pc:chgData name="ORIOT, Charles" userId="9229ecd9-fc4a-45f9-89f9-b0c625efed60" providerId="ADAL" clId="{06C026C5-166B-4E48-882E-AD7382E50A40}"/>
    <pc:docChg chg="custSel modSld">
      <pc:chgData name="ORIOT, Charles" userId="9229ecd9-fc4a-45f9-89f9-b0c625efed60" providerId="ADAL" clId="{06C026C5-166B-4E48-882E-AD7382E50A40}" dt="2024-05-02T14:51:01.173" v="69" actId="20577"/>
      <pc:docMkLst>
        <pc:docMk/>
      </pc:docMkLst>
      <pc:sldChg chg="modSp mod">
        <pc:chgData name="ORIOT, Charles" userId="9229ecd9-fc4a-45f9-89f9-b0c625efed60" providerId="ADAL" clId="{06C026C5-166B-4E48-882E-AD7382E50A40}" dt="2024-05-02T14:51:01.173" v="69" actId="20577"/>
        <pc:sldMkLst>
          <pc:docMk/>
          <pc:sldMk cId="3003740019" sldId="402"/>
        </pc:sldMkLst>
        <pc:spChg chg="mod">
          <ac:chgData name="ORIOT, Charles" userId="9229ecd9-fc4a-45f9-89f9-b0c625efed60" providerId="ADAL" clId="{06C026C5-166B-4E48-882E-AD7382E50A40}" dt="2024-05-02T14:51:01.173" v="69" actId="20577"/>
          <ac:spMkLst>
            <pc:docMk/>
            <pc:sldMk cId="3003740019" sldId="402"/>
            <ac:spMk id="19" creationId="{ECAC834F-7082-9987-D22C-C26E5B2FFD0C}"/>
          </ac:spMkLst>
        </pc:spChg>
        <pc:spChg chg="mod">
          <ac:chgData name="ORIOT, Charles" userId="9229ecd9-fc4a-45f9-89f9-b0c625efed60" providerId="ADAL" clId="{06C026C5-166B-4E48-882E-AD7382E50A40}" dt="2024-05-02T14:50:41.179" v="50" actId="20577"/>
          <ac:spMkLst>
            <pc:docMk/>
            <pc:sldMk cId="3003740019" sldId="402"/>
            <ac:spMk id="30" creationId="{68057C20-F41E-B522-A9EF-B139F96A5B9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3BA67F7-EEC7-31F0-113E-9C3B3553A1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4D35FD6-8940-686E-0694-F63A8AE26A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B9994-FB1A-4BEC-828D-C48C1A4F8448}" type="datetimeFigureOut">
              <a:rPr lang="fr-FR" smtClean="0"/>
              <a:t>22/05/2024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C7DAEE-3C2B-12FA-0820-467849A79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635792C-D384-971F-88A2-4DA12E1711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A0980-E2C4-4E91-8CC3-7973709E9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778456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ECB75-4C83-D240-BA4B-E083A5474DED}" type="datetimeFigureOut">
              <a:rPr lang="fr-FR" smtClean="0"/>
              <a:t>22/05/2024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8032B-ACE8-714E-BA56-9EF71794E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90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5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la présentation">
    <p:bg>
      <p:bgPr>
        <a:blipFill dpi="0" rotWithShape="1">
          <a:blip r:embed="rId2">
            <a:lum/>
          </a:blip>
          <a:srcRect/>
          <a:stretch>
            <a:fillRect l="-20000" t="-9000" r="20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que 12">
            <a:extLst>
              <a:ext uri="{FF2B5EF4-FFF2-40B4-BE49-F238E27FC236}">
                <a16:creationId xmlns:a16="http://schemas.microsoft.com/office/drawing/2014/main" id="{E003C40C-4420-D9F5-FE78-869CB8A459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51760" y="0"/>
            <a:ext cx="954024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F6855FC-1404-9994-3FF3-777083097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1205" y="2584153"/>
            <a:ext cx="5572195" cy="1477328"/>
          </a:xfrm>
        </p:spPr>
        <p:txBody>
          <a:bodyPr anchor="b" anchorCtr="0">
            <a:spAutoFit/>
          </a:bodyPr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présentation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3E54CBA-FFFF-C031-4649-F0FBFE9022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91204" y="4120914"/>
            <a:ext cx="5572195" cy="563231"/>
          </a:xfrm>
        </p:spPr>
        <p:txBody>
          <a:bodyPr>
            <a:spAutoFit/>
          </a:bodyPr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A3200E19-0A90-3D3A-479F-C707C4BD87C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2341" y="5846171"/>
            <a:ext cx="1799872" cy="39293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BC2FA4FA-1637-95B0-0117-136CC2464AE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6830" y="574073"/>
            <a:ext cx="1655724" cy="848054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445B4F-E38C-4B63-9A90-587654C7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68273" y="5919525"/>
            <a:ext cx="2008008" cy="246221"/>
          </a:xfrm>
          <a:prstGeom prst="rect">
            <a:avLst/>
          </a:prstGeom>
        </p:spPr>
        <p:txBody>
          <a:bodyPr tIns="0" bIns="0"/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DATE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31D3CBFF-56C3-8F60-D8DA-23D8271A9B1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98696" y="574073"/>
            <a:ext cx="1656000" cy="1086285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Votre logo</a:t>
            </a:r>
          </a:p>
        </p:txBody>
      </p:sp>
    </p:spTree>
    <p:extLst>
      <p:ext uri="{BB962C8B-B14F-4D97-AF65-F5344CB8AC3E}">
        <p14:creationId xmlns:p14="http://schemas.microsoft.com/office/powerpoint/2010/main" val="3414814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section">
    <p:bg>
      <p:bgPr>
        <a:blipFill dpi="0" rotWithShape="1">
          <a:blip r:embed="rId2">
            <a:lum/>
          </a:blip>
          <a:srcRect/>
          <a:stretch>
            <a:fillRect l="-25000" t="-9000" r="25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E485984-223D-75E4-942F-0F603A787B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20"/>
            <a:ext cx="12191998" cy="685678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35F0BCA-3463-8883-450F-990F6DCC4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5769" y="3324828"/>
            <a:ext cx="5696237" cy="784830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section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B4B7766B-55B2-FD08-F4E7-9DB10A43E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62703" y="421674"/>
            <a:ext cx="5939304" cy="3216265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20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5BB28729-11C6-5C85-8F64-EEBBFE57E4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84084" y="956901"/>
            <a:ext cx="3997063" cy="3997063"/>
          </a:xfrm>
          <a:prstGeom prst="rect">
            <a:avLst/>
          </a:prstGeom>
        </p:spPr>
      </p:pic>
      <p:sp>
        <p:nvSpPr>
          <p:cNvPr id="6" name="Forme libre 12">
            <a:extLst>
              <a:ext uri="{FF2B5EF4-FFF2-40B4-BE49-F238E27FC236}">
                <a16:creationId xmlns:a16="http://schemas.microsoft.com/office/drawing/2014/main" id="{65C18737-81C3-2DDD-39FB-7E95576D5EBB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32D09E51-E38C-0432-DA7B-6E26CDB8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BC51D972-31E2-97F4-3E20-14BBF62FD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1" name="Espace réservé du numéro de diapositive 4">
            <a:extLst>
              <a:ext uri="{FF2B5EF4-FFF2-40B4-BE49-F238E27FC236}">
                <a16:creationId xmlns:a16="http://schemas.microsoft.com/office/drawing/2014/main" id="{32A0096F-BF4D-A177-D783-638A8503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29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sous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e libre 12">
            <a:extLst>
              <a:ext uri="{FF2B5EF4-FFF2-40B4-BE49-F238E27FC236}">
                <a16:creationId xmlns:a16="http://schemas.microsoft.com/office/drawing/2014/main" id="{3A20D5C4-44D2-A52C-1CEA-491F848CA0A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5F0BCA-3463-8883-450F-990F6DCC4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236" y="3672068"/>
            <a:ext cx="4450028" cy="1477328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fr-FR"/>
              <a:t>Titre de sous-section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B4B7766B-55B2-FD08-F4E7-9DB10A43E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665" y="-291680"/>
            <a:ext cx="4123242" cy="3570208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22600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3225D2D9-3F19-757A-702A-11588E1C7D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-1379521"/>
            <a:ext cx="7197908" cy="7465441"/>
          </a:xfrm>
          <a:prstGeom prst="rect">
            <a:avLst/>
          </a:prstGeom>
        </p:spPr>
      </p:pic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75FA347F-1B1B-40AF-17D2-6D0D361C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28DBC22E-E756-5C75-2832-F7BB57224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A1DA8DF3-6A91-9DC8-1C70-24BFA4C0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38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des matiè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94AD789-71B0-EB17-F83B-15CE4CF01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/>
          <a:stretch/>
        </p:blipFill>
        <p:spPr>
          <a:xfrm>
            <a:off x="6728993" y="-1761760"/>
            <a:ext cx="7479654" cy="74796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742E229-9D19-8389-99BE-423A41E2B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560168"/>
            <a:ext cx="11086578" cy="590931"/>
          </a:xfrm>
        </p:spPr>
        <p:txBody>
          <a:bodyPr/>
          <a:lstStyle>
            <a:lvl1pPr>
              <a:defRPr b="1"/>
            </a:lvl1pPr>
          </a:lstStyle>
          <a:p>
            <a:r>
              <a:rPr lang="fr-FR"/>
              <a:t>Table des matières</a:t>
            </a:r>
          </a:p>
        </p:txBody>
      </p:sp>
      <p:sp>
        <p:nvSpPr>
          <p:cNvPr id="6" name="Espace réservé du texte 48">
            <a:extLst>
              <a:ext uri="{FF2B5EF4-FFF2-40B4-BE49-F238E27FC236}">
                <a16:creationId xmlns:a16="http://schemas.microsoft.com/office/drawing/2014/main" id="{356EBF43-EBB9-CECB-CFBE-5DAE9C879E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665" y="1490402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7" name="Espace réservé du texte 48">
            <a:extLst>
              <a:ext uri="{FF2B5EF4-FFF2-40B4-BE49-F238E27FC236}">
                <a16:creationId xmlns:a16="http://schemas.microsoft.com/office/drawing/2014/main" id="{1185732E-2238-C332-7E9C-EA3399B6EB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9915" y="2413732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043205BE-CA39-8038-E67E-BC8DB50452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9915" y="2668375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D8FFBD9A-0FFF-3CA4-B667-B169CD14A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965" y="2413732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941831AF-37F9-4B3E-692D-48483C324F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1965" y="2691524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2E1F500B-6010-14D2-08D2-099EC2CDE79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610" y="1490402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B6387193-7261-F87E-E7B5-A75CB34E7A4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95860" y="2413732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E37324B8-515B-845F-D112-721FEE922B6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5860" y="2668375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15" name="Espace réservé du texte 48">
            <a:extLst>
              <a:ext uri="{FF2B5EF4-FFF2-40B4-BE49-F238E27FC236}">
                <a16:creationId xmlns:a16="http://schemas.microsoft.com/office/drawing/2014/main" id="{A8F2BB55-3005-6CDF-D72B-150B9F5714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47910" y="2413732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6" name="Espace réservé du texte 48">
            <a:extLst>
              <a:ext uri="{FF2B5EF4-FFF2-40B4-BE49-F238E27FC236}">
                <a16:creationId xmlns:a16="http://schemas.microsoft.com/office/drawing/2014/main" id="{94298EB5-0802-1B1D-F96E-DD1E15FBB6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7910" y="2691524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1E07E798-A24B-F9C2-73D1-58346D95ECC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0555" y="1490402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B479353D-5728-4CB9-023A-0E40754FAFA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61805" y="2413732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19" name="Espace réservé du texte 48">
            <a:extLst>
              <a:ext uri="{FF2B5EF4-FFF2-40B4-BE49-F238E27FC236}">
                <a16:creationId xmlns:a16="http://schemas.microsoft.com/office/drawing/2014/main" id="{3FE71596-CDA7-6E86-4AB6-10452D6138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61805" y="2668375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20" name="Espace réservé du texte 48">
            <a:extLst>
              <a:ext uri="{FF2B5EF4-FFF2-40B4-BE49-F238E27FC236}">
                <a16:creationId xmlns:a16="http://schemas.microsoft.com/office/drawing/2014/main" id="{26E8A052-7604-5473-DEB3-308917DC350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3855" y="2413732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1" name="Espace réservé du texte 48">
            <a:extLst>
              <a:ext uri="{FF2B5EF4-FFF2-40B4-BE49-F238E27FC236}">
                <a16:creationId xmlns:a16="http://schemas.microsoft.com/office/drawing/2014/main" id="{2CBEC210-E706-1F22-5D15-95D37093301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3855" y="2691524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2" name="Espace réservé du texte 48">
            <a:extLst>
              <a:ext uri="{FF2B5EF4-FFF2-40B4-BE49-F238E27FC236}">
                <a16:creationId xmlns:a16="http://schemas.microsoft.com/office/drawing/2014/main" id="{7DE3D4A9-8CE5-1B7F-BE5B-FCCBCB3C0F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8665" y="4111356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3" name="Espace réservé du texte 48">
            <a:extLst>
              <a:ext uri="{FF2B5EF4-FFF2-40B4-BE49-F238E27FC236}">
                <a16:creationId xmlns:a16="http://schemas.microsoft.com/office/drawing/2014/main" id="{FF6E038E-0862-B6E7-F35B-FDFBED689D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9915" y="5034686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24" name="Espace réservé du texte 48">
            <a:extLst>
              <a:ext uri="{FF2B5EF4-FFF2-40B4-BE49-F238E27FC236}">
                <a16:creationId xmlns:a16="http://schemas.microsoft.com/office/drawing/2014/main" id="{3FC8B97C-483C-F988-7CBB-A1EB986442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29915" y="5289329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33E95C6D-E0E3-9B52-2F7A-1DD78CA09E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81965" y="5034686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6" name="Espace réservé du texte 48">
            <a:extLst>
              <a:ext uri="{FF2B5EF4-FFF2-40B4-BE49-F238E27FC236}">
                <a16:creationId xmlns:a16="http://schemas.microsoft.com/office/drawing/2014/main" id="{4CD58FDC-1458-8DFA-C02D-9F2D01DE65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81965" y="5312478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7" name="Espace réservé du texte 48">
            <a:extLst>
              <a:ext uri="{FF2B5EF4-FFF2-40B4-BE49-F238E27FC236}">
                <a16:creationId xmlns:a16="http://schemas.microsoft.com/office/drawing/2014/main" id="{B8D7AF5F-7D47-E7B8-1BA7-693011B50E1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94610" y="4111356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8" name="Espace réservé du texte 48">
            <a:extLst>
              <a:ext uri="{FF2B5EF4-FFF2-40B4-BE49-F238E27FC236}">
                <a16:creationId xmlns:a16="http://schemas.microsoft.com/office/drawing/2014/main" id="{32473F2A-376E-DA30-C71F-59AA21DC1D3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5860" y="5034686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29" name="Espace réservé du texte 48">
            <a:extLst>
              <a:ext uri="{FF2B5EF4-FFF2-40B4-BE49-F238E27FC236}">
                <a16:creationId xmlns:a16="http://schemas.microsoft.com/office/drawing/2014/main" id="{4D97B2E1-B125-E749-426C-707517F007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95860" y="5289329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30" name="Espace réservé du texte 48">
            <a:extLst>
              <a:ext uri="{FF2B5EF4-FFF2-40B4-BE49-F238E27FC236}">
                <a16:creationId xmlns:a16="http://schemas.microsoft.com/office/drawing/2014/main" id="{DD82CFF9-5915-3ED4-2656-F1712585B03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47910" y="5034686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31" name="Espace réservé du texte 48">
            <a:extLst>
              <a:ext uri="{FF2B5EF4-FFF2-40B4-BE49-F238E27FC236}">
                <a16:creationId xmlns:a16="http://schemas.microsoft.com/office/drawing/2014/main" id="{74DE2EB0-F07E-ABF5-C352-06435AD25AA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47910" y="5312478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32" name="Espace réservé du texte 48">
            <a:extLst>
              <a:ext uri="{FF2B5EF4-FFF2-40B4-BE49-F238E27FC236}">
                <a16:creationId xmlns:a16="http://schemas.microsoft.com/office/drawing/2014/main" id="{87CEBB37-58AA-7818-64AE-D446B4D8764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60555" y="4111356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33" name="Espace réservé du texte 48">
            <a:extLst>
              <a:ext uri="{FF2B5EF4-FFF2-40B4-BE49-F238E27FC236}">
                <a16:creationId xmlns:a16="http://schemas.microsoft.com/office/drawing/2014/main" id="{26C10176-2239-19FC-FA0E-0D6C539D60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61805" y="5034686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34" name="Espace réservé du texte 48">
            <a:extLst>
              <a:ext uri="{FF2B5EF4-FFF2-40B4-BE49-F238E27FC236}">
                <a16:creationId xmlns:a16="http://schemas.microsoft.com/office/drawing/2014/main" id="{DDA495AE-F87F-D86C-16EC-A529285096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61805" y="5289329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35" name="Espace réservé du texte 48">
            <a:extLst>
              <a:ext uri="{FF2B5EF4-FFF2-40B4-BE49-F238E27FC236}">
                <a16:creationId xmlns:a16="http://schemas.microsoft.com/office/drawing/2014/main" id="{D3BA5549-49D9-039A-CA4B-F02401B53B7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13855" y="5034686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36" name="Espace réservé du texte 48">
            <a:extLst>
              <a:ext uri="{FF2B5EF4-FFF2-40B4-BE49-F238E27FC236}">
                <a16:creationId xmlns:a16="http://schemas.microsoft.com/office/drawing/2014/main" id="{80975B6F-8B28-9796-FBBC-B391E86A706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13855" y="5312478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41" name="Forme libre 12">
            <a:extLst>
              <a:ext uri="{FF2B5EF4-FFF2-40B4-BE49-F238E27FC236}">
                <a16:creationId xmlns:a16="http://schemas.microsoft.com/office/drawing/2014/main" id="{D5857D6F-DE24-1827-98BF-8E21B22BAA8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42" name="Espace réservé de la date 2">
            <a:extLst>
              <a:ext uri="{FF2B5EF4-FFF2-40B4-BE49-F238E27FC236}">
                <a16:creationId xmlns:a16="http://schemas.microsoft.com/office/drawing/2014/main" id="{C0BAF578-92B8-AB2C-404D-59D4A83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43" name="Espace réservé du pied de page 3">
            <a:extLst>
              <a:ext uri="{FF2B5EF4-FFF2-40B4-BE49-F238E27FC236}">
                <a16:creationId xmlns:a16="http://schemas.microsoft.com/office/drawing/2014/main" id="{2CE4E9A3-7C98-510D-99A2-6885245C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44" name="Espace réservé du numéro de diapositive 4">
            <a:extLst>
              <a:ext uri="{FF2B5EF4-FFF2-40B4-BE49-F238E27FC236}">
                <a16:creationId xmlns:a16="http://schemas.microsoft.com/office/drawing/2014/main" id="{DDFEE62A-1C41-12D0-F6F3-3DC3BAE0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6430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5BB516A-3C55-FAF4-1530-D4844BB0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728993" y="-1761760"/>
            <a:ext cx="7479654" cy="74796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742E229-9D19-8389-99BE-423A41E2B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560168"/>
            <a:ext cx="11086578" cy="590931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fr-FR"/>
              <a:t>Ordre du jour</a:t>
            </a:r>
          </a:p>
        </p:txBody>
      </p:sp>
      <p:sp>
        <p:nvSpPr>
          <p:cNvPr id="60" name="Forme libre 12">
            <a:extLst>
              <a:ext uri="{FF2B5EF4-FFF2-40B4-BE49-F238E27FC236}">
                <a16:creationId xmlns:a16="http://schemas.microsoft.com/office/drawing/2014/main" id="{4B00DD7C-59F6-FB8D-2845-11D111941491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1" name="Espace réservé de la date 2">
            <a:extLst>
              <a:ext uri="{FF2B5EF4-FFF2-40B4-BE49-F238E27FC236}">
                <a16:creationId xmlns:a16="http://schemas.microsoft.com/office/drawing/2014/main" id="{AE370E88-5802-5E9A-60DB-59494808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62" name="Espace réservé du pied de page 3">
            <a:extLst>
              <a:ext uri="{FF2B5EF4-FFF2-40B4-BE49-F238E27FC236}">
                <a16:creationId xmlns:a16="http://schemas.microsoft.com/office/drawing/2014/main" id="{AC6DE7BE-826C-AD98-3D0A-CCF292BD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63" name="Espace réservé du numéro de diapositive 4">
            <a:extLst>
              <a:ext uri="{FF2B5EF4-FFF2-40B4-BE49-F238E27FC236}">
                <a16:creationId xmlns:a16="http://schemas.microsoft.com/office/drawing/2014/main" id="{17EA47B3-020B-2F12-0F74-B5DF135C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617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raphique 25">
            <a:extLst>
              <a:ext uri="{FF2B5EF4-FFF2-40B4-BE49-F238E27FC236}">
                <a16:creationId xmlns:a16="http://schemas.microsoft.com/office/drawing/2014/main" id="{5439DF37-BE75-E13A-0A12-48C57A8F0805}"/>
              </a:ext>
            </a:extLst>
          </p:cNvPr>
          <p:cNvSpPr/>
          <p:nvPr userDrawn="1"/>
        </p:nvSpPr>
        <p:spPr>
          <a:xfrm>
            <a:off x="8431067" y="-43405"/>
            <a:ext cx="3760933" cy="6944810"/>
          </a:xfrm>
          <a:custGeom>
            <a:avLst/>
            <a:gdLst>
              <a:gd name="connsiteX0" fmla="*/ 238125 w 3127343"/>
              <a:gd name="connsiteY0" fmla="*/ 0 h 5143500"/>
              <a:gd name="connsiteX1" fmla="*/ 0 w 3127343"/>
              <a:gd name="connsiteY1" fmla="*/ 2618518 h 5143500"/>
              <a:gd name="connsiteX2" fmla="*/ 238125 w 3127343"/>
              <a:gd name="connsiteY2" fmla="*/ 5143500 h 5143500"/>
              <a:gd name="connsiteX3" fmla="*/ 3127343 w 3127343"/>
              <a:gd name="connsiteY3" fmla="*/ 5143500 h 5143500"/>
              <a:gd name="connsiteX4" fmla="*/ 3127343 w 3127343"/>
              <a:gd name="connsiteY4" fmla="*/ 0 h 5143500"/>
              <a:gd name="connsiteX5" fmla="*/ 238125 w 3127343"/>
              <a:gd name="connsiteY5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7343" h="5143500">
                <a:moveTo>
                  <a:pt x="238125" y="0"/>
                </a:moveTo>
                <a:cubicBezTo>
                  <a:pt x="238125" y="0"/>
                  <a:pt x="0" y="1208818"/>
                  <a:pt x="0" y="2618518"/>
                </a:cubicBezTo>
                <a:cubicBezTo>
                  <a:pt x="0" y="4028218"/>
                  <a:pt x="238125" y="5143500"/>
                  <a:pt x="238125" y="5143500"/>
                </a:cubicBezTo>
                <a:lnTo>
                  <a:pt x="3127343" y="5143500"/>
                </a:lnTo>
                <a:lnTo>
                  <a:pt x="3127343" y="0"/>
                </a:lnTo>
                <a:lnTo>
                  <a:pt x="238125" y="0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E8497F2-810E-6B5A-97F2-F8F6C32D6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862061"/>
            <a:ext cx="7673682" cy="590931"/>
          </a:xfrm>
        </p:spPr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9" name="Espace réservé du texte 48">
            <a:extLst>
              <a:ext uri="{FF2B5EF4-FFF2-40B4-BE49-F238E27FC236}">
                <a16:creationId xmlns:a16="http://schemas.microsoft.com/office/drawing/2014/main" id="{93F8D3D5-7E69-0368-57E7-2B0778C8E0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8163" y="2124075"/>
            <a:ext cx="7673682" cy="41148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Lorem ipsum </a:t>
            </a:r>
            <a:r>
              <a:rPr lang="fr-FR" dirty="0" err="1"/>
              <a:t>dolore</a:t>
            </a:r>
            <a:r>
              <a:rPr lang="fr-FR" dirty="0"/>
              <a:t> magnat </a:t>
            </a:r>
            <a:r>
              <a:rPr lang="fr-FR" dirty="0" err="1"/>
              <a:t>akmet</a:t>
            </a:r>
            <a:r>
              <a:rPr lang="fr-FR" dirty="0"/>
              <a:t> </a:t>
            </a:r>
            <a:r>
              <a:rPr lang="fr-FR" dirty="0" err="1"/>
              <a:t>nurgatsu</a:t>
            </a:r>
            <a:r>
              <a:rPr lang="fr-FR" dirty="0"/>
              <a:t> </a:t>
            </a:r>
            <a:r>
              <a:rPr lang="fr-FR" dirty="0" err="1"/>
              <a:t>opma</a:t>
            </a:r>
            <a:r>
              <a:rPr lang="fr-FR" dirty="0"/>
              <a:t> magnat. Lorem ipsum </a:t>
            </a:r>
            <a:r>
              <a:rPr lang="fr-FR" dirty="0" err="1"/>
              <a:t>dolorenot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long </a:t>
            </a:r>
            <a:r>
              <a:rPr lang="fr-FR" dirty="0" err="1"/>
              <a:t>nat</a:t>
            </a:r>
            <a:r>
              <a:rPr lang="fr-FR" dirty="0"/>
              <a:t> </a:t>
            </a:r>
            <a:r>
              <a:rPr lang="fr-FR" dirty="0" err="1"/>
              <a:t>kmet</a:t>
            </a:r>
            <a:r>
              <a:rPr lang="fr-FR" dirty="0"/>
              <a:t> </a:t>
            </a:r>
            <a:r>
              <a:rPr lang="fr-FR" dirty="0" err="1"/>
              <a:t>nur</a:t>
            </a:r>
            <a:r>
              <a:rPr lang="fr-FR" dirty="0"/>
              <a:t> </a:t>
            </a:r>
            <a:r>
              <a:rPr lang="fr-FR" dirty="0" err="1"/>
              <a:t>gatuios</a:t>
            </a:r>
            <a:endParaRPr lang="fr-FR" dirty="0"/>
          </a:p>
          <a:p>
            <a:pPr lvl="0"/>
            <a:r>
              <a:rPr lang="fr-FR" dirty="0"/>
              <a:t>Lorem ipsum </a:t>
            </a:r>
            <a:r>
              <a:rPr lang="fr-FR" dirty="0" err="1"/>
              <a:t>dolore</a:t>
            </a:r>
            <a:r>
              <a:rPr lang="fr-FR" dirty="0"/>
              <a:t> magnat </a:t>
            </a:r>
            <a:r>
              <a:rPr lang="fr-FR" dirty="0" err="1"/>
              <a:t>akmet</a:t>
            </a:r>
            <a:r>
              <a:rPr lang="fr-FR" dirty="0"/>
              <a:t> </a:t>
            </a:r>
            <a:r>
              <a:rPr lang="fr-FR" dirty="0" err="1"/>
              <a:t>nur</a:t>
            </a:r>
            <a:r>
              <a:rPr lang="fr-FR" dirty="0"/>
              <a:t> </a:t>
            </a:r>
            <a:r>
              <a:rPr lang="fr-FR" dirty="0" err="1"/>
              <a:t>gatsuopma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tus.Lorem</a:t>
            </a:r>
            <a:r>
              <a:rPr lang="fr-FR" dirty="0"/>
              <a:t> ipsum </a:t>
            </a:r>
            <a:r>
              <a:rPr lang="fr-FR" dirty="0" err="1"/>
              <a:t>dolore</a:t>
            </a:r>
            <a:r>
              <a:rPr lang="fr-FR" dirty="0"/>
              <a:t> not </a:t>
            </a:r>
            <a:r>
              <a:rPr lang="fr-FR" dirty="0" err="1"/>
              <a:t>too</a:t>
            </a:r>
            <a:r>
              <a:rPr lang="fr-FR" dirty="0"/>
              <a:t> long </a:t>
            </a:r>
            <a:r>
              <a:rPr lang="fr-FR" dirty="0" err="1"/>
              <a:t>nalomet</a:t>
            </a:r>
            <a:r>
              <a:rPr lang="fr-FR" dirty="0"/>
              <a:t> </a:t>
            </a:r>
            <a:r>
              <a:rPr lang="fr-FR" dirty="0" err="1"/>
              <a:t>nur</a:t>
            </a:r>
            <a:r>
              <a:rPr lang="fr-FR" dirty="0"/>
              <a:t> </a:t>
            </a:r>
            <a:r>
              <a:rPr lang="fr-FR" dirty="0" err="1"/>
              <a:t>gatuios</a:t>
            </a:r>
            <a:endParaRPr lang="fr-FR" dirty="0"/>
          </a:p>
          <a:p>
            <a:pPr lvl="0"/>
            <a:r>
              <a:rPr lang="fr-FR" dirty="0"/>
              <a:t>Lorem ipsum </a:t>
            </a:r>
            <a:r>
              <a:rPr lang="fr-FR" dirty="0" err="1"/>
              <a:t>dolore</a:t>
            </a:r>
            <a:r>
              <a:rPr lang="fr-FR" dirty="0"/>
              <a:t> magnat </a:t>
            </a:r>
            <a:r>
              <a:rPr lang="fr-FR" dirty="0" err="1"/>
              <a:t>akmet</a:t>
            </a:r>
            <a:r>
              <a:rPr lang="fr-FR" dirty="0"/>
              <a:t> </a:t>
            </a:r>
            <a:r>
              <a:rPr lang="fr-FR" dirty="0" err="1"/>
              <a:t>nur</a:t>
            </a:r>
            <a:r>
              <a:rPr lang="fr-FR" dirty="0"/>
              <a:t> </a:t>
            </a:r>
            <a:r>
              <a:rPr lang="fr-FR" dirty="0" err="1"/>
              <a:t>gatsuopma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tus.Lorem</a:t>
            </a:r>
            <a:r>
              <a:rPr lang="fr-FR" dirty="0"/>
              <a:t> ipsum </a:t>
            </a:r>
            <a:r>
              <a:rPr lang="fr-FR" dirty="0" err="1"/>
              <a:t>dolore</a:t>
            </a:r>
            <a:r>
              <a:rPr lang="fr-FR" dirty="0"/>
              <a:t> not </a:t>
            </a:r>
            <a:r>
              <a:rPr lang="fr-FR" dirty="0" err="1"/>
              <a:t>too</a:t>
            </a:r>
            <a:r>
              <a:rPr lang="fr-FR" dirty="0"/>
              <a:t> long </a:t>
            </a:r>
            <a:r>
              <a:rPr lang="fr-FR" dirty="0" err="1"/>
              <a:t>nalomet</a:t>
            </a:r>
            <a:r>
              <a:rPr lang="fr-FR" dirty="0"/>
              <a:t> </a:t>
            </a:r>
            <a:r>
              <a:rPr lang="fr-FR" dirty="0" err="1"/>
              <a:t>nur</a:t>
            </a:r>
            <a:r>
              <a:rPr lang="fr-FR" dirty="0"/>
              <a:t> </a:t>
            </a:r>
            <a:r>
              <a:rPr lang="fr-FR" dirty="0" err="1"/>
              <a:t>gatuios</a:t>
            </a:r>
            <a:endParaRPr lang="fr-FR" dirty="0"/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0DC1C31A-6435-7CC6-2E99-64C8EB55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9D00371F-BA40-0DEA-8CFE-D0EE76BB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102AC8B8-B450-08AF-8618-F73A15C45071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91A37899-EDCB-0155-D061-69C0C052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373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ocs textes e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1A85595B-CF11-A312-E90E-760F1919E0A6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2" name="Forme libre 11">
              <a:extLst>
                <a:ext uri="{FF2B5EF4-FFF2-40B4-BE49-F238E27FC236}">
                  <a16:creationId xmlns:a16="http://schemas.microsoft.com/office/drawing/2014/main" id="{F7D83129-7CC0-3AC0-0893-841EF0789D3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7CBF57F8-B732-CE3C-3C27-072341E9573D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5" name="Titre 4">
            <a:extLst>
              <a:ext uri="{FF2B5EF4-FFF2-40B4-BE49-F238E27FC236}">
                <a16:creationId xmlns:a16="http://schemas.microsoft.com/office/drawing/2014/main" id="{6E8497F2-810E-6B5A-97F2-F8F6C32D6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6" y="862061"/>
            <a:ext cx="6306138" cy="590931"/>
          </a:xfrm>
        </p:spPr>
        <p:txBody>
          <a:bodyPr>
            <a:normAutofit/>
          </a:bodyPr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2" name="Espace réservé du texte 48">
            <a:extLst>
              <a:ext uri="{FF2B5EF4-FFF2-40B4-BE49-F238E27FC236}">
                <a16:creationId xmlns:a16="http://schemas.microsoft.com/office/drawing/2014/main" id="{F02F88C0-1F0B-26FD-F39A-F95E340B54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8163" y="3086913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4" name="Espace réservé du texte 48">
            <a:extLst>
              <a:ext uri="{FF2B5EF4-FFF2-40B4-BE49-F238E27FC236}">
                <a16:creationId xmlns:a16="http://schemas.microsoft.com/office/drawing/2014/main" id="{2E9A6E87-6A84-70FC-7971-EC0B42537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163" y="2615707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B24E0222-4D9C-033C-A66B-A321573ED7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163" y="5050184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6" name="Espace réservé du texte 48">
            <a:extLst>
              <a:ext uri="{FF2B5EF4-FFF2-40B4-BE49-F238E27FC236}">
                <a16:creationId xmlns:a16="http://schemas.microsoft.com/office/drawing/2014/main" id="{855F0F13-80C8-81AF-D52A-98FCD83E67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163" y="4578978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4" name="Espace réservé pour une image  19">
            <a:extLst>
              <a:ext uri="{FF2B5EF4-FFF2-40B4-BE49-F238E27FC236}">
                <a16:creationId xmlns:a16="http://schemas.microsoft.com/office/drawing/2014/main" id="{F6E78AE4-46A9-E188-494F-9FE81598DE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46435" y="263015"/>
            <a:ext cx="4758407" cy="589489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854D109C-07F3-0875-AC51-B9F092F7B7FD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4" name="Espace réservé de la date 2">
            <a:extLst>
              <a:ext uri="{FF2B5EF4-FFF2-40B4-BE49-F238E27FC236}">
                <a16:creationId xmlns:a16="http://schemas.microsoft.com/office/drawing/2014/main" id="{B420D5C3-8652-08AA-330A-04F31CDC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CAD3479A-D859-1625-4562-6E5C91952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DDA0C2EE-54B1-40DF-5330-D6EF52EC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20F4AE11-747F-230F-7A2D-A860ECCBD6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8" name="Espace réservé du texte 45">
            <a:extLst>
              <a:ext uri="{FF2B5EF4-FFF2-40B4-BE49-F238E27FC236}">
                <a16:creationId xmlns:a16="http://schemas.microsoft.com/office/drawing/2014/main" id="{620CD3BD-0CDA-DC28-5F16-7F119ACCE1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27552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ocs textes et double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E8497F2-810E-6B5A-97F2-F8F6C32D6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6" y="862061"/>
            <a:ext cx="6306138" cy="590931"/>
          </a:xfrm>
        </p:spPr>
        <p:txBody>
          <a:bodyPr>
            <a:normAutofit/>
          </a:bodyPr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2" name="Espace réservé du texte 48">
            <a:extLst>
              <a:ext uri="{FF2B5EF4-FFF2-40B4-BE49-F238E27FC236}">
                <a16:creationId xmlns:a16="http://schemas.microsoft.com/office/drawing/2014/main" id="{F02F88C0-1F0B-26FD-F39A-F95E340B54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8163" y="3086913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4" name="Espace réservé du texte 48">
            <a:extLst>
              <a:ext uri="{FF2B5EF4-FFF2-40B4-BE49-F238E27FC236}">
                <a16:creationId xmlns:a16="http://schemas.microsoft.com/office/drawing/2014/main" id="{2E9A6E87-6A84-70FC-7971-EC0B42537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163" y="2615707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B24E0222-4D9C-033C-A66B-A321573ED7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163" y="5050184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6" name="Espace réservé du texte 48">
            <a:extLst>
              <a:ext uri="{FF2B5EF4-FFF2-40B4-BE49-F238E27FC236}">
                <a16:creationId xmlns:a16="http://schemas.microsoft.com/office/drawing/2014/main" id="{855F0F13-80C8-81AF-D52A-98FCD83E67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163" y="4578978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4" name="Espace réservé pour une image  19">
            <a:extLst>
              <a:ext uri="{FF2B5EF4-FFF2-40B4-BE49-F238E27FC236}">
                <a16:creationId xmlns:a16="http://schemas.microsoft.com/office/drawing/2014/main" id="{F6E78AE4-46A9-E188-494F-9FE81598DE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46435" y="263015"/>
            <a:ext cx="4758407" cy="288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Espace réservé pour une image  19">
            <a:extLst>
              <a:ext uri="{FF2B5EF4-FFF2-40B4-BE49-F238E27FC236}">
                <a16:creationId xmlns:a16="http://schemas.microsoft.com/office/drawing/2014/main" id="{10642810-25E3-1833-3A61-2D2283DC917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146435" y="3281455"/>
            <a:ext cx="4758407" cy="288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Forme libre 12">
            <a:extLst>
              <a:ext uri="{FF2B5EF4-FFF2-40B4-BE49-F238E27FC236}">
                <a16:creationId xmlns:a16="http://schemas.microsoft.com/office/drawing/2014/main" id="{8A39FBA8-5A98-CBEC-0115-A584F4DFC2F9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A1A7E69A-1780-14EA-F384-5E39EEE6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18A69519-C51E-9F72-E426-15B96F87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30B312F4-E527-CE37-C0E1-7F7145D9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B9CECE49-98C2-DFE8-082A-3B2800AE5021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5" name="Forme libre 11">
              <a:extLst>
                <a:ext uri="{FF2B5EF4-FFF2-40B4-BE49-F238E27FC236}">
                  <a16:creationId xmlns:a16="http://schemas.microsoft.com/office/drawing/2014/main" id="{2A90E934-9CE2-3D59-3CFE-4502AFEDED1E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6" name="Forme libre 12">
              <a:extLst>
                <a:ext uri="{FF2B5EF4-FFF2-40B4-BE49-F238E27FC236}">
                  <a16:creationId xmlns:a16="http://schemas.microsoft.com/office/drawing/2014/main" id="{B8FC6ACA-B185-1DDD-4CF9-2B115520E19D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9" name="Espace réservé du texte 45">
            <a:extLst>
              <a:ext uri="{FF2B5EF4-FFF2-40B4-BE49-F238E27FC236}">
                <a16:creationId xmlns:a16="http://schemas.microsoft.com/office/drawing/2014/main" id="{E7F2F9F9-6B3A-2997-C553-A22A8CAD08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10" name="Espace réservé du texte 45">
            <a:extLst>
              <a:ext uri="{FF2B5EF4-FFF2-40B4-BE49-F238E27FC236}">
                <a16:creationId xmlns:a16="http://schemas.microsoft.com/office/drawing/2014/main" id="{FA084A27-2090-98BD-DD1A-F4E346FDC5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123317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gram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5B5A7-A28F-6CD8-1A7F-CD75AE893D5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Équipe</a:t>
            </a:r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964EFAC4-6EB0-5736-D94D-3A4E549CB9D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88235" y="1742673"/>
            <a:ext cx="961200" cy="96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7" name="Forme libre 12">
            <a:extLst>
              <a:ext uri="{FF2B5EF4-FFF2-40B4-BE49-F238E27FC236}">
                <a16:creationId xmlns:a16="http://schemas.microsoft.com/office/drawing/2014/main" id="{9BF04A55-1F84-D050-DE52-63716C9CC985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8" name="Espace réservé de la date 2">
            <a:extLst>
              <a:ext uri="{FF2B5EF4-FFF2-40B4-BE49-F238E27FC236}">
                <a16:creationId xmlns:a16="http://schemas.microsoft.com/office/drawing/2014/main" id="{080BA467-F14C-EE89-D139-02E96303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B8A2A068-D0EF-8448-1595-1FE0000B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3" name="Espace réservé du numéro de diapositive 4">
            <a:extLst>
              <a:ext uri="{FF2B5EF4-FFF2-40B4-BE49-F238E27FC236}">
                <a16:creationId xmlns:a16="http://schemas.microsoft.com/office/drawing/2014/main" id="{51639411-7A3B-18F8-DAC5-27076E52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A4CB8F3-ECC0-EBAB-FAAF-CDC344D5A131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22" name="Forme libre 11">
              <a:extLst>
                <a:ext uri="{FF2B5EF4-FFF2-40B4-BE49-F238E27FC236}">
                  <a16:creationId xmlns:a16="http://schemas.microsoft.com/office/drawing/2014/main" id="{7A060465-13DA-F609-4474-BCE3B5BBC5F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3" name="Forme libre 12">
              <a:extLst>
                <a:ext uri="{FF2B5EF4-FFF2-40B4-BE49-F238E27FC236}">
                  <a16:creationId xmlns:a16="http://schemas.microsoft.com/office/drawing/2014/main" id="{6C57918C-F06B-8A60-4CF5-0BE36EDE1B7F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0FEF6E8E-8C45-E81D-BB86-453F3E96B0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C601C8B9-6DB5-301C-DBD4-EF82A7D912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28918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982B8E-19E0-88C1-51B4-FF0E2F397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33663BA0-DDDD-9236-BDED-9F1950AFBDF5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6DE86FCF-AA4D-7351-22A3-89182C84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3C4D3CD9-77C7-E480-FE92-337DAF7F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2" name="Espace réservé du numéro de diapositive 4">
            <a:extLst>
              <a:ext uri="{FF2B5EF4-FFF2-40B4-BE49-F238E27FC236}">
                <a16:creationId xmlns:a16="http://schemas.microsoft.com/office/drawing/2014/main" id="{F69A84FF-9530-9038-A1B0-F19F4778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40C276D-D460-A398-B304-EE6B1B0F237A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4" name="Forme libre 11">
              <a:extLst>
                <a:ext uri="{FF2B5EF4-FFF2-40B4-BE49-F238E27FC236}">
                  <a16:creationId xmlns:a16="http://schemas.microsoft.com/office/drawing/2014/main" id="{8BACE2B5-A27B-AB0A-CE25-783E9EF8B43D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5" name="Forme libre 12">
              <a:extLst>
                <a:ext uri="{FF2B5EF4-FFF2-40B4-BE49-F238E27FC236}">
                  <a16:creationId xmlns:a16="http://schemas.microsoft.com/office/drawing/2014/main" id="{7E9422F8-98C1-C9C1-7A2D-D24B4C43607B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CE5DF485-3F77-8130-C972-1AF1104D64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89984247-9725-92BF-1C3D-B33A296114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80363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0C9F5D-CE34-A01E-7DE3-327B3D9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934172D6-6481-00C7-6BCE-45A6EF32D1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665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96DEB718-B1A0-5075-B5E8-8044BCC7AE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65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E1277626-7B66-B3BE-AB57-F7192B3F25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81337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FAE8A845-1607-8E8D-70A2-79A344C491C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81337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4B00D130-28AC-F4E8-E698-1A61042E5D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34009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489AFAF3-512B-07BC-6B5C-F1B0C39179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34009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4F379713-8488-1672-7CA3-F2E5761BA38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21F0BE90-3B1F-09AC-1100-AB104DDD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848B5F75-7266-F802-EB96-FD48BA26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F92F5DCC-3E61-B250-BB6F-00021BB3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C371C93-02AD-1AFC-074D-4AA2FD0084E0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6" name="Forme libre 11">
              <a:extLst>
                <a:ext uri="{FF2B5EF4-FFF2-40B4-BE49-F238E27FC236}">
                  <a16:creationId xmlns:a16="http://schemas.microsoft.com/office/drawing/2014/main" id="{4B272BF3-9CF1-D6DB-2FBF-5B392E0A65A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9" name="Forme libre 12">
              <a:extLst>
                <a:ext uri="{FF2B5EF4-FFF2-40B4-BE49-F238E27FC236}">
                  <a16:creationId xmlns:a16="http://schemas.microsoft.com/office/drawing/2014/main" id="{77E48F25-3F80-8211-6E54-5508EFFC9A50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9ECE1B18-4079-C278-EAB0-A2B8BA1DBC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4C0EC8F6-2951-A3FC-9DFB-2BC69A769F2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989554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5A9303A7-5B1B-B424-B892-77E5901C2B16}"/>
              </a:ext>
            </a:extLst>
          </p:cNvPr>
          <p:cNvGrpSpPr/>
          <p:nvPr userDrawn="1"/>
        </p:nvGrpSpPr>
        <p:grpSpPr>
          <a:xfrm>
            <a:off x="1316735" y="2195798"/>
            <a:ext cx="3779139" cy="590931"/>
            <a:chOff x="5627879" y="-686975"/>
            <a:chExt cx="1786827" cy="279400"/>
          </a:xfrm>
          <a:solidFill>
            <a:schemeClr val="bg1">
              <a:lumMod val="95000"/>
            </a:schemeClr>
          </a:solidFill>
        </p:grpSpPr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643DEBD7-8D71-5F62-CD89-7AE08606E359}"/>
                </a:ext>
              </a:extLst>
            </p:cNvPr>
            <p:cNvSpPr/>
            <p:nvPr userDrawn="1"/>
          </p:nvSpPr>
          <p:spPr>
            <a:xfrm>
              <a:off x="5627879" y="-686975"/>
              <a:ext cx="944975" cy="279400"/>
            </a:xfrm>
            <a:custGeom>
              <a:avLst/>
              <a:gdLst>
                <a:gd name="connsiteX0" fmla="*/ 142572 w 944975"/>
                <a:gd name="connsiteY0" fmla="*/ 0 h 279400"/>
                <a:gd name="connsiteX1" fmla="*/ 944975 w 944975"/>
                <a:gd name="connsiteY1" fmla="*/ 0 h 279400"/>
                <a:gd name="connsiteX2" fmla="*/ 944975 w 944975"/>
                <a:gd name="connsiteY2" fmla="*/ 279400 h 279400"/>
                <a:gd name="connsiteX3" fmla="*/ 142572 w 944975"/>
                <a:gd name="connsiteY3" fmla="*/ 279400 h 279400"/>
                <a:gd name="connsiteX4" fmla="*/ 0 w 944975"/>
                <a:gd name="connsiteY4" fmla="*/ 139700 h 279400"/>
                <a:gd name="connsiteX5" fmla="*/ 142572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142572" y="0"/>
                  </a:moveTo>
                  <a:lnTo>
                    <a:pt x="944975" y="0"/>
                  </a:lnTo>
                  <a:lnTo>
                    <a:pt x="944975" y="279400"/>
                  </a:lnTo>
                  <a:lnTo>
                    <a:pt x="142572" y="279400"/>
                  </a:lnTo>
                  <a:cubicBezTo>
                    <a:pt x="63872" y="279400"/>
                    <a:pt x="0" y="216814"/>
                    <a:pt x="0" y="139700"/>
                  </a:cubicBezTo>
                  <a:cubicBezTo>
                    <a:pt x="0" y="62586"/>
                    <a:pt x="63872" y="0"/>
                    <a:pt x="142572" y="0"/>
                  </a:cubicBez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F3B13421-E2A9-518B-2AA3-F8B7674FBBC1}"/>
                </a:ext>
              </a:extLst>
            </p:cNvPr>
            <p:cNvSpPr/>
            <p:nvPr userDrawn="1"/>
          </p:nvSpPr>
          <p:spPr>
            <a:xfrm>
              <a:off x="6469731" y="-686975"/>
              <a:ext cx="944975" cy="279400"/>
            </a:xfrm>
            <a:custGeom>
              <a:avLst/>
              <a:gdLst>
                <a:gd name="connsiteX0" fmla="*/ 0 w 944975"/>
                <a:gd name="connsiteY0" fmla="*/ 0 h 279400"/>
                <a:gd name="connsiteX1" fmla="*/ 802403 w 944975"/>
                <a:gd name="connsiteY1" fmla="*/ 0 h 279400"/>
                <a:gd name="connsiteX2" fmla="*/ 944975 w 944975"/>
                <a:gd name="connsiteY2" fmla="*/ 139700 h 279400"/>
                <a:gd name="connsiteX3" fmla="*/ 802403 w 944975"/>
                <a:gd name="connsiteY3" fmla="*/ 279400 h 279400"/>
                <a:gd name="connsiteX4" fmla="*/ 0 w 944975"/>
                <a:gd name="connsiteY4" fmla="*/ 279400 h 279400"/>
                <a:gd name="connsiteX5" fmla="*/ 0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0" y="0"/>
                  </a:moveTo>
                  <a:lnTo>
                    <a:pt x="802403" y="0"/>
                  </a:lnTo>
                  <a:cubicBezTo>
                    <a:pt x="881103" y="0"/>
                    <a:pt x="944975" y="62586"/>
                    <a:pt x="944975" y="139700"/>
                  </a:cubicBezTo>
                  <a:cubicBezTo>
                    <a:pt x="944975" y="216814"/>
                    <a:pt x="881103" y="279400"/>
                    <a:pt x="802403" y="279400"/>
                  </a:cubicBez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20C9F5D-CE34-A01E-7DE3-327B3D9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06F280DE-F9CF-8C7C-1DF9-BAA6543FD7E4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1316736" y="2971357"/>
            <a:ext cx="3779139" cy="2914269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sp>
        <p:nvSpPr>
          <p:cNvPr id="29" name="Espace réservé du texte 48">
            <a:extLst>
              <a:ext uri="{FF2B5EF4-FFF2-40B4-BE49-F238E27FC236}">
                <a16:creationId xmlns:a16="http://schemas.microsoft.com/office/drawing/2014/main" id="{035F7288-E300-1366-570D-00CE4A7897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6357" y="2337374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80C5143F-3022-DAC8-DDCD-CA13FD4BD7F0}"/>
              </a:ext>
            </a:extLst>
          </p:cNvPr>
          <p:cNvGrpSpPr/>
          <p:nvPr userDrawn="1"/>
        </p:nvGrpSpPr>
        <p:grpSpPr>
          <a:xfrm>
            <a:off x="7107935" y="2195798"/>
            <a:ext cx="3779139" cy="590931"/>
            <a:chOff x="5627879" y="-686975"/>
            <a:chExt cx="1786827" cy="279400"/>
          </a:xfrm>
          <a:solidFill>
            <a:schemeClr val="bg1">
              <a:lumMod val="95000"/>
            </a:schemeClr>
          </a:solidFill>
        </p:grpSpPr>
        <p:sp>
          <p:nvSpPr>
            <p:cNvPr id="33" name="Forme libre 32">
              <a:extLst>
                <a:ext uri="{FF2B5EF4-FFF2-40B4-BE49-F238E27FC236}">
                  <a16:creationId xmlns:a16="http://schemas.microsoft.com/office/drawing/2014/main" id="{F7A1B8CD-FBB6-8A6F-1F46-8FD41109F7B6}"/>
                </a:ext>
              </a:extLst>
            </p:cNvPr>
            <p:cNvSpPr/>
            <p:nvPr userDrawn="1"/>
          </p:nvSpPr>
          <p:spPr>
            <a:xfrm>
              <a:off x="5627879" y="-686975"/>
              <a:ext cx="944975" cy="279400"/>
            </a:xfrm>
            <a:custGeom>
              <a:avLst/>
              <a:gdLst>
                <a:gd name="connsiteX0" fmla="*/ 142572 w 944975"/>
                <a:gd name="connsiteY0" fmla="*/ 0 h 279400"/>
                <a:gd name="connsiteX1" fmla="*/ 944975 w 944975"/>
                <a:gd name="connsiteY1" fmla="*/ 0 h 279400"/>
                <a:gd name="connsiteX2" fmla="*/ 944975 w 944975"/>
                <a:gd name="connsiteY2" fmla="*/ 279400 h 279400"/>
                <a:gd name="connsiteX3" fmla="*/ 142572 w 944975"/>
                <a:gd name="connsiteY3" fmla="*/ 279400 h 279400"/>
                <a:gd name="connsiteX4" fmla="*/ 0 w 944975"/>
                <a:gd name="connsiteY4" fmla="*/ 139700 h 279400"/>
                <a:gd name="connsiteX5" fmla="*/ 142572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142572" y="0"/>
                  </a:moveTo>
                  <a:lnTo>
                    <a:pt x="944975" y="0"/>
                  </a:lnTo>
                  <a:lnTo>
                    <a:pt x="944975" y="279400"/>
                  </a:lnTo>
                  <a:lnTo>
                    <a:pt x="142572" y="279400"/>
                  </a:lnTo>
                  <a:cubicBezTo>
                    <a:pt x="63872" y="279400"/>
                    <a:pt x="0" y="216814"/>
                    <a:pt x="0" y="139700"/>
                  </a:cubicBezTo>
                  <a:cubicBezTo>
                    <a:pt x="0" y="62586"/>
                    <a:pt x="63872" y="0"/>
                    <a:pt x="142572" y="0"/>
                  </a:cubicBez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34" name="Forme libre 33">
              <a:extLst>
                <a:ext uri="{FF2B5EF4-FFF2-40B4-BE49-F238E27FC236}">
                  <a16:creationId xmlns:a16="http://schemas.microsoft.com/office/drawing/2014/main" id="{23E863FD-BD82-7C6C-2E4E-2A30A2DC5585}"/>
                </a:ext>
              </a:extLst>
            </p:cNvPr>
            <p:cNvSpPr/>
            <p:nvPr userDrawn="1"/>
          </p:nvSpPr>
          <p:spPr>
            <a:xfrm>
              <a:off x="6469731" y="-686975"/>
              <a:ext cx="944975" cy="279400"/>
            </a:xfrm>
            <a:custGeom>
              <a:avLst/>
              <a:gdLst>
                <a:gd name="connsiteX0" fmla="*/ 0 w 944975"/>
                <a:gd name="connsiteY0" fmla="*/ 0 h 279400"/>
                <a:gd name="connsiteX1" fmla="*/ 802403 w 944975"/>
                <a:gd name="connsiteY1" fmla="*/ 0 h 279400"/>
                <a:gd name="connsiteX2" fmla="*/ 944975 w 944975"/>
                <a:gd name="connsiteY2" fmla="*/ 139700 h 279400"/>
                <a:gd name="connsiteX3" fmla="*/ 802403 w 944975"/>
                <a:gd name="connsiteY3" fmla="*/ 279400 h 279400"/>
                <a:gd name="connsiteX4" fmla="*/ 0 w 944975"/>
                <a:gd name="connsiteY4" fmla="*/ 279400 h 279400"/>
                <a:gd name="connsiteX5" fmla="*/ 0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0" y="0"/>
                  </a:moveTo>
                  <a:lnTo>
                    <a:pt x="802403" y="0"/>
                  </a:lnTo>
                  <a:cubicBezTo>
                    <a:pt x="881103" y="0"/>
                    <a:pt x="944975" y="62586"/>
                    <a:pt x="944975" y="139700"/>
                  </a:cubicBezTo>
                  <a:cubicBezTo>
                    <a:pt x="944975" y="216814"/>
                    <a:pt x="881103" y="279400"/>
                    <a:pt x="802403" y="279400"/>
                  </a:cubicBez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5" name="Espace réservé du graphique 7">
            <a:extLst>
              <a:ext uri="{FF2B5EF4-FFF2-40B4-BE49-F238E27FC236}">
                <a16:creationId xmlns:a16="http://schemas.microsoft.com/office/drawing/2014/main" id="{6C7F4134-DD7C-461B-B601-63F077344AC0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7107936" y="2971357"/>
            <a:ext cx="3779139" cy="2914269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sp>
        <p:nvSpPr>
          <p:cNvPr id="36" name="Espace réservé du texte 48">
            <a:extLst>
              <a:ext uri="{FF2B5EF4-FFF2-40B4-BE49-F238E27FC236}">
                <a16:creationId xmlns:a16="http://schemas.microsoft.com/office/drawing/2014/main" id="{ACF523BF-721E-9071-D799-439718AB34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87557" y="2337374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B0A859DB-C1DF-0614-7365-BD79FB46F2F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F08117E4-C9D4-B721-30C5-E41DEA77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E970D43E-27F8-EADA-CBAD-0F252787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3A047105-3FD7-C46F-896E-6C32BD26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1D76EC8-7B8B-0D85-060B-B4AAA9251CD2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3" name="Forme libre 11">
              <a:extLst>
                <a:ext uri="{FF2B5EF4-FFF2-40B4-BE49-F238E27FC236}">
                  <a16:creationId xmlns:a16="http://schemas.microsoft.com/office/drawing/2014/main" id="{7918E15E-E66A-7217-A7CD-8038095D3E1A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4" name="Forme libre 12">
              <a:extLst>
                <a:ext uri="{FF2B5EF4-FFF2-40B4-BE49-F238E27FC236}">
                  <a16:creationId xmlns:a16="http://schemas.microsoft.com/office/drawing/2014/main" id="{AF31DAD0-E76E-7A2E-A053-AB70FB91744F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B7681F3C-AE8B-5FD8-7623-7DADF4D5BB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Présentation du modèle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55F9DC73-6962-4924-F86F-6B319040786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25018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 12">
            <a:extLst>
              <a:ext uri="{FF2B5EF4-FFF2-40B4-BE49-F238E27FC236}">
                <a16:creationId xmlns:a16="http://schemas.microsoft.com/office/drawing/2014/main" id="{4A91FB13-993B-0646-BDEF-5BA37FBA556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CC68DB94-46EA-043B-E293-89F74B53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764C7C74-33B5-01AC-0ED6-605AF83A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65686FF6-4D85-888C-F01B-0B708B6B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A59EB49E-DF8D-B601-5E77-80AB45E5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5D667FE-7C9F-239C-24FE-5942B911F966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3" name="Forme libre 11">
              <a:extLst>
                <a:ext uri="{FF2B5EF4-FFF2-40B4-BE49-F238E27FC236}">
                  <a16:creationId xmlns:a16="http://schemas.microsoft.com/office/drawing/2014/main" id="{EA605168-0F05-B4F8-1A38-8221BCFF59F0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4" name="Forme libre 12">
              <a:extLst>
                <a:ext uri="{FF2B5EF4-FFF2-40B4-BE49-F238E27FC236}">
                  <a16:creationId xmlns:a16="http://schemas.microsoft.com/office/drawing/2014/main" id="{CC0785B7-F8C0-76AA-E523-B5D8BD3739C2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2" name="Espace réservé du texte 45">
            <a:extLst>
              <a:ext uri="{FF2B5EF4-FFF2-40B4-BE49-F238E27FC236}">
                <a16:creationId xmlns:a16="http://schemas.microsoft.com/office/drawing/2014/main" id="{FE982806-76A8-310E-FE59-4D453BC8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854303AA-3ED4-F142-035C-0E51218D418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021020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a photo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pour une image  19">
            <a:extLst>
              <a:ext uri="{FF2B5EF4-FFF2-40B4-BE49-F238E27FC236}">
                <a16:creationId xmlns:a16="http://schemas.microsoft.com/office/drawing/2014/main" id="{8EA1286E-030B-2BE1-F706-76AA0A9A753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05341" y="845437"/>
            <a:ext cx="4449084" cy="53124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E91BB3B0-9D9A-2E1B-D991-57F7E82BC54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7575" y="845437"/>
            <a:ext cx="4439664" cy="53124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0DFD54E7-2949-39E9-46BE-4335CE10E5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65917" y="1388928"/>
            <a:ext cx="1458214" cy="307777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B764448F-1DC0-C42A-F747-B1AC03CB00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5917" y="1900990"/>
            <a:ext cx="1850746" cy="984885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 id quo tem qui </a:t>
            </a:r>
            <a:r>
              <a:rPr lang="fr-FR" err="1"/>
              <a:t>quodisq</a:t>
            </a:r>
            <a:r>
              <a:rPr lang="fr-FR"/>
              <a:t>  </a:t>
            </a:r>
            <a:r>
              <a:rPr lang="fr-FR" err="1"/>
              <a:t>uiaspel</a:t>
            </a:r>
            <a:r>
              <a:rPr lang="fr-FR"/>
              <a:t> </a:t>
            </a:r>
            <a:r>
              <a:rPr lang="fr-FR" err="1"/>
              <a:t>essundae</a:t>
            </a:r>
            <a:endParaRPr lang="fr-FR"/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A30869FF-7A05-52A4-B5E3-22D081A6D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58449" y="4372819"/>
            <a:ext cx="1458214" cy="307777"/>
          </a:xfrm>
        </p:spPr>
        <p:txBody>
          <a:bodyPr wrap="square" lIns="0" tIns="0" rIns="0" bIns="0" anchor="b" anchorCtr="0">
            <a:spAutoFit/>
          </a:bodyPr>
          <a:lstStyle>
            <a:lvl1pPr algn="r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DB5D7D41-633A-88EE-A297-2AE876E66F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5916" y="4883943"/>
            <a:ext cx="1850747" cy="984885"/>
          </a:xfrm>
        </p:spPr>
        <p:txBody>
          <a:bodyPr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 id quo tem qui </a:t>
            </a:r>
            <a:r>
              <a:rPr lang="fr-FR" err="1"/>
              <a:t>quodisq</a:t>
            </a:r>
            <a:r>
              <a:rPr lang="fr-FR"/>
              <a:t>  </a:t>
            </a:r>
            <a:r>
              <a:rPr lang="fr-FR" err="1"/>
              <a:t>uiaspel</a:t>
            </a:r>
            <a:r>
              <a:rPr lang="fr-FR"/>
              <a:t> </a:t>
            </a:r>
            <a:r>
              <a:rPr lang="fr-FR" err="1"/>
              <a:t>essundae</a:t>
            </a:r>
            <a:endParaRPr lang="fr-FR"/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1DD95D6D-FCBA-2EE7-A3D3-7FE27CC7774C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2C129D0C-ABF2-E8F3-CD6B-A0347710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1ADC49BE-24E4-0298-7298-22FD3CF6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0" name="Espace réservé du numéro de diapositive 4">
            <a:extLst>
              <a:ext uri="{FF2B5EF4-FFF2-40B4-BE49-F238E27FC236}">
                <a16:creationId xmlns:a16="http://schemas.microsoft.com/office/drawing/2014/main" id="{9AB025A3-ED53-1486-71FD-556FB805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07AA25F0-ED27-94ED-BA2C-3AA0E51D417C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3" name="Forme libre 11">
              <a:extLst>
                <a:ext uri="{FF2B5EF4-FFF2-40B4-BE49-F238E27FC236}">
                  <a16:creationId xmlns:a16="http://schemas.microsoft.com/office/drawing/2014/main" id="{7E09B473-5571-512D-8CDE-BBF4AE858E93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6" name="Forme libre 12">
              <a:extLst>
                <a:ext uri="{FF2B5EF4-FFF2-40B4-BE49-F238E27FC236}">
                  <a16:creationId xmlns:a16="http://schemas.microsoft.com/office/drawing/2014/main" id="{661C4970-3CF7-6A56-0967-CA2B67A76617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0B30C66F-6F0C-6416-3378-91B69AD517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0DB73D97-CB2D-87E4-F3CC-BDE2C53FCF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49471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a photos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pour une image  19">
            <a:extLst>
              <a:ext uri="{FF2B5EF4-FFF2-40B4-BE49-F238E27FC236}">
                <a16:creationId xmlns:a16="http://schemas.microsoft.com/office/drawing/2014/main" id="{8EA1286E-030B-2BE1-F706-76AA0A9A753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05341" y="845436"/>
            <a:ext cx="444908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E91BB3B0-9D9A-2E1B-D991-57F7E82BC54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7575" y="845436"/>
            <a:ext cx="443966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0DFD54E7-2949-39E9-46BE-4335CE10E5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66319" y="845436"/>
            <a:ext cx="1850748" cy="307777"/>
          </a:xfrm>
        </p:spPr>
        <p:txBody>
          <a:bodyPr wrap="square" lIns="0" tIns="0" rIns="0" bIns="0" anchor="b" anchorCtr="0">
            <a:spAutoFit/>
          </a:bodyPr>
          <a:lstStyle>
            <a:lvl1pPr algn="r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B764448F-1DC0-C42A-F747-B1AC03CB00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6321" y="1228842"/>
            <a:ext cx="1850746" cy="492443"/>
          </a:xfrm>
        </p:spPr>
        <p:txBody>
          <a:bodyPr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2" name="Espace réservé pour une image  19">
            <a:extLst>
              <a:ext uri="{FF2B5EF4-FFF2-40B4-BE49-F238E27FC236}">
                <a16:creationId xmlns:a16="http://schemas.microsoft.com/office/drawing/2014/main" id="{C7EFD244-1229-09E9-5488-FB3A5C3345D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205341" y="3599665"/>
            <a:ext cx="444908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6" name="Espace réservé pour une image  19">
            <a:extLst>
              <a:ext uri="{FF2B5EF4-FFF2-40B4-BE49-F238E27FC236}">
                <a16:creationId xmlns:a16="http://schemas.microsoft.com/office/drawing/2014/main" id="{63115025-E73A-AB84-536C-D0BD8D128B5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7575" y="3599665"/>
            <a:ext cx="443966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7" name="Espace réservé du texte 48">
            <a:extLst>
              <a:ext uri="{FF2B5EF4-FFF2-40B4-BE49-F238E27FC236}">
                <a16:creationId xmlns:a16="http://schemas.microsoft.com/office/drawing/2014/main" id="{6C97D450-1D6D-1676-9C6D-79A6C1C336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513" y="2494044"/>
            <a:ext cx="1850745" cy="307777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EF7A45AC-4C50-A949-39E8-873847E96DC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514" y="2872993"/>
            <a:ext cx="1850747" cy="492443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96ADFD56-2322-711C-0104-EE7F2ABD6C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66316" y="3599665"/>
            <a:ext cx="1850748" cy="307777"/>
          </a:xfrm>
        </p:spPr>
        <p:txBody>
          <a:bodyPr wrap="square" lIns="0" tIns="0" rIns="0" bIns="0" anchor="b" anchorCtr="0">
            <a:spAutoFit/>
          </a:bodyPr>
          <a:lstStyle>
            <a:lvl1pPr algn="r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6" name="Espace réservé du texte 48">
            <a:extLst>
              <a:ext uri="{FF2B5EF4-FFF2-40B4-BE49-F238E27FC236}">
                <a16:creationId xmlns:a16="http://schemas.microsoft.com/office/drawing/2014/main" id="{E3CFFFDD-74FF-BCD1-0260-E5910F373A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66318" y="3983071"/>
            <a:ext cx="1850746" cy="492443"/>
          </a:xfrm>
        </p:spPr>
        <p:txBody>
          <a:bodyPr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80E1196D-E168-0237-AC44-1C35EC19BF0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65510" y="5248273"/>
            <a:ext cx="1850745" cy="307777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ABA1E221-1503-37AA-C1C8-830F077014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65511" y="5627222"/>
            <a:ext cx="1850747" cy="492443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11" name="Forme libre 12">
            <a:extLst>
              <a:ext uri="{FF2B5EF4-FFF2-40B4-BE49-F238E27FC236}">
                <a16:creationId xmlns:a16="http://schemas.microsoft.com/office/drawing/2014/main" id="{B7B84159-C81F-C8F6-8D32-E2FAA205AFC6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12" name="Espace réservé de la date 2">
            <a:extLst>
              <a:ext uri="{FF2B5EF4-FFF2-40B4-BE49-F238E27FC236}">
                <a16:creationId xmlns:a16="http://schemas.microsoft.com/office/drawing/2014/main" id="{F4B59F8E-EC1C-EDAF-B249-C4C31E75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id="{55CA570D-1E39-0725-E218-373C741BA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23" name="Espace réservé du numéro de diapositive 4">
            <a:extLst>
              <a:ext uri="{FF2B5EF4-FFF2-40B4-BE49-F238E27FC236}">
                <a16:creationId xmlns:a16="http://schemas.microsoft.com/office/drawing/2014/main" id="{20AC2A3A-872F-D9FA-E98E-5566A6E4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2DD0FE4-9728-B7E6-038B-75373227BE28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22" name="Forme libre 11">
              <a:extLst>
                <a:ext uri="{FF2B5EF4-FFF2-40B4-BE49-F238E27FC236}">
                  <a16:creationId xmlns:a16="http://schemas.microsoft.com/office/drawing/2014/main" id="{0FB486BE-BE23-67E6-0C2B-3D8715735323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4" name="Forme libre 12">
              <a:extLst>
                <a:ext uri="{FF2B5EF4-FFF2-40B4-BE49-F238E27FC236}">
                  <a16:creationId xmlns:a16="http://schemas.microsoft.com/office/drawing/2014/main" id="{806DB196-18DF-9397-D3B1-012EC6A56CA0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3C6D3F5E-CEB4-6402-B9C8-4FE94615AE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B14288E1-A952-5620-9F23-EB5A5F8C24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241669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u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07B07-AA03-5ACC-6FFB-C9A1B250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Forme libre 12">
            <a:extLst>
              <a:ext uri="{FF2B5EF4-FFF2-40B4-BE49-F238E27FC236}">
                <a16:creationId xmlns:a16="http://schemas.microsoft.com/office/drawing/2014/main" id="{4A47F340-C55C-E5D5-9ADC-A1263F47A608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D3ACE736-F452-C03A-925C-4AB874D2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BA8B7FC6-42A8-51CF-47A8-6657E9B2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021BEE63-1EAF-5199-3849-5B180E19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0255193-0062-527E-4F3E-4AF72082E97E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0" name="Forme libre 11">
              <a:extLst>
                <a:ext uri="{FF2B5EF4-FFF2-40B4-BE49-F238E27FC236}">
                  <a16:creationId xmlns:a16="http://schemas.microsoft.com/office/drawing/2014/main" id="{367C29C6-8DC2-47FD-971B-45861B359921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A74675DC-97EF-FAE8-35EA-E41DE4449851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C1E5B70B-B604-13BF-31BE-92B67B5095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D5C09ADD-FA01-2C94-428C-E2B56D7B80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904726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au 02">
    <p:bg>
      <p:bgPr>
        <a:blipFill dpi="0" rotWithShape="1">
          <a:blip r:embed="rId2">
            <a:lum/>
          </a:blip>
          <a:srcRect/>
          <a:stretch>
            <a:fillRect l="40000" t="-8000" r="-40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A1B1A827-745B-51EA-96B5-7C38D1920B57}"/>
              </a:ext>
            </a:extLst>
          </p:cNvPr>
          <p:cNvSpPr/>
          <p:nvPr userDrawn="1"/>
        </p:nvSpPr>
        <p:spPr>
          <a:xfrm>
            <a:off x="0" y="-20971"/>
            <a:ext cx="12192000" cy="6899942"/>
          </a:xfrm>
          <a:custGeom>
            <a:avLst/>
            <a:gdLst>
              <a:gd name="connsiteX0" fmla="*/ 0 w 11011220"/>
              <a:gd name="connsiteY0" fmla="*/ 0 h 6853042"/>
              <a:gd name="connsiteX1" fmla="*/ 2670048 w 11011220"/>
              <a:gd name="connsiteY1" fmla="*/ 0 h 6853042"/>
              <a:gd name="connsiteX2" fmla="*/ 2670048 w 11011220"/>
              <a:gd name="connsiteY2" fmla="*/ 4958 h 6853042"/>
              <a:gd name="connsiteX3" fmla="*/ 8101974 w 11011220"/>
              <a:gd name="connsiteY3" fmla="*/ 4958 h 6853042"/>
              <a:gd name="connsiteX4" fmla="*/ 8018211 w 11011220"/>
              <a:gd name="connsiteY4" fmla="*/ 211263 h 6853042"/>
              <a:gd name="connsiteX5" fmla="*/ 7737478 w 11011220"/>
              <a:gd name="connsiteY5" fmla="*/ 1756569 h 6853042"/>
              <a:gd name="connsiteX6" fmla="*/ 7737478 w 11011220"/>
              <a:gd name="connsiteY6" fmla="*/ 1761519 h 6853042"/>
              <a:gd name="connsiteX7" fmla="*/ 9019626 w 11011220"/>
              <a:gd name="connsiteY7" fmla="*/ 4858644 h 6853042"/>
              <a:gd name="connsiteX8" fmla="*/ 11011220 w 11011220"/>
              <a:gd name="connsiteY8" fmla="*/ 6853042 h 6853042"/>
              <a:gd name="connsiteX9" fmla="*/ 1552579 w 11011220"/>
              <a:gd name="connsiteY9" fmla="*/ 6853042 h 6853042"/>
              <a:gd name="connsiteX10" fmla="*/ 1552579 w 11011220"/>
              <a:gd name="connsiteY10" fmla="*/ 6848084 h 6853042"/>
              <a:gd name="connsiteX11" fmla="*/ 0 w 11011220"/>
              <a:gd name="connsiteY11" fmla="*/ 6848084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11220" h="6853042">
                <a:moveTo>
                  <a:pt x="0" y="0"/>
                </a:moveTo>
                <a:lnTo>
                  <a:pt x="2670048" y="0"/>
                </a:lnTo>
                <a:lnTo>
                  <a:pt x="2670048" y="4958"/>
                </a:lnTo>
                <a:lnTo>
                  <a:pt x="8101974" y="4958"/>
                </a:lnTo>
                <a:lnTo>
                  <a:pt x="8018211" y="211263"/>
                </a:lnTo>
                <a:cubicBezTo>
                  <a:pt x="7831389" y="708260"/>
                  <a:pt x="7737811" y="1232317"/>
                  <a:pt x="7737478" y="1756569"/>
                </a:cubicBezTo>
                <a:lnTo>
                  <a:pt x="7737478" y="1761519"/>
                </a:lnTo>
                <a:cubicBezTo>
                  <a:pt x="7738112" y="2882646"/>
                  <a:pt x="8165452" y="4003394"/>
                  <a:pt x="9019626" y="4858644"/>
                </a:cubicBezTo>
                <a:lnTo>
                  <a:pt x="11011220" y="6853042"/>
                </a:lnTo>
                <a:lnTo>
                  <a:pt x="1552579" y="6853042"/>
                </a:lnTo>
                <a:lnTo>
                  <a:pt x="1552579" y="6848084"/>
                </a:lnTo>
                <a:lnTo>
                  <a:pt x="0" y="6848084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C5CE7E-D269-A260-6353-D23A6A4B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Forme libre 12">
            <a:extLst>
              <a:ext uri="{FF2B5EF4-FFF2-40B4-BE49-F238E27FC236}">
                <a16:creationId xmlns:a16="http://schemas.microsoft.com/office/drawing/2014/main" id="{92C2C3C5-4DAF-F9C8-0CB2-0ED74826B324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13" name="Espace réservé de la date 2">
            <a:extLst>
              <a:ext uri="{FF2B5EF4-FFF2-40B4-BE49-F238E27FC236}">
                <a16:creationId xmlns:a16="http://schemas.microsoft.com/office/drawing/2014/main" id="{3FE7F6B4-60B5-9531-5D30-8C2E9AFE1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14" name="Espace réservé du pied de page 3">
            <a:extLst>
              <a:ext uri="{FF2B5EF4-FFF2-40B4-BE49-F238E27FC236}">
                <a16:creationId xmlns:a16="http://schemas.microsoft.com/office/drawing/2014/main" id="{238222B4-E515-DA71-77A3-F490DF5E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C477C887-B94B-8D8A-15AB-7A003DD3D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3D3BD22-EDD0-FFB5-CBB6-7E10557833FA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20" name="Forme libre 11">
              <a:extLst>
                <a:ext uri="{FF2B5EF4-FFF2-40B4-BE49-F238E27FC236}">
                  <a16:creationId xmlns:a16="http://schemas.microsoft.com/office/drawing/2014/main" id="{DCE06520-3AF5-C562-F50E-95BC5A523A4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1" name="Forme libre 12">
              <a:extLst>
                <a:ext uri="{FF2B5EF4-FFF2-40B4-BE49-F238E27FC236}">
                  <a16:creationId xmlns:a16="http://schemas.microsoft.com/office/drawing/2014/main" id="{2FB780CF-88A1-4CDE-6AE9-58E9E0BD1F2E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761CD43D-5C48-6E79-9132-7809BB8861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CB81CF82-8CE3-D660-D350-7AA11C132C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3093756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rier">
    <p:bg>
      <p:bgPr>
        <a:blipFill dpi="0" rotWithShape="1">
          <a:blip r:embed="rId2">
            <a:lum/>
          </a:blip>
          <a:srcRect/>
          <a:stretch>
            <a:fillRect l="30000" t="-7000" r="-30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e libre 9">
            <a:extLst>
              <a:ext uri="{FF2B5EF4-FFF2-40B4-BE49-F238E27FC236}">
                <a16:creationId xmlns:a16="http://schemas.microsoft.com/office/drawing/2014/main" id="{C52C6C69-F242-7427-226C-8EB4BE0E3417}"/>
              </a:ext>
            </a:extLst>
          </p:cNvPr>
          <p:cNvSpPr/>
          <p:nvPr userDrawn="1"/>
        </p:nvSpPr>
        <p:spPr>
          <a:xfrm>
            <a:off x="-1" y="-20971"/>
            <a:ext cx="12192001" cy="6899942"/>
          </a:xfrm>
          <a:custGeom>
            <a:avLst/>
            <a:gdLst>
              <a:gd name="connsiteX0" fmla="*/ 0 w 11011220"/>
              <a:gd name="connsiteY0" fmla="*/ 0 h 6853042"/>
              <a:gd name="connsiteX1" fmla="*/ 2670048 w 11011220"/>
              <a:gd name="connsiteY1" fmla="*/ 0 h 6853042"/>
              <a:gd name="connsiteX2" fmla="*/ 2670048 w 11011220"/>
              <a:gd name="connsiteY2" fmla="*/ 4958 h 6853042"/>
              <a:gd name="connsiteX3" fmla="*/ 8101974 w 11011220"/>
              <a:gd name="connsiteY3" fmla="*/ 4958 h 6853042"/>
              <a:gd name="connsiteX4" fmla="*/ 8018211 w 11011220"/>
              <a:gd name="connsiteY4" fmla="*/ 211263 h 6853042"/>
              <a:gd name="connsiteX5" fmla="*/ 7737478 w 11011220"/>
              <a:gd name="connsiteY5" fmla="*/ 1756569 h 6853042"/>
              <a:gd name="connsiteX6" fmla="*/ 7737478 w 11011220"/>
              <a:gd name="connsiteY6" fmla="*/ 1761519 h 6853042"/>
              <a:gd name="connsiteX7" fmla="*/ 9019626 w 11011220"/>
              <a:gd name="connsiteY7" fmla="*/ 4858644 h 6853042"/>
              <a:gd name="connsiteX8" fmla="*/ 11011220 w 11011220"/>
              <a:gd name="connsiteY8" fmla="*/ 6853042 h 6853042"/>
              <a:gd name="connsiteX9" fmla="*/ 1552579 w 11011220"/>
              <a:gd name="connsiteY9" fmla="*/ 6853042 h 6853042"/>
              <a:gd name="connsiteX10" fmla="*/ 1552579 w 11011220"/>
              <a:gd name="connsiteY10" fmla="*/ 6848084 h 6853042"/>
              <a:gd name="connsiteX11" fmla="*/ 0 w 11011220"/>
              <a:gd name="connsiteY11" fmla="*/ 6848084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11220" h="6853042">
                <a:moveTo>
                  <a:pt x="0" y="0"/>
                </a:moveTo>
                <a:lnTo>
                  <a:pt x="2670048" y="0"/>
                </a:lnTo>
                <a:lnTo>
                  <a:pt x="2670048" y="4958"/>
                </a:lnTo>
                <a:lnTo>
                  <a:pt x="8101974" y="4958"/>
                </a:lnTo>
                <a:lnTo>
                  <a:pt x="8018211" y="211263"/>
                </a:lnTo>
                <a:cubicBezTo>
                  <a:pt x="7831389" y="708260"/>
                  <a:pt x="7737811" y="1232317"/>
                  <a:pt x="7737478" y="1756569"/>
                </a:cubicBezTo>
                <a:lnTo>
                  <a:pt x="7737478" y="1761519"/>
                </a:lnTo>
                <a:cubicBezTo>
                  <a:pt x="7738112" y="2882646"/>
                  <a:pt x="8165452" y="4003394"/>
                  <a:pt x="9019626" y="4858644"/>
                </a:cubicBezTo>
                <a:lnTo>
                  <a:pt x="11011220" y="6853042"/>
                </a:lnTo>
                <a:lnTo>
                  <a:pt x="1552579" y="6853042"/>
                </a:lnTo>
                <a:lnTo>
                  <a:pt x="1552579" y="6848084"/>
                </a:lnTo>
                <a:lnTo>
                  <a:pt x="0" y="6848084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6ACFC7-BEAD-6583-D73B-A62DF40C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A3A49CD3-9CA8-6BA3-9416-B1440A8500FA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7" name="Forme libre 11">
              <a:extLst>
                <a:ext uri="{FF2B5EF4-FFF2-40B4-BE49-F238E27FC236}">
                  <a16:creationId xmlns:a16="http://schemas.microsoft.com/office/drawing/2014/main" id="{90189B4B-2A6B-AFA0-E96E-C404176E2976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8" name="Forme libre 12">
              <a:extLst>
                <a:ext uri="{FF2B5EF4-FFF2-40B4-BE49-F238E27FC236}">
                  <a16:creationId xmlns:a16="http://schemas.microsoft.com/office/drawing/2014/main" id="{ED5AA2D0-B4D0-3148-3067-D98BA52A184E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9" name="Espace réservé du texte 45">
            <a:extLst>
              <a:ext uri="{FF2B5EF4-FFF2-40B4-BE49-F238E27FC236}">
                <a16:creationId xmlns:a16="http://schemas.microsoft.com/office/drawing/2014/main" id="{F1EFDC2A-6314-5FB2-AED0-470C3D22A8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0" name="Espace réservé du texte 45">
            <a:extLst>
              <a:ext uri="{FF2B5EF4-FFF2-40B4-BE49-F238E27FC236}">
                <a16:creationId xmlns:a16="http://schemas.microsoft.com/office/drawing/2014/main" id="{F464529F-E5DD-BF02-1454-549F2336130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1" name="Forme libre 12">
            <a:extLst>
              <a:ext uri="{FF2B5EF4-FFF2-40B4-BE49-F238E27FC236}">
                <a16:creationId xmlns:a16="http://schemas.microsoft.com/office/drawing/2014/main" id="{E83EEC7D-948F-1B30-3BEF-2A0351851E76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12" name="Espace réservé de la date 2">
            <a:extLst>
              <a:ext uri="{FF2B5EF4-FFF2-40B4-BE49-F238E27FC236}">
                <a16:creationId xmlns:a16="http://schemas.microsoft.com/office/drawing/2014/main" id="{FFA06006-CE4E-F648-04E3-101DEAFA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13" name="Espace réservé du pied de page 3">
            <a:extLst>
              <a:ext uri="{FF2B5EF4-FFF2-40B4-BE49-F238E27FC236}">
                <a16:creationId xmlns:a16="http://schemas.microsoft.com/office/drawing/2014/main" id="{9AED4FB6-EB25-DF41-7CBD-219A2302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4" name="Espace réservé du numéro de diapositive 4">
            <a:extLst>
              <a:ext uri="{FF2B5EF4-FFF2-40B4-BE49-F238E27FC236}">
                <a16:creationId xmlns:a16="http://schemas.microsoft.com/office/drawing/2014/main" id="{E1FC0C53-6EAD-D079-AAEB-8A5EBAA7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0403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ffres clés">
    <p:bg>
      <p:bgPr>
        <a:blipFill dpi="0" rotWithShape="1">
          <a:blip r:embed="rId2">
            <a:lum/>
          </a:blip>
          <a:srcRect/>
          <a:stretch>
            <a:fillRect l="-35000" t="-9000" r="40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C3D63B46-F987-949E-F9AA-DA4721B0359F}"/>
              </a:ext>
            </a:extLst>
          </p:cNvPr>
          <p:cNvSpPr/>
          <p:nvPr userDrawn="1"/>
        </p:nvSpPr>
        <p:spPr>
          <a:xfrm flipH="1">
            <a:off x="-1" y="0"/>
            <a:ext cx="12192000" cy="6853042"/>
          </a:xfrm>
          <a:custGeom>
            <a:avLst/>
            <a:gdLst>
              <a:gd name="connsiteX0" fmla="*/ 2879725 w 10990518"/>
              <a:gd name="connsiteY0" fmla="*/ 0 h 6853042"/>
              <a:gd name="connsiteX1" fmla="*/ 0 w 10990518"/>
              <a:gd name="connsiteY1" fmla="*/ 0 h 6853042"/>
              <a:gd name="connsiteX2" fmla="*/ 0 w 10990518"/>
              <a:gd name="connsiteY2" fmla="*/ 6853042 h 6853042"/>
              <a:gd name="connsiteX3" fmla="*/ 1531877 w 10990518"/>
              <a:gd name="connsiteY3" fmla="*/ 6853042 h 6853042"/>
              <a:gd name="connsiteX4" fmla="*/ 2879725 w 10990518"/>
              <a:gd name="connsiteY4" fmla="*/ 6853042 h 6853042"/>
              <a:gd name="connsiteX5" fmla="*/ 10990518 w 10990518"/>
              <a:gd name="connsiteY5" fmla="*/ 6853042 h 6853042"/>
              <a:gd name="connsiteX6" fmla="*/ 8998924 w 10990518"/>
              <a:gd name="connsiteY6" fmla="*/ 4858644 h 6853042"/>
              <a:gd name="connsiteX7" fmla="*/ 7716776 w 10990518"/>
              <a:gd name="connsiteY7" fmla="*/ 1761519 h 6853042"/>
              <a:gd name="connsiteX8" fmla="*/ 7716776 w 10990518"/>
              <a:gd name="connsiteY8" fmla="*/ 1756569 h 6853042"/>
              <a:gd name="connsiteX9" fmla="*/ 7997509 w 10990518"/>
              <a:gd name="connsiteY9" fmla="*/ 211263 h 6853042"/>
              <a:gd name="connsiteX10" fmla="*/ 8081272 w 10990518"/>
              <a:gd name="connsiteY10" fmla="*/ 4958 h 6853042"/>
              <a:gd name="connsiteX11" fmla="*/ 2879725 w 10990518"/>
              <a:gd name="connsiteY11" fmla="*/ 4958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0518" h="6853042">
                <a:moveTo>
                  <a:pt x="2879725" y="0"/>
                </a:moveTo>
                <a:lnTo>
                  <a:pt x="0" y="0"/>
                </a:lnTo>
                <a:lnTo>
                  <a:pt x="0" y="6853042"/>
                </a:lnTo>
                <a:lnTo>
                  <a:pt x="1531877" y="6853042"/>
                </a:lnTo>
                <a:lnTo>
                  <a:pt x="2879725" y="6853042"/>
                </a:lnTo>
                <a:lnTo>
                  <a:pt x="10990518" y="6853042"/>
                </a:lnTo>
                <a:lnTo>
                  <a:pt x="8998924" y="4858644"/>
                </a:lnTo>
                <a:cubicBezTo>
                  <a:pt x="8144750" y="4003394"/>
                  <a:pt x="7717410" y="2882646"/>
                  <a:pt x="7716776" y="1761519"/>
                </a:cubicBezTo>
                <a:lnTo>
                  <a:pt x="7716776" y="1756569"/>
                </a:lnTo>
                <a:cubicBezTo>
                  <a:pt x="7717109" y="1232317"/>
                  <a:pt x="7810687" y="708260"/>
                  <a:pt x="7997509" y="211263"/>
                </a:cubicBezTo>
                <a:lnTo>
                  <a:pt x="8081272" y="4958"/>
                </a:lnTo>
                <a:lnTo>
                  <a:pt x="2879725" y="4958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699774F8-2CAC-4281-C7BD-6B3E8220C0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14421" y="1671046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6E0B3D2C-0628-2036-3FFB-D3D59C30A9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4421" y="2575194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F22EA189-DC0E-A682-C143-6920742EB5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14421" y="3850720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3E287203-AF51-2846-74AF-1793734684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14421" y="4754868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5" name="Espace réservé du texte 48">
            <a:extLst>
              <a:ext uri="{FF2B5EF4-FFF2-40B4-BE49-F238E27FC236}">
                <a16:creationId xmlns:a16="http://schemas.microsoft.com/office/drawing/2014/main" id="{E45B0185-8CEC-2879-18A9-21224282C4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1659" y="1671046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6" name="Espace réservé du texte 48">
            <a:extLst>
              <a:ext uri="{FF2B5EF4-FFF2-40B4-BE49-F238E27FC236}">
                <a16:creationId xmlns:a16="http://schemas.microsoft.com/office/drawing/2014/main" id="{845819A9-0C72-D550-AF7E-3F38CB6B2B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1659" y="2575194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5EE413F4-2838-BD96-29BA-281685C7DE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1659" y="3850720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99C98D80-09BB-D004-46B8-42890F525B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1659" y="4754868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6" name="Forme libre 12">
            <a:extLst>
              <a:ext uri="{FF2B5EF4-FFF2-40B4-BE49-F238E27FC236}">
                <a16:creationId xmlns:a16="http://schemas.microsoft.com/office/drawing/2014/main" id="{FC8420EF-069A-2B15-BE80-0E449C19B507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524FC760-8A19-1AE5-D439-AC2C4115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22" name="Espace réservé du pied de page 3">
            <a:extLst>
              <a:ext uri="{FF2B5EF4-FFF2-40B4-BE49-F238E27FC236}">
                <a16:creationId xmlns:a16="http://schemas.microsoft.com/office/drawing/2014/main" id="{16FC95EE-8CB8-7BF0-3950-E38B8BF9D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23" name="Espace réservé du numéro de diapositive 4">
            <a:extLst>
              <a:ext uri="{FF2B5EF4-FFF2-40B4-BE49-F238E27FC236}">
                <a16:creationId xmlns:a16="http://schemas.microsoft.com/office/drawing/2014/main" id="{A87983A0-01CB-40C9-C094-C725E723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76E6F55D-DAF6-9444-E256-AE3946A6AD13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9" name="Forme libre 11">
              <a:extLst>
                <a:ext uri="{FF2B5EF4-FFF2-40B4-BE49-F238E27FC236}">
                  <a16:creationId xmlns:a16="http://schemas.microsoft.com/office/drawing/2014/main" id="{794ABA5F-8B9F-CE60-46A5-09ACBA47D4C6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4" name="Forme libre 12">
              <a:extLst>
                <a:ext uri="{FF2B5EF4-FFF2-40B4-BE49-F238E27FC236}">
                  <a16:creationId xmlns:a16="http://schemas.microsoft.com/office/drawing/2014/main" id="{A9E04064-EE12-F787-45A6-52031ACD53FD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2" name="Espace réservé du texte 45">
            <a:extLst>
              <a:ext uri="{FF2B5EF4-FFF2-40B4-BE49-F238E27FC236}">
                <a16:creationId xmlns:a16="http://schemas.microsoft.com/office/drawing/2014/main" id="{6DC714C1-A15C-0D21-464C-435A129B09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54311D5A-4260-6FE7-A1BF-41EE87B142F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65974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C3D63B46-F987-949E-F9AA-DA4721B0359F}"/>
              </a:ext>
            </a:extLst>
          </p:cNvPr>
          <p:cNvSpPr/>
          <p:nvPr userDrawn="1"/>
        </p:nvSpPr>
        <p:spPr>
          <a:xfrm flipH="1">
            <a:off x="-1" y="-51672"/>
            <a:ext cx="11006420" cy="6961343"/>
          </a:xfrm>
          <a:custGeom>
            <a:avLst/>
            <a:gdLst>
              <a:gd name="connsiteX0" fmla="*/ 2879725 w 10990518"/>
              <a:gd name="connsiteY0" fmla="*/ 0 h 6853042"/>
              <a:gd name="connsiteX1" fmla="*/ 0 w 10990518"/>
              <a:gd name="connsiteY1" fmla="*/ 0 h 6853042"/>
              <a:gd name="connsiteX2" fmla="*/ 0 w 10990518"/>
              <a:gd name="connsiteY2" fmla="*/ 6853042 h 6853042"/>
              <a:gd name="connsiteX3" fmla="*/ 1531877 w 10990518"/>
              <a:gd name="connsiteY3" fmla="*/ 6853042 h 6853042"/>
              <a:gd name="connsiteX4" fmla="*/ 2879725 w 10990518"/>
              <a:gd name="connsiteY4" fmla="*/ 6853042 h 6853042"/>
              <a:gd name="connsiteX5" fmla="*/ 10990518 w 10990518"/>
              <a:gd name="connsiteY5" fmla="*/ 6853042 h 6853042"/>
              <a:gd name="connsiteX6" fmla="*/ 8998924 w 10990518"/>
              <a:gd name="connsiteY6" fmla="*/ 4858644 h 6853042"/>
              <a:gd name="connsiteX7" fmla="*/ 7716776 w 10990518"/>
              <a:gd name="connsiteY7" fmla="*/ 1761519 h 6853042"/>
              <a:gd name="connsiteX8" fmla="*/ 7716776 w 10990518"/>
              <a:gd name="connsiteY8" fmla="*/ 1756569 h 6853042"/>
              <a:gd name="connsiteX9" fmla="*/ 7997509 w 10990518"/>
              <a:gd name="connsiteY9" fmla="*/ 211263 h 6853042"/>
              <a:gd name="connsiteX10" fmla="*/ 8081272 w 10990518"/>
              <a:gd name="connsiteY10" fmla="*/ 4958 h 6853042"/>
              <a:gd name="connsiteX11" fmla="*/ 2879725 w 10990518"/>
              <a:gd name="connsiteY11" fmla="*/ 4958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0518" h="6853042">
                <a:moveTo>
                  <a:pt x="2879725" y="0"/>
                </a:moveTo>
                <a:lnTo>
                  <a:pt x="0" y="0"/>
                </a:lnTo>
                <a:lnTo>
                  <a:pt x="0" y="6853042"/>
                </a:lnTo>
                <a:lnTo>
                  <a:pt x="1531877" y="6853042"/>
                </a:lnTo>
                <a:lnTo>
                  <a:pt x="2879725" y="6853042"/>
                </a:lnTo>
                <a:lnTo>
                  <a:pt x="10990518" y="6853042"/>
                </a:lnTo>
                <a:lnTo>
                  <a:pt x="8998924" y="4858644"/>
                </a:lnTo>
                <a:cubicBezTo>
                  <a:pt x="8144750" y="4003394"/>
                  <a:pt x="7717410" y="2882646"/>
                  <a:pt x="7716776" y="1761519"/>
                </a:cubicBezTo>
                <a:lnTo>
                  <a:pt x="7716776" y="1756569"/>
                </a:lnTo>
                <a:cubicBezTo>
                  <a:pt x="7717109" y="1232317"/>
                  <a:pt x="7810687" y="708260"/>
                  <a:pt x="7997509" y="211263"/>
                </a:cubicBezTo>
                <a:lnTo>
                  <a:pt x="8081272" y="4958"/>
                </a:lnTo>
                <a:lnTo>
                  <a:pt x="2879725" y="4958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F67C30-AE14-6D8D-3292-BB90707759D0}"/>
              </a:ext>
            </a:extLst>
          </p:cNvPr>
          <p:cNvSpPr/>
          <p:nvPr userDrawn="1"/>
        </p:nvSpPr>
        <p:spPr>
          <a:xfrm>
            <a:off x="10613985" y="-51672"/>
            <a:ext cx="1578016" cy="6961342"/>
          </a:xfrm>
          <a:prstGeom prst="rect">
            <a:avLst/>
          </a:pr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9EABB81E-7E9E-580A-364D-42E2F06CA2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08204" y="2262295"/>
            <a:ext cx="6904371" cy="274947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Omagnat</a:t>
            </a:r>
            <a:r>
              <a:rPr lang="fr-FR"/>
              <a:t>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  <a:p>
            <a:pPr lvl="0"/>
            <a:r>
              <a:rPr lang="fr-FR" err="1"/>
              <a:t>Lam</a:t>
            </a:r>
            <a:r>
              <a:rPr lang="fr-FR"/>
              <a:t> in </a:t>
            </a:r>
            <a:r>
              <a:rPr lang="fr-FR" err="1"/>
              <a:t>numqui</a:t>
            </a:r>
            <a:r>
              <a:rPr lang="fr-FR"/>
              <a:t> </a:t>
            </a:r>
            <a:r>
              <a:rPr lang="fr-FR" err="1"/>
              <a:t>quiatus</a:t>
            </a:r>
            <a:r>
              <a:rPr lang="fr-FR"/>
              <a:t> ape </a:t>
            </a:r>
            <a:r>
              <a:rPr lang="fr-FR" err="1"/>
              <a:t>eatis</a:t>
            </a:r>
            <a:r>
              <a:rPr lang="fr-FR"/>
              <a:t> </a:t>
            </a:r>
            <a:r>
              <a:rPr lang="fr-FR" err="1"/>
              <a:t>volut</a:t>
            </a:r>
            <a:r>
              <a:rPr lang="fr-FR"/>
              <a:t> </a:t>
            </a:r>
            <a:r>
              <a:rPr lang="fr-FR" err="1"/>
              <a:t>eleste</a:t>
            </a:r>
            <a:r>
              <a:rPr lang="fr-FR"/>
              <a:t> </a:t>
            </a:r>
            <a:r>
              <a:rPr lang="fr-FR" err="1"/>
              <a:t>vendi</a:t>
            </a:r>
            <a:r>
              <a:rPr lang="fr-FR"/>
              <a:t> con </a:t>
            </a:r>
            <a:r>
              <a:rPr lang="fr-FR" err="1"/>
              <a:t>ped</a:t>
            </a:r>
            <a:r>
              <a:rPr lang="fr-FR"/>
              <a:t> </a:t>
            </a:r>
            <a:r>
              <a:rPr lang="fr-FR" err="1"/>
              <a:t>quam</a:t>
            </a:r>
            <a:r>
              <a:rPr lang="fr-FR"/>
              <a:t> quia </a:t>
            </a:r>
            <a:r>
              <a:rPr lang="fr-FR" err="1"/>
              <a:t>im</a:t>
            </a:r>
            <a:r>
              <a:rPr lang="fr-FR"/>
              <a:t> et </a:t>
            </a:r>
            <a:r>
              <a:rPr lang="fr-FR" err="1"/>
              <a:t>prorepe</a:t>
            </a:r>
            <a:r>
              <a:rPr lang="fr-FR"/>
              <a:t> </a:t>
            </a:r>
            <a:r>
              <a:rPr lang="fr-FR" err="1"/>
              <a:t>llorum</a:t>
            </a:r>
            <a:r>
              <a:rPr lang="fr-FR"/>
              <a:t> </a:t>
            </a:r>
            <a:r>
              <a:rPr lang="fr-FR" err="1"/>
              <a:t>num</a:t>
            </a:r>
            <a:r>
              <a:rPr lang="fr-FR"/>
              <a:t> </a:t>
            </a:r>
            <a:r>
              <a:rPr lang="fr-FR" err="1"/>
              <a:t>laboribus</a:t>
            </a:r>
            <a:r>
              <a:rPr lang="fr-FR"/>
              <a:t> </a:t>
            </a:r>
            <a:r>
              <a:rPr lang="fr-FR" err="1"/>
              <a:t>consectet</a:t>
            </a:r>
            <a:r>
              <a:rPr lang="fr-FR"/>
              <a:t> </a:t>
            </a:r>
            <a:r>
              <a:rPr lang="fr-FR" err="1"/>
              <a:t>everspi</a:t>
            </a:r>
            <a:r>
              <a:rPr lang="fr-FR"/>
              <a:t> </a:t>
            </a:r>
            <a:r>
              <a:rPr lang="fr-FR" err="1"/>
              <a:t>enistiisit</a:t>
            </a:r>
            <a:r>
              <a:rPr lang="fr-FR"/>
              <a:t> </a:t>
            </a:r>
            <a:r>
              <a:rPr lang="fr-FR" err="1"/>
              <a:t>repedit</a:t>
            </a:r>
            <a:r>
              <a:rPr lang="fr-FR"/>
              <a:t> </a:t>
            </a:r>
            <a:r>
              <a:rPr lang="fr-FR" err="1"/>
              <a:t>iberemperunt</a:t>
            </a:r>
            <a:r>
              <a:rPr lang="fr-FR"/>
              <a:t> </a:t>
            </a:r>
            <a:r>
              <a:rPr lang="fr-FR" err="1"/>
              <a:t>rectibus</a:t>
            </a:r>
            <a:r>
              <a:rPr lang="fr-FR"/>
              <a:t>, </a:t>
            </a:r>
            <a:r>
              <a:rPr lang="fr-FR" err="1"/>
              <a:t>am</a:t>
            </a:r>
            <a:r>
              <a:rPr lang="fr-FR"/>
              <a:t> </a:t>
            </a:r>
            <a:r>
              <a:rPr lang="fr-FR" err="1"/>
              <a:t>etum</a:t>
            </a:r>
            <a:r>
              <a:rPr lang="fr-FR"/>
              <a:t> </a:t>
            </a:r>
            <a:r>
              <a:rPr lang="fr-FR" err="1"/>
              <a:t>autem</a:t>
            </a:r>
            <a:r>
              <a:rPr lang="fr-FR"/>
              <a:t> </a:t>
            </a:r>
            <a:r>
              <a:rPr lang="fr-FR" err="1"/>
              <a:t>velent</a:t>
            </a:r>
            <a:r>
              <a:rPr lang="fr-FR"/>
              <a:t> </a:t>
            </a:r>
            <a:r>
              <a:rPr lang="fr-FR" err="1"/>
              <a:t>lam</a:t>
            </a:r>
            <a:r>
              <a:rPr lang="fr-FR"/>
              <a:t> </a:t>
            </a:r>
            <a:r>
              <a:rPr lang="fr-FR" err="1"/>
              <a:t>estibus</a:t>
            </a:r>
            <a:r>
              <a:rPr lang="fr-FR"/>
              <a:t> </a:t>
            </a:r>
            <a:r>
              <a:rPr lang="fr-FR" err="1"/>
              <a:t>ium</a:t>
            </a:r>
            <a:r>
              <a:rPr lang="fr-FR"/>
              <a:t>, </a:t>
            </a:r>
            <a:r>
              <a:rPr lang="fr-FR" err="1"/>
              <a:t>nimagniant</a:t>
            </a:r>
            <a:r>
              <a:rPr lang="fr-FR"/>
              <a:t> </a:t>
            </a:r>
            <a:r>
              <a:rPr lang="fr-FR" err="1"/>
              <a:t>aligendandit</a:t>
            </a:r>
            <a:r>
              <a:rPr lang="fr-FR"/>
              <a:t> quat.</a:t>
            </a:r>
          </a:p>
          <a:p>
            <a:pPr lvl="0"/>
            <a:r>
              <a:rPr lang="fr-FR"/>
              <a:t>Met, </a:t>
            </a:r>
            <a:r>
              <a:rPr lang="fr-FR" err="1"/>
              <a:t>cus</a:t>
            </a:r>
            <a:r>
              <a:rPr lang="fr-FR"/>
              <a:t> </a:t>
            </a:r>
            <a:r>
              <a:rPr lang="fr-FR" err="1"/>
              <a:t>explita</a:t>
            </a:r>
            <a:r>
              <a:rPr lang="fr-FR"/>
              <a:t> </a:t>
            </a:r>
            <a:r>
              <a:rPr lang="fr-FR" err="1"/>
              <a:t>alibus</a:t>
            </a:r>
            <a:r>
              <a:rPr lang="fr-FR"/>
              <a:t>, tem </a:t>
            </a:r>
            <a:r>
              <a:rPr lang="fr-FR" err="1"/>
              <a:t>ernat</a:t>
            </a:r>
            <a:r>
              <a:rPr lang="fr-FR"/>
              <a:t> </a:t>
            </a:r>
            <a:r>
              <a:rPr lang="fr-FR" err="1"/>
              <a:t>lab</a:t>
            </a:r>
            <a:r>
              <a:rPr lang="fr-FR"/>
              <a:t> </a:t>
            </a:r>
            <a:r>
              <a:rPr lang="fr-FR" err="1"/>
              <a:t>ius</a:t>
            </a:r>
            <a:r>
              <a:rPr lang="fr-FR"/>
              <a:t> </a:t>
            </a:r>
            <a:r>
              <a:rPr lang="fr-FR" err="1"/>
              <a:t>doluptia</a:t>
            </a:r>
            <a:r>
              <a:rPr lang="fr-FR"/>
              <a:t> sent.</a:t>
            </a:r>
          </a:p>
        </p:txBody>
      </p:sp>
      <p:sp>
        <p:nvSpPr>
          <p:cNvPr id="6" name="Forme libre 12">
            <a:extLst>
              <a:ext uri="{FF2B5EF4-FFF2-40B4-BE49-F238E27FC236}">
                <a16:creationId xmlns:a16="http://schemas.microsoft.com/office/drawing/2014/main" id="{6DC0F0FC-FFD3-7D9E-830A-27CEB2215538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D7645F1A-B175-EEF0-6ED5-6069E0379E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15" name="Espace réservé du pied de page 3">
            <a:extLst>
              <a:ext uri="{FF2B5EF4-FFF2-40B4-BE49-F238E27FC236}">
                <a16:creationId xmlns:a16="http://schemas.microsoft.com/office/drawing/2014/main" id="{E066496C-5158-0784-4D3E-D5079F88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6" name="Espace réservé du numéro de diapositive 4">
            <a:extLst>
              <a:ext uri="{FF2B5EF4-FFF2-40B4-BE49-F238E27FC236}">
                <a16:creationId xmlns:a16="http://schemas.microsoft.com/office/drawing/2014/main" id="{B196FC4F-9710-7045-0A19-CEB04222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67563D9F-BE47-9E68-E9D5-3B69F0880677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7" name="Forme libre 11">
              <a:extLst>
                <a:ext uri="{FF2B5EF4-FFF2-40B4-BE49-F238E27FC236}">
                  <a16:creationId xmlns:a16="http://schemas.microsoft.com/office/drawing/2014/main" id="{1E42A965-C1F3-FB2E-2D8A-2ED70CE758B1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8" name="Forme libre 12">
              <a:extLst>
                <a:ext uri="{FF2B5EF4-FFF2-40B4-BE49-F238E27FC236}">
                  <a16:creationId xmlns:a16="http://schemas.microsoft.com/office/drawing/2014/main" id="{8896A24F-D167-B901-2D93-51A3D0D4E48B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8805DF22-3EC7-C4F0-9800-B16E3F0645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10C9D8D0-524E-525C-7531-AA400BD6592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561048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3C9FFE14-2DF7-9F62-EEB3-4BF2080F013B}"/>
              </a:ext>
            </a:extLst>
          </p:cNvPr>
          <p:cNvGrpSpPr/>
          <p:nvPr userDrawn="1"/>
        </p:nvGrpSpPr>
        <p:grpSpPr>
          <a:xfrm>
            <a:off x="1190579" y="1119172"/>
            <a:ext cx="9810841" cy="4742801"/>
            <a:chOff x="1190579" y="1119172"/>
            <a:chExt cx="9810841" cy="4742801"/>
          </a:xfrm>
          <a:solidFill>
            <a:schemeClr val="tx1"/>
          </a:solidFill>
        </p:grpSpPr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D937D84E-67AB-0017-8651-5C04553CED3D}"/>
                </a:ext>
              </a:extLst>
            </p:cNvPr>
            <p:cNvSpPr/>
            <p:nvPr userDrawn="1"/>
          </p:nvSpPr>
          <p:spPr>
            <a:xfrm>
              <a:off x="4424886" y="1119172"/>
              <a:ext cx="3311865" cy="4742801"/>
            </a:xfrm>
            <a:custGeom>
              <a:avLst/>
              <a:gdLst>
                <a:gd name="connsiteX0" fmla="*/ 0 w 5613991"/>
                <a:gd name="connsiteY0" fmla="*/ 0 h 4742801"/>
                <a:gd name="connsiteX1" fmla="*/ 5613991 w 5613991"/>
                <a:gd name="connsiteY1" fmla="*/ 0 h 4742801"/>
                <a:gd name="connsiteX2" fmla="*/ 5613991 w 5613991"/>
                <a:gd name="connsiteY2" fmla="*/ 4742801 h 4742801"/>
                <a:gd name="connsiteX3" fmla="*/ 0 w 5613991"/>
                <a:gd name="connsiteY3" fmla="*/ 4742801 h 4742801"/>
                <a:gd name="connsiteX4" fmla="*/ 0 w 5613991"/>
                <a:gd name="connsiteY4" fmla="*/ 0 h 474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3991" h="4742801">
                  <a:moveTo>
                    <a:pt x="0" y="0"/>
                  </a:moveTo>
                  <a:lnTo>
                    <a:pt x="5613991" y="0"/>
                  </a:lnTo>
                  <a:lnTo>
                    <a:pt x="5613991" y="4742801"/>
                  </a:lnTo>
                  <a:lnTo>
                    <a:pt x="0" y="474280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2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7C1764D6-3405-9CF1-356E-B8C51B8E0340}"/>
                </a:ext>
              </a:extLst>
            </p:cNvPr>
            <p:cNvSpPr/>
            <p:nvPr userDrawn="1"/>
          </p:nvSpPr>
          <p:spPr>
            <a:xfrm>
              <a:off x="1190579" y="1119172"/>
              <a:ext cx="3234307" cy="4742801"/>
            </a:xfrm>
            <a:custGeom>
              <a:avLst/>
              <a:gdLst>
                <a:gd name="connsiteX0" fmla="*/ 2402603 w 3234307"/>
                <a:gd name="connsiteY0" fmla="*/ 0 h 4742801"/>
                <a:gd name="connsiteX1" fmla="*/ 3234307 w 3234307"/>
                <a:gd name="connsiteY1" fmla="*/ 0 h 4742801"/>
                <a:gd name="connsiteX2" fmla="*/ 3234307 w 3234307"/>
                <a:gd name="connsiteY2" fmla="*/ 4742801 h 4742801"/>
                <a:gd name="connsiteX3" fmla="*/ 2402603 w 3234307"/>
                <a:gd name="connsiteY3" fmla="*/ 4742801 h 4742801"/>
                <a:gd name="connsiteX4" fmla="*/ 0 w 3234307"/>
                <a:gd name="connsiteY4" fmla="*/ 2371400 h 4742801"/>
                <a:gd name="connsiteX5" fmla="*/ 2402603 w 3234307"/>
                <a:gd name="connsiteY5" fmla="*/ 0 h 474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4307" h="4742801">
                  <a:moveTo>
                    <a:pt x="2402603" y="0"/>
                  </a:moveTo>
                  <a:lnTo>
                    <a:pt x="3234307" y="0"/>
                  </a:lnTo>
                  <a:lnTo>
                    <a:pt x="3234307" y="4742801"/>
                  </a:lnTo>
                  <a:lnTo>
                    <a:pt x="2402603" y="4742801"/>
                  </a:lnTo>
                  <a:cubicBezTo>
                    <a:pt x="1075415" y="4742801"/>
                    <a:pt x="0" y="3681352"/>
                    <a:pt x="0" y="2371400"/>
                  </a:cubicBezTo>
                  <a:cubicBezTo>
                    <a:pt x="0" y="1061448"/>
                    <a:pt x="1076048" y="0"/>
                    <a:pt x="2402603" y="0"/>
                  </a:cubicBezTo>
                  <a:close/>
                </a:path>
              </a:pathLst>
            </a:custGeom>
            <a:grpFill/>
            <a:ln w="632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 19">
              <a:extLst>
                <a:ext uri="{FF2B5EF4-FFF2-40B4-BE49-F238E27FC236}">
                  <a16:creationId xmlns:a16="http://schemas.microsoft.com/office/drawing/2014/main" id="{D9ED5DDD-9145-5C8E-4362-EF6AC50BFB72}"/>
                </a:ext>
              </a:extLst>
            </p:cNvPr>
            <p:cNvSpPr/>
            <p:nvPr userDrawn="1"/>
          </p:nvSpPr>
          <p:spPr>
            <a:xfrm>
              <a:off x="7736751" y="1119172"/>
              <a:ext cx="3264669" cy="4742801"/>
            </a:xfrm>
            <a:custGeom>
              <a:avLst/>
              <a:gdLst>
                <a:gd name="connsiteX0" fmla="*/ 0 w 3264669"/>
                <a:gd name="connsiteY0" fmla="*/ 0 h 4742801"/>
                <a:gd name="connsiteX1" fmla="*/ 862066 w 3264669"/>
                <a:gd name="connsiteY1" fmla="*/ 0 h 4742801"/>
                <a:gd name="connsiteX2" fmla="*/ 3264669 w 3264669"/>
                <a:gd name="connsiteY2" fmla="*/ 2371400 h 4742801"/>
                <a:gd name="connsiteX3" fmla="*/ 862066 w 3264669"/>
                <a:gd name="connsiteY3" fmla="*/ 4742801 h 4742801"/>
                <a:gd name="connsiteX4" fmla="*/ 0 w 3264669"/>
                <a:gd name="connsiteY4" fmla="*/ 4742801 h 4742801"/>
                <a:gd name="connsiteX5" fmla="*/ 0 w 3264669"/>
                <a:gd name="connsiteY5" fmla="*/ 0 h 474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64669" h="4742801">
                  <a:moveTo>
                    <a:pt x="0" y="0"/>
                  </a:moveTo>
                  <a:lnTo>
                    <a:pt x="862066" y="0"/>
                  </a:lnTo>
                  <a:cubicBezTo>
                    <a:pt x="2189254" y="0"/>
                    <a:pt x="3264669" y="1061448"/>
                    <a:pt x="3264669" y="2371400"/>
                  </a:cubicBezTo>
                  <a:cubicBezTo>
                    <a:pt x="3264669" y="3681352"/>
                    <a:pt x="2189254" y="4742801"/>
                    <a:pt x="862066" y="4742801"/>
                  </a:cubicBezTo>
                  <a:lnTo>
                    <a:pt x="0" y="474280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2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0EFE8AAB-B51C-C471-9DDF-DC61F9FE03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43814" y="1005703"/>
            <a:ext cx="6904371" cy="2646878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17200" b="0" i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“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BC4AA433-F54F-BC08-CD50-0663CC786B6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43814" y="2751891"/>
            <a:ext cx="6904371" cy="1354217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2200" b="0" i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Omagnat</a:t>
            </a:r>
            <a:r>
              <a:rPr lang="fr-FR"/>
              <a:t>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. 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636FDDBB-AB97-875A-E106-BF286ECB89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43814" y="4357407"/>
            <a:ext cx="6904371" cy="276999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1800" b="0" i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Nom Prénom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84181594-36D7-3EB7-7687-0D7A32C3C4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43814" y="4665751"/>
            <a:ext cx="6904371" cy="246221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0DB4B38E-3080-9723-9FC4-2437D08FF2ED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9D0263E7-D889-A1EA-0142-E9F7D947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37640864-98B1-B1CE-3AD6-872A651A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1" name="Espace réservé du numéro de diapositive 4">
            <a:extLst>
              <a:ext uri="{FF2B5EF4-FFF2-40B4-BE49-F238E27FC236}">
                <a16:creationId xmlns:a16="http://schemas.microsoft.com/office/drawing/2014/main" id="{CEFA2276-829F-E8D6-7240-7BD7F6C2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2347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8">
            <a:extLst>
              <a:ext uri="{FF2B5EF4-FFF2-40B4-BE49-F238E27FC236}">
                <a16:creationId xmlns:a16="http://schemas.microsoft.com/office/drawing/2014/main" id="{374206C1-0B91-C87D-C62F-76048A5F16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7591" y="1014544"/>
            <a:ext cx="9369052" cy="5411565"/>
          </a:xfrm>
          <a:prstGeom prst="rect">
            <a:avLst/>
          </a:prstGeom>
        </p:spPr>
      </p:pic>
      <p:sp>
        <p:nvSpPr>
          <p:cNvPr id="6" name="Forme libre 12">
            <a:extLst>
              <a:ext uri="{FF2B5EF4-FFF2-40B4-BE49-F238E27FC236}">
                <a16:creationId xmlns:a16="http://schemas.microsoft.com/office/drawing/2014/main" id="{E5CD8813-FC29-69A2-BA3D-6C712CB242A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3D888471-FFA0-7364-D9FB-DDE97D7E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B9F35397-620D-FE08-E548-B11019FC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4410963C-D78E-4F85-7C13-121A4DE2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4326CFB-5EA5-F025-40A2-D1707A8694F9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0" name="Forme libre 11">
              <a:extLst>
                <a:ext uri="{FF2B5EF4-FFF2-40B4-BE49-F238E27FC236}">
                  <a16:creationId xmlns:a16="http://schemas.microsoft.com/office/drawing/2014/main" id="{AC4B9993-EE4B-7D3F-E1A0-73F4DF1FBB04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0D76191F-D9FE-9D78-9A39-6946965228B6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87336683-2302-48C3-C35F-93F7910813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7336BC76-E506-AE1C-B37C-AC87DAE021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1219063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merciements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rme libre 19">
            <a:extLst>
              <a:ext uri="{FF2B5EF4-FFF2-40B4-BE49-F238E27FC236}">
                <a16:creationId xmlns:a16="http://schemas.microsoft.com/office/drawing/2014/main" id="{9B8C6DA8-3FF8-9373-6B64-64F362294DF2}"/>
              </a:ext>
            </a:extLst>
          </p:cNvPr>
          <p:cNvSpPr/>
          <p:nvPr userDrawn="1"/>
        </p:nvSpPr>
        <p:spPr>
          <a:xfrm>
            <a:off x="0" y="-19990"/>
            <a:ext cx="6319777" cy="6877990"/>
          </a:xfrm>
          <a:custGeom>
            <a:avLst/>
            <a:gdLst>
              <a:gd name="connsiteX0" fmla="*/ 0 w 6301409"/>
              <a:gd name="connsiteY0" fmla="*/ 0 h 6858000"/>
              <a:gd name="connsiteX1" fmla="*/ 6301409 w 6301409"/>
              <a:gd name="connsiteY1" fmla="*/ 0 h 6858000"/>
              <a:gd name="connsiteX2" fmla="*/ 6301409 w 6301409"/>
              <a:gd name="connsiteY2" fmla="*/ 4958 h 6858000"/>
              <a:gd name="connsiteX3" fmla="*/ 5573767 w 6301409"/>
              <a:gd name="connsiteY3" fmla="*/ 4958 h 6858000"/>
              <a:gd name="connsiteX4" fmla="*/ 5657530 w 6301409"/>
              <a:gd name="connsiteY4" fmla="*/ 211263 h 6858000"/>
              <a:gd name="connsiteX5" fmla="*/ 5938263 w 6301409"/>
              <a:gd name="connsiteY5" fmla="*/ 1756569 h 6858000"/>
              <a:gd name="connsiteX6" fmla="*/ 5938263 w 6301409"/>
              <a:gd name="connsiteY6" fmla="*/ 1761519 h 6858000"/>
              <a:gd name="connsiteX7" fmla="*/ 4656115 w 6301409"/>
              <a:gd name="connsiteY7" fmla="*/ 4858644 h 6858000"/>
              <a:gd name="connsiteX8" fmla="*/ 2664521 w 6301409"/>
              <a:gd name="connsiteY8" fmla="*/ 6853042 h 6858000"/>
              <a:gd name="connsiteX9" fmla="*/ 6301409 w 6301409"/>
              <a:gd name="connsiteY9" fmla="*/ 6853042 h 6858000"/>
              <a:gd name="connsiteX10" fmla="*/ 6301409 w 6301409"/>
              <a:gd name="connsiteY10" fmla="*/ 6858000 h 6858000"/>
              <a:gd name="connsiteX11" fmla="*/ 0 w 6301409"/>
              <a:gd name="connsiteY11" fmla="*/ 6858000 h 6858000"/>
              <a:gd name="connsiteX12" fmla="*/ 0 w 6301409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01409" h="6858000">
                <a:moveTo>
                  <a:pt x="0" y="0"/>
                </a:moveTo>
                <a:lnTo>
                  <a:pt x="6301409" y="0"/>
                </a:lnTo>
                <a:lnTo>
                  <a:pt x="6301409" y="4958"/>
                </a:lnTo>
                <a:lnTo>
                  <a:pt x="5573767" y="4958"/>
                </a:lnTo>
                <a:lnTo>
                  <a:pt x="5657530" y="211263"/>
                </a:lnTo>
                <a:cubicBezTo>
                  <a:pt x="5844352" y="708260"/>
                  <a:pt x="5937930" y="1232317"/>
                  <a:pt x="5938263" y="1756569"/>
                </a:cubicBezTo>
                <a:lnTo>
                  <a:pt x="5938263" y="1761519"/>
                </a:lnTo>
                <a:cubicBezTo>
                  <a:pt x="5937629" y="2882646"/>
                  <a:pt x="5510289" y="4003394"/>
                  <a:pt x="4656115" y="4858644"/>
                </a:cubicBezTo>
                <a:lnTo>
                  <a:pt x="2664521" y="6853042"/>
                </a:lnTo>
                <a:lnTo>
                  <a:pt x="6301409" y="6853042"/>
                </a:lnTo>
                <a:lnTo>
                  <a:pt x="630140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13EE61-17AB-0468-84AC-06D83F476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709225"/>
            <a:ext cx="4440825" cy="830997"/>
          </a:xfrm>
        </p:spPr>
        <p:txBody>
          <a:bodyPr lIns="0" tIns="0" rIns="0" bIns="0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fr-FR"/>
              <a:t>Merci</a:t>
            </a:r>
          </a:p>
        </p:txBody>
      </p:sp>
      <p:sp>
        <p:nvSpPr>
          <p:cNvPr id="23" name="Espace réservé du texte 48">
            <a:extLst>
              <a:ext uri="{FF2B5EF4-FFF2-40B4-BE49-F238E27FC236}">
                <a16:creationId xmlns:a16="http://schemas.microsoft.com/office/drawing/2014/main" id="{F2A86746-C112-CF3C-C315-3E1350718F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573" y="2573919"/>
            <a:ext cx="444082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1F9F0E-6B68-F3EA-E15C-7DDA99FED5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77745" y="5448402"/>
            <a:ext cx="360000" cy="360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680C985-85E9-988C-D0B6-19C144FB68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7660" y="5448402"/>
            <a:ext cx="360000" cy="36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B6A29D2-E715-5EF8-1C6A-63F304254A6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7575" y="5448468"/>
            <a:ext cx="360000" cy="36000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8633A241-0227-B87A-140A-5C5A57F3797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7575" y="6042302"/>
            <a:ext cx="1054283" cy="540000"/>
          </a:xfrm>
          <a:prstGeom prst="rect">
            <a:avLst/>
          </a:prstGeom>
        </p:spPr>
      </p:pic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2ADCC2CA-006E-2254-D2F2-C280E66667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7573" y="3003506"/>
            <a:ext cx="4440825" cy="83099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Fonction</a:t>
            </a:r>
          </a:p>
          <a:p>
            <a:pPr lvl="0"/>
            <a:r>
              <a:rPr lang="fr-FR"/>
              <a:t>Email</a:t>
            </a:r>
          </a:p>
          <a:p>
            <a:pPr lvl="0"/>
            <a:r>
              <a:rPr lang="fr-FR"/>
              <a:t>Téléphone 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5693FC0E-0802-F0EB-4BCE-1051DA822E6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7573" y="2144332"/>
            <a:ext cx="444082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0859228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ogramm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3DAFB4DF-6577-C5CC-FEF8-ADE6C1124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849535"/>
            <a:ext cx="11086578" cy="369332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Pictogrammes à copier-coller (couleur modifiable &gt; contour)</a:t>
            </a:r>
          </a:p>
        </p:txBody>
      </p:sp>
    </p:spTree>
    <p:extLst>
      <p:ext uri="{BB962C8B-B14F-4D97-AF65-F5344CB8AC3E}">
        <p14:creationId xmlns:p14="http://schemas.microsoft.com/office/powerpoint/2010/main" val="22327500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25">
            <a:extLst>
              <a:ext uri="{FF2B5EF4-FFF2-40B4-BE49-F238E27FC236}">
                <a16:creationId xmlns:a16="http://schemas.microsoft.com/office/drawing/2014/main" id="{78E7F50A-B738-C988-F41F-5ECC585067E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2" name="Espace réservé du numéro de diapositive 29">
            <a:extLst>
              <a:ext uri="{FF2B5EF4-FFF2-40B4-BE49-F238E27FC236}">
                <a16:creationId xmlns:a16="http://schemas.microsoft.com/office/drawing/2014/main" id="{59F7C265-0D7C-932B-41B9-7D12EA7AE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908" y="6382485"/>
            <a:ext cx="560986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6F8419-BA6B-8490-1224-921BA666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D90D4573-381C-58A2-E512-7A628CC6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</p:spTree>
    <p:extLst>
      <p:ext uri="{BB962C8B-B14F-4D97-AF65-F5344CB8AC3E}">
        <p14:creationId xmlns:p14="http://schemas.microsoft.com/office/powerpoint/2010/main" val="146072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e libre 25">
            <a:extLst>
              <a:ext uri="{FF2B5EF4-FFF2-40B4-BE49-F238E27FC236}">
                <a16:creationId xmlns:a16="http://schemas.microsoft.com/office/drawing/2014/main" id="{1F86ED98-ECB6-B545-B96D-487DB096D68B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4A61B3-8DF8-A1A6-BC1C-0E727CB2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849535"/>
            <a:ext cx="11086578" cy="5909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692DB4-FE59-0C09-79A5-C9DD1B631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575" y="2175048"/>
            <a:ext cx="11086578" cy="3820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399531-832D-5914-A0E6-C1277C081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48077" y="6426109"/>
            <a:ext cx="835015" cy="215444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E7768A-5EBE-0A78-FD15-72356CDE7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55632" y="6426110"/>
            <a:ext cx="2492445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30" name="Espace réservé du numéro de diapositive 29">
            <a:extLst>
              <a:ext uri="{FF2B5EF4-FFF2-40B4-BE49-F238E27FC236}">
                <a16:creationId xmlns:a16="http://schemas.microsoft.com/office/drawing/2014/main" id="{6980B1DF-90E7-C3FD-93C1-9975E2A0E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908" y="6382485"/>
            <a:ext cx="560986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9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73" r:id="rId2"/>
    <p:sldLayoutId id="2147483674" r:id="rId3"/>
    <p:sldLayoutId id="2147483675" r:id="rId4"/>
    <p:sldLayoutId id="2147483702" r:id="rId5"/>
    <p:sldLayoutId id="2147483655" r:id="rId6"/>
    <p:sldLayoutId id="2147483657" r:id="rId7"/>
    <p:sldLayoutId id="2147483700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99" r:id="rId15"/>
    <p:sldLayoutId id="2147483665" r:id="rId16"/>
    <p:sldLayoutId id="2147483666" r:id="rId17"/>
    <p:sldLayoutId id="214748370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56" r:id="rId2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3400"/>
        </a:spcBef>
        <a:buFont typeface="Arial" panose="020B0604020202020204" pitchFamily="34" charset="0"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948942-DB9D-64D9-B681-33C35A66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1205" y="2584154"/>
            <a:ext cx="5572195" cy="1477328"/>
          </a:xfrm>
        </p:spPr>
        <p:txBody>
          <a:bodyPr/>
          <a:lstStyle/>
          <a:p>
            <a:r>
              <a:rPr lang="fr-FR" dirty="0"/>
              <a:t>Réflexion SI vs Persona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FD5F38-0D3C-8927-169A-69A62460C4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Sous-titre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B9FC9A-B898-D474-8A90-6B081F8A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6791" y="5907768"/>
            <a:ext cx="3271839" cy="246221"/>
          </a:xfrm>
        </p:spPr>
        <p:txBody>
          <a:bodyPr/>
          <a:lstStyle/>
          <a:p>
            <a:r>
              <a:rPr lang="fr-FR" dirty="0"/>
              <a:t>30/04/2024</a:t>
            </a:r>
          </a:p>
        </p:txBody>
      </p:sp>
      <p:pic>
        <p:nvPicPr>
          <p:cNvPr id="10" name="Espace réservé pour une image  9">
            <a:extLst>
              <a:ext uri="{FF2B5EF4-FFF2-40B4-BE49-F238E27FC236}">
                <a16:creationId xmlns:a16="http://schemas.microsoft.com/office/drawing/2014/main" id="{D20743E8-9637-C937-7CF8-CE902D805AE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792" b="179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15244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BA473B-A092-3680-A5B8-76A0A43CB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166EB1-B284-8541-B839-321F682B6B05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8271E35-F700-3F26-9ECC-8FB0D446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MOIS ANNÉE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1A0182C-3229-6423-3C0B-F1216D57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BOUYGUES CONSTRUCTION | 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86B02FAD-994A-3739-68D8-20043E76480E}"/>
              </a:ext>
            </a:extLst>
          </p:cNvPr>
          <p:cNvGrpSpPr/>
          <p:nvPr/>
        </p:nvGrpSpPr>
        <p:grpSpPr>
          <a:xfrm>
            <a:off x="0" y="265341"/>
            <a:ext cx="5860125" cy="375126"/>
            <a:chOff x="-5557295" y="172402"/>
            <a:chExt cx="5860125" cy="375126"/>
          </a:xfrm>
        </p:grpSpPr>
        <p:sp>
          <p:nvSpPr>
            <p:cNvPr id="6" name="Forme libre 8">
              <a:extLst>
                <a:ext uri="{FF2B5EF4-FFF2-40B4-BE49-F238E27FC236}">
                  <a16:creationId xmlns:a16="http://schemas.microsoft.com/office/drawing/2014/main" id="{82BA9937-CED1-0F08-A3FB-F5C55C4DC1FF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7" name="Forme libre 9">
              <a:extLst>
                <a:ext uri="{FF2B5EF4-FFF2-40B4-BE49-F238E27FC236}">
                  <a16:creationId xmlns:a16="http://schemas.microsoft.com/office/drawing/2014/main" id="{DD5A3F15-91D5-D91D-456D-C2AC4E37AE2B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75E3BBB2-107E-BADE-1DA4-8F11B860D1DB}"/>
              </a:ext>
            </a:extLst>
          </p:cNvPr>
          <p:cNvSpPr txBox="1">
            <a:spLocks/>
          </p:cNvSpPr>
          <p:nvPr/>
        </p:nvSpPr>
        <p:spPr>
          <a:xfrm>
            <a:off x="537577" y="263014"/>
            <a:ext cx="338724" cy="3751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</a:t>
            </a:r>
          </a:p>
        </p:txBody>
      </p:sp>
      <p:sp>
        <p:nvSpPr>
          <p:cNvPr id="9" name="Espace réservé du texte 1">
            <a:extLst>
              <a:ext uri="{FF2B5EF4-FFF2-40B4-BE49-F238E27FC236}">
                <a16:creationId xmlns:a16="http://schemas.microsoft.com/office/drawing/2014/main" id="{5DCC5701-42A6-34EE-F8C5-16FA438FBABA}"/>
              </a:ext>
            </a:extLst>
          </p:cNvPr>
          <p:cNvSpPr txBox="1">
            <a:spLocks/>
          </p:cNvSpPr>
          <p:nvPr/>
        </p:nvSpPr>
        <p:spPr>
          <a:xfrm>
            <a:off x="968836" y="263014"/>
            <a:ext cx="4649540" cy="3751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vide à personnaliser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A976B17-C1A9-9696-2FC0-EC24325B3D9A}"/>
              </a:ext>
            </a:extLst>
          </p:cNvPr>
          <p:cNvSpPr/>
          <p:nvPr/>
        </p:nvSpPr>
        <p:spPr>
          <a:xfrm>
            <a:off x="384048" y="1131462"/>
            <a:ext cx="7242048" cy="1240635"/>
          </a:xfrm>
          <a:prstGeom prst="ellipse">
            <a:avLst/>
          </a:prstGeom>
          <a:solidFill>
            <a:srgbClr val="E65012"/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Zone de confiance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Collaborateurs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Intérimaires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Prestataires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Retraités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C7B3665-E28A-7C87-9045-574594DA06CA}"/>
              </a:ext>
            </a:extLst>
          </p:cNvPr>
          <p:cNvSpPr/>
          <p:nvPr/>
        </p:nvSpPr>
        <p:spPr>
          <a:xfrm>
            <a:off x="6903720" y="1248949"/>
            <a:ext cx="1874520" cy="99669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Offre Partenaires</a:t>
            </a:r>
          </a:p>
          <a:p>
            <a:pPr algn="ctr"/>
            <a:r>
              <a:rPr lang="fr-FR" sz="1000" dirty="0">
                <a:solidFill>
                  <a:schemeClr val="bg1"/>
                </a:solidFill>
              </a:rPr>
              <a:t>JV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FD5AC0D-4E20-3CCD-24F2-D4522D582513}"/>
              </a:ext>
            </a:extLst>
          </p:cNvPr>
          <p:cNvSpPr/>
          <p:nvPr/>
        </p:nvSpPr>
        <p:spPr>
          <a:xfrm>
            <a:off x="9697686" y="1248949"/>
            <a:ext cx="1874520" cy="99669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700" dirty="0">
                <a:solidFill>
                  <a:schemeClr val="bg1"/>
                </a:solidFill>
              </a:rPr>
              <a:t>SI ouvert aux externes</a:t>
            </a:r>
          </a:p>
          <a:p>
            <a:pPr algn="ctr"/>
            <a:r>
              <a:rPr lang="fr-FR" sz="1000" dirty="0">
                <a:solidFill>
                  <a:schemeClr val="bg1"/>
                </a:solidFill>
              </a:rPr>
              <a:t>Prestataires, S/T, fournisseurs, clients</a:t>
            </a:r>
            <a:endParaRPr lang="fr-FR" sz="1600" dirty="0">
              <a:solidFill>
                <a:schemeClr val="bg1"/>
              </a:solidFill>
            </a:endParaRPr>
          </a:p>
        </p:txBody>
      </p:sp>
      <p:sp>
        <p:nvSpPr>
          <p:cNvPr id="13" name="Accolade fermante 12">
            <a:extLst>
              <a:ext uri="{FF2B5EF4-FFF2-40B4-BE49-F238E27FC236}">
                <a16:creationId xmlns:a16="http://schemas.microsoft.com/office/drawing/2014/main" id="{CB9C3538-8FD6-72FD-4142-BC9BB2B636D3}"/>
              </a:ext>
            </a:extLst>
          </p:cNvPr>
          <p:cNvSpPr/>
          <p:nvPr/>
        </p:nvSpPr>
        <p:spPr>
          <a:xfrm rot="16200000">
            <a:off x="4436004" y="-3165235"/>
            <a:ext cx="290280" cy="839419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ccolade fermante 13">
            <a:extLst>
              <a:ext uri="{FF2B5EF4-FFF2-40B4-BE49-F238E27FC236}">
                <a16:creationId xmlns:a16="http://schemas.microsoft.com/office/drawing/2014/main" id="{5324CF7E-FE78-C145-9407-1E0E01BB4A2F}"/>
              </a:ext>
            </a:extLst>
          </p:cNvPr>
          <p:cNvSpPr/>
          <p:nvPr/>
        </p:nvSpPr>
        <p:spPr>
          <a:xfrm rot="16200000">
            <a:off x="10489806" y="94600"/>
            <a:ext cx="290280" cy="18745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033E4EB-FBDF-0A7B-3D55-38DFAE56254C}"/>
              </a:ext>
            </a:extLst>
          </p:cNvPr>
          <p:cNvSpPr txBox="1"/>
          <p:nvPr/>
        </p:nvSpPr>
        <p:spPr>
          <a:xfrm>
            <a:off x="4075236" y="716457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Active Directory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C439634-7A41-72BD-DDBE-23EE20C1723A}"/>
              </a:ext>
            </a:extLst>
          </p:cNvPr>
          <p:cNvSpPr txBox="1"/>
          <p:nvPr/>
        </p:nvSpPr>
        <p:spPr>
          <a:xfrm>
            <a:off x="10068124" y="543820"/>
            <a:ext cx="1133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 dirty="0"/>
              <a:t>Active Directory + </a:t>
            </a:r>
          </a:p>
          <a:p>
            <a:pPr algn="ctr"/>
            <a:r>
              <a:rPr lang="fr-FR" sz="1000" dirty="0"/>
              <a:t>Azure B2B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FC98078-4F13-3233-30A5-3A1F8D77B873}"/>
              </a:ext>
            </a:extLst>
          </p:cNvPr>
          <p:cNvSpPr txBox="1"/>
          <p:nvPr/>
        </p:nvSpPr>
        <p:spPr>
          <a:xfrm>
            <a:off x="7541058" y="2311033"/>
            <a:ext cx="5806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EDIFICE</a:t>
            </a:r>
          </a:p>
          <a:p>
            <a:r>
              <a:rPr lang="fr-FR" sz="1000" dirty="0"/>
              <a:t>HA Plus</a:t>
            </a:r>
          </a:p>
          <a:p>
            <a:r>
              <a:rPr lang="fr-FR" sz="1000" dirty="0"/>
              <a:t>…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E5DFDEB-4AE9-1245-BC73-959336B06921}"/>
              </a:ext>
            </a:extLst>
          </p:cNvPr>
          <p:cNvSpPr txBox="1"/>
          <p:nvPr/>
        </p:nvSpPr>
        <p:spPr>
          <a:xfrm>
            <a:off x="10293984" y="2268655"/>
            <a:ext cx="8963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/>
              <a:t>eDoc</a:t>
            </a:r>
            <a:endParaRPr lang="fr-FR" sz="1000" dirty="0"/>
          </a:p>
          <a:p>
            <a:r>
              <a:rPr lang="fr-FR" sz="1000" dirty="0" err="1"/>
              <a:t>eCheckIn</a:t>
            </a:r>
            <a:endParaRPr lang="fr-FR" sz="1000" dirty="0"/>
          </a:p>
          <a:p>
            <a:r>
              <a:rPr lang="fr-FR" sz="1000" dirty="0" err="1"/>
              <a:t>DepotFacture</a:t>
            </a:r>
            <a:endParaRPr lang="fr-FR" sz="1000" dirty="0"/>
          </a:p>
          <a:p>
            <a:r>
              <a:rPr lang="fr-FR" sz="1000" dirty="0"/>
              <a:t>…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CAC834F-7082-9987-D22C-C26E5B2FFD0C}"/>
              </a:ext>
            </a:extLst>
          </p:cNvPr>
          <p:cNvSpPr txBox="1"/>
          <p:nvPr/>
        </p:nvSpPr>
        <p:spPr>
          <a:xfrm>
            <a:off x="1803992" y="2260034"/>
            <a:ext cx="11432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Imprimantes</a:t>
            </a:r>
          </a:p>
          <a:p>
            <a:r>
              <a:rPr lang="fr-FR" sz="1000" dirty="0"/>
              <a:t>Wifi</a:t>
            </a:r>
          </a:p>
          <a:p>
            <a:r>
              <a:rPr lang="fr-FR" sz="1000" dirty="0"/>
              <a:t>Accès Internet</a:t>
            </a:r>
          </a:p>
          <a:p>
            <a:r>
              <a:rPr lang="fr-FR" sz="1000" dirty="0"/>
              <a:t>HR4YOU</a:t>
            </a:r>
          </a:p>
          <a:p>
            <a:r>
              <a:rPr lang="fr-FR" sz="1000" dirty="0"/>
              <a:t>OASIS</a:t>
            </a:r>
          </a:p>
          <a:p>
            <a:r>
              <a:rPr lang="fr-FR" sz="1000" dirty="0"/>
              <a:t>SharePoint publics</a:t>
            </a:r>
          </a:p>
          <a:p>
            <a:r>
              <a:rPr lang="fr-FR" sz="1000" dirty="0"/>
              <a:t>Yammer</a:t>
            </a:r>
          </a:p>
          <a:p>
            <a:r>
              <a:rPr lang="fr-FR" sz="1000" dirty="0" err="1"/>
              <a:t>CPeople</a:t>
            </a:r>
            <a:endParaRPr lang="fr-FR" sz="1000" dirty="0"/>
          </a:p>
          <a:p>
            <a:r>
              <a:rPr lang="fr-FR" sz="1000" dirty="0"/>
              <a:t>…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2321A92-BC3C-E52C-D5D1-D7AA547EEFCB}"/>
              </a:ext>
            </a:extLst>
          </p:cNvPr>
          <p:cNvSpPr/>
          <p:nvPr/>
        </p:nvSpPr>
        <p:spPr>
          <a:xfrm>
            <a:off x="6762873" y="4799062"/>
            <a:ext cx="1172156" cy="44737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000" dirty="0">
                <a:solidFill>
                  <a:schemeClr val="bg1"/>
                </a:solidFill>
              </a:rPr>
              <a:t>Offre Partenaires</a:t>
            </a:r>
          </a:p>
          <a:p>
            <a:pPr algn="ctr"/>
            <a:r>
              <a:rPr lang="fr-FR" sz="1000" dirty="0">
                <a:solidFill>
                  <a:schemeClr val="bg1"/>
                </a:solidFill>
              </a:rPr>
              <a:t>JV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954922E-B326-456C-0413-62B06E0C8F9B}"/>
              </a:ext>
            </a:extLst>
          </p:cNvPr>
          <p:cNvSpPr/>
          <p:nvPr/>
        </p:nvSpPr>
        <p:spPr>
          <a:xfrm>
            <a:off x="8425981" y="4243602"/>
            <a:ext cx="3146225" cy="143192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SI ouvert aux externes</a:t>
            </a:r>
          </a:p>
          <a:p>
            <a:pPr algn="ctr"/>
            <a:r>
              <a:rPr lang="fr-FR" sz="1000" dirty="0">
                <a:solidFill>
                  <a:schemeClr val="bg1"/>
                </a:solidFill>
              </a:rPr>
              <a:t>Prestataires, S/T, fournisseurs, clients</a:t>
            </a:r>
            <a:endParaRPr lang="fr-FR" sz="1600" dirty="0">
              <a:solidFill>
                <a:schemeClr val="bg1"/>
              </a:solidFill>
            </a:endParaRPr>
          </a:p>
        </p:txBody>
      </p:sp>
      <p:sp>
        <p:nvSpPr>
          <p:cNvPr id="23" name="Accolade fermante 22">
            <a:extLst>
              <a:ext uri="{FF2B5EF4-FFF2-40B4-BE49-F238E27FC236}">
                <a16:creationId xmlns:a16="http://schemas.microsoft.com/office/drawing/2014/main" id="{903338BF-3EA5-CA34-BE6D-F6337CCD5177}"/>
              </a:ext>
            </a:extLst>
          </p:cNvPr>
          <p:cNvSpPr/>
          <p:nvPr/>
        </p:nvSpPr>
        <p:spPr>
          <a:xfrm rot="16200000">
            <a:off x="4014400" y="361487"/>
            <a:ext cx="290280" cy="75509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Accolade fermante 23">
            <a:extLst>
              <a:ext uri="{FF2B5EF4-FFF2-40B4-BE49-F238E27FC236}">
                <a16:creationId xmlns:a16="http://schemas.microsoft.com/office/drawing/2014/main" id="{61FEC3A3-ADC0-415D-D17D-137EC4570F82}"/>
              </a:ext>
            </a:extLst>
          </p:cNvPr>
          <p:cNvSpPr/>
          <p:nvPr/>
        </p:nvSpPr>
        <p:spPr>
          <a:xfrm rot="16200000">
            <a:off x="9853955" y="2563866"/>
            <a:ext cx="290280" cy="31462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4E83E41-D216-023D-72C9-A4B9F2D23275}"/>
              </a:ext>
            </a:extLst>
          </p:cNvPr>
          <p:cNvSpPr txBox="1"/>
          <p:nvPr/>
        </p:nvSpPr>
        <p:spPr>
          <a:xfrm>
            <a:off x="3960607" y="3780328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IAM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547FED4-39B9-52C0-621F-F430FB55B1FA}"/>
              </a:ext>
            </a:extLst>
          </p:cNvPr>
          <p:cNvSpPr txBox="1"/>
          <p:nvPr/>
        </p:nvSpPr>
        <p:spPr>
          <a:xfrm>
            <a:off x="9634250" y="3675593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 dirty="0"/>
              <a:t>IAM + </a:t>
            </a:r>
          </a:p>
          <a:p>
            <a:pPr algn="ctr"/>
            <a:r>
              <a:rPr lang="fr-FR" sz="1000" dirty="0"/>
              <a:t>Azure B2B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381D285-D10C-8C4E-4DD8-FFA9C3EDF795}"/>
              </a:ext>
            </a:extLst>
          </p:cNvPr>
          <p:cNvSpPr txBox="1"/>
          <p:nvPr/>
        </p:nvSpPr>
        <p:spPr>
          <a:xfrm>
            <a:off x="6671937" y="5294658"/>
            <a:ext cx="157286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EDIFICE (si pas le choix)</a:t>
            </a:r>
          </a:p>
          <a:p>
            <a:r>
              <a:rPr lang="fr-FR" sz="1000" strike="sngStrike" dirty="0"/>
              <a:t>HA Plus</a:t>
            </a:r>
          </a:p>
          <a:p>
            <a:r>
              <a:rPr lang="fr-FR" sz="1000" dirty="0"/>
              <a:t>Services d’infrastructure :</a:t>
            </a:r>
          </a:p>
          <a:p>
            <a:r>
              <a:rPr lang="fr-FR" sz="1000" dirty="0"/>
              <a:t>- Imprimantes partenaire</a:t>
            </a:r>
          </a:p>
          <a:p>
            <a:r>
              <a:rPr lang="fr-FR" sz="1000" dirty="0"/>
              <a:t>- Wifi partenaire</a:t>
            </a:r>
          </a:p>
          <a:p>
            <a:r>
              <a:rPr lang="fr-FR" sz="1000" dirty="0"/>
              <a:t>- Accès Internet partenaire</a:t>
            </a:r>
          </a:p>
          <a:p>
            <a:r>
              <a:rPr lang="fr-FR" sz="1000" dirty="0"/>
              <a:t>…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BA9FB15-62E3-CC1B-70D1-B5CE7A186FDC}"/>
              </a:ext>
            </a:extLst>
          </p:cNvPr>
          <p:cNvSpPr txBox="1"/>
          <p:nvPr/>
        </p:nvSpPr>
        <p:spPr>
          <a:xfrm>
            <a:off x="11299116" y="5240298"/>
            <a:ext cx="8963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/>
              <a:t>eDoc</a:t>
            </a:r>
            <a:endParaRPr lang="fr-FR" sz="1000" dirty="0"/>
          </a:p>
          <a:p>
            <a:r>
              <a:rPr lang="fr-FR" sz="1000" dirty="0" err="1"/>
              <a:t>eCheckIn</a:t>
            </a:r>
            <a:endParaRPr lang="fr-FR" sz="1000" dirty="0"/>
          </a:p>
          <a:p>
            <a:r>
              <a:rPr lang="fr-FR" sz="1000" dirty="0" err="1"/>
              <a:t>DepotFacture</a:t>
            </a:r>
            <a:endParaRPr lang="fr-FR" sz="1000" dirty="0"/>
          </a:p>
          <a:p>
            <a:r>
              <a:rPr lang="fr-FR" sz="1000" dirty="0"/>
              <a:t>OASIS</a:t>
            </a:r>
          </a:p>
          <a:p>
            <a:r>
              <a:rPr lang="fr-FR" sz="1000" dirty="0"/>
              <a:t>HA Plus</a:t>
            </a:r>
          </a:p>
          <a:p>
            <a:r>
              <a:rPr lang="fr-FR" sz="1000" dirty="0"/>
              <a:t>…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AF4D0E2-3EFE-4754-96BA-557FCB71157C}"/>
              </a:ext>
            </a:extLst>
          </p:cNvPr>
          <p:cNvSpPr txBox="1"/>
          <p:nvPr/>
        </p:nvSpPr>
        <p:spPr>
          <a:xfrm>
            <a:off x="1632419" y="5610631"/>
            <a:ext cx="13148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Imprimantes</a:t>
            </a:r>
          </a:p>
          <a:p>
            <a:r>
              <a:rPr lang="fr-FR" sz="1000" dirty="0"/>
              <a:t>Wifi</a:t>
            </a:r>
          </a:p>
          <a:p>
            <a:r>
              <a:rPr lang="fr-FR" sz="1000" dirty="0"/>
              <a:t>Accès Internet</a:t>
            </a:r>
          </a:p>
          <a:p>
            <a:r>
              <a:rPr lang="fr-FR" sz="1000" dirty="0"/>
              <a:t>HR4YOU</a:t>
            </a:r>
          </a:p>
          <a:p>
            <a:r>
              <a:rPr lang="fr-FR" sz="1000" strike="sngStrike" dirty="0"/>
              <a:t>OASIS</a:t>
            </a:r>
          </a:p>
          <a:p>
            <a:r>
              <a:rPr lang="fr-FR" sz="1000" dirty="0"/>
              <a:t>SharePoint publics</a:t>
            </a:r>
          </a:p>
          <a:p>
            <a:r>
              <a:rPr lang="fr-FR" sz="1000" dirty="0"/>
              <a:t>Yammer</a:t>
            </a:r>
          </a:p>
          <a:p>
            <a:r>
              <a:rPr lang="fr-FR" sz="1000" dirty="0" err="1"/>
              <a:t>CPeople</a:t>
            </a:r>
            <a:endParaRPr lang="fr-FR" sz="1000" dirty="0"/>
          </a:p>
          <a:p>
            <a:r>
              <a:rPr lang="fr-FR" sz="1000" dirty="0"/>
              <a:t>…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68057C20-F41E-B522-A9EF-B139F96A5B9E}"/>
              </a:ext>
            </a:extLst>
          </p:cNvPr>
          <p:cNvSpPr/>
          <p:nvPr/>
        </p:nvSpPr>
        <p:spPr>
          <a:xfrm>
            <a:off x="384048" y="4392505"/>
            <a:ext cx="3733820" cy="1240635"/>
          </a:xfrm>
          <a:prstGeom prst="ellipse">
            <a:avLst/>
          </a:prstGeom>
          <a:solidFill>
            <a:srgbClr val="E65012"/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Zone de confiance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Collaborateurs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Intérimaires ou prestataire « en régie »</a:t>
            </a:r>
          </a:p>
          <a:p>
            <a:pPr algn="ctr"/>
            <a:r>
              <a:rPr lang="fr-FR" sz="1050" strike="sngStrike" dirty="0">
                <a:solidFill>
                  <a:schemeClr val="bg1"/>
                </a:solidFill>
              </a:rPr>
              <a:t>Prestataires (« au forfait »)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Retraités ?</a:t>
            </a:r>
          </a:p>
        </p:txBody>
      </p:sp>
      <p:sp>
        <p:nvSpPr>
          <p:cNvPr id="32" name="Légende : flèche courbée encadrée à une bordure 31">
            <a:extLst>
              <a:ext uri="{FF2B5EF4-FFF2-40B4-BE49-F238E27FC236}">
                <a16:creationId xmlns:a16="http://schemas.microsoft.com/office/drawing/2014/main" id="{53B9FF4C-888C-3098-DE93-99075C684DC7}"/>
              </a:ext>
            </a:extLst>
          </p:cNvPr>
          <p:cNvSpPr/>
          <p:nvPr/>
        </p:nvSpPr>
        <p:spPr>
          <a:xfrm>
            <a:off x="5066726" y="4482064"/>
            <a:ext cx="1205198" cy="612648"/>
          </a:xfrm>
          <a:prstGeom prst="accentBorderCallout2">
            <a:avLst>
              <a:gd name="adj1" fmla="val 21755"/>
              <a:gd name="adj2" fmla="val 104710"/>
              <a:gd name="adj3" fmla="val 21755"/>
              <a:gd name="adj4" fmla="val 125401"/>
              <a:gd name="adj5" fmla="val 65420"/>
              <a:gd name="adj6" fmla="val 156505"/>
            </a:avLst>
          </a:prstGeom>
          <a:noFill/>
          <a:ln w="1266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l"/>
            <a:r>
              <a:rPr lang="fr-FR" sz="1000" dirty="0"/>
              <a:t>Moins d’applications, plus de services d’infrastructure</a:t>
            </a:r>
          </a:p>
        </p:txBody>
      </p:sp>
      <p:sp>
        <p:nvSpPr>
          <p:cNvPr id="33" name="Légende : flèche courbée encadrée à une bordure 32">
            <a:extLst>
              <a:ext uri="{FF2B5EF4-FFF2-40B4-BE49-F238E27FC236}">
                <a16:creationId xmlns:a16="http://schemas.microsoft.com/office/drawing/2014/main" id="{DC77825E-7106-AFB1-C65E-9D67813F9D74}"/>
              </a:ext>
            </a:extLst>
          </p:cNvPr>
          <p:cNvSpPr/>
          <p:nvPr/>
        </p:nvSpPr>
        <p:spPr>
          <a:xfrm>
            <a:off x="3293606" y="5813461"/>
            <a:ext cx="1205198" cy="828092"/>
          </a:xfrm>
          <a:prstGeom prst="accentBorderCallout2">
            <a:avLst>
              <a:gd name="adj1" fmla="val 15826"/>
              <a:gd name="adj2" fmla="val -3241"/>
              <a:gd name="adj3" fmla="val 15085"/>
              <a:gd name="adj4" fmla="val -18195"/>
              <a:gd name="adj5" fmla="val -25393"/>
              <a:gd name="adj6" fmla="val -27826"/>
            </a:avLst>
          </a:prstGeom>
          <a:noFill/>
          <a:ln w="1266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l"/>
            <a:r>
              <a:rPr lang="fr-FR" sz="1000" dirty="0"/>
              <a:t>Uniquement les applications pour les internes + services d’infrastructure</a:t>
            </a:r>
          </a:p>
        </p:txBody>
      </p:sp>
      <p:sp>
        <p:nvSpPr>
          <p:cNvPr id="34" name="Légende : flèche courbée encadrée à une bordure 33">
            <a:extLst>
              <a:ext uri="{FF2B5EF4-FFF2-40B4-BE49-F238E27FC236}">
                <a16:creationId xmlns:a16="http://schemas.microsoft.com/office/drawing/2014/main" id="{E908F801-5629-D024-E4D4-7EF689D30BA2}"/>
              </a:ext>
            </a:extLst>
          </p:cNvPr>
          <p:cNvSpPr/>
          <p:nvPr/>
        </p:nvSpPr>
        <p:spPr>
          <a:xfrm>
            <a:off x="8212415" y="5904467"/>
            <a:ext cx="1205198" cy="807277"/>
          </a:xfrm>
          <a:prstGeom prst="accentBorderCallout2">
            <a:avLst>
              <a:gd name="adj1" fmla="val 21755"/>
              <a:gd name="adj2" fmla="val 104710"/>
              <a:gd name="adj3" fmla="val 21755"/>
              <a:gd name="adj4" fmla="val 125401"/>
              <a:gd name="adj5" fmla="val -18723"/>
              <a:gd name="adj6" fmla="val 126462"/>
            </a:avLst>
          </a:prstGeom>
          <a:noFill/>
          <a:ln w="1266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l"/>
            <a:r>
              <a:rPr lang="fr-FR" sz="1000" dirty="0"/>
              <a:t>Toutes les applications liées à l’entreprise étendue devraient être ici</a:t>
            </a:r>
          </a:p>
        </p:txBody>
      </p:sp>
    </p:spTree>
    <p:extLst>
      <p:ext uri="{BB962C8B-B14F-4D97-AF65-F5344CB8AC3E}">
        <p14:creationId xmlns:p14="http://schemas.microsoft.com/office/powerpoint/2010/main" val="3003740019"/>
      </p:ext>
    </p:extLst>
  </p:cSld>
  <p:clrMapOvr>
    <a:masterClrMapping/>
  </p:clrMapOvr>
</p:sld>
</file>

<file path=ppt/theme/theme1.xml><?xml version="1.0" encoding="utf-8"?>
<a:theme xmlns:a="http://schemas.openxmlformats.org/drawingml/2006/main" name="Présentation bureautique">
  <a:themeElements>
    <a:clrScheme name="Bouygues_colors">
      <a:dk1>
        <a:srgbClr val="102031"/>
      </a:dk1>
      <a:lt1>
        <a:srgbClr val="FFFFFF"/>
      </a:lt1>
      <a:dk2>
        <a:srgbClr val="FACA00"/>
      </a:dk2>
      <a:lt2>
        <a:srgbClr val="FACA00"/>
      </a:lt2>
      <a:accent1>
        <a:srgbClr val="00A885"/>
      </a:accent1>
      <a:accent2>
        <a:srgbClr val="F1A500"/>
      </a:accent2>
      <a:accent3>
        <a:srgbClr val="E65012"/>
      </a:accent3>
      <a:accent4>
        <a:srgbClr val="00B7B5"/>
      </a:accent4>
      <a:accent5>
        <a:srgbClr val="93C52A"/>
      </a:accent5>
      <a:accent6>
        <a:srgbClr val="4A4A49"/>
      </a:accent6>
      <a:hlink>
        <a:srgbClr val="102031"/>
      </a:hlink>
      <a:folHlink>
        <a:srgbClr val="1C2959"/>
      </a:folHlink>
    </a:clrScheme>
    <a:fontScheme name="Personnalisé Calibri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C2959"/>
        </a:solidFill>
        <a:ln w="1266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Bouygues_Construction_template_ppt_FR_allégé.potx" id="{60BE1A2D-E854-4315-AC0A-173CBDF5ABCC}" vid="{96BAD623-BE96-4963-8CB7-281E368DD9FF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Word BYCN" ma:contentTypeID="0x01010004BBCBFDEBB3864BA0EFED7044CA4B2801004C8FE6902124594285FC1C1285DCF30B" ma:contentTypeVersion="2" ma:contentTypeDescription="Create a new document." ma:contentTypeScope="" ma:versionID="fd14c3e0d22c58c23ac04c57ff2f828a">
  <xsd:schema xmlns:xsd="http://www.w3.org/2001/XMLSchema" xmlns:xs="http://www.w3.org/2001/XMLSchema" xmlns:p="http://schemas.microsoft.com/office/2006/metadata/properties" xmlns:ns2="95235cfd-2d18-42eb-8ffc-01f090d3b392" xmlns:ns3="55b30ecb-2f58-4ebc-8d15-16073e63dc56" targetNamespace="http://schemas.microsoft.com/office/2006/metadata/properties" ma:root="true" ma:fieldsID="3244a9b4a5729db8bab5b77e93dd427c" ns2:_="" ns3:_="">
    <xsd:import namespace="95235cfd-2d18-42eb-8ffc-01f090d3b392"/>
    <xsd:import namespace="55b30ecb-2f58-4ebc-8d15-16073e63dc56"/>
    <xsd:element name="properties">
      <xsd:complexType>
        <xsd:sequence>
          <xsd:element name="documentManagement">
            <xsd:complexType>
              <xsd:all>
                <xsd:element ref="ns2:b7665f99c0fe44919cb3218cc8e5302c" minOccurs="0"/>
                <xsd:element ref="ns2:TaxCatchAll" minOccurs="0"/>
                <xsd:element ref="ns2:TaxCatchAllLabel" minOccurs="0"/>
                <xsd:element ref="ns2:ComUnityFolder" minOccurs="0"/>
                <xsd:element ref="ns2:bc25f8494e694b549ba275b5de656855" minOccurs="0"/>
                <xsd:element ref="ns2:b1c94e71d43e47329629adb2299a7407" minOccurs="0"/>
                <xsd:element ref="ns2:n052ae6ce5fe48d585b4ce219bb73d0e" minOccurs="0"/>
                <xsd:element ref="ns2:aa574486944c4b4183531de588537b4d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35cfd-2d18-42eb-8ffc-01f090d3b392" elementFormDefault="qualified">
    <xsd:import namespace="http://schemas.microsoft.com/office/2006/documentManagement/types"/>
    <xsd:import namespace="http://schemas.microsoft.com/office/infopath/2007/PartnerControls"/>
    <xsd:element name="b7665f99c0fe44919cb3218cc8e5302c" ma:index="8" nillable="true" ma:taxonomy="true" ma:internalName="b7665f99c0fe44919cb3218cc8e5302c" ma:taxonomyFieldName="ArchiveClassificationPlan" ma:displayName="Archive Classification Plan" ma:default="1;#00 00 A classer|06ef1ee2-e7bf-4474-9d1e-c5fbf4f3b42b" ma:fieldId="{b7665f99-c0fe-4491-9cb3-218cc8e5302c}" ma:sspId="18ace0e7-60a4-4acf-87da-1c47a991bb86" ma:termSetId="26353664-7461-4f07-87dd-daa2874ea87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e85c52b0-9dc1-4b7d-8333-5b994c516a88}" ma:internalName="TaxCatchAll" ma:showField="CatchAllData" ma:web="55b30ecb-2f58-4ebc-8d15-16073e63d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e85c52b0-9dc1-4b7d-8333-5b994c516a88}" ma:internalName="TaxCatchAllLabel" ma:readOnly="true" ma:showField="CatchAllDataLabel" ma:web="55b30ecb-2f58-4ebc-8d15-16073e63d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mUnityFolder" ma:index="12" nillable="true" ma:displayName="Folder" ma:internalName="ComUnityFolder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bc25f8494e694b549ba275b5de656855" ma:index="13" nillable="true" ma:taxonomy="true" ma:internalName="bc25f8494e694b549ba275b5de656855" ma:taxonomyFieldName="Organisation" ma:displayName="Organisation" ma:fieldId="{bc25f849-4e69-4b54-9ba2-75b5de656855}" ma:sspId="18ace0e7-60a4-4acf-87da-1c47a991bb86" ma:termSetId="45cd4057-b767-4ebf-98f6-4028b8e5bef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1c94e71d43e47329629adb2299a7407" ma:index="15" nillable="true" ma:taxonomy="true" ma:internalName="b1c94e71d43e47329629adb2299a7407" ma:taxonomyFieldName="WorkspaceClassification" ma:displayName="Workspace classification" ma:fieldId="{b1c94e71-d43e-4732-9629-adb2299a7407}" ma:sspId="18ace0e7-60a4-4acf-87da-1c47a991bb86" ma:termSetId="22f1860e-f59a-4db1-b21a-a41c5c8ed1e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2ae6ce5fe48d585b4ce219bb73d0e" ma:index="17" nillable="true" ma:taxonomy="true" ma:internalName="n052ae6ce5fe48d585b4ce219bb73d0e" ma:taxonomyFieldName="SupportServices" ma:displayName="Support services" ma:fieldId="{7052ae6c-e5fe-48d5-85b4-ce219bb73d0e}" ma:sspId="18ace0e7-60a4-4acf-87da-1c47a991bb86" ma:termSetId="813098a9-32ee-4127-b4ec-488cb7a254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a574486944c4b4183531de588537b4d" ma:index="19" nillable="true" ma:taxonomy="true" ma:internalName="aa574486944c4b4183531de588537b4d" ma:taxonomyFieldName="ClassificationLevel" ma:displayName="Classification level" ma:fieldId="{aa574486-944c-4b41-8353-1de588537b4d}" ma:sspId="18ace0e7-60a4-4acf-87da-1c47a991bb86" ma:termSetId="b84a82df-7dfe-42a8-9650-82042eeb9fd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b30ecb-2f58-4ebc-8d15-16073e63dc56" elementFormDefault="qualified">
    <xsd:import namespace="http://schemas.microsoft.com/office/2006/documentManagement/types"/>
    <xsd:import namespace="http://schemas.microsoft.com/office/infopath/2007/PartnerControls"/>
    <xsd:element name="_dlc_DocId" ma:index="21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3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052ae6ce5fe48d585b4ce219bb73d0e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Information system</TermName>
          <TermId xmlns="http://schemas.microsoft.com/office/infopath/2007/PartnerControls">8b8e0a5c-68c6-49a0-9a87-082189b363f2</TermId>
        </TermInfo>
      </Terms>
    </n052ae6ce5fe48d585b4ce219bb73d0e>
    <b7665f99c0fe44919cb3218cc8e5302c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00 00 A classer</TermName>
          <TermId xmlns="http://schemas.microsoft.com/office/infopath/2007/PartnerControls">06ef1ee2-e7bf-4474-9d1e-c5fbf4f3b42b</TermId>
        </TermInfo>
      </Terms>
    </b7665f99c0fe44919cb3218cc8e5302c>
    <TaxCatchAll xmlns="95235cfd-2d18-42eb-8ffc-01f090d3b392">
      <Value>5</Value>
      <Value>4</Value>
      <Value>3</Value>
      <Value>2</Value>
      <Value>1</Value>
    </TaxCatchAll>
    <ComUnityFolder xmlns="95235cfd-2d18-42eb-8ffc-01f090d3b392">
      <Url xsi:nil="true"/>
      <Description xsi:nil="true"/>
    </ComUnityFolder>
    <b1c94e71d43e47329629adb2299a7407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Projects</TermName>
          <TermId xmlns="http://schemas.microsoft.com/office/infopath/2007/PartnerControls">b7cc1373-d160-4aa3-bf26-3372b93dfcbf</TermId>
        </TermInfo>
      </Terms>
    </b1c94e71d43e47329629adb2299a7407>
    <aa574486944c4b4183531de588537b4d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Internal</TermName>
          <TermId xmlns="http://schemas.microsoft.com/office/infopath/2007/PartnerControls">86d58d27-cc8e-4bfd-a785-ea3ef4347509</TermId>
        </TermInfo>
      </Terms>
    </aa574486944c4b4183531de588537b4d>
    <bc25f8494e694b549ba275b5de656855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BYCNIT</TermName>
          <TermId xmlns="http://schemas.microsoft.com/office/infopath/2007/PartnerControls">5d3357b4-3368-461d-bd54-7eef5bc1db4c</TermId>
        </TermInfo>
      </Terms>
    </bc25f8494e694b549ba275b5de656855>
    <_dlc_DocId xmlns="55b30ecb-2f58-4ebc-8d15-16073e63dc56">CWKSP-501984039-26643</_dlc_DocId>
    <_dlc_DocIdUrl xmlns="55b30ecb-2f58-4ebc-8d15-16073e63dc56">
      <Url>https://bouyguesconstruction.sharepoint.com/sites/bycnitarchitecture/_layouts/15/DocIdRedir.aspx?ID=CWKSP-501984039-26643</Url>
      <Description>CWKSP-501984039-26643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?mso-contentType ?>
<SharedContentType xmlns="Microsoft.SharePoint.Taxonomy.ContentTypeSync" SourceId="18ace0e7-60a4-4acf-87da-1c47a991bb86" ContentTypeId="0x01010004BBCBFDEBB3864BA0EFED7044CA4B2801" PreviousValue="false" LastSyncTimeStamp="2019-08-12T06:53:30.573Z"/>
</file>

<file path=customXml/item6.xml><?xml version="1.0" encoding="utf-8"?>
<?mso-contentType ?>
<SharedContentType xmlns="Microsoft.SharePoint.Taxonomy.ContentTypeSync" SourceId="18ace0e7-60a4-4acf-87da-1c47a991bb86" ContentTypeId="0x01010004BBCBFDEBB3864BA0EFED7044CA4B2801" PreviousValue="false" LastSyncTimeStamp="2019-08-12T06:53:30.573Z"/>
</file>

<file path=customXml/item7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209F49E-0C1F-41F2-8D1E-9ECE3447F774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AA69F7B9-3D6F-42A9-8089-1594461D561F}"/>
</file>

<file path=customXml/itemProps3.xml><?xml version="1.0" encoding="utf-8"?>
<ds:datastoreItem xmlns:ds="http://schemas.openxmlformats.org/officeDocument/2006/customXml" ds:itemID="{F9E5D55C-B872-42EC-BAF0-AD612FA45C8B}">
  <ds:schemaRefs>
    <ds:schemaRef ds:uri="53C19727-6507-4B5B-8FFA-21B3FDDE673D"/>
    <ds:schemaRef ds:uri="http://schemas.microsoft.com/office/infopath/2007/PartnerControls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95235cfd-2d18-42eb-8ffc-01f090d3b392"/>
    <ds:schemaRef ds:uri="a0839100-0422-47af-bebb-65cb026d2779"/>
    <ds:schemaRef ds:uri="53c19727-6507-4b5b-8ffa-21b3fdde673d"/>
    <ds:schemaRef ds:uri="c43f221b-e1ac-49e1-9181-d4e5bc53767c"/>
  </ds:schemaRefs>
</ds:datastoreItem>
</file>

<file path=customXml/itemProps4.xml><?xml version="1.0" encoding="utf-8"?>
<ds:datastoreItem xmlns:ds="http://schemas.openxmlformats.org/officeDocument/2006/customXml" ds:itemID="{17A04AE3-8A93-402B-BBE2-8BAEDBE686DB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D8100D93-1826-4B3B-9D97-06B38D6BB0F1}">
  <ds:schemaRefs>
    <ds:schemaRef ds:uri="Microsoft.SharePoint.Taxonomy.ContentTypeSync"/>
  </ds:schemaRefs>
</ds:datastoreItem>
</file>

<file path=customXml/itemProps6.xml><?xml version="1.0" encoding="utf-8"?>
<ds:datastoreItem xmlns:ds="http://schemas.openxmlformats.org/officeDocument/2006/customXml" ds:itemID="{63CD43B7-14D6-41DC-8486-06464C6F6C94}"/>
</file>

<file path=customXml/itemProps7.xml><?xml version="1.0" encoding="utf-8"?>
<ds:datastoreItem xmlns:ds="http://schemas.openxmlformats.org/officeDocument/2006/customXml" ds:itemID="{99709404-FC35-468E-9C13-77C80E120E46}"/>
</file>

<file path=docProps/app.xml><?xml version="1.0" encoding="utf-8"?>
<Properties xmlns="http://schemas.openxmlformats.org/officeDocument/2006/extended-properties" xmlns:vt="http://schemas.openxmlformats.org/officeDocument/2006/docPropsVTypes">
  <Template>Bouygues_Construction_template_ppt_FR_allégé</Template>
  <TotalTime>0</TotalTime>
  <Words>172</Words>
  <Application>Microsoft Office PowerPoint</Application>
  <PresentationFormat>Grand écran</PresentationFormat>
  <Paragraphs>73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Calibri</vt:lpstr>
      <vt:lpstr>Arial</vt:lpstr>
      <vt:lpstr>Calibri Light</vt:lpstr>
      <vt:lpstr>Présentation bureautique</vt:lpstr>
      <vt:lpstr>Réflexion SI vs Persona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Réflexion SI vs Persona</dc:title>
  <dc:creator>ORIOT, Charles</dc:creator>
  <cp:lastModifiedBy>ORIOT, Charles</cp:lastModifiedBy>
  <cp:revision>1</cp:revision>
  <dcterms:created xsi:type="dcterms:W3CDTF">2024-04-30T16:30:45Z</dcterms:created>
  <dcterms:modified xsi:type="dcterms:W3CDTF">2024-05-22T12:17:33Z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0x01010004BBCBFDEBB3864BA0EFED7044CA4B2801004C8FE6902124594285FC1C1285DCF30B</vt:lpwstr>
  </property>
  <property fmtid="{D5CDD505-2E9C-101B-9397-08002B2CF9AE}" pid="3" name="MediaServiceImageTags">
    <vt:lpwstr/>
  </property>
  <property fmtid="{D5CDD505-2E9C-101B-9397-08002B2CF9AE}" pid="4" name="ClassificationLevel">
    <vt:lpwstr>5;#Internal|86d58d27-cc8e-4bfd-a785-ea3ef4347509</vt:lpwstr>
  </property>
  <property fmtid="{D5CDD505-2E9C-101B-9397-08002B2CF9AE}" pid="5" name="SupportServices">
    <vt:lpwstr>4;#Information system|8b8e0a5c-68c6-49a0-9a87-082189b363f2</vt:lpwstr>
  </property>
  <property fmtid="{D5CDD505-2E9C-101B-9397-08002B2CF9AE}" pid="6" name="Organisation">
    <vt:lpwstr>3;#BYCNIT|5d3357b4-3368-461d-bd54-7eef5bc1db4c</vt:lpwstr>
  </property>
  <property fmtid="{D5CDD505-2E9C-101B-9397-08002B2CF9AE}" pid="7" name="lcf76f155ced4ddcb4097134ff3c332f">
    <vt:lpwstr/>
  </property>
  <property fmtid="{D5CDD505-2E9C-101B-9397-08002B2CF9AE}" pid="8" name="_dlc_DocIdItemGuid">
    <vt:lpwstr>019c1dc3-30d4-48f8-b7da-b0b598618692</vt:lpwstr>
  </property>
  <property fmtid="{D5CDD505-2E9C-101B-9397-08002B2CF9AE}" pid="9" name="WorkspaceClassification">
    <vt:lpwstr>2;#Projects|b7cc1373-d160-4aa3-bf26-3372b93dfcbf</vt:lpwstr>
  </property>
  <property fmtid="{D5CDD505-2E9C-101B-9397-08002B2CF9AE}" pid="10" name="ArchiveClassificationPlan">
    <vt:lpwstr>1;#00 00 A classer|06ef1ee2-e7bf-4474-9d1e-c5fbf4f3b42b</vt:lpwstr>
  </property>
  <property fmtid="{D5CDD505-2E9C-101B-9397-08002B2CF9AE}" pid="11" name="aa574486944c4b4183531de588537b4d">
    <vt:lpwstr>Internal|86d58d27-cc8e-4bfd-a785-ea3ef4347509</vt:lpwstr>
  </property>
  <property fmtid="{D5CDD505-2E9C-101B-9397-08002B2CF9AE}" pid="12" name="Order">
    <vt:lpwstr>144500.000000000</vt:lpwstr>
  </property>
  <property fmtid="{D5CDD505-2E9C-101B-9397-08002B2CF9AE}" pid="13" name="xd_ProgID">
    <vt:lpwstr/>
  </property>
  <property fmtid="{D5CDD505-2E9C-101B-9397-08002B2CF9AE}" pid="14" name="_dlc_DocId">
    <vt:lpwstr>CWKSP-1572697757-1445</vt:lpwstr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TriggerFlowInfo">
    <vt:lpwstr/>
  </property>
  <property fmtid="{D5CDD505-2E9C-101B-9397-08002B2CF9AE}" pid="21" name="_dlc_DocIdUrl">
    <vt:lpwstr>https://bouyguesconstruction.sharepoint.com/sites/bycnitbycnitdacdsarchitecture/_layouts/15/DocIdRedir.aspx?ID=CWKSP-1572697757-1445, CWKSP-1572697757-1445</vt:lpwstr>
  </property>
  <property fmtid="{D5CDD505-2E9C-101B-9397-08002B2CF9AE}" pid="22" name="ComUnityFolder">
    <vt:lpwstr>, </vt:lpwstr>
  </property>
  <property fmtid="{D5CDD505-2E9C-101B-9397-08002B2CF9AE}" pid="23" name="b1c94e71d43e47329629adb2299a7407">
    <vt:lpwstr>Projects|b7cc1373-d160-4aa3-bf26-3372b93dfcbf</vt:lpwstr>
  </property>
  <property fmtid="{D5CDD505-2E9C-101B-9397-08002B2CF9AE}" pid="24" name="xd_Signature">
    <vt:lpwstr/>
  </property>
  <property fmtid="{D5CDD505-2E9C-101B-9397-08002B2CF9AE}" pid="25" name="n052ae6ce5fe48d585b4ce219bb73d0e">
    <vt:lpwstr>Information system|8b8e0a5c-68c6-49a0-9a87-082189b363f2</vt:lpwstr>
  </property>
  <property fmtid="{D5CDD505-2E9C-101B-9397-08002B2CF9AE}" pid="26" name="b7665f99c0fe44919cb3218cc8e5302c">
    <vt:lpwstr>00 00 A classer|06ef1ee2-e7bf-4474-9d1e-c5fbf4f3b42b</vt:lpwstr>
  </property>
  <property fmtid="{D5CDD505-2E9C-101B-9397-08002B2CF9AE}" pid="27" name="bc25f8494e694b549ba275b5de656855">
    <vt:lpwstr>BYCNIT|5d3357b4-3368-461d-bd54-7eef5bc1db4c</vt:lpwstr>
  </property>
</Properties>
</file>