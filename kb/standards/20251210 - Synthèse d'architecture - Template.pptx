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7FFFFD2A_63351C47.xml" ContentType="application/vnd.ms-powerpoint.comment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7FF64BCD_D7FAA198.xml" ContentType="application/vnd.ms-powerpoint.comment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23" r:id="rId6"/>
    <p:sldMasterId id="2147483749" r:id="rId7"/>
    <p:sldMasterId id="2147483779" r:id="rId8"/>
    <p:sldMasterId id="2147483787" r:id="rId9"/>
    <p:sldMasterId id="2147483800" r:id="rId10"/>
  </p:sldMasterIdLst>
  <p:notesMasterIdLst>
    <p:notesMasterId r:id="rId29"/>
  </p:notesMasterIdLst>
  <p:handoutMasterIdLst>
    <p:handoutMasterId r:id="rId30"/>
  </p:handoutMasterIdLst>
  <p:sldIdLst>
    <p:sldId id="2142534272" r:id="rId11"/>
    <p:sldId id="2147482953" r:id="rId12"/>
    <p:sldId id="2147483427" r:id="rId13"/>
    <p:sldId id="2147482921" r:id="rId14"/>
    <p:sldId id="2147482922" r:id="rId15"/>
    <p:sldId id="2147482867" r:id="rId16"/>
    <p:sldId id="2147483429" r:id="rId17"/>
    <p:sldId id="2147483602" r:id="rId18"/>
    <p:sldId id="2147483454" r:id="rId19"/>
    <p:sldId id="2146847693" r:id="rId20"/>
    <p:sldId id="2147482872" r:id="rId21"/>
    <p:sldId id="2147483448" r:id="rId22"/>
    <p:sldId id="2147483603" r:id="rId23"/>
    <p:sldId id="2147483455" r:id="rId24"/>
    <p:sldId id="2147483447" r:id="rId25"/>
    <p:sldId id="2147483392" r:id="rId26"/>
    <p:sldId id="2147483459" r:id="rId27"/>
    <p:sldId id="2147482878" r:id="rId28"/>
  </p:sldIdLst>
  <p:sldSz cx="12192000" cy="6858000"/>
  <p:notesSz cx="6858000" cy="9144000"/>
  <p:embeddedFontLst>
    <p:embeddedFont>
      <p:font typeface="Arial Narrow" panose="020B0606020202030204" pitchFamily="34" charset="0"/>
      <p:regular r:id="rId31"/>
      <p:bold r:id="rId32"/>
      <p:italic r:id="rId33"/>
      <p:boldItalic r:id="rId34"/>
    </p:embeddedFont>
    <p:embeddedFont>
      <p:font typeface="Avenir Black" panose="020B0604020202020204" charset="0"/>
      <p:bold r:id="rId35"/>
      <p:italic r:id="rId36"/>
      <p:boldItalic r:id="rId37"/>
    </p:embeddedFont>
    <p:embeddedFont>
      <p:font typeface="Avenir Book" panose="020B0604020202020204" charset="0"/>
      <p:regular r:id="rId38"/>
      <p:italic r:id="rId39"/>
    </p:embeddedFont>
    <p:embeddedFont>
      <p:font typeface="Avenir Next LT Pro" panose="020B0504020202020204" pitchFamily="34" charset="0"/>
      <p:regular r:id="rId40"/>
      <p:bold r:id="rId41"/>
      <p:italic r:id="rId42"/>
      <p:boldItalic r:id="rId43"/>
    </p:embeddedFont>
    <p:embeddedFont>
      <p:font typeface="Barlow Black" panose="00000A00000000000000" pitchFamily="2" charset="0"/>
      <p:bold r:id="rId44"/>
      <p:boldItalic r:id="rId45"/>
    </p:embeddedFont>
    <p:embeddedFont>
      <p:font typeface="Source Sans Pro" panose="020B0503030403020204" pitchFamily="34" charset="0"/>
      <p:regular r:id="rId46"/>
      <p:bold r:id="rId47"/>
      <p:italic r:id="rId48"/>
      <p:boldItalic r:id="rId4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CoArch" id="{EE0D1B62-0D89-4359-BD27-A33F8AB601A5}">
          <p14:sldIdLst>
            <p14:sldId id="2142534272"/>
          </p14:sldIdLst>
        </p14:section>
        <p14:section name="Synthèse" id="{CFD5897D-4A9F-4596-AD3A-7ABAAFAB2FAA}">
          <p14:sldIdLst>
            <p14:sldId id="2147482953"/>
            <p14:sldId id="2147483427"/>
            <p14:sldId id="2147482921"/>
            <p14:sldId id="2147482922"/>
            <p14:sldId id="2147482867"/>
            <p14:sldId id="2147483429"/>
            <p14:sldId id="2147483602"/>
            <p14:sldId id="2147483454"/>
            <p14:sldId id="2146847693"/>
            <p14:sldId id="2147482872"/>
            <p14:sldId id="2147483448"/>
            <p14:sldId id="2147483603"/>
            <p14:sldId id="2147483455"/>
            <p14:sldId id="2147483447"/>
            <p14:sldId id="2147483392"/>
            <p14:sldId id="2147483459"/>
            <p14:sldId id="2147482878"/>
          </p14:sldIdLst>
        </p14:section>
        <p14:section name="Annexes" id="{E53F8C23-8FDE-47D5-8EC6-8C253077992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670221-D369-511A-F874-CED9C409CB24}" name="Benoit PINAULT" initials="BP" userId="S::b.pinault@groupeonepoint.com::50c05af1-3b8d-4b28-b612-a7cdb83711b1" providerId="AD"/>
  <p188:author id="{B4F4422F-AA57-F9E1-BAAA-3096BF71872E}" name="BASLEY, Alexis" initials="BA" userId="S::a.basley@bouygues-construction.com::1302f438-a5b5-4b58-9408-0f12e5ce17fa" providerId="AD"/>
  <p188:author id="{8E43F563-5F36-EA39-E7DD-385E6F4CA63F}" name="DU POUGET, Thibault" initials="TD" userId="S::t.dupouget@bouygues-construction.com::fc57467d-f8cd-4a10-a47f-f31a7268c13c" providerId="AD"/>
  <p188:author id="{5FFAB970-F7A0-AA8A-1CDC-101CF844E36C}" name="BRENNE, Sylvain" initials="" userId="S::S.BRENNE@bouygues-construction.com::6d646a6c-e4cf-4ee9-a257-f01fc78dace0" providerId="AD"/>
  <p188:author id="{AD38DC71-F037-F9B8-E4DB-B576447F5D8A}" name="LETOURNEUR, Kim" initials="KL" userId="S::k.letourneur@bouygues-construction.com::e0559860-4662-4ad4-80ea-c435daf8c4a0" providerId="AD"/>
  <p188:author id="{7978C3AE-DFAD-86AE-D66A-F99F6808361C}" name="GIRAUD, Gilles (ONEPOINT)" initials="G(" userId="S::g.giraud.ext@bouygues-construction.com::6d20c896-481c-410b-a8c0-2d4a97d55c0a" providerId="AD"/>
  <p188:author id="{E5D58EB4-BC08-FA82-5A47-197DBA6A907C}" name="PINAULT, Benoit (ONEPOINT)" initials="BP" userId="S::b.pinault.ext@bouygues-construction.com::08a52071-1fd4-4dfb-8bad-7c8855c9d2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5C0"/>
    <a:srgbClr val="00CC66"/>
    <a:srgbClr val="FAB92E"/>
    <a:srgbClr val="E75113"/>
    <a:srgbClr val="93C97B"/>
    <a:srgbClr val="EADCF4"/>
    <a:srgbClr val="F6C3A5"/>
    <a:srgbClr val="EC864A"/>
    <a:srgbClr val="C1FFDD"/>
    <a:srgbClr val="F9F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83DF6-6A3F-4898-BF34-BE682BD4C32F}" v="9" dt="2025-12-16T14:31:35.31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6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font" Target="fonts/font9.fntdata"/><Relationship Id="rId21" Type="http://schemas.openxmlformats.org/officeDocument/2006/relationships/slide" Target="slides/slide11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tableStyles" Target="tableStyles.xml"/><Relationship Id="rId5" Type="http://schemas.openxmlformats.org/officeDocument/2006/relationships/customXml" Target="../customXml/item5.xml"/><Relationship Id="rId10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microsoft.com/office/2018/10/relationships/authors" Target="authors.xml"/><Relationship Id="rId8" Type="http://schemas.openxmlformats.org/officeDocument/2006/relationships/slideMaster" Target="slideMasters/slideMaster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0.xml"/><Relationship Id="rId41" Type="http://schemas.openxmlformats.org/officeDocument/2006/relationships/font" Target="fonts/font11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oit PINAULT" userId="50c05af1-3b8d-4b28-b612-a7cdb83711b1" providerId="ADAL" clId="{DFAAF868-5F06-4EED-AE98-E21292754C9C}"/>
    <pc:docChg chg="undo custSel addSld delSld modSld modSection">
      <pc:chgData name="Benoit PINAULT" userId="50c05af1-3b8d-4b28-b612-a7cdb83711b1" providerId="ADAL" clId="{DFAAF868-5F06-4EED-AE98-E21292754C9C}" dt="2025-12-16T14:31:38.893" v="564" actId="1076"/>
      <pc:docMkLst>
        <pc:docMk/>
      </pc:docMkLst>
      <pc:sldChg chg="addSp delSp modSp add mod">
        <pc:chgData name="Benoit PINAULT" userId="50c05af1-3b8d-4b28-b612-a7cdb83711b1" providerId="ADAL" clId="{DFAAF868-5F06-4EED-AE98-E21292754C9C}" dt="2025-12-16T14:30:39.362" v="534" actId="1076"/>
        <pc:sldMkLst>
          <pc:docMk/>
          <pc:sldMk cId="3623526808" sldId="2146847693"/>
        </pc:sldMkLst>
        <pc:spChg chg="add mod">
          <ac:chgData name="Benoit PINAULT" userId="50c05af1-3b8d-4b28-b612-a7cdb83711b1" providerId="ADAL" clId="{DFAAF868-5F06-4EED-AE98-E21292754C9C}" dt="2025-12-16T14:30:39.362" v="534" actId="1076"/>
          <ac:spMkLst>
            <pc:docMk/>
            <pc:sldMk cId="3623526808" sldId="2146847693"/>
            <ac:spMk id="3" creationId="{1E8748C1-18E4-AF90-D7BE-06E3B412E7BC}"/>
          </ac:spMkLst>
        </pc:spChg>
        <pc:spChg chg="mod">
          <ac:chgData name="Benoit PINAULT" userId="50c05af1-3b8d-4b28-b612-a7cdb83711b1" providerId="ADAL" clId="{DFAAF868-5F06-4EED-AE98-E21292754C9C}" dt="2025-12-16T14:30:11.720" v="503" actId="20577"/>
          <ac:spMkLst>
            <pc:docMk/>
            <pc:sldMk cId="3623526808" sldId="2146847693"/>
            <ac:spMk id="4" creationId="{AF6BDB7D-6C11-4409-D8CE-58A76B9BF2DE}"/>
          </ac:spMkLst>
        </pc:spChg>
        <pc:spChg chg="mod">
          <ac:chgData name="Benoit PINAULT" userId="50c05af1-3b8d-4b28-b612-a7cdb83711b1" providerId="ADAL" clId="{DFAAF868-5F06-4EED-AE98-E21292754C9C}" dt="2025-12-16T13:47:05.453" v="487" actId="20577"/>
          <ac:spMkLst>
            <pc:docMk/>
            <pc:sldMk cId="3623526808" sldId="2146847693"/>
            <ac:spMk id="6" creationId="{AA948146-C197-2A04-30BF-C07406CBBA06}"/>
          </ac:spMkLst>
        </pc:spChg>
        <pc:spChg chg="mod">
          <ac:chgData name="Benoit PINAULT" userId="50c05af1-3b8d-4b28-b612-a7cdb83711b1" providerId="ADAL" clId="{DFAAF868-5F06-4EED-AE98-E21292754C9C}" dt="2025-12-16T13:46:48.978" v="481" actId="20577"/>
          <ac:spMkLst>
            <pc:docMk/>
            <pc:sldMk cId="3623526808" sldId="2146847693"/>
            <ac:spMk id="8" creationId="{CE8DC4C5-C2FA-B05C-4C9B-1C82160099DA}"/>
          </ac:spMkLst>
        </pc:spChg>
        <pc:spChg chg="mod">
          <ac:chgData name="Benoit PINAULT" userId="50c05af1-3b8d-4b28-b612-a7cdb83711b1" providerId="ADAL" clId="{DFAAF868-5F06-4EED-AE98-E21292754C9C}" dt="2025-12-16T13:46:51.800" v="482" actId="20577"/>
          <ac:spMkLst>
            <pc:docMk/>
            <pc:sldMk cId="3623526808" sldId="2146847693"/>
            <ac:spMk id="9" creationId="{13404518-5820-8A0A-DD70-32C14D49EA71}"/>
          </ac:spMkLst>
        </pc:spChg>
        <pc:spChg chg="mod">
          <ac:chgData name="Benoit PINAULT" userId="50c05af1-3b8d-4b28-b612-a7cdb83711b1" providerId="ADAL" clId="{DFAAF868-5F06-4EED-AE98-E21292754C9C}" dt="2025-12-16T13:46:46.334" v="480" actId="20577"/>
          <ac:spMkLst>
            <pc:docMk/>
            <pc:sldMk cId="3623526808" sldId="2146847693"/>
            <ac:spMk id="10" creationId="{74AF87AE-F4DE-36C1-580F-470CEBF68060}"/>
          </ac:spMkLst>
        </pc:spChg>
        <pc:spChg chg="mod">
          <ac:chgData name="Benoit PINAULT" userId="50c05af1-3b8d-4b28-b612-a7cdb83711b1" providerId="ADAL" clId="{DFAAF868-5F06-4EED-AE98-E21292754C9C}" dt="2025-12-16T13:46:57.656" v="484" actId="20577"/>
          <ac:spMkLst>
            <pc:docMk/>
            <pc:sldMk cId="3623526808" sldId="2146847693"/>
            <ac:spMk id="12" creationId="{41E534CC-1DF0-7C78-BA21-1DE46E19EB3C}"/>
          </ac:spMkLst>
        </pc:spChg>
        <pc:spChg chg="mod">
          <ac:chgData name="Benoit PINAULT" userId="50c05af1-3b8d-4b28-b612-a7cdb83711b1" providerId="ADAL" clId="{DFAAF868-5F06-4EED-AE98-E21292754C9C}" dt="2025-12-16T13:46:54.672" v="483" actId="20577"/>
          <ac:spMkLst>
            <pc:docMk/>
            <pc:sldMk cId="3623526808" sldId="2146847693"/>
            <ac:spMk id="14" creationId="{93BCC2E5-E9D8-1382-800E-B6301E286BFA}"/>
          </ac:spMkLst>
        </pc:spChg>
        <pc:spChg chg="mod">
          <ac:chgData name="Benoit PINAULT" userId="50c05af1-3b8d-4b28-b612-a7cdb83711b1" providerId="ADAL" clId="{DFAAF868-5F06-4EED-AE98-E21292754C9C}" dt="2025-12-16T13:47:00.656" v="485" actId="20577"/>
          <ac:spMkLst>
            <pc:docMk/>
            <pc:sldMk cId="3623526808" sldId="2146847693"/>
            <ac:spMk id="18" creationId="{DA4FCA5E-B01C-B278-477E-0D7D3D26C95B}"/>
          </ac:spMkLst>
        </pc:spChg>
        <pc:spChg chg="mod">
          <ac:chgData name="Benoit PINAULT" userId="50c05af1-3b8d-4b28-b612-a7cdb83711b1" providerId="ADAL" clId="{DFAAF868-5F06-4EED-AE98-E21292754C9C}" dt="2025-12-16T14:30:07.443" v="502" actId="20577"/>
          <ac:spMkLst>
            <pc:docMk/>
            <pc:sldMk cId="3623526808" sldId="2146847693"/>
            <ac:spMk id="21" creationId="{065F809B-D008-C20F-A945-7B3BF910F15E}"/>
          </ac:spMkLst>
        </pc:spChg>
        <pc:spChg chg="mod">
          <ac:chgData name="Benoit PINAULT" userId="50c05af1-3b8d-4b28-b612-a7cdb83711b1" providerId="ADAL" clId="{DFAAF868-5F06-4EED-AE98-E21292754C9C}" dt="2025-12-16T13:47:55.338" v="500" actId="20577"/>
          <ac:spMkLst>
            <pc:docMk/>
            <pc:sldMk cId="3623526808" sldId="2146847693"/>
            <ac:spMk id="26" creationId="{F6F1BEA2-D205-91F5-6383-3A905EB35365}"/>
          </ac:spMkLst>
        </pc:spChg>
        <pc:spChg chg="mod">
          <ac:chgData name="Benoit PINAULT" userId="50c05af1-3b8d-4b28-b612-a7cdb83711b1" providerId="ADAL" clId="{DFAAF868-5F06-4EED-AE98-E21292754C9C}" dt="2025-12-16T13:47:58.875" v="501" actId="20577"/>
          <ac:spMkLst>
            <pc:docMk/>
            <pc:sldMk cId="3623526808" sldId="2146847693"/>
            <ac:spMk id="27" creationId="{BA7842EF-A2BF-DA40-7FE3-BE355DAED480}"/>
          </ac:spMkLst>
        </pc:spChg>
        <pc:spChg chg="add del mod">
          <ac:chgData name="Benoit PINAULT" userId="50c05af1-3b8d-4b28-b612-a7cdb83711b1" providerId="ADAL" clId="{DFAAF868-5F06-4EED-AE98-E21292754C9C}" dt="2025-12-16T13:47:51.949" v="499" actId="20577"/>
          <ac:spMkLst>
            <pc:docMk/>
            <pc:sldMk cId="3623526808" sldId="2146847693"/>
            <ac:spMk id="28" creationId="{7AEEF4F7-F412-5726-2500-CED0DA46F8F3}"/>
          </ac:spMkLst>
        </pc:spChg>
        <pc:spChg chg="mod">
          <ac:chgData name="Benoit PINAULT" userId="50c05af1-3b8d-4b28-b612-a7cdb83711b1" providerId="ADAL" clId="{DFAAF868-5F06-4EED-AE98-E21292754C9C}" dt="2025-12-16T13:46:34.496" v="478" actId="20577"/>
          <ac:spMkLst>
            <pc:docMk/>
            <pc:sldMk cId="3623526808" sldId="2146847693"/>
            <ac:spMk id="33" creationId="{4C92151C-C514-6D51-ECEE-6AFD28B6408B}"/>
          </ac:spMkLst>
        </pc:spChg>
        <pc:spChg chg="mod">
          <ac:chgData name="Benoit PINAULT" userId="50c05af1-3b8d-4b28-b612-a7cdb83711b1" providerId="ADAL" clId="{DFAAF868-5F06-4EED-AE98-E21292754C9C}" dt="2025-12-16T13:46:32.657" v="477" actId="20577"/>
          <ac:spMkLst>
            <pc:docMk/>
            <pc:sldMk cId="3623526808" sldId="2146847693"/>
            <ac:spMk id="34" creationId="{B5C67B2E-2941-6278-E336-2A296CA2A43B}"/>
          </ac:spMkLst>
        </pc:spChg>
        <pc:spChg chg="mod">
          <ac:chgData name="Benoit PINAULT" userId="50c05af1-3b8d-4b28-b612-a7cdb83711b1" providerId="ADAL" clId="{DFAAF868-5F06-4EED-AE98-E21292754C9C}" dt="2025-12-16T13:46:36.842" v="479" actId="20577"/>
          <ac:spMkLst>
            <pc:docMk/>
            <pc:sldMk cId="3623526808" sldId="2146847693"/>
            <ac:spMk id="35" creationId="{89674DE9-09DD-C3C5-CA15-CB69B5D3056A}"/>
          </ac:spMkLst>
        </pc:spChg>
        <pc:spChg chg="mod">
          <ac:chgData name="Benoit PINAULT" userId="50c05af1-3b8d-4b28-b612-a7cdb83711b1" providerId="ADAL" clId="{DFAAF868-5F06-4EED-AE98-E21292754C9C}" dt="2025-12-16T13:47:46.298" v="497" actId="20577"/>
          <ac:spMkLst>
            <pc:docMk/>
            <pc:sldMk cId="3623526808" sldId="2146847693"/>
            <ac:spMk id="52" creationId="{1C2E9AFD-C82A-E96C-60BA-5F643CC84991}"/>
          </ac:spMkLst>
        </pc:spChg>
        <pc:spChg chg="mod">
          <ac:chgData name="Benoit PINAULT" userId="50c05af1-3b8d-4b28-b612-a7cdb83711b1" providerId="ADAL" clId="{DFAAF868-5F06-4EED-AE98-E21292754C9C}" dt="2025-12-16T13:47:43.052" v="496" actId="20577"/>
          <ac:spMkLst>
            <pc:docMk/>
            <pc:sldMk cId="3623526808" sldId="2146847693"/>
            <ac:spMk id="53" creationId="{7F8D77E2-39AE-8E5A-AEA8-5B2FE9DC0BA7}"/>
          </ac:spMkLst>
        </pc:spChg>
        <pc:spChg chg="mod">
          <ac:chgData name="Benoit PINAULT" userId="50c05af1-3b8d-4b28-b612-a7cdb83711b1" providerId="ADAL" clId="{DFAAF868-5F06-4EED-AE98-E21292754C9C}" dt="2025-12-16T13:47:49.033" v="498" actId="20577"/>
          <ac:spMkLst>
            <pc:docMk/>
            <pc:sldMk cId="3623526808" sldId="2146847693"/>
            <ac:spMk id="54" creationId="{8DA03F2C-D395-BE19-333C-09B7D4692A8C}"/>
          </ac:spMkLst>
        </pc:spChg>
        <pc:spChg chg="mod">
          <ac:chgData name="Benoit PINAULT" userId="50c05af1-3b8d-4b28-b612-a7cdb83711b1" providerId="ADAL" clId="{DFAAF868-5F06-4EED-AE98-E21292754C9C}" dt="2025-12-16T13:47:36.987" v="494" actId="20577"/>
          <ac:spMkLst>
            <pc:docMk/>
            <pc:sldMk cId="3623526808" sldId="2146847693"/>
            <ac:spMk id="56" creationId="{588BA8D0-5D15-5E1F-0ECD-F3A03099F599}"/>
          </ac:spMkLst>
        </pc:spChg>
        <pc:spChg chg="mod">
          <ac:chgData name="Benoit PINAULT" userId="50c05af1-3b8d-4b28-b612-a7cdb83711b1" providerId="ADAL" clId="{DFAAF868-5F06-4EED-AE98-E21292754C9C}" dt="2025-12-16T13:47:34.503" v="493" actId="20577"/>
          <ac:spMkLst>
            <pc:docMk/>
            <pc:sldMk cId="3623526808" sldId="2146847693"/>
            <ac:spMk id="57" creationId="{9DDDE0C9-453C-336C-C618-F3B8A6CED88C}"/>
          </ac:spMkLst>
        </pc:spChg>
        <pc:spChg chg="mod">
          <ac:chgData name="Benoit PINAULT" userId="50c05af1-3b8d-4b28-b612-a7cdb83711b1" providerId="ADAL" clId="{DFAAF868-5F06-4EED-AE98-E21292754C9C}" dt="2025-12-16T13:47:39.910" v="495" actId="20577"/>
          <ac:spMkLst>
            <pc:docMk/>
            <pc:sldMk cId="3623526808" sldId="2146847693"/>
            <ac:spMk id="59" creationId="{3BAE0B12-35D6-4915-433D-A2E1987912B3}"/>
          </ac:spMkLst>
        </pc:spChg>
        <pc:spChg chg="mod">
          <ac:chgData name="Benoit PINAULT" userId="50c05af1-3b8d-4b28-b612-a7cdb83711b1" providerId="ADAL" clId="{DFAAF868-5F06-4EED-AE98-E21292754C9C}" dt="2025-12-16T13:47:08.200" v="488" actId="20577"/>
          <ac:spMkLst>
            <pc:docMk/>
            <pc:sldMk cId="3623526808" sldId="2146847693"/>
            <ac:spMk id="62" creationId="{7BD91696-7C92-C99D-72CE-99EFFC3833DE}"/>
          </ac:spMkLst>
        </pc:spChg>
        <pc:spChg chg="mod">
          <ac:chgData name="Benoit PINAULT" userId="50c05af1-3b8d-4b28-b612-a7cdb83711b1" providerId="ADAL" clId="{DFAAF868-5F06-4EED-AE98-E21292754C9C}" dt="2025-12-16T13:47:03.013" v="486" actId="20577"/>
          <ac:spMkLst>
            <pc:docMk/>
            <pc:sldMk cId="3623526808" sldId="2146847693"/>
            <ac:spMk id="67" creationId="{F9BB3102-1C8B-54ED-AFBF-02A4C0C392FB}"/>
          </ac:spMkLst>
        </pc:spChg>
        <pc:spChg chg="mod">
          <ac:chgData name="Benoit PINAULT" userId="50c05af1-3b8d-4b28-b612-a7cdb83711b1" providerId="ADAL" clId="{DFAAF868-5F06-4EED-AE98-E21292754C9C}" dt="2025-12-16T13:47:13.587" v="489" actId="20577"/>
          <ac:spMkLst>
            <pc:docMk/>
            <pc:sldMk cId="3623526808" sldId="2146847693"/>
            <ac:spMk id="68" creationId="{9D4DA730-56FD-0B8A-552F-4BBF676F0806}"/>
          </ac:spMkLst>
        </pc:spChg>
        <pc:spChg chg="mod">
          <ac:chgData name="Benoit PINAULT" userId="50c05af1-3b8d-4b28-b612-a7cdb83711b1" providerId="ADAL" clId="{DFAAF868-5F06-4EED-AE98-E21292754C9C}" dt="2025-12-16T13:47:20.475" v="491" actId="20577"/>
          <ac:spMkLst>
            <pc:docMk/>
            <pc:sldMk cId="3623526808" sldId="2146847693"/>
            <ac:spMk id="78" creationId="{5BA611F2-13B9-ED42-7C15-1176FED634A6}"/>
          </ac:spMkLst>
        </pc:spChg>
        <pc:spChg chg="mod">
          <ac:chgData name="Benoit PINAULT" userId="50c05af1-3b8d-4b28-b612-a7cdb83711b1" providerId="ADAL" clId="{DFAAF868-5F06-4EED-AE98-E21292754C9C}" dt="2025-12-16T13:47:17.287" v="490" actId="20577"/>
          <ac:spMkLst>
            <pc:docMk/>
            <pc:sldMk cId="3623526808" sldId="2146847693"/>
            <ac:spMk id="79" creationId="{4C2E9766-85A2-B06E-9131-5D72EB40C9C5}"/>
          </ac:spMkLst>
        </pc:spChg>
        <pc:spChg chg="mod">
          <ac:chgData name="Benoit PINAULT" userId="50c05af1-3b8d-4b28-b612-a7cdb83711b1" providerId="ADAL" clId="{DFAAF868-5F06-4EED-AE98-E21292754C9C}" dt="2025-12-16T13:47:31.343" v="492" actId="20577"/>
          <ac:spMkLst>
            <pc:docMk/>
            <pc:sldMk cId="3623526808" sldId="2146847693"/>
            <ac:spMk id="80" creationId="{15B4A5A9-C39C-9401-76B3-19D782FED1B8}"/>
          </ac:spMkLst>
        </pc:spChg>
      </pc:sldChg>
      <pc:sldChg chg="addSp modSp mod">
        <pc:chgData name="Benoit PINAULT" userId="50c05af1-3b8d-4b28-b612-a7cdb83711b1" providerId="ADAL" clId="{DFAAF868-5F06-4EED-AE98-E21292754C9C}" dt="2025-12-16T13:33:02.885" v="142" actId="20577"/>
        <pc:sldMkLst>
          <pc:docMk/>
          <pc:sldMk cId="1664425031" sldId="2147482922"/>
        </pc:sldMkLst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7" creationId="{C0B8D3B9-7107-7CB3-A4C1-D0C0991AEF16}"/>
          </ac:spMkLst>
        </pc:spChg>
        <pc:spChg chg="mod">
          <ac:chgData name="Benoit PINAULT" userId="50c05af1-3b8d-4b28-b612-a7cdb83711b1" providerId="ADAL" clId="{DFAAF868-5F06-4EED-AE98-E21292754C9C}" dt="2025-12-16T13:33:02.885" v="142" actId="20577"/>
          <ac:spMkLst>
            <pc:docMk/>
            <pc:sldMk cId="1664425031" sldId="2147482922"/>
            <ac:spMk id="8" creationId="{9C5BEFB5-6686-5FF0-3EDB-75EDB9DE3360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9" creationId="{E5E3B6A0-FA97-CFBF-1768-BEBB72B1EE83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10" creationId="{87A1CBDB-9439-15D6-1D10-FB920EB57E32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12" creationId="{C8121AD6-BA8E-E371-D315-05518817A9E4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13" creationId="{FD8B892F-34D8-22E3-7A6F-82F413C141EA}"/>
          </ac:spMkLst>
        </pc:spChg>
        <pc:spChg chg="mod">
          <ac:chgData name="Benoit PINAULT" userId="50c05af1-3b8d-4b28-b612-a7cdb83711b1" providerId="ADAL" clId="{DFAAF868-5F06-4EED-AE98-E21292754C9C}" dt="2025-12-16T13:32:21.595" v="123" actId="20577"/>
          <ac:spMkLst>
            <pc:docMk/>
            <pc:sldMk cId="1664425031" sldId="2147482922"/>
            <ac:spMk id="16" creationId="{ED0FC6D7-9E41-2B73-A3AA-7FC6F10F285F}"/>
          </ac:spMkLst>
        </pc:spChg>
        <pc:spChg chg="mod">
          <ac:chgData name="Benoit PINAULT" userId="50c05af1-3b8d-4b28-b612-a7cdb83711b1" providerId="ADAL" clId="{DFAAF868-5F06-4EED-AE98-E21292754C9C}" dt="2025-12-16T13:32:14.493" v="115" actId="20577"/>
          <ac:spMkLst>
            <pc:docMk/>
            <pc:sldMk cId="1664425031" sldId="2147482922"/>
            <ac:spMk id="18" creationId="{260F087A-A655-C831-A072-21EF2D5CD1F8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19" creationId="{0F3735C9-10AA-A952-E8EF-955EF42A8744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20" creationId="{9756CDA7-2469-9FA1-7D1C-7EE31431148A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21" creationId="{1D3BF06C-1A2C-807F-A92A-7178C255F724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23" creationId="{A29B41DB-AD2A-3319-63BA-6DF0F0E0B97F}"/>
          </ac:spMkLst>
        </pc:spChg>
        <pc:spChg chg="mod">
          <ac:chgData name="Benoit PINAULT" userId="50c05af1-3b8d-4b28-b612-a7cdb83711b1" providerId="ADAL" clId="{DFAAF868-5F06-4EED-AE98-E21292754C9C}" dt="2025-12-16T13:31:56.445" v="107"/>
          <ac:spMkLst>
            <pc:docMk/>
            <pc:sldMk cId="1664425031" sldId="2147482922"/>
            <ac:spMk id="24" creationId="{131FC0F1-485B-9E43-CAA9-7D113C9F9CAC}"/>
          </ac:spMkLst>
        </pc:spChg>
        <pc:grpChg chg="mod">
          <ac:chgData name="Benoit PINAULT" userId="50c05af1-3b8d-4b28-b612-a7cdb83711b1" providerId="ADAL" clId="{DFAAF868-5F06-4EED-AE98-E21292754C9C}" dt="2025-12-16T13:32:06.813" v="112" actId="1076"/>
          <ac:grpSpMkLst>
            <pc:docMk/>
            <pc:sldMk cId="1664425031" sldId="2147482922"/>
            <ac:grpSpMk id="2" creationId="{78F8A415-54AB-2026-4059-79B498BB4F8B}"/>
          </ac:grpSpMkLst>
        </pc:grpChg>
      </pc:sldChg>
      <pc:sldChg chg="modSp mod">
        <pc:chgData name="Benoit PINAULT" userId="50c05af1-3b8d-4b28-b612-a7cdb83711b1" providerId="ADAL" clId="{DFAAF868-5F06-4EED-AE98-E21292754C9C}" dt="2025-12-16T13:29:12.355" v="7" actId="20577"/>
        <pc:sldMkLst>
          <pc:docMk/>
          <pc:sldMk cId="968620747" sldId="2147482953"/>
        </pc:sldMkLst>
        <pc:spChg chg="mod">
          <ac:chgData name="Benoit PINAULT" userId="50c05af1-3b8d-4b28-b612-a7cdb83711b1" providerId="ADAL" clId="{DFAAF868-5F06-4EED-AE98-E21292754C9C}" dt="2025-12-16T13:29:12.355" v="7" actId="20577"/>
          <ac:spMkLst>
            <pc:docMk/>
            <pc:sldMk cId="968620747" sldId="2147482953"/>
            <ac:spMk id="7" creationId="{AE2515DF-3833-06DA-60D3-BAE4DCF07E48}"/>
          </ac:spMkLst>
        </pc:spChg>
      </pc:sldChg>
      <pc:sldChg chg="modSp mod">
        <pc:chgData name="Benoit PINAULT" userId="50c05af1-3b8d-4b28-b612-a7cdb83711b1" providerId="ADAL" clId="{DFAAF868-5F06-4EED-AE98-E21292754C9C}" dt="2025-12-16T13:39:42.528" v="430" actId="20577"/>
        <pc:sldMkLst>
          <pc:docMk/>
          <pc:sldMk cId="1184629097" sldId="2147483427"/>
        </pc:sldMkLst>
        <pc:spChg chg="mod">
          <ac:chgData name="Benoit PINAULT" userId="50c05af1-3b8d-4b28-b612-a7cdb83711b1" providerId="ADAL" clId="{DFAAF868-5F06-4EED-AE98-E21292754C9C}" dt="2025-12-16T13:39:42.528" v="430" actId="20577"/>
          <ac:spMkLst>
            <pc:docMk/>
            <pc:sldMk cId="1184629097" sldId="2147483427"/>
            <ac:spMk id="32" creationId="{69BD8335-560B-CF2B-7659-F606BF4705E9}"/>
          </ac:spMkLst>
        </pc:spChg>
        <pc:spChg chg="mod">
          <ac:chgData name="Benoit PINAULT" userId="50c05af1-3b8d-4b28-b612-a7cdb83711b1" providerId="ADAL" clId="{DFAAF868-5F06-4EED-AE98-E21292754C9C}" dt="2025-12-16T13:30:21.149" v="64" actId="20577"/>
          <ac:spMkLst>
            <pc:docMk/>
            <pc:sldMk cId="1184629097" sldId="2147483427"/>
            <ac:spMk id="46" creationId="{96AAA487-6C16-C24B-F560-943BE838E980}"/>
          </ac:spMkLst>
        </pc:spChg>
        <pc:spChg chg="mod">
          <ac:chgData name="Benoit PINAULT" userId="50c05af1-3b8d-4b28-b612-a7cdb83711b1" providerId="ADAL" clId="{DFAAF868-5F06-4EED-AE98-E21292754C9C}" dt="2025-12-16T13:29:56.918" v="51" actId="20577"/>
          <ac:spMkLst>
            <pc:docMk/>
            <pc:sldMk cId="1184629097" sldId="2147483427"/>
            <ac:spMk id="50" creationId="{29363614-1BA2-D9F8-26BB-B8DF8483FB18}"/>
          </ac:spMkLst>
        </pc:spChg>
        <pc:spChg chg="mod">
          <ac:chgData name="Benoit PINAULT" userId="50c05af1-3b8d-4b28-b612-a7cdb83711b1" providerId="ADAL" clId="{DFAAF868-5F06-4EED-AE98-E21292754C9C}" dt="2025-12-16T13:29:46.663" v="39" actId="14100"/>
          <ac:spMkLst>
            <pc:docMk/>
            <pc:sldMk cId="1184629097" sldId="2147483427"/>
            <ac:spMk id="51" creationId="{142B01F6-3222-6DE7-9037-ADFDDA850BDC}"/>
          </ac:spMkLst>
        </pc:spChg>
        <pc:spChg chg="mod">
          <ac:chgData name="Benoit PINAULT" userId="50c05af1-3b8d-4b28-b612-a7cdb83711b1" providerId="ADAL" clId="{DFAAF868-5F06-4EED-AE98-E21292754C9C}" dt="2025-12-16T13:29:36.454" v="37" actId="14100"/>
          <ac:spMkLst>
            <pc:docMk/>
            <pc:sldMk cId="1184629097" sldId="2147483427"/>
            <ac:spMk id="52" creationId="{FB6B1DFC-27AC-9200-BFCE-F98E4F3CC0E2}"/>
          </ac:spMkLst>
        </pc:spChg>
        <pc:spChg chg="mod">
          <ac:chgData name="Benoit PINAULT" userId="50c05af1-3b8d-4b28-b612-a7cdb83711b1" providerId="ADAL" clId="{DFAAF868-5F06-4EED-AE98-E21292754C9C}" dt="2025-12-16T13:30:03.225" v="61" actId="20577"/>
          <ac:spMkLst>
            <pc:docMk/>
            <pc:sldMk cId="1184629097" sldId="2147483427"/>
            <ac:spMk id="59" creationId="{726729BD-167B-E85D-6C83-98BFA1C59E2F}"/>
          </ac:spMkLst>
        </pc:spChg>
      </pc:sldChg>
      <pc:sldChg chg="delSp modSp mod">
        <pc:chgData name="Benoit PINAULT" userId="50c05af1-3b8d-4b28-b612-a7cdb83711b1" providerId="ADAL" clId="{DFAAF868-5F06-4EED-AE98-E21292754C9C}" dt="2025-12-16T13:34:41.503" v="221" actId="14100"/>
        <pc:sldMkLst>
          <pc:docMk/>
          <pc:sldMk cId="3456972767" sldId="2147483429"/>
        </pc:sldMkLst>
        <pc:spChg chg="mod">
          <ac:chgData name="Benoit PINAULT" userId="50c05af1-3b8d-4b28-b612-a7cdb83711b1" providerId="ADAL" clId="{DFAAF868-5F06-4EED-AE98-E21292754C9C}" dt="2025-12-16T13:34:41.503" v="221" actId="14100"/>
          <ac:spMkLst>
            <pc:docMk/>
            <pc:sldMk cId="3456972767" sldId="2147483429"/>
            <ac:spMk id="4" creationId="{DE46F206-E20B-FDE2-4A48-8889CBC4B7ED}"/>
          </ac:spMkLst>
        </pc:spChg>
        <pc:spChg chg="del">
          <ac:chgData name="Benoit PINAULT" userId="50c05af1-3b8d-4b28-b612-a7cdb83711b1" providerId="ADAL" clId="{DFAAF868-5F06-4EED-AE98-E21292754C9C}" dt="2025-12-16T13:33:47.606" v="207" actId="478"/>
          <ac:spMkLst>
            <pc:docMk/>
            <pc:sldMk cId="3456972767" sldId="2147483429"/>
            <ac:spMk id="8" creationId="{D3B51A98-72AE-F6AE-8DF3-6654882BBA71}"/>
          </ac:spMkLst>
        </pc:spChg>
        <pc:spChg chg="del">
          <ac:chgData name="Benoit PINAULT" userId="50c05af1-3b8d-4b28-b612-a7cdb83711b1" providerId="ADAL" clId="{DFAAF868-5F06-4EED-AE98-E21292754C9C}" dt="2025-12-16T13:33:48.220" v="208" actId="478"/>
          <ac:spMkLst>
            <pc:docMk/>
            <pc:sldMk cId="3456972767" sldId="2147483429"/>
            <ac:spMk id="9" creationId="{AB002142-853F-46DD-8D8B-708D1A441E96}"/>
          </ac:spMkLst>
        </pc:spChg>
        <pc:spChg chg="mod">
          <ac:chgData name="Benoit PINAULT" userId="50c05af1-3b8d-4b28-b612-a7cdb83711b1" providerId="ADAL" clId="{DFAAF868-5F06-4EED-AE98-E21292754C9C}" dt="2025-12-16T13:33:59.713" v="216" actId="115"/>
          <ac:spMkLst>
            <pc:docMk/>
            <pc:sldMk cId="3456972767" sldId="2147483429"/>
            <ac:spMk id="12" creationId="{DFED3F31-C851-1894-D084-483394C469B4}"/>
          </ac:spMkLst>
        </pc:spChg>
        <pc:spChg chg="del">
          <ac:chgData name="Benoit PINAULT" userId="50c05af1-3b8d-4b28-b612-a7cdb83711b1" providerId="ADAL" clId="{DFAAF868-5F06-4EED-AE98-E21292754C9C}" dt="2025-12-16T13:33:22.098" v="144" actId="478"/>
          <ac:spMkLst>
            <pc:docMk/>
            <pc:sldMk cId="3456972767" sldId="2147483429"/>
            <ac:spMk id="16" creationId="{708F8F88-444C-4920-4E58-17F2F85E7218}"/>
          </ac:spMkLst>
        </pc:spChg>
        <pc:cxnChg chg="del">
          <ac:chgData name="Benoit PINAULT" userId="50c05af1-3b8d-4b28-b612-a7cdb83711b1" providerId="ADAL" clId="{DFAAF868-5F06-4EED-AE98-E21292754C9C}" dt="2025-12-16T13:33:50.733" v="210" actId="478"/>
          <ac:cxnSpMkLst>
            <pc:docMk/>
            <pc:sldMk cId="3456972767" sldId="2147483429"/>
            <ac:cxnSpMk id="17" creationId="{BEC93DDD-6EED-B3D6-374A-A484A8118FA1}"/>
          </ac:cxnSpMkLst>
        </pc:cxnChg>
        <pc:cxnChg chg="del">
          <ac:chgData name="Benoit PINAULT" userId="50c05af1-3b8d-4b28-b612-a7cdb83711b1" providerId="ADAL" clId="{DFAAF868-5F06-4EED-AE98-E21292754C9C}" dt="2025-12-16T13:33:49.473" v="209" actId="478"/>
          <ac:cxnSpMkLst>
            <pc:docMk/>
            <pc:sldMk cId="3456972767" sldId="2147483429"/>
            <ac:cxnSpMk id="18" creationId="{1855758B-7E09-8CB1-B387-EC2E7D5E9090}"/>
          </ac:cxnSpMkLst>
        </pc:cxnChg>
      </pc:sldChg>
      <pc:sldChg chg="del">
        <pc:chgData name="Benoit PINAULT" userId="50c05af1-3b8d-4b28-b612-a7cdb83711b1" providerId="ADAL" clId="{DFAAF868-5F06-4EED-AE98-E21292754C9C}" dt="2025-12-16T13:34:05.207" v="217" actId="47"/>
        <pc:sldMkLst>
          <pc:docMk/>
          <pc:sldMk cId="808354551" sldId="2147483430"/>
        </pc:sldMkLst>
      </pc:sldChg>
      <pc:sldChg chg="del">
        <pc:chgData name="Benoit PINAULT" userId="50c05af1-3b8d-4b28-b612-a7cdb83711b1" providerId="ADAL" clId="{DFAAF868-5F06-4EED-AE98-E21292754C9C}" dt="2025-12-16T13:38:05.140" v="369" actId="47"/>
        <pc:sldMkLst>
          <pc:docMk/>
          <pc:sldMk cId="7485869" sldId="2147483434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271332185" sldId="2147483438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1636257193" sldId="2147483442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2819785155" sldId="2147483443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2794772197" sldId="2147483444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3296559474" sldId="2147483445"/>
        </pc:sldMkLst>
      </pc:sldChg>
      <pc:sldChg chg="del">
        <pc:chgData name="Benoit PINAULT" userId="50c05af1-3b8d-4b28-b612-a7cdb83711b1" providerId="ADAL" clId="{DFAAF868-5F06-4EED-AE98-E21292754C9C}" dt="2025-12-16T13:38:05.140" v="369" actId="47"/>
        <pc:sldMkLst>
          <pc:docMk/>
          <pc:sldMk cId="3108615791" sldId="2147483446"/>
        </pc:sldMkLst>
      </pc:sldChg>
      <pc:sldChg chg="addSp modSp">
        <pc:chgData name="Benoit PINAULT" userId="50c05af1-3b8d-4b28-b612-a7cdb83711b1" providerId="ADAL" clId="{DFAAF868-5F06-4EED-AE98-E21292754C9C}" dt="2025-12-16T14:31:03.062" v="560"/>
        <pc:sldMkLst>
          <pc:docMk/>
          <pc:sldMk cId="1511779647" sldId="2147483447"/>
        </pc:sldMkLst>
        <pc:spChg chg="add mod">
          <ac:chgData name="Benoit PINAULT" userId="50c05af1-3b8d-4b28-b612-a7cdb83711b1" providerId="ADAL" clId="{DFAAF868-5F06-4EED-AE98-E21292754C9C}" dt="2025-12-16T14:31:03.062" v="560"/>
          <ac:spMkLst>
            <pc:docMk/>
            <pc:sldMk cId="1511779647" sldId="2147483447"/>
            <ac:spMk id="2" creationId="{0C37FD54-6B85-AAC5-DF10-530551A2A42C}"/>
          </ac:spMkLst>
        </pc:spChg>
      </pc:sldChg>
      <pc:sldChg chg="modSp mod">
        <pc:chgData name="Benoit PINAULT" userId="50c05af1-3b8d-4b28-b612-a7cdb83711b1" providerId="ADAL" clId="{DFAAF868-5F06-4EED-AE98-E21292754C9C}" dt="2025-12-16T13:37:54.444" v="368" actId="5793"/>
        <pc:sldMkLst>
          <pc:docMk/>
          <pc:sldMk cId="1378882423" sldId="2147483448"/>
        </pc:sldMkLst>
        <pc:spChg chg="mod">
          <ac:chgData name="Benoit PINAULT" userId="50c05af1-3b8d-4b28-b612-a7cdb83711b1" providerId="ADAL" clId="{DFAAF868-5F06-4EED-AE98-E21292754C9C}" dt="2025-12-16T13:37:17.716" v="337" actId="20577"/>
          <ac:spMkLst>
            <pc:docMk/>
            <pc:sldMk cId="1378882423" sldId="2147483448"/>
            <ac:spMk id="5" creationId="{2FA5AA18-4F72-A316-C679-3A16EAA10051}"/>
          </ac:spMkLst>
        </pc:spChg>
        <pc:spChg chg="mod">
          <ac:chgData name="Benoit PINAULT" userId="50c05af1-3b8d-4b28-b612-a7cdb83711b1" providerId="ADAL" clId="{DFAAF868-5F06-4EED-AE98-E21292754C9C}" dt="2025-12-16T13:37:54.444" v="368" actId="5793"/>
          <ac:spMkLst>
            <pc:docMk/>
            <pc:sldMk cId="1378882423" sldId="2147483448"/>
            <ac:spMk id="7" creationId="{0B6C972E-F475-7C67-4F06-CF165E82191B}"/>
          </ac:spMkLst>
        </pc:spChg>
      </pc:sldChg>
      <pc:sldChg chg="del">
        <pc:chgData name="Benoit PINAULT" userId="50c05af1-3b8d-4b28-b612-a7cdb83711b1" providerId="ADAL" clId="{DFAAF868-5F06-4EED-AE98-E21292754C9C}" dt="2025-12-16T13:38:05.140" v="369" actId="47"/>
        <pc:sldMkLst>
          <pc:docMk/>
          <pc:sldMk cId="3336805360" sldId="2147483449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2440634014" sldId="2147483450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3778772870" sldId="2147483452"/>
        </pc:sldMkLst>
      </pc:sldChg>
      <pc:sldChg chg="addSp modSp mod modNotesTx">
        <pc:chgData name="Benoit PINAULT" userId="50c05af1-3b8d-4b28-b612-a7cdb83711b1" providerId="ADAL" clId="{DFAAF868-5F06-4EED-AE98-E21292754C9C}" dt="2025-12-16T13:41:49.557" v="471" actId="20577"/>
        <pc:sldMkLst>
          <pc:docMk/>
          <pc:sldMk cId="1442967961" sldId="2147483454"/>
        </pc:sldMkLst>
        <pc:spChg chg="add mod">
          <ac:chgData name="Benoit PINAULT" userId="50c05af1-3b8d-4b28-b612-a7cdb83711b1" providerId="ADAL" clId="{DFAAF868-5F06-4EED-AE98-E21292754C9C}" dt="2025-12-16T13:36:18.435" v="298" actId="20577"/>
          <ac:spMkLst>
            <pc:docMk/>
            <pc:sldMk cId="1442967961" sldId="2147483454"/>
            <ac:spMk id="2" creationId="{30C9DD5D-F96A-F142-2771-C69E4BB88DC9}"/>
          </ac:spMkLst>
        </pc:spChg>
        <pc:spChg chg="mod">
          <ac:chgData name="Benoit PINAULT" userId="50c05af1-3b8d-4b28-b612-a7cdb83711b1" providerId="ADAL" clId="{DFAAF868-5F06-4EED-AE98-E21292754C9C}" dt="2025-12-16T13:36:00.456" v="281" actId="20577"/>
          <ac:spMkLst>
            <pc:docMk/>
            <pc:sldMk cId="1442967961" sldId="2147483454"/>
            <ac:spMk id="12" creationId="{10489282-187A-53D3-E0B0-B94A892DF6A4}"/>
          </ac:spMkLst>
        </pc:spChg>
        <pc:picChg chg="mod">
          <ac:chgData name="Benoit PINAULT" userId="50c05af1-3b8d-4b28-b612-a7cdb83711b1" providerId="ADAL" clId="{DFAAF868-5F06-4EED-AE98-E21292754C9C}" dt="2025-12-16T13:36:10.198" v="291" actId="1037"/>
          <ac:picMkLst>
            <pc:docMk/>
            <pc:sldMk cId="1442967961" sldId="2147483454"/>
            <ac:picMk id="14" creationId="{BE0ECC83-50E3-33E4-52D3-5ECE2DDEC9AC}"/>
          </ac:picMkLst>
        </pc:picChg>
      </pc:sldChg>
      <pc:sldChg chg="addSp modSp mod">
        <pc:chgData name="Benoit PINAULT" userId="50c05af1-3b8d-4b28-b612-a7cdb83711b1" providerId="ADAL" clId="{DFAAF868-5F06-4EED-AE98-E21292754C9C}" dt="2025-12-16T14:30:57.807" v="559" actId="20577"/>
        <pc:sldMkLst>
          <pc:docMk/>
          <pc:sldMk cId="2677559858" sldId="2147483455"/>
        </pc:sldMkLst>
        <pc:spChg chg="add mod">
          <ac:chgData name="Benoit PINAULT" userId="50c05af1-3b8d-4b28-b612-a7cdb83711b1" providerId="ADAL" clId="{DFAAF868-5F06-4EED-AE98-E21292754C9C}" dt="2025-12-16T14:30:57.807" v="559" actId="20577"/>
          <ac:spMkLst>
            <pc:docMk/>
            <pc:sldMk cId="2677559858" sldId="2147483455"/>
            <ac:spMk id="2" creationId="{76BA813F-3B5D-3B8B-B457-DC06B48BE3C5}"/>
          </ac:spMkLst>
        </pc:spChg>
      </pc:sldChg>
      <pc:sldChg chg="del">
        <pc:chgData name="Benoit PINAULT" userId="50c05af1-3b8d-4b28-b612-a7cdb83711b1" providerId="ADAL" clId="{DFAAF868-5F06-4EED-AE98-E21292754C9C}" dt="2025-12-16T13:38:11.654" v="370" actId="47"/>
        <pc:sldMkLst>
          <pc:docMk/>
          <pc:sldMk cId="443317692" sldId="2147483456"/>
        </pc:sldMkLst>
      </pc:sldChg>
      <pc:sldChg chg="del">
        <pc:chgData name="Benoit PINAULT" userId="50c05af1-3b8d-4b28-b612-a7cdb83711b1" providerId="ADAL" clId="{DFAAF868-5F06-4EED-AE98-E21292754C9C}" dt="2025-12-16T13:33:18.685" v="143" actId="47"/>
        <pc:sldMkLst>
          <pc:docMk/>
          <pc:sldMk cId="3125318198" sldId="2147483457"/>
        </pc:sldMkLst>
      </pc:sldChg>
      <pc:sldChg chg="del">
        <pc:chgData name="Benoit PINAULT" userId="50c05af1-3b8d-4b28-b612-a7cdb83711b1" providerId="ADAL" clId="{DFAAF868-5F06-4EED-AE98-E21292754C9C}" dt="2025-12-16T13:36:25.455" v="299" actId="47"/>
        <pc:sldMkLst>
          <pc:docMk/>
          <pc:sldMk cId="3016105214" sldId="2147483458"/>
        </pc:sldMkLst>
      </pc:sldChg>
      <pc:sldChg chg="modSp mod">
        <pc:chgData name="Benoit PINAULT" userId="50c05af1-3b8d-4b28-b612-a7cdb83711b1" providerId="ADAL" clId="{DFAAF868-5F06-4EED-AE98-E21292754C9C}" dt="2025-12-16T13:38:32.418" v="397" actId="13926"/>
        <pc:sldMkLst>
          <pc:docMk/>
          <pc:sldMk cId="1595609904" sldId="2147483459"/>
        </pc:sldMkLst>
        <pc:spChg chg="mod">
          <ac:chgData name="Benoit PINAULT" userId="50c05af1-3b8d-4b28-b612-a7cdb83711b1" providerId="ADAL" clId="{DFAAF868-5F06-4EED-AE98-E21292754C9C}" dt="2025-12-16T13:38:28.782" v="396" actId="20577"/>
          <ac:spMkLst>
            <pc:docMk/>
            <pc:sldMk cId="1595609904" sldId="2147483459"/>
            <ac:spMk id="7" creationId="{6CABCA1C-C461-85CF-09B4-95487ED04387}"/>
          </ac:spMkLst>
        </pc:spChg>
        <pc:spChg chg="mod">
          <ac:chgData name="Benoit PINAULT" userId="50c05af1-3b8d-4b28-b612-a7cdb83711b1" providerId="ADAL" clId="{DFAAF868-5F06-4EED-AE98-E21292754C9C}" dt="2025-12-16T13:38:22.026" v="378" actId="5793"/>
          <ac:spMkLst>
            <pc:docMk/>
            <pc:sldMk cId="1595609904" sldId="2147483459"/>
            <ac:spMk id="15" creationId="{2D3DA647-84CC-5BFE-DCFA-DDCA137E8209}"/>
          </ac:spMkLst>
        </pc:spChg>
        <pc:spChg chg="mod">
          <ac:chgData name="Benoit PINAULT" userId="50c05af1-3b8d-4b28-b612-a7cdb83711b1" providerId="ADAL" clId="{DFAAF868-5F06-4EED-AE98-E21292754C9C}" dt="2025-12-16T13:38:18.879" v="374" actId="5793"/>
          <ac:spMkLst>
            <pc:docMk/>
            <pc:sldMk cId="1595609904" sldId="2147483459"/>
            <ac:spMk id="17" creationId="{F0D9D821-ACE0-9958-624F-25CC12571233}"/>
          </ac:spMkLst>
        </pc:spChg>
        <pc:spChg chg="mod">
          <ac:chgData name="Benoit PINAULT" userId="50c05af1-3b8d-4b28-b612-a7cdb83711b1" providerId="ADAL" clId="{DFAAF868-5F06-4EED-AE98-E21292754C9C}" dt="2025-12-16T13:38:32.418" v="397" actId="13926"/>
          <ac:spMkLst>
            <pc:docMk/>
            <pc:sldMk cId="1595609904" sldId="2147483459"/>
            <ac:spMk id="23" creationId="{F1C1CE12-ABC8-9455-28F5-0F6CA2595CB8}"/>
          </ac:spMkLst>
        </pc:spChg>
      </pc:sldChg>
      <pc:sldChg chg="addSp modSp add mod modNotesTx">
        <pc:chgData name="Benoit PINAULT" userId="50c05af1-3b8d-4b28-b612-a7cdb83711b1" providerId="ADAL" clId="{DFAAF868-5F06-4EED-AE98-E21292754C9C}" dt="2025-12-16T13:41:44.404" v="470" actId="20577"/>
        <pc:sldMkLst>
          <pc:docMk/>
          <pc:sldMk cId="408543813" sldId="2147483602"/>
        </pc:sldMkLst>
        <pc:spChg chg="add mod">
          <ac:chgData name="Benoit PINAULT" userId="50c05af1-3b8d-4b28-b612-a7cdb83711b1" providerId="ADAL" clId="{DFAAF868-5F06-4EED-AE98-E21292754C9C}" dt="2025-12-16T13:41:32.710" v="468" actId="20577"/>
          <ac:spMkLst>
            <pc:docMk/>
            <pc:sldMk cId="408543813" sldId="2147483602"/>
            <ac:spMk id="2" creationId="{014FFFC9-B9FD-C3A6-7AB7-769051033D0B}"/>
          </ac:spMkLst>
        </pc:spChg>
        <pc:spChg chg="mod">
          <ac:chgData name="Benoit PINAULT" userId="50c05af1-3b8d-4b28-b612-a7cdb83711b1" providerId="ADAL" clId="{DFAAF868-5F06-4EED-AE98-E21292754C9C}" dt="2025-12-16T13:41:18.520" v="446" actId="20577"/>
          <ac:spMkLst>
            <pc:docMk/>
            <pc:sldMk cId="408543813" sldId="2147483602"/>
            <ac:spMk id="5" creationId="{1F429E92-BF29-3826-8407-89D036973A4E}"/>
          </ac:spMkLst>
        </pc:spChg>
        <pc:picChg chg="mod">
          <ac:chgData name="Benoit PINAULT" userId="50c05af1-3b8d-4b28-b612-a7cdb83711b1" providerId="ADAL" clId="{DFAAF868-5F06-4EED-AE98-E21292754C9C}" dt="2025-12-16T13:41:38.791" v="469" actId="29295"/>
          <ac:picMkLst>
            <pc:docMk/>
            <pc:sldMk cId="408543813" sldId="2147483602"/>
            <ac:picMk id="14" creationId="{A969A565-FC45-0DC3-52A4-A665165AFE72}"/>
          </ac:picMkLst>
        </pc:picChg>
      </pc:sldChg>
      <pc:sldChg chg="addSp delSp modSp add mod">
        <pc:chgData name="Benoit PINAULT" userId="50c05af1-3b8d-4b28-b612-a7cdb83711b1" providerId="ADAL" clId="{DFAAF868-5F06-4EED-AE98-E21292754C9C}" dt="2025-12-16T14:31:38.893" v="564" actId="1076"/>
        <pc:sldMkLst>
          <pc:docMk/>
          <pc:sldMk cId="3276606502" sldId="2147483603"/>
        </pc:sldMkLst>
        <pc:spChg chg="del">
          <ac:chgData name="Benoit PINAULT" userId="50c05af1-3b8d-4b28-b612-a7cdb83711b1" providerId="ADAL" clId="{DFAAF868-5F06-4EED-AE98-E21292754C9C}" dt="2025-12-16T14:31:24.085" v="562" actId="478"/>
          <ac:spMkLst>
            <pc:docMk/>
            <pc:sldMk cId="3276606502" sldId="2147483603"/>
            <ac:spMk id="5" creationId="{4325E72C-9489-25C6-1AA1-3E2F45C5F1BF}"/>
          </ac:spMkLst>
        </pc:spChg>
        <pc:spChg chg="del">
          <ac:chgData name="Benoit PINAULT" userId="50c05af1-3b8d-4b28-b612-a7cdb83711b1" providerId="ADAL" clId="{DFAAF868-5F06-4EED-AE98-E21292754C9C}" dt="2025-12-16T14:31:24.085" v="562" actId="478"/>
          <ac:spMkLst>
            <pc:docMk/>
            <pc:sldMk cId="3276606502" sldId="2147483603"/>
            <ac:spMk id="6" creationId="{79D0C78C-F37E-E810-596D-37A2934FAF25}"/>
          </ac:spMkLst>
        </pc:spChg>
        <pc:spChg chg="del">
          <ac:chgData name="Benoit PINAULT" userId="50c05af1-3b8d-4b28-b612-a7cdb83711b1" providerId="ADAL" clId="{DFAAF868-5F06-4EED-AE98-E21292754C9C}" dt="2025-12-16T14:31:24.085" v="562" actId="478"/>
          <ac:spMkLst>
            <pc:docMk/>
            <pc:sldMk cId="3276606502" sldId="2147483603"/>
            <ac:spMk id="7" creationId="{5005B25E-7480-AAF3-6C96-70501CE45D20}"/>
          </ac:spMkLst>
        </pc:spChg>
        <pc:spChg chg="del">
          <ac:chgData name="Benoit PINAULT" userId="50c05af1-3b8d-4b28-b612-a7cdb83711b1" providerId="ADAL" clId="{DFAAF868-5F06-4EED-AE98-E21292754C9C}" dt="2025-12-16T14:31:24.085" v="562" actId="478"/>
          <ac:spMkLst>
            <pc:docMk/>
            <pc:sldMk cId="3276606502" sldId="2147483603"/>
            <ac:spMk id="8" creationId="{3BB84073-402F-1C43-02A0-630D66405DD3}"/>
          </ac:spMkLst>
        </pc:spChg>
        <pc:spChg chg="add mod">
          <ac:chgData name="Benoit PINAULT" userId="50c05af1-3b8d-4b28-b612-a7cdb83711b1" providerId="ADAL" clId="{DFAAF868-5F06-4EED-AE98-E21292754C9C}" dt="2025-12-16T14:31:38.893" v="564" actId="1076"/>
          <ac:spMkLst>
            <pc:docMk/>
            <pc:sldMk cId="3276606502" sldId="2147483603"/>
            <ac:spMk id="10" creationId="{36337309-1B90-F259-AB77-50604C73CDAE}"/>
          </ac:spMkLst>
        </pc:spChg>
        <pc:spChg chg="add mod">
          <ac:chgData name="Benoit PINAULT" userId="50c05af1-3b8d-4b28-b612-a7cdb83711b1" providerId="ADAL" clId="{DFAAF868-5F06-4EED-AE98-E21292754C9C}" dt="2025-12-16T14:31:38.893" v="564" actId="1076"/>
          <ac:spMkLst>
            <pc:docMk/>
            <pc:sldMk cId="3276606502" sldId="2147483603"/>
            <ac:spMk id="11" creationId="{33170E17-072E-2096-1BC2-6A5C54AAEFAB}"/>
          </ac:spMkLst>
        </pc:spChg>
        <pc:spChg chg="add mod">
          <ac:chgData name="Benoit PINAULT" userId="50c05af1-3b8d-4b28-b612-a7cdb83711b1" providerId="ADAL" clId="{DFAAF868-5F06-4EED-AE98-E21292754C9C}" dt="2025-12-16T14:31:38.893" v="564" actId="1076"/>
          <ac:spMkLst>
            <pc:docMk/>
            <pc:sldMk cId="3276606502" sldId="2147483603"/>
            <ac:spMk id="12" creationId="{A8960208-CCFC-CED6-4005-D24F457A47AB}"/>
          </ac:spMkLst>
        </pc:spChg>
        <pc:spChg chg="add mod">
          <ac:chgData name="Benoit PINAULT" userId="50c05af1-3b8d-4b28-b612-a7cdb83711b1" providerId="ADAL" clId="{DFAAF868-5F06-4EED-AE98-E21292754C9C}" dt="2025-12-16T14:31:38.893" v="564" actId="1076"/>
          <ac:spMkLst>
            <pc:docMk/>
            <pc:sldMk cId="3276606502" sldId="2147483603"/>
            <ac:spMk id="13" creationId="{C82E37B5-035A-5970-2F33-A6AF86B1A1D8}"/>
          </ac:spMkLst>
        </pc:spChg>
        <pc:graphicFrameChg chg="add mod">
          <ac:chgData name="Benoit PINAULT" userId="50c05af1-3b8d-4b28-b612-a7cdb83711b1" providerId="ADAL" clId="{DFAAF868-5F06-4EED-AE98-E21292754C9C}" dt="2025-12-16T14:31:38.893" v="564" actId="1076"/>
          <ac:graphicFrameMkLst>
            <pc:docMk/>
            <pc:sldMk cId="3276606502" sldId="2147483603"/>
            <ac:graphicFrameMk id="9" creationId="{1CE0DD38-2285-F78F-DAD4-F7E083B6FC24}"/>
          </ac:graphicFrameMkLst>
        </pc:graphicFrameChg>
      </pc:sldChg>
    </pc:docChg>
  </pc:docChgLst>
  <pc:docChgLst>
    <pc:chgData name="DU POUGET, Thibault" userId="S::t.dupouget@bouygues-construction.com::fc57467d-f8cd-4a10-a47f-f31a7268c13c" providerId="AD" clId="Web-{9179E674-FF45-4875-2B18-29C5698F258D}"/>
    <pc:docChg chg="modSld">
      <pc:chgData name="DU POUGET, Thibault" userId="S::t.dupouget@bouygues-construction.com::fc57467d-f8cd-4a10-a47f-f31a7268c13c" providerId="AD" clId="Web-{9179E674-FF45-4875-2B18-29C5698F258D}" dt="2025-11-24T10:59:01.722" v="9" actId="20577"/>
      <pc:docMkLst>
        <pc:docMk/>
      </pc:docMkLst>
    </pc:docChg>
  </pc:docChgLst>
  <pc:docChgLst>
    <pc:chgData name="PINAULT, Benoit (ONEPOINT)" userId="08a52071-1fd4-4dfb-8bad-7c8855c9d256" providerId="ADAL" clId="{DFAAF868-5F06-4EED-AE98-E21292754C9C}"/>
    <pc:docChg chg="undo custSel addSld delSld modSld sldOrd modMainMaster modSection">
      <pc:chgData name="PINAULT, Benoit (ONEPOINT)" userId="08a52071-1fd4-4dfb-8bad-7c8855c9d256" providerId="ADAL" clId="{DFAAF868-5F06-4EED-AE98-E21292754C9C}" dt="2025-12-12T14:09:37.823" v="11277" actId="20577"/>
      <pc:docMkLst>
        <pc:docMk/>
      </pc:docMkLst>
      <pc:sldChg chg="modSp mod modShow">
        <pc:chgData name="PINAULT, Benoit (ONEPOINT)" userId="08a52071-1fd4-4dfb-8bad-7c8855c9d256" providerId="ADAL" clId="{DFAAF868-5F06-4EED-AE98-E21292754C9C}" dt="2025-12-08T08:52:38.999" v="8424" actId="20577"/>
        <pc:sldMkLst>
          <pc:docMk/>
          <pc:sldMk cId="117192959" sldId="2142534272"/>
        </pc:sldMkLst>
        <pc:spChg chg="mod">
          <ac:chgData name="PINAULT, Benoit (ONEPOINT)" userId="08a52071-1fd4-4dfb-8bad-7c8855c9d256" providerId="ADAL" clId="{DFAAF868-5F06-4EED-AE98-E21292754C9C}" dt="2025-12-08T08:52:38.999" v="8424" actId="20577"/>
          <ac:spMkLst>
            <pc:docMk/>
            <pc:sldMk cId="117192959" sldId="2142534272"/>
            <ac:spMk id="3" creationId="{4BE4F4D9-611A-F69E-A248-EAEDCD6B984C}"/>
          </ac:spMkLst>
        </pc:spChg>
      </pc:sldChg>
      <pc:sldChg chg="addSp mod addAnim delAnim modAnim">
        <pc:chgData name="PINAULT, Benoit (ONEPOINT)" userId="08a52071-1fd4-4dfb-8bad-7c8855c9d256" providerId="ADAL" clId="{DFAAF868-5F06-4EED-AE98-E21292754C9C}" dt="2025-12-09T16:57:43.597" v="11214"/>
        <pc:sldMkLst>
          <pc:docMk/>
          <pc:sldMk cId="2197639889" sldId="2147482867"/>
        </pc:sldMkLst>
        <pc:spChg chg="add">
          <ac:chgData name="PINAULT, Benoit (ONEPOINT)" userId="08a52071-1fd4-4dfb-8bad-7c8855c9d256" providerId="ADAL" clId="{DFAAF868-5F06-4EED-AE98-E21292754C9C}" dt="2025-12-09T16:54:58.412" v="11203" actId="22"/>
          <ac:spMkLst>
            <pc:docMk/>
            <pc:sldMk cId="2197639889" sldId="2147482867"/>
            <ac:spMk id="3" creationId="{1918030E-7A61-5B70-070C-D13DDEFD031D}"/>
          </ac:spMkLst>
        </pc:spChg>
      </pc:sldChg>
      <pc:sldChg chg="addSp modSp mod addAnim delAnim modAnim">
        <pc:chgData name="PINAULT, Benoit (ONEPOINT)" userId="08a52071-1fd4-4dfb-8bad-7c8855c9d256" providerId="ADAL" clId="{DFAAF868-5F06-4EED-AE98-E21292754C9C}" dt="2025-12-09T16:57:53.705" v="11216"/>
        <pc:sldMkLst>
          <pc:docMk/>
          <pc:sldMk cId="870443289" sldId="2147482872"/>
        </pc:sldMkLst>
        <pc:spChg chg="add mod">
          <ac:chgData name="PINAULT, Benoit (ONEPOINT)" userId="08a52071-1fd4-4dfb-8bad-7c8855c9d256" providerId="ADAL" clId="{DFAAF868-5F06-4EED-AE98-E21292754C9C}" dt="2025-12-09T16:55:11.798" v="11205" actId="121"/>
          <ac:spMkLst>
            <pc:docMk/>
            <pc:sldMk cId="870443289" sldId="2147482872"/>
            <ac:spMk id="3" creationId="{CD9CBACD-9465-F0BF-176F-CA72E6A61A9F}"/>
          </ac:spMkLst>
        </pc:spChg>
        <pc:spChg chg="mod">
          <ac:chgData name="PINAULT, Benoit (ONEPOINT)" userId="08a52071-1fd4-4dfb-8bad-7c8855c9d256" providerId="ADAL" clId="{DFAAF868-5F06-4EED-AE98-E21292754C9C}" dt="2025-12-02T12:37:47.447" v="7037" actId="20577"/>
          <ac:spMkLst>
            <pc:docMk/>
            <pc:sldMk cId="870443289" sldId="2147482872"/>
            <ac:spMk id="10" creationId="{2AE730AB-87DE-E0AF-3684-2B510960D702}"/>
          </ac:spMkLst>
        </pc:spChg>
      </pc:sldChg>
      <pc:sldChg chg="addSp mod addAnim delAnim modAnim">
        <pc:chgData name="PINAULT, Benoit (ONEPOINT)" userId="08a52071-1fd4-4dfb-8bad-7c8855c9d256" providerId="ADAL" clId="{DFAAF868-5F06-4EED-AE98-E21292754C9C}" dt="2025-12-09T16:57:20.938" v="11212"/>
        <pc:sldMkLst>
          <pc:docMk/>
          <pc:sldMk cId="3762567339" sldId="2147482921"/>
        </pc:sldMkLst>
        <pc:spChg chg="add">
          <ac:chgData name="PINAULT, Benoit (ONEPOINT)" userId="08a52071-1fd4-4dfb-8bad-7c8855c9d256" providerId="ADAL" clId="{DFAAF868-5F06-4EED-AE98-E21292754C9C}" dt="2025-12-09T16:54:50.234" v="11202" actId="22"/>
          <ac:spMkLst>
            <pc:docMk/>
            <pc:sldMk cId="3762567339" sldId="2147482921"/>
            <ac:spMk id="3" creationId="{43FD27F3-878A-D711-A109-8FF26E57E72A}"/>
          </ac:spMkLst>
        </pc:spChg>
      </pc:sldChg>
      <pc:sldChg chg="delSp modSp mod">
        <pc:chgData name="PINAULT, Benoit (ONEPOINT)" userId="08a52071-1fd4-4dfb-8bad-7c8855c9d256" providerId="ADAL" clId="{DFAAF868-5F06-4EED-AE98-E21292754C9C}" dt="2025-12-09T13:49:29.710" v="10852" actId="20577"/>
        <pc:sldMkLst>
          <pc:docMk/>
          <pc:sldMk cId="1664425031" sldId="2147482922"/>
        </pc:sldMkLst>
        <pc:spChg chg="mod">
          <ac:chgData name="PINAULT, Benoit (ONEPOINT)" userId="08a52071-1fd4-4dfb-8bad-7c8855c9d256" providerId="ADAL" clId="{DFAAF868-5F06-4EED-AE98-E21292754C9C}" dt="2025-12-03T13:35:32.186" v="8280"/>
          <ac:spMkLst>
            <pc:docMk/>
            <pc:sldMk cId="1664425031" sldId="2147482922"/>
            <ac:spMk id="8" creationId="{9C5BEFB5-6686-5FF0-3EDB-75EDB9DE3360}"/>
          </ac:spMkLst>
        </pc:spChg>
        <pc:spChg chg="mod">
          <ac:chgData name="PINAULT, Benoit (ONEPOINT)" userId="08a52071-1fd4-4dfb-8bad-7c8855c9d256" providerId="ADAL" clId="{DFAAF868-5F06-4EED-AE98-E21292754C9C}" dt="2025-12-09T13:49:29.710" v="10852" actId="20577"/>
          <ac:spMkLst>
            <pc:docMk/>
            <pc:sldMk cId="1664425031" sldId="2147482922"/>
            <ac:spMk id="18" creationId="{260F087A-A655-C831-A072-21EF2D5CD1F8}"/>
          </ac:spMkLst>
        </pc:spChg>
      </pc:sldChg>
      <pc:sldChg chg="modSp mod modTransition">
        <pc:chgData name="PINAULT, Benoit (ONEPOINT)" userId="08a52071-1fd4-4dfb-8bad-7c8855c9d256" providerId="ADAL" clId="{DFAAF868-5F06-4EED-AE98-E21292754C9C}" dt="2025-12-09T17:00:04.626" v="11252"/>
        <pc:sldMkLst>
          <pc:docMk/>
          <pc:sldMk cId="968620747" sldId="2147482953"/>
        </pc:sldMkLst>
        <pc:spChg chg="mod">
          <ac:chgData name="PINAULT, Benoit (ONEPOINT)" userId="08a52071-1fd4-4dfb-8bad-7c8855c9d256" providerId="ADAL" clId="{DFAAF868-5F06-4EED-AE98-E21292754C9C}" dt="2025-12-08T08:52:44.253" v="8425"/>
          <ac:spMkLst>
            <pc:docMk/>
            <pc:sldMk cId="968620747" sldId="2147482953"/>
            <ac:spMk id="4" creationId="{52935FAE-A38C-1997-2ED1-57B1CE76F0E7}"/>
          </ac:spMkLst>
        </pc:spChg>
      </pc:sldChg>
      <pc:sldChg chg="addSp delSp modSp mod ord addAnim delAnim modAnim">
        <pc:chgData name="PINAULT, Benoit (ONEPOINT)" userId="08a52071-1fd4-4dfb-8bad-7c8855c9d256" providerId="ADAL" clId="{DFAAF868-5F06-4EED-AE98-E21292754C9C}" dt="2025-12-09T16:58:03.698" v="11218"/>
        <pc:sldMkLst>
          <pc:docMk/>
          <pc:sldMk cId="2816033921" sldId="2147483392"/>
        </pc:sldMkLst>
        <pc:spChg chg="add mod">
          <ac:chgData name="PINAULT, Benoit (ONEPOINT)" userId="08a52071-1fd4-4dfb-8bad-7c8855c9d256" providerId="ADAL" clId="{DFAAF868-5F06-4EED-AE98-E21292754C9C}" dt="2025-12-09T16:55:37.576" v="11208" actId="121"/>
          <ac:spMkLst>
            <pc:docMk/>
            <pc:sldMk cId="2816033921" sldId="2147483392"/>
            <ac:spMk id="4" creationId="{F49F42FD-F866-F71E-4D67-B7825B57F157}"/>
          </ac:spMkLst>
        </pc:spChg>
      </pc:sldChg>
      <pc:sldChg chg="addSp delSp modSp mod">
        <pc:chgData name="PINAULT, Benoit (ONEPOINT)" userId="08a52071-1fd4-4dfb-8bad-7c8855c9d256" providerId="ADAL" clId="{DFAAF868-5F06-4EED-AE98-E21292754C9C}" dt="2025-12-09T13:48:38.986" v="10819" actId="20577"/>
        <pc:sldMkLst>
          <pc:docMk/>
          <pc:sldMk cId="1184629097" sldId="2147483427"/>
        </pc:sldMkLst>
        <pc:spChg chg="add mod">
          <ac:chgData name="PINAULT, Benoit (ONEPOINT)" userId="08a52071-1fd4-4dfb-8bad-7c8855c9d256" providerId="ADAL" clId="{DFAAF868-5F06-4EED-AE98-E21292754C9C}" dt="2025-12-08T09:09:08.311" v="8718" actId="404"/>
          <ac:spMkLst>
            <pc:docMk/>
            <pc:sldMk cId="1184629097" sldId="2147483427"/>
            <ac:spMk id="4" creationId="{8F7A0C20-D909-7ABD-6C5D-93F16DA084F5}"/>
          </ac:spMkLst>
        </pc:spChg>
        <pc:spChg chg="mod">
          <ac:chgData name="PINAULT, Benoit (ONEPOINT)" userId="08a52071-1fd4-4dfb-8bad-7c8855c9d256" providerId="ADAL" clId="{DFAAF868-5F06-4EED-AE98-E21292754C9C}" dt="2025-12-08T09:05:42.709" v="8647" actId="1035"/>
          <ac:spMkLst>
            <pc:docMk/>
            <pc:sldMk cId="1184629097" sldId="2147483427"/>
            <ac:spMk id="32" creationId="{69BD8335-560B-CF2B-7659-F606BF4705E9}"/>
          </ac:spMkLst>
        </pc:spChg>
        <pc:spChg chg="mod">
          <ac:chgData name="PINAULT, Benoit (ONEPOINT)" userId="08a52071-1fd4-4dfb-8bad-7c8855c9d256" providerId="ADAL" clId="{DFAAF868-5F06-4EED-AE98-E21292754C9C}" dt="2025-12-08T08:58:42.870" v="8546" actId="20577"/>
          <ac:spMkLst>
            <pc:docMk/>
            <pc:sldMk cId="1184629097" sldId="2147483427"/>
            <ac:spMk id="46" creationId="{96AAA487-6C16-C24B-F560-943BE838E980}"/>
          </ac:spMkLst>
        </pc:spChg>
        <pc:spChg chg="mod">
          <ac:chgData name="PINAULT, Benoit (ONEPOINT)" userId="08a52071-1fd4-4dfb-8bad-7c8855c9d256" providerId="ADAL" clId="{DFAAF868-5F06-4EED-AE98-E21292754C9C}" dt="2025-12-08T09:08:52.074" v="8714" actId="1076"/>
          <ac:spMkLst>
            <pc:docMk/>
            <pc:sldMk cId="1184629097" sldId="2147483427"/>
            <ac:spMk id="49" creationId="{9C12EDCF-CC21-A38A-C029-4C29FCF0E593}"/>
          </ac:spMkLst>
        </pc:spChg>
        <pc:spChg chg="mod">
          <ac:chgData name="PINAULT, Benoit (ONEPOINT)" userId="08a52071-1fd4-4dfb-8bad-7c8855c9d256" providerId="ADAL" clId="{DFAAF868-5F06-4EED-AE98-E21292754C9C}" dt="2025-12-02T12:32:41.223" v="6838" actId="20577"/>
          <ac:spMkLst>
            <pc:docMk/>
            <pc:sldMk cId="1184629097" sldId="2147483427"/>
            <ac:spMk id="50" creationId="{29363614-1BA2-D9F8-26BB-B8DF8483FB18}"/>
          </ac:spMkLst>
        </pc:spChg>
        <pc:spChg chg="mod">
          <ac:chgData name="PINAULT, Benoit (ONEPOINT)" userId="08a52071-1fd4-4dfb-8bad-7c8855c9d256" providerId="ADAL" clId="{DFAAF868-5F06-4EED-AE98-E21292754C9C}" dt="2025-12-09T13:48:38.986" v="10819" actId="20577"/>
          <ac:spMkLst>
            <pc:docMk/>
            <pc:sldMk cId="1184629097" sldId="2147483427"/>
            <ac:spMk id="51" creationId="{142B01F6-3222-6DE7-9037-ADFDDA850BDC}"/>
          </ac:spMkLst>
        </pc:spChg>
        <pc:spChg chg="mod">
          <ac:chgData name="PINAULT, Benoit (ONEPOINT)" userId="08a52071-1fd4-4dfb-8bad-7c8855c9d256" providerId="ADAL" clId="{DFAAF868-5F06-4EED-AE98-E21292754C9C}" dt="2025-12-09T13:48:34.670" v="10817" actId="20577"/>
          <ac:spMkLst>
            <pc:docMk/>
            <pc:sldMk cId="1184629097" sldId="2147483427"/>
            <ac:spMk id="52" creationId="{FB6B1DFC-27AC-9200-BFCE-F98E4F3CC0E2}"/>
          </ac:spMkLst>
        </pc:spChg>
        <pc:spChg chg="mod">
          <ac:chgData name="PINAULT, Benoit (ONEPOINT)" userId="08a52071-1fd4-4dfb-8bad-7c8855c9d256" providerId="ADAL" clId="{DFAAF868-5F06-4EED-AE98-E21292754C9C}" dt="2025-12-08T09:08:45.173" v="8711" actId="14100"/>
          <ac:spMkLst>
            <pc:docMk/>
            <pc:sldMk cId="1184629097" sldId="2147483427"/>
            <ac:spMk id="56" creationId="{CE8574D7-A4CE-0483-F249-2E1AFAFD7816}"/>
          </ac:spMkLst>
        </pc:spChg>
        <pc:spChg chg="mod">
          <ac:chgData name="PINAULT, Benoit (ONEPOINT)" userId="08a52071-1fd4-4dfb-8bad-7c8855c9d256" providerId="ADAL" clId="{DFAAF868-5F06-4EED-AE98-E21292754C9C}" dt="2025-12-02T12:32:55.291" v="6840" actId="20577"/>
          <ac:spMkLst>
            <pc:docMk/>
            <pc:sldMk cId="1184629097" sldId="2147483427"/>
            <ac:spMk id="58" creationId="{1A8E19D3-229B-10F4-2C34-DA0E3A40FC8C}"/>
          </ac:spMkLst>
        </pc:spChg>
        <pc:spChg chg="mod">
          <ac:chgData name="PINAULT, Benoit (ONEPOINT)" userId="08a52071-1fd4-4dfb-8bad-7c8855c9d256" providerId="ADAL" clId="{DFAAF868-5F06-4EED-AE98-E21292754C9C}" dt="2025-12-08T09:00:45.767" v="8599" actId="20577"/>
          <ac:spMkLst>
            <pc:docMk/>
            <pc:sldMk cId="1184629097" sldId="2147483427"/>
            <ac:spMk id="59" creationId="{726729BD-167B-E85D-6C83-98BFA1C59E2F}"/>
          </ac:spMkLst>
        </pc:spChg>
      </pc:sldChg>
      <pc:sldChg chg="addSp delSp modSp mod">
        <pc:chgData name="PINAULT, Benoit (ONEPOINT)" userId="08a52071-1fd4-4dfb-8bad-7c8855c9d256" providerId="ADAL" clId="{DFAAF868-5F06-4EED-AE98-E21292754C9C}" dt="2025-12-08T08:53:28.513" v="8444" actId="20577"/>
        <pc:sldMkLst>
          <pc:docMk/>
          <pc:sldMk cId="3456972767" sldId="2147483429"/>
        </pc:sldMkLst>
        <pc:spChg chg="mod ord">
          <ac:chgData name="PINAULT, Benoit (ONEPOINT)" userId="08a52071-1fd4-4dfb-8bad-7c8855c9d256" providerId="ADAL" clId="{DFAAF868-5F06-4EED-AE98-E21292754C9C}" dt="2025-12-08T08:53:28.513" v="8444" actId="20577"/>
          <ac:spMkLst>
            <pc:docMk/>
            <pc:sldMk cId="3456972767" sldId="2147483429"/>
            <ac:spMk id="4" creationId="{DE46F206-E20B-FDE2-4A48-8889CBC4B7ED}"/>
          </ac:spMkLst>
        </pc:spChg>
        <pc:spChg chg="mod">
          <ac:chgData name="PINAULT, Benoit (ONEPOINT)" userId="08a52071-1fd4-4dfb-8bad-7c8855c9d256" providerId="ADAL" clId="{DFAAF868-5F06-4EED-AE98-E21292754C9C}" dt="2025-11-27T09:56:39.357" v="5728" actId="1035"/>
          <ac:spMkLst>
            <pc:docMk/>
            <pc:sldMk cId="3456972767" sldId="2147483429"/>
            <ac:spMk id="6" creationId="{D233D417-B9A5-BD6D-6C95-B3289EAA5E51}"/>
          </ac:spMkLst>
        </pc:spChg>
        <pc:picChg chg="add mod ord">
          <ac:chgData name="PINAULT, Benoit (ONEPOINT)" userId="08a52071-1fd4-4dfb-8bad-7c8855c9d256" providerId="ADAL" clId="{DFAAF868-5F06-4EED-AE98-E21292754C9C}" dt="2025-11-27T09:55:22.666" v="5688" actId="167"/>
          <ac:picMkLst>
            <pc:docMk/>
            <pc:sldMk cId="3456972767" sldId="2147483429"/>
            <ac:picMk id="10" creationId="{73A8541E-40C7-2A2C-F700-8576D480F47C}"/>
          </ac:picMkLst>
        </pc:picChg>
      </pc:sldChg>
      <pc:sldChg chg="addSp delSp modSp new mod modShow">
        <pc:chgData name="PINAULT, Benoit (ONEPOINT)" userId="08a52071-1fd4-4dfb-8bad-7c8855c9d256" providerId="ADAL" clId="{DFAAF868-5F06-4EED-AE98-E21292754C9C}" dt="2025-12-08T09:11:06.312" v="8759" actId="20577"/>
        <pc:sldMkLst>
          <pc:docMk/>
          <pc:sldMk cId="1378882423" sldId="2147483448"/>
        </pc:sldMkLst>
        <pc:spChg chg="mod">
          <ac:chgData name="PINAULT, Benoit (ONEPOINT)" userId="08a52071-1fd4-4dfb-8bad-7c8855c9d256" providerId="ADAL" clId="{DFAAF868-5F06-4EED-AE98-E21292754C9C}" dt="2025-12-02T12:40:20.185" v="7060" actId="790"/>
          <ac:spMkLst>
            <pc:docMk/>
            <pc:sldMk cId="1378882423" sldId="2147483448"/>
            <ac:spMk id="2" creationId="{09CC1894-4030-B2C4-0893-6A3AE318BF8A}"/>
          </ac:spMkLst>
        </pc:spChg>
        <pc:spChg chg="mod">
          <ac:chgData name="PINAULT, Benoit (ONEPOINT)" userId="08a52071-1fd4-4dfb-8bad-7c8855c9d256" providerId="ADAL" clId="{DFAAF868-5F06-4EED-AE98-E21292754C9C}" dt="2025-12-08T09:10:01.796" v="8720" actId="20577"/>
          <ac:spMkLst>
            <pc:docMk/>
            <pc:sldMk cId="1378882423" sldId="2147483448"/>
            <ac:spMk id="3" creationId="{E6413796-BEE7-15A7-76CF-B09CD0199ECF}"/>
          </ac:spMkLst>
        </pc:spChg>
        <pc:spChg chg="mod">
          <ac:chgData name="PINAULT, Benoit (ONEPOINT)" userId="08a52071-1fd4-4dfb-8bad-7c8855c9d256" providerId="ADAL" clId="{DFAAF868-5F06-4EED-AE98-E21292754C9C}" dt="2025-12-03T09:57:41.364" v="7403" actId="207"/>
          <ac:spMkLst>
            <pc:docMk/>
            <pc:sldMk cId="1378882423" sldId="2147483448"/>
            <ac:spMk id="4" creationId="{963F8000-D6E4-BA30-CD2E-2D5EDFFA3816}"/>
          </ac:spMkLst>
        </pc:spChg>
        <pc:spChg chg="add del mod">
          <ac:chgData name="PINAULT, Benoit (ONEPOINT)" userId="08a52071-1fd4-4dfb-8bad-7c8855c9d256" providerId="ADAL" clId="{DFAAF868-5F06-4EED-AE98-E21292754C9C}" dt="2025-12-03T10:05:54.477" v="7686" actId="20577"/>
          <ac:spMkLst>
            <pc:docMk/>
            <pc:sldMk cId="1378882423" sldId="2147483448"/>
            <ac:spMk id="5" creationId="{2FA5AA18-4F72-A316-C679-3A16EAA10051}"/>
          </ac:spMkLst>
        </pc:spChg>
        <pc:spChg chg="add del mod">
          <ac:chgData name="PINAULT, Benoit (ONEPOINT)" userId="08a52071-1fd4-4dfb-8bad-7c8855c9d256" providerId="ADAL" clId="{DFAAF868-5F06-4EED-AE98-E21292754C9C}" dt="2025-12-03T10:05:14.586" v="7583" actId="478"/>
          <ac:spMkLst>
            <pc:docMk/>
            <pc:sldMk cId="1378882423" sldId="2147483448"/>
            <ac:spMk id="6" creationId="{180032C3-984D-7A95-0924-D8081C9D16DE}"/>
          </ac:spMkLst>
        </pc:spChg>
        <pc:spChg chg="add mod">
          <ac:chgData name="PINAULT, Benoit (ONEPOINT)" userId="08a52071-1fd4-4dfb-8bad-7c8855c9d256" providerId="ADAL" clId="{DFAAF868-5F06-4EED-AE98-E21292754C9C}" dt="2025-12-08T09:11:06.312" v="8759" actId="20577"/>
          <ac:spMkLst>
            <pc:docMk/>
            <pc:sldMk cId="1378882423" sldId="2147483448"/>
            <ac:spMk id="7" creationId="{0B6C972E-F475-7C67-4F06-CF165E82191B}"/>
          </ac:spMkLst>
        </pc:spChg>
        <pc:spChg chg="add mod">
          <ac:chgData name="PINAULT, Benoit (ONEPOINT)" userId="08a52071-1fd4-4dfb-8bad-7c8855c9d256" providerId="ADAL" clId="{DFAAF868-5F06-4EED-AE98-E21292754C9C}" dt="2025-12-02T12:40:20.185" v="7060" actId="790"/>
          <ac:spMkLst>
            <pc:docMk/>
            <pc:sldMk cId="1378882423" sldId="2147483448"/>
            <ac:spMk id="8" creationId="{2B4B8333-6693-0AA8-C0E3-996FB17EAB1E}"/>
          </ac:spMkLst>
        </pc:spChg>
      </pc:sldChg>
      <pc:sldChg chg="addSp delSp modSp add mod modNotesTx">
        <pc:chgData name="PINAULT, Benoit (ONEPOINT)" userId="08a52071-1fd4-4dfb-8bad-7c8855c9d256" providerId="ADAL" clId="{DFAAF868-5F06-4EED-AE98-E21292754C9C}" dt="2025-12-08T14:20:32.734" v="10640" actId="1038"/>
        <pc:sldMkLst>
          <pc:docMk/>
          <pc:sldMk cId="1442967961" sldId="2147483454"/>
        </pc:sldMkLst>
        <pc:spChg chg="mod">
          <ac:chgData name="PINAULT, Benoit (ONEPOINT)" userId="08a52071-1fd4-4dfb-8bad-7c8855c9d256" providerId="ADAL" clId="{DFAAF868-5F06-4EED-AE98-E21292754C9C}" dt="2025-12-08T08:54:22.382" v="8447"/>
          <ac:spMkLst>
            <pc:docMk/>
            <pc:sldMk cId="1442967961" sldId="2147483454"/>
            <ac:spMk id="5" creationId="{EE31FA10-6336-4F1D-5D6B-8A701625F46F}"/>
          </ac:spMkLst>
        </pc:spChg>
        <pc:picChg chg="add mod">
          <ac:chgData name="PINAULT, Benoit (ONEPOINT)" userId="08a52071-1fd4-4dfb-8bad-7c8855c9d256" providerId="ADAL" clId="{DFAAF868-5F06-4EED-AE98-E21292754C9C}" dt="2025-12-08T14:20:32.734" v="10640" actId="1038"/>
          <ac:picMkLst>
            <pc:docMk/>
            <pc:sldMk cId="1442967961" sldId="2147483454"/>
            <ac:picMk id="14" creationId="{BE0ECC83-50E3-33E4-52D3-5ECE2DDEC9AC}"/>
          </ac:picMkLst>
        </pc:picChg>
      </pc:sldChg>
      <pc:sldChg chg="addSp delSp modSp mod modTransition">
        <pc:chgData name="PINAULT, Benoit (ONEPOINT)" userId="08a52071-1fd4-4dfb-8bad-7c8855c9d256" providerId="ADAL" clId="{DFAAF868-5F06-4EED-AE98-E21292754C9C}" dt="2025-12-09T17:01:42.318" v="11253"/>
        <pc:sldMkLst>
          <pc:docMk/>
          <pc:sldMk cId="2677559858" sldId="2147483455"/>
        </pc:sldMkLst>
        <pc:spChg chg="add mod">
          <ac:chgData name="PINAULT, Benoit (ONEPOINT)" userId="08a52071-1fd4-4dfb-8bad-7c8855c9d256" providerId="ADAL" clId="{DFAAF868-5F06-4EED-AE98-E21292754C9C}" dt="2025-12-08T09:16:44.141" v="8818" actId="14100"/>
          <ac:spMkLst>
            <pc:docMk/>
            <pc:sldMk cId="2677559858" sldId="2147483455"/>
            <ac:spMk id="4" creationId="{410FA30D-FCA1-23D2-1C72-6A5493C1C0C7}"/>
          </ac:spMkLst>
        </pc:spChg>
        <pc:spChg chg="mod">
          <ac:chgData name="PINAULT, Benoit (ONEPOINT)" userId="08a52071-1fd4-4dfb-8bad-7c8855c9d256" providerId="ADAL" clId="{DFAAF868-5F06-4EED-AE98-E21292754C9C}" dt="2025-12-09T16:46:12.472" v="11148" actId="113"/>
          <ac:spMkLst>
            <pc:docMk/>
            <pc:sldMk cId="2677559858" sldId="2147483455"/>
            <ac:spMk id="9" creationId="{173AAECF-AD1E-A92D-4161-18CDB28BACF8}"/>
          </ac:spMkLst>
        </pc:spChg>
        <pc:picChg chg="add mod">
          <ac:chgData name="PINAULT, Benoit (ONEPOINT)" userId="08a52071-1fd4-4dfb-8bad-7c8855c9d256" providerId="ADAL" clId="{DFAAF868-5F06-4EED-AE98-E21292754C9C}" dt="2025-12-09T16:54:11.006" v="11201" actId="1037"/>
          <ac:picMkLst>
            <pc:docMk/>
            <pc:sldMk cId="2677559858" sldId="2147483455"/>
            <ac:picMk id="14" creationId="{B60BF6E8-1AD1-70D8-0499-15E10DB04808}"/>
          </ac:picMkLst>
        </pc:picChg>
      </pc:sldChg>
      <pc:sldChg chg="modSp add mod">
        <pc:chgData name="PINAULT, Benoit (ONEPOINT)" userId="08a52071-1fd4-4dfb-8bad-7c8855c9d256" providerId="ADAL" clId="{DFAAF868-5F06-4EED-AE98-E21292754C9C}" dt="2025-12-12T14:09:37.823" v="11277" actId="20577"/>
        <pc:sldMkLst>
          <pc:docMk/>
          <pc:sldMk cId="1595609904" sldId="2147483459"/>
        </pc:sldMkLst>
        <pc:spChg chg="mod">
          <ac:chgData name="PINAULT, Benoit (ONEPOINT)" userId="08a52071-1fd4-4dfb-8bad-7c8855c9d256" providerId="ADAL" clId="{DFAAF868-5F06-4EED-AE98-E21292754C9C}" dt="2025-12-12T14:09:37.823" v="11277" actId="20577"/>
          <ac:spMkLst>
            <pc:docMk/>
            <pc:sldMk cId="1595609904" sldId="2147483459"/>
            <ac:spMk id="23" creationId="{F1C1CE12-ABC8-9455-28F5-0F6CA2595CB8}"/>
          </ac:spMkLst>
        </pc:spChg>
      </pc:sldChg>
      <pc:sldMasterChg chg="modSldLayout">
        <pc:chgData name="PINAULT, Benoit (ONEPOINT)" userId="08a52071-1fd4-4dfb-8bad-7c8855c9d256" providerId="ADAL" clId="{DFAAF868-5F06-4EED-AE98-E21292754C9C}" dt="2025-12-08T09:05:25.652" v="8642" actId="14100"/>
        <pc:sldMasterMkLst>
          <pc:docMk/>
          <pc:sldMasterMk cId="501407998" sldId="2147483749"/>
        </pc:sldMasterMkLst>
        <pc:sldLayoutChg chg="modSp mod">
          <pc:chgData name="PINAULT, Benoit (ONEPOINT)" userId="08a52071-1fd4-4dfb-8bad-7c8855c9d256" providerId="ADAL" clId="{DFAAF868-5F06-4EED-AE98-E21292754C9C}" dt="2025-12-08T09:05:25.652" v="8642" actId="14100"/>
          <pc:sldLayoutMkLst>
            <pc:docMk/>
            <pc:sldMasterMk cId="501407998" sldId="2147483749"/>
            <pc:sldLayoutMk cId="2374051007" sldId="2147483798"/>
          </pc:sldLayoutMkLst>
          <pc:spChg chg="mod">
            <ac:chgData name="PINAULT, Benoit (ONEPOINT)" userId="08a52071-1fd4-4dfb-8bad-7c8855c9d256" providerId="ADAL" clId="{DFAAF868-5F06-4EED-AE98-E21292754C9C}" dt="2025-12-08T09:05:25.652" v="8642" actId="14100"/>
            <ac:spMkLst>
              <pc:docMk/>
              <pc:sldMasterMk cId="501407998" sldId="2147483749"/>
              <pc:sldLayoutMk cId="2374051007" sldId="2147483798"/>
              <ac:spMk id="6" creationId="{1641BCD3-5463-DE39-9320-85C153DCF74C}"/>
            </ac:spMkLst>
          </pc:spChg>
        </pc:sldLayoutChg>
      </pc:sldMasterChg>
      <pc:sldMasterChg chg="modSldLayout">
        <pc:chgData name="PINAULT, Benoit (ONEPOINT)" userId="08a52071-1fd4-4dfb-8bad-7c8855c9d256" providerId="ADAL" clId="{DFAAF868-5F06-4EED-AE98-E21292754C9C}" dt="2025-12-08T09:02:47.806" v="8616"/>
        <pc:sldMasterMkLst>
          <pc:docMk/>
          <pc:sldMasterMk cId="1226813541" sldId="2147483779"/>
        </pc:sldMasterMkLst>
        <pc:sldLayoutChg chg="modSp mod">
          <pc:chgData name="PINAULT, Benoit (ONEPOINT)" userId="08a52071-1fd4-4dfb-8bad-7c8855c9d256" providerId="ADAL" clId="{DFAAF868-5F06-4EED-AE98-E21292754C9C}" dt="2025-12-08T09:02:24.906" v="8606" actId="14100"/>
          <pc:sldLayoutMkLst>
            <pc:docMk/>
            <pc:sldMasterMk cId="1226813541" sldId="2147483779"/>
            <pc:sldLayoutMk cId="2274005830" sldId="2147483780"/>
          </pc:sldLayoutMkLst>
          <pc:spChg chg="mod">
            <ac:chgData name="PINAULT, Benoit (ONEPOINT)" userId="08a52071-1fd4-4dfb-8bad-7c8855c9d256" providerId="ADAL" clId="{DFAAF868-5F06-4EED-AE98-E21292754C9C}" dt="2025-12-08T09:02:24.906" v="8606" actId="14100"/>
            <ac:spMkLst>
              <pc:docMk/>
              <pc:sldMasterMk cId="1226813541" sldId="2147483779"/>
              <pc:sldLayoutMk cId="2274005830" sldId="2147483780"/>
              <ac:spMk id="40" creationId="{13990DB1-95BB-1D06-72AF-A415874AD388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2:29.916" v="8608"/>
          <pc:sldLayoutMkLst>
            <pc:docMk/>
            <pc:sldMasterMk cId="1226813541" sldId="2147483779"/>
            <pc:sldLayoutMk cId="2877554382" sldId="2147483781"/>
          </pc:sldLayoutMkLst>
          <pc:spChg chg="add mod">
            <ac:chgData name="PINAULT, Benoit (ONEPOINT)" userId="08a52071-1fd4-4dfb-8bad-7c8855c9d256" providerId="ADAL" clId="{DFAAF868-5F06-4EED-AE98-E21292754C9C}" dt="2025-12-08T09:02:29.916" v="8608"/>
            <ac:spMkLst>
              <pc:docMk/>
              <pc:sldMasterMk cId="1226813541" sldId="2147483779"/>
              <pc:sldLayoutMk cId="2877554382" sldId="2147483781"/>
              <ac:spMk id="2" creationId="{F0B892D8-A499-E281-7B40-5F275ED47267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2:33.301" v="8610"/>
          <pc:sldLayoutMkLst>
            <pc:docMk/>
            <pc:sldMasterMk cId="1226813541" sldId="2147483779"/>
            <pc:sldLayoutMk cId="3887029122" sldId="2147483782"/>
          </pc:sldLayoutMkLst>
          <pc:spChg chg="add mod">
            <ac:chgData name="PINAULT, Benoit (ONEPOINT)" userId="08a52071-1fd4-4dfb-8bad-7c8855c9d256" providerId="ADAL" clId="{DFAAF868-5F06-4EED-AE98-E21292754C9C}" dt="2025-12-08T09:02:33.301" v="8610"/>
            <ac:spMkLst>
              <pc:docMk/>
              <pc:sldMasterMk cId="1226813541" sldId="2147483779"/>
              <pc:sldLayoutMk cId="3887029122" sldId="2147483782"/>
              <ac:spMk id="6" creationId="{A7073BB6-587C-2B9D-CAF6-2E6FC836563C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2:37.585" v="8612"/>
          <pc:sldLayoutMkLst>
            <pc:docMk/>
            <pc:sldMasterMk cId="1226813541" sldId="2147483779"/>
            <pc:sldLayoutMk cId="2590699942" sldId="2147483783"/>
          </pc:sldLayoutMkLst>
          <pc:spChg chg="add mod">
            <ac:chgData name="PINAULT, Benoit (ONEPOINT)" userId="08a52071-1fd4-4dfb-8bad-7c8855c9d256" providerId="ADAL" clId="{DFAAF868-5F06-4EED-AE98-E21292754C9C}" dt="2025-12-08T09:02:37.585" v="8612"/>
            <ac:spMkLst>
              <pc:docMk/>
              <pc:sldMasterMk cId="1226813541" sldId="2147483779"/>
              <pc:sldLayoutMk cId="2590699942" sldId="2147483783"/>
              <ac:spMk id="2" creationId="{2F3DB2E1-3075-DEF2-5453-4463EF12EB93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2:43.425" v="8614"/>
          <pc:sldLayoutMkLst>
            <pc:docMk/>
            <pc:sldMasterMk cId="1226813541" sldId="2147483779"/>
            <pc:sldLayoutMk cId="2431426166" sldId="2147483784"/>
          </pc:sldLayoutMkLst>
          <pc:spChg chg="add mod">
            <ac:chgData name="PINAULT, Benoit (ONEPOINT)" userId="08a52071-1fd4-4dfb-8bad-7c8855c9d256" providerId="ADAL" clId="{DFAAF868-5F06-4EED-AE98-E21292754C9C}" dt="2025-12-08T09:02:43.425" v="8614"/>
            <ac:spMkLst>
              <pc:docMk/>
              <pc:sldMasterMk cId="1226813541" sldId="2147483779"/>
              <pc:sldLayoutMk cId="2431426166" sldId="2147483784"/>
              <ac:spMk id="3" creationId="{7583DDC3-84B5-A64B-23B5-A7F5C0D103E4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2:47.806" v="8616"/>
          <pc:sldLayoutMkLst>
            <pc:docMk/>
            <pc:sldMasterMk cId="1226813541" sldId="2147483779"/>
            <pc:sldLayoutMk cId="1294094979" sldId="2147483785"/>
          </pc:sldLayoutMkLst>
          <pc:spChg chg="add mod">
            <ac:chgData name="PINAULT, Benoit (ONEPOINT)" userId="08a52071-1fd4-4dfb-8bad-7c8855c9d256" providerId="ADAL" clId="{DFAAF868-5F06-4EED-AE98-E21292754C9C}" dt="2025-12-08T09:02:47.806" v="8616"/>
            <ac:spMkLst>
              <pc:docMk/>
              <pc:sldMasterMk cId="1226813541" sldId="2147483779"/>
              <pc:sldLayoutMk cId="1294094979" sldId="2147483785"/>
              <ac:spMk id="2" creationId="{6FBA2204-E72B-BF04-F258-5D6D152B791A}"/>
            </ac:spMkLst>
          </pc:spChg>
        </pc:sldLayoutChg>
      </pc:sldMasterChg>
      <pc:sldMasterChg chg="addSp delSp modSp mod modSldLayout">
        <pc:chgData name="PINAULT, Benoit (ONEPOINT)" userId="08a52071-1fd4-4dfb-8bad-7c8855c9d256" providerId="ADAL" clId="{DFAAF868-5F06-4EED-AE98-E21292754C9C}" dt="2025-12-08T09:04:30.666" v="8634"/>
        <pc:sldMasterMkLst>
          <pc:docMk/>
          <pc:sldMasterMk cId="1008668164" sldId="2147483787"/>
        </pc:sldMasterMkLst>
        <pc:sldLayoutChg chg="addSp delSp modSp mod">
          <pc:chgData name="PINAULT, Benoit (ONEPOINT)" userId="08a52071-1fd4-4dfb-8bad-7c8855c9d256" providerId="ADAL" clId="{DFAAF868-5F06-4EED-AE98-E21292754C9C}" dt="2025-12-08T09:03:58.158" v="8622"/>
          <pc:sldLayoutMkLst>
            <pc:docMk/>
            <pc:sldMasterMk cId="1008668164" sldId="2147483787"/>
            <pc:sldLayoutMk cId="2558282492" sldId="2147483788"/>
          </pc:sldLayoutMkLst>
          <pc:spChg chg="add mod">
            <ac:chgData name="PINAULT, Benoit (ONEPOINT)" userId="08a52071-1fd4-4dfb-8bad-7c8855c9d256" providerId="ADAL" clId="{DFAAF868-5F06-4EED-AE98-E21292754C9C}" dt="2025-12-08T09:03:58.158" v="8622"/>
            <ac:spMkLst>
              <pc:docMk/>
              <pc:sldMasterMk cId="1008668164" sldId="2147483787"/>
              <pc:sldLayoutMk cId="2558282492" sldId="2147483788"/>
              <ac:spMk id="2" creationId="{AE7AA914-FD80-68FE-8CE2-4034C43DA1DE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4:01.628" v="8624"/>
          <pc:sldLayoutMkLst>
            <pc:docMk/>
            <pc:sldMasterMk cId="1008668164" sldId="2147483787"/>
            <pc:sldLayoutMk cId="2739882567" sldId="2147483789"/>
          </pc:sldLayoutMkLst>
          <pc:spChg chg="add mod">
            <ac:chgData name="PINAULT, Benoit (ONEPOINT)" userId="08a52071-1fd4-4dfb-8bad-7c8855c9d256" providerId="ADAL" clId="{DFAAF868-5F06-4EED-AE98-E21292754C9C}" dt="2025-12-08T09:04:01.628" v="8624"/>
            <ac:spMkLst>
              <pc:docMk/>
              <pc:sldMasterMk cId="1008668164" sldId="2147483787"/>
              <pc:sldLayoutMk cId="2739882567" sldId="2147483789"/>
              <ac:spMk id="3" creationId="{1C7CD143-36C7-6D84-7723-FE36BEB374DB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4:04.542" v="8626"/>
          <pc:sldLayoutMkLst>
            <pc:docMk/>
            <pc:sldMasterMk cId="1008668164" sldId="2147483787"/>
            <pc:sldLayoutMk cId="1091995161" sldId="2147483790"/>
          </pc:sldLayoutMkLst>
          <pc:spChg chg="add mod">
            <ac:chgData name="PINAULT, Benoit (ONEPOINT)" userId="08a52071-1fd4-4dfb-8bad-7c8855c9d256" providerId="ADAL" clId="{DFAAF868-5F06-4EED-AE98-E21292754C9C}" dt="2025-12-08T09:04:04.542" v="8626"/>
            <ac:spMkLst>
              <pc:docMk/>
              <pc:sldMasterMk cId="1008668164" sldId="2147483787"/>
              <pc:sldLayoutMk cId="1091995161" sldId="2147483790"/>
              <ac:spMk id="3" creationId="{CD0050B5-3D92-77B5-FE1E-18BC2D3BD660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4:10.947" v="8628" actId="478"/>
          <pc:sldLayoutMkLst>
            <pc:docMk/>
            <pc:sldMasterMk cId="1008668164" sldId="2147483787"/>
            <pc:sldLayoutMk cId="350886929" sldId="2147483791"/>
          </pc:sldLayoutMkLst>
          <pc:spChg chg="add mod">
            <ac:chgData name="PINAULT, Benoit (ONEPOINT)" userId="08a52071-1fd4-4dfb-8bad-7c8855c9d256" providerId="ADAL" clId="{DFAAF868-5F06-4EED-AE98-E21292754C9C}" dt="2025-12-08T09:04:08.077" v="8627"/>
            <ac:spMkLst>
              <pc:docMk/>
              <pc:sldMasterMk cId="1008668164" sldId="2147483787"/>
              <pc:sldLayoutMk cId="350886929" sldId="2147483791"/>
              <ac:spMk id="7" creationId="{FE0AD153-D161-176D-25BF-D41EE18AE73A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4:16.012" v="8630"/>
          <pc:sldLayoutMkLst>
            <pc:docMk/>
            <pc:sldMasterMk cId="1008668164" sldId="2147483787"/>
            <pc:sldLayoutMk cId="2758700697" sldId="2147483792"/>
          </pc:sldLayoutMkLst>
          <pc:spChg chg="add mod">
            <ac:chgData name="PINAULT, Benoit (ONEPOINT)" userId="08a52071-1fd4-4dfb-8bad-7c8855c9d256" providerId="ADAL" clId="{DFAAF868-5F06-4EED-AE98-E21292754C9C}" dt="2025-12-08T09:04:16.012" v="8630"/>
            <ac:spMkLst>
              <pc:docMk/>
              <pc:sldMasterMk cId="1008668164" sldId="2147483787"/>
              <pc:sldLayoutMk cId="2758700697" sldId="2147483792"/>
              <ac:spMk id="3" creationId="{B15A0033-814E-14E9-B6D3-7AA45EBCDB45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4:19.767" v="8632"/>
          <pc:sldLayoutMkLst>
            <pc:docMk/>
            <pc:sldMasterMk cId="1008668164" sldId="2147483787"/>
            <pc:sldLayoutMk cId="1866364652" sldId="2147483793"/>
          </pc:sldLayoutMkLst>
          <pc:spChg chg="add mod">
            <ac:chgData name="PINAULT, Benoit (ONEPOINT)" userId="08a52071-1fd4-4dfb-8bad-7c8855c9d256" providerId="ADAL" clId="{DFAAF868-5F06-4EED-AE98-E21292754C9C}" dt="2025-12-08T09:04:19.767" v="8632"/>
            <ac:spMkLst>
              <pc:docMk/>
              <pc:sldMasterMk cId="1008668164" sldId="2147483787"/>
              <pc:sldLayoutMk cId="1866364652" sldId="2147483793"/>
              <ac:spMk id="7" creationId="{E69E127E-B6BA-6973-8ED3-0C10D5094D02}"/>
            </ac:spMkLst>
          </pc:spChg>
        </pc:sldLayoutChg>
        <pc:sldLayoutChg chg="addSp delSp modSp mod">
          <pc:chgData name="PINAULT, Benoit (ONEPOINT)" userId="08a52071-1fd4-4dfb-8bad-7c8855c9d256" providerId="ADAL" clId="{DFAAF868-5F06-4EED-AE98-E21292754C9C}" dt="2025-12-08T09:04:30.666" v="8634"/>
          <pc:sldLayoutMkLst>
            <pc:docMk/>
            <pc:sldMasterMk cId="1008668164" sldId="2147483787"/>
            <pc:sldLayoutMk cId="2668309530" sldId="2147483799"/>
          </pc:sldLayoutMkLst>
          <pc:spChg chg="add mod">
            <ac:chgData name="PINAULT, Benoit (ONEPOINT)" userId="08a52071-1fd4-4dfb-8bad-7c8855c9d256" providerId="ADAL" clId="{DFAAF868-5F06-4EED-AE98-E21292754C9C}" dt="2025-12-08T09:04:30.666" v="8634"/>
            <ac:spMkLst>
              <pc:docMk/>
              <pc:sldMasterMk cId="1008668164" sldId="2147483787"/>
              <pc:sldLayoutMk cId="2668309530" sldId="2147483799"/>
              <ac:spMk id="3" creationId="{9443FD35-9026-AD86-7C87-1A5B77C14370}"/>
            </ac:spMkLst>
          </pc:spChg>
        </pc:sldLayoutChg>
      </pc:sldMasterChg>
    </pc:docChg>
  </pc:docChgLst>
  <pc:docChgLst>
    <pc:chgData name="BASLEY, Alexis" userId="S::a.basley@bouygues-construction.com::1302f438-a5b5-4b58-9408-0f12e5ce17fa" providerId="AD" clId="Web-{CB9814D6-F638-BC26-0087-D45ABA511465}"/>
    <pc:docChg chg="sldOrd">
      <pc:chgData name="BASLEY, Alexis" userId="S::a.basley@bouygues-construction.com::1302f438-a5b5-4b58-9408-0f12e5ce17fa" providerId="AD" clId="Web-{CB9814D6-F638-BC26-0087-D45ABA511465}" dt="2025-12-09T14:09:11.931" v="0"/>
      <pc:docMkLst>
        <pc:docMk/>
      </pc:docMkLst>
      <pc:sldChg chg="ord">
        <pc:chgData name="BASLEY, Alexis" userId="S::a.basley@bouygues-construction.com::1302f438-a5b5-4b58-9408-0f12e5ce17fa" providerId="AD" clId="Web-{CB9814D6-F638-BC26-0087-D45ABA511465}" dt="2025-12-09T14:09:11.931" v="0"/>
        <pc:sldMkLst>
          <pc:docMk/>
          <pc:sldMk cId="1511779647" sldId="2147483447"/>
        </pc:sldMkLst>
      </pc:sldChg>
    </pc:docChg>
  </pc:docChgLst>
  <pc:docChgLst>
    <pc:chgData name="BASLEY, Alexis" userId="1302f438-a5b5-4b58-9408-0f12e5ce17fa" providerId="ADAL" clId="{1FB50BBA-1FDA-4A73-A4BA-1524F41D7CBE}"/>
    <pc:docChg chg="modSld sldOrd">
      <pc:chgData name="BASLEY, Alexis" userId="1302f438-a5b5-4b58-9408-0f12e5ce17fa" providerId="ADAL" clId="{1FB50BBA-1FDA-4A73-A4BA-1524F41D7CBE}" dt="2025-12-08T13:25:19.701" v="1"/>
      <pc:docMkLst>
        <pc:docMk/>
      </pc:docMkLst>
      <pc:sldChg chg="ord">
        <pc:chgData name="BASLEY, Alexis" userId="1302f438-a5b5-4b58-9408-0f12e5ce17fa" providerId="ADAL" clId="{1FB50BBA-1FDA-4A73-A4BA-1524F41D7CBE}" dt="2025-12-08T13:25:19.701" v="1"/>
        <pc:sldMkLst>
          <pc:docMk/>
          <pc:sldMk cId="3762567339" sldId="2147482921"/>
        </pc:sldMkLst>
      </pc:sldChg>
    </pc:docChg>
  </pc:docChgLst>
  <pc:docChgLst>
    <pc:chgData name="DU POUGET, Thibault" userId="S::t.dupouget@bouygues-construction.com::fc57467d-f8cd-4a10-a47f-f31a7268c13c" providerId="AD" clId="Web-{D2778B34-AF26-218F-BDCA-635D49F8E456}"/>
    <pc:docChg chg="modSld">
      <pc:chgData name="DU POUGET, Thibault" userId="S::t.dupouget@bouygues-construction.com::fc57467d-f8cd-4a10-a47f-f31a7268c13c" providerId="AD" clId="Web-{D2778B34-AF26-218F-BDCA-635D49F8E456}" dt="2025-12-03T13:35:14.916" v="12"/>
      <pc:docMkLst>
        <pc:docMk/>
      </pc:docMkLst>
    </pc:docChg>
  </pc:docChgLst>
  <pc:docChgLst>
    <pc:chgData name="DU POUGET, Thibault" userId="S::t.dupouget@bouygues-construction.com::fc57467d-f8cd-4a10-a47f-f31a7268c13c" providerId="AD" clId="Web-{5E97083F-57D6-300B-8BDD-9379DE562A1E}"/>
    <pc:docChg chg="addSld modSld modSection">
      <pc:chgData name="DU POUGET, Thibault" userId="S::t.dupouget@bouygues-construction.com::fc57467d-f8cd-4a10-a47f-f31a7268c13c" providerId="AD" clId="Web-{5E97083F-57D6-300B-8BDD-9379DE562A1E}" dt="2025-12-08T11:58:02.476" v="42" actId="20577"/>
      <pc:docMkLst>
        <pc:docMk/>
      </pc:docMkLst>
    </pc:docChg>
  </pc:docChgLst>
  <pc:docChgLst>
    <pc:chgData name="DU POUGET, Thibault" userId="S::t.dupouget@bouygues-construction.com::fc57467d-f8cd-4a10-a47f-f31a7268c13c" providerId="AD" clId="Web-{369FC535-826B-DACD-E427-E3F039B19A79}"/>
    <pc:docChg chg="modSld">
      <pc:chgData name="DU POUGET, Thibault" userId="S::t.dupouget@bouygues-construction.com::fc57467d-f8cd-4a10-a47f-f31a7268c13c" providerId="AD" clId="Web-{369FC535-826B-DACD-E427-E3F039B19A79}" dt="2025-11-20T10:12:22.313" v="115" actId="14100"/>
      <pc:docMkLst>
        <pc:docMk/>
      </pc:docMkLst>
    </pc:docChg>
  </pc:docChgLst>
  <pc:docChgLst>
    <pc:chgData name="LETOURNEUR, Kim" userId="e0559860-4662-4ad4-80ea-c435daf8c4a0" providerId="ADAL" clId="{2BF76E6A-505B-48D0-9F05-C0B052CE691F}"/>
    <pc:docChg chg="undo custSel addSld delSld modSld sldOrd modSection">
      <pc:chgData name="LETOURNEUR, Kim" userId="e0559860-4662-4ad4-80ea-c435daf8c4a0" providerId="ADAL" clId="{2BF76E6A-505B-48D0-9F05-C0B052CE691F}" dt="2025-12-10T08:11:52.151" v="4512" actId="20577"/>
      <pc:docMkLst>
        <pc:docMk/>
      </pc:docMkLst>
      <pc:sldChg chg="modSp mod modNotesTx">
        <pc:chgData name="LETOURNEUR, Kim" userId="e0559860-4662-4ad4-80ea-c435daf8c4a0" providerId="ADAL" clId="{2BF76E6A-505B-48D0-9F05-C0B052CE691F}" dt="2025-12-03T13:33:35.074" v="2281" actId="20577"/>
        <pc:sldMkLst>
          <pc:docMk/>
          <pc:sldMk cId="1664425031" sldId="2147482922"/>
        </pc:sldMkLst>
        <pc:spChg chg="mod">
          <ac:chgData name="LETOURNEUR, Kim" userId="e0559860-4662-4ad4-80ea-c435daf8c4a0" providerId="ADAL" clId="{2BF76E6A-505B-48D0-9F05-C0B052CE691F}" dt="2025-11-25T14:55:09.860" v="37" actId="14100"/>
          <ac:spMkLst>
            <pc:docMk/>
            <pc:sldMk cId="1664425031" sldId="2147482922"/>
            <ac:spMk id="8" creationId="{9C5BEFB5-6686-5FF0-3EDB-75EDB9DE3360}"/>
          </ac:spMkLst>
        </pc:spChg>
      </pc:sldChg>
      <pc:sldChg chg="addSp delSp modSp add mod ord">
        <pc:chgData name="LETOURNEUR, Kim" userId="e0559860-4662-4ad4-80ea-c435daf8c4a0" providerId="ADAL" clId="{2BF76E6A-505B-48D0-9F05-C0B052CE691F}" dt="2025-12-10T06:01:39.030" v="4442" actId="1076"/>
        <pc:sldMkLst>
          <pc:docMk/>
          <pc:sldMk cId="1511779647" sldId="2147483447"/>
        </pc:sldMkLst>
        <pc:spChg chg="add mod">
          <ac:chgData name="LETOURNEUR, Kim" userId="e0559860-4662-4ad4-80ea-c435daf8c4a0" providerId="ADAL" clId="{2BF76E6A-505B-48D0-9F05-C0B052CE691F}" dt="2025-12-10T06:00:19.202" v="4431" actId="478"/>
          <ac:spMkLst>
            <pc:docMk/>
            <pc:sldMk cId="1511779647" sldId="2147483447"/>
            <ac:spMk id="5" creationId="{4564F29D-4853-8593-1B71-208A57AB06F7}"/>
          </ac:spMkLst>
        </pc:spChg>
        <pc:spChg chg="add mod">
          <ac:chgData name="LETOURNEUR, Kim" userId="e0559860-4662-4ad4-80ea-c435daf8c4a0" providerId="ADAL" clId="{2BF76E6A-505B-48D0-9F05-C0B052CE691F}" dt="2025-12-09T17:39:09.268" v="4422" actId="113"/>
          <ac:spMkLst>
            <pc:docMk/>
            <pc:sldMk cId="1511779647" sldId="2147483447"/>
            <ac:spMk id="7" creationId="{62B4F748-88DD-FDF2-3A2A-25653F2B5576}"/>
          </ac:spMkLst>
        </pc:spChg>
        <pc:picChg chg="add mod">
          <ac:chgData name="LETOURNEUR, Kim" userId="e0559860-4662-4ad4-80ea-c435daf8c4a0" providerId="ADAL" clId="{2BF76E6A-505B-48D0-9F05-C0B052CE691F}" dt="2025-12-10T06:01:39.030" v="4442" actId="1076"/>
          <ac:picMkLst>
            <pc:docMk/>
            <pc:sldMk cId="1511779647" sldId="2147483447"/>
            <ac:picMk id="9" creationId="{769ED784-E955-64D6-6999-D7F5284CB960}"/>
          </ac:picMkLst>
        </pc:picChg>
      </pc:sldChg>
      <pc:sldChg chg="modSp mod">
        <pc:chgData name="LETOURNEUR, Kim" userId="e0559860-4662-4ad4-80ea-c435daf8c4a0" providerId="ADAL" clId="{2BF76E6A-505B-48D0-9F05-C0B052CE691F}" dt="2025-12-03T12:59:56.859" v="2055" actId="20577"/>
        <pc:sldMkLst>
          <pc:docMk/>
          <pc:sldMk cId="1378882423" sldId="2147483448"/>
        </pc:sldMkLst>
        <pc:spChg chg="mod">
          <ac:chgData name="LETOURNEUR, Kim" userId="e0559860-4662-4ad4-80ea-c435daf8c4a0" providerId="ADAL" clId="{2BF76E6A-505B-48D0-9F05-C0B052CE691F}" dt="2025-12-03T12:59:56.859" v="2055" actId="20577"/>
          <ac:spMkLst>
            <pc:docMk/>
            <pc:sldMk cId="1378882423" sldId="2147483448"/>
            <ac:spMk id="7" creationId="{0B6C972E-F475-7C67-4F06-CF165E82191B}"/>
          </ac:spMkLst>
        </pc:spChg>
      </pc:sldChg>
      <pc:sldChg chg="addSp delSp modSp add mod">
        <pc:chgData name="LETOURNEUR, Kim" userId="e0559860-4662-4ad4-80ea-c435daf8c4a0" providerId="ADAL" clId="{2BF76E6A-505B-48D0-9F05-C0B052CE691F}" dt="2025-12-10T08:11:52.151" v="4512" actId="20577"/>
        <pc:sldMkLst>
          <pc:docMk/>
          <pc:sldMk cId="2677559858" sldId="2147483455"/>
        </pc:sldMkLst>
        <pc:spChg chg="mod">
          <ac:chgData name="LETOURNEUR, Kim" userId="e0559860-4662-4ad4-80ea-c435daf8c4a0" providerId="ADAL" clId="{2BF76E6A-505B-48D0-9F05-C0B052CE691F}" dt="2025-12-10T08:11:52.151" v="4512" actId="20577"/>
          <ac:spMkLst>
            <pc:docMk/>
            <pc:sldMk cId="2677559858" sldId="2147483455"/>
            <ac:spMk id="9" creationId="{173AAECF-AD1E-A92D-4161-18CDB28BACF8}"/>
          </ac:spMkLst>
        </pc:spChg>
      </pc:sldChg>
      <pc:sldMasterChg chg="delSldLayout">
        <pc:chgData name="LETOURNEUR, Kim" userId="e0559860-4662-4ad4-80ea-c435daf8c4a0" providerId="ADAL" clId="{2BF76E6A-505B-48D0-9F05-C0B052CE691F}" dt="2025-12-07T17:59:45.806" v="4217" actId="47"/>
        <pc:sldMasterMkLst>
          <pc:docMk/>
          <pc:sldMasterMk cId="1008668164" sldId="2147483787"/>
        </pc:sldMasterMkLst>
      </pc:sldMasterChg>
    </pc:docChg>
  </pc:docChgLst>
  <pc:docChgLst>
    <pc:chgData name="DU POUGET, Thibault" userId="fc57467d-f8cd-4a10-a47f-f31a7268c13c" providerId="ADAL" clId="{8A9C2838-EE9C-491C-960F-F962D5DA92EF}"/>
    <pc:docChg chg="undo custSel addSld delSld modSld sldOrd modSection">
      <pc:chgData name="DU POUGET, Thibault" userId="fc57467d-f8cd-4a10-a47f-f31a7268c13c" providerId="ADAL" clId="{8A9C2838-EE9C-491C-960F-F962D5DA92EF}" dt="2025-12-10T08:15:38.196" v="3136" actId="1076"/>
      <pc:docMkLst>
        <pc:docMk/>
      </pc:docMkLst>
    </pc:docChg>
  </pc:docChgLst>
</pc:chgInfo>
</file>

<file path=ppt/comments/modernComment_7FF64BCD_D7FAA19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13461F-4906-4E9B-8940-313578E51DDF}" authorId="{E5D58EB4-BC08-FA82-5A47-197DBA6A907C}" created="2025-11-24T16:38:04.696">
    <pc:sldMkLst xmlns:pc="http://schemas.microsoft.com/office/powerpoint/2013/main/command">
      <pc:docMk/>
      <pc:sldMk cId="3623526808" sldId="2146847693"/>
    </pc:sldMkLst>
    <p188:txBody>
      <a:bodyPr/>
      <a:lstStyle/>
      <a:p>
        <a:r>
          <a:rPr lang="fr-FR"/>
          <a:t>[@DU POUGET, Thibault] est-ce que cette slide te semble claire ?</a:t>
        </a:r>
      </a:p>
    </p188:txBody>
  </p188:cm>
</p188:cmLst>
</file>

<file path=ppt/comments/modernComment_7FFFFD2A_63351C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28E23F-CB37-4C63-A286-ED37082956BB}" authorId="{E5D58EB4-BC08-FA82-5A47-197DBA6A907C}" created="2025-09-30T08:13:52.152" startDate="2025-09-30T08:13:52.152" dueDate="2025-09-30T08:13:52.152" assignedTo="{5FFAB970-F7A0-AA8A-1CDC-101CF844E36C}" title="@BRENNE, Sylvain expliquer ce que l’on entend par «référentiel local»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64425031" sldId="2147482922"/>
      <ac:spMk id="8" creationId="{9C5BEFB5-6686-5FF0-3EDB-75EDB9DE3360}"/>
    </ac:deMkLst>
    <p188:txBody>
      <a:bodyPr/>
      <a:lstStyle/>
      <a:p>
        <a:r>
          <a:rPr lang="fr-FR"/>
          <a:t>[@BRENNE, Sylvain] expliquer ce que l’on entend par «référentiel local»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9-30T08:13:52.152" id="{189B36B7-F7D3-4EA0-8103-84651C5DF958}">
              <p228:atrbtn authorId="{E5D58EB4-BC08-FA82-5A47-197DBA6A907C}"/>
              <p228:anchr>
                <p228:comment id="{4728E23F-CB37-4C63-A286-ED37082956BB}"/>
              </p228:anchr>
              <p228:add/>
            </p228:event>
            <p228:event time="2025-09-30T08:13:52.152" id="{725494B9-007C-46C2-BF28-B4860758425F}">
              <p228:atrbtn authorId="{E5D58EB4-BC08-FA82-5A47-197DBA6A907C}"/>
              <p228:anchr>
                <p228:comment id="{4728E23F-CB37-4C63-A286-ED37082956BB}"/>
              </p228:anchr>
              <p228:asgn authorId="{5FFAB970-F7A0-AA8A-1CDC-101CF844E36C}"/>
            </p228:event>
            <p228:event time="2025-09-30T08:13:52.152" id="{D462846B-5E18-4998-955F-D85335139C73}">
              <p228:atrbtn authorId="{E5D58EB4-BC08-FA82-5A47-197DBA6A907C}"/>
              <p228:anchr>
                <p228:comment id="{4728E23F-CB37-4C63-A286-ED37082956BB}"/>
              </p228:anchr>
              <p228:title val="@BRENNE, Sylvain expliquer ce que l’on entend par «référentiel local»"/>
            </p228:event>
            <p228:event time="2025-09-30T08:13:52.152" id="{130874C3-360B-4E51-8EC4-0CA17D5C9171}">
              <p228:atrbtn authorId="{E5D58EB4-BC08-FA82-5A47-197DBA6A907C}"/>
              <p228:anchr>
                <p228:comment id="{4728E23F-CB37-4C63-A286-ED37082956BB}"/>
              </p228:anchr>
              <p228:date stDt="2025-09-30T08:13:52.152" endDt="2025-09-30T08:13:52.152"/>
            </p228:event>
          </p228:history>
        </p228:taskDetail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77F2E85-CB41-388F-C35F-F7578776D2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1A2AE2-82B4-6605-E299-C4D337AED6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419D0-F4AC-4BAC-ADA9-8BCC814B3981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419337-AD91-E942-0B1E-97AF3AD97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EAA0D4-C7B5-831E-D417-5E776636A9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E516E-AD98-464B-9F8D-77B2CDCB67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3928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49ED4-2EA5-44C1-88FD-FFD1EC85579F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24BDF-58BE-4F0A-81E7-1ED057B91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94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24BDF-58BE-4F0A-81E7-1ED057B91AE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550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B623-E622-82DD-3072-184775C7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45B3E8-37CA-6216-F0FA-602042ECA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0E1103-D3CD-F438-477D-DD052938A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/>
              <a:t>Qui est le sponsor ? Émane de </a:t>
            </a:r>
            <a:r>
              <a:rPr lang="fr-FR" err="1"/>
              <a:t>catherine</a:t>
            </a:r>
            <a:r>
              <a:rPr lang="fr-FR"/>
              <a:t> </a:t>
            </a:r>
            <a:r>
              <a:rPr lang="fr-FR" err="1"/>
              <a:t>faster</a:t>
            </a:r>
            <a:r>
              <a:rPr lang="fr-FR"/>
              <a:t>; BBI ok, BBF pk pas. Quel est le scope fonctionnel ? Quels domaines impactés ? Voir en quoi on du commun et du non commun.</a:t>
            </a:r>
          </a:p>
          <a:p>
            <a:pPr algn="l"/>
            <a:r>
              <a:rPr lang="fr-FR"/>
              <a:t>Cette application aura le périmètre plus large que le hub chantier</a:t>
            </a:r>
          </a:p>
          <a:p>
            <a:pPr algn="l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CBC755-ABF4-CF8A-0822-4F5F3DB5B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24BDF-58BE-4F0A-81E7-1ED057B91AE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142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AF4B-5D40-EADA-D2EB-361416FE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C853AD-2CBD-8371-A4DC-E0FEEBCFF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310A687-3530-85B9-C960-055DF008C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1BCC4E-C418-351A-0E18-1F83FF338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4BDF-58BE-4F0A-81E7-1ED057B91AE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647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BB72-673C-8FB0-169F-FE05BCA7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2CB67A-0455-38AD-321D-63F835915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688C50-6A70-3DE6-A567-21E20F6A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F64783-3300-0EBF-1CCA-B670254C5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4BDF-58BE-4F0A-81E7-1ED057B91AE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28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staff sont en heures ?</a:t>
            </a:r>
          </a:p>
          <a:p>
            <a:r>
              <a:rPr lang="fr-FR"/>
              <a:t>Sur les JV, besoin </a:t>
            </a:r>
            <a:r>
              <a:rPr lang="fr-FR" err="1"/>
              <a:t>desavoir</a:t>
            </a:r>
            <a:r>
              <a:rPr lang="fr-FR"/>
              <a:t> qu’ls sont les staff présent ou et absent, pointage mensuel des absences, pour </a:t>
            </a:r>
            <a:r>
              <a:rPr lang="fr-FR" err="1"/>
              <a:t>reffacturation</a:t>
            </a:r>
            <a:r>
              <a:rPr lang="fr-FR"/>
              <a:t>, pas du pointage par heure.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4BDF-58BE-4F0A-81E7-1ED057B91AE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480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6E6A-3C95-E534-CD55-C4E264C3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A3BC95-EDED-A3B5-D7B5-4F1B4DF7A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998CF1-9B93-5C7C-87D0-5512E4E15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  <a:p>
            <a:r>
              <a:rPr lang="fr-FR"/>
              <a:t>Remplacer FR/UK par les entités BYCN, BYTP comme proposé l’exemple de </a:t>
            </a:r>
            <a:r>
              <a:rPr lang="fr-FR" err="1"/>
              <a:t>THibault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BD70B0-22B6-FE16-27B7-D12F374C2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24BDF-58BE-4F0A-81E7-1ED057B91AE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378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6D7D-4AC8-61DF-32C7-83822DCC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6CFCC4D-908E-E7BF-1010-12366DF73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5CB03A1-D888-17FF-4495-629CC55D3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Regarder les logiciels, ce qui ne font pas. Donc quand même trouver des solutions Saas.</a:t>
            </a:r>
          </a:p>
          <a:p>
            <a:r>
              <a:rPr lang="fr-FR" err="1"/>
              <a:t>Sloltuion</a:t>
            </a:r>
            <a:r>
              <a:rPr lang="fr-FR"/>
              <a:t> existantes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A4DDE7-62F7-5584-4CC3-0BE728091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24BDF-58BE-4F0A-81E7-1ED057B91AE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201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38032B-ACE8-714E-BA56-9EF71794EBE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36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20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20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20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image" Target="../media/image20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20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20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20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la présentation">
    <p:bg>
      <p:bgPr>
        <a:blipFill dpi="0" rotWithShape="1">
          <a:blip r:embed="rId2">
            <a:lum/>
          </a:blip>
          <a:srcRect/>
          <a:stretch>
            <a:fillRect l="-20000" t="-9000" r="20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E003C40C-4420-D9F5-FE78-869CB8A459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1760" y="0"/>
            <a:ext cx="954024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F6855FC-1404-9994-3FF3-777083097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1205" y="2584153"/>
            <a:ext cx="5572195" cy="1477328"/>
          </a:xfrm>
        </p:spPr>
        <p:txBody>
          <a:bodyPr anchor="b" anchorCtr="0">
            <a:sp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3E54CBA-FFFF-C031-4649-F0FBFE9022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1204" y="4120914"/>
            <a:ext cx="5572195" cy="563231"/>
          </a:xfrm>
        </p:spPr>
        <p:txBody>
          <a:bodyPr>
            <a:sp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3200E19-0A90-3D3A-479F-C707C4BD87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2341" y="5846171"/>
            <a:ext cx="1799872" cy="39293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BC2FA4FA-1637-95B0-0117-136CC2464AE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6830" y="574073"/>
            <a:ext cx="1655724" cy="848054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445B4F-E38C-4B63-9A90-587654C7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8273" y="5919525"/>
            <a:ext cx="2008008" cy="246221"/>
          </a:xfrm>
          <a:prstGeom prst="rect">
            <a:avLst/>
          </a:prstGeom>
        </p:spPr>
        <p:txBody>
          <a:bodyPr tIns="0" bIns="0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DATE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31D3CBFF-56C3-8F60-D8DA-23D8271A9B1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98696" y="574073"/>
            <a:ext cx="1656000" cy="108628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Votre logo</a:t>
            </a:r>
          </a:p>
        </p:txBody>
      </p:sp>
    </p:spTree>
    <p:extLst>
      <p:ext uri="{BB962C8B-B14F-4D97-AF65-F5344CB8AC3E}">
        <p14:creationId xmlns:p14="http://schemas.microsoft.com/office/powerpoint/2010/main" val="283312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section">
    <p:bg>
      <p:bgPr>
        <a:blipFill dpi="0" rotWithShape="1">
          <a:blip r:embed="rId2">
            <a:lum/>
          </a:blip>
          <a:srcRect/>
          <a:stretch>
            <a:fillRect l="-25000" t="-9000" r="25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E485984-223D-75E4-942F-0F603A787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20"/>
            <a:ext cx="12191998" cy="68567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5F0BCA-3463-8883-450F-990F6DCC4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5769" y="3324828"/>
            <a:ext cx="5696237" cy="784830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section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B4B7766B-55B2-FD08-F4E7-9DB10A43E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62703" y="421674"/>
            <a:ext cx="5939304" cy="3216265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20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5BB28729-11C6-5C85-8F64-EEBBFE57E4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84084" y="956901"/>
            <a:ext cx="3997063" cy="3997063"/>
          </a:xfrm>
          <a:prstGeom prst="rect">
            <a:avLst/>
          </a:prstGeom>
        </p:spPr>
      </p:pic>
      <p:sp>
        <p:nvSpPr>
          <p:cNvPr id="6" name="Forme libre 12">
            <a:extLst>
              <a:ext uri="{FF2B5EF4-FFF2-40B4-BE49-F238E27FC236}">
                <a16:creationId xmlns:a16="http://schemas.microsoft.com/office/drawing/2014/main" id="{65C18737-81C3-2DDD-39FB-7E95576D5EBB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32D09E51-E38C-0432-DA7B-6E26CDB8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BC51D972-31E2-97F4-3E20-14BBF62F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32A0096F-BF4D-A177-D783-638A8503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73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sous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>
            <a:extLst>
              <a:ext uri="{FF2B5EF4-FFF2-40B4-BE49-F238E27FC236}">
                <a16:creationId xmlns:a16="http://schemas.microsoft.com/office/drawing/2014/main" id="{3A20D5C4-44D2-A52C-1CEA-491F848CA0A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5F0BCA-3463-8883-450F-990F6DCC4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236" y="3672068"/>
            <a:ext cx="4450028" cy="1477328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sous-section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B4B7766B-55B2-FD08-F4E7-9DB10A43E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665" y="-291680"/>
            <a:ext cx="4123242" cy="3570208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22600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3225D2D9-3F19-757A-702A-11588E1C7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379521"/>
            <a:ext cx="7197908" cy="7465441"/>
          </a:xfrm>
          <a:prstGeom prst="rect">
            <a:avLst/>
          </a:prstGeom>
        </p:spPr>
      </p:pic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75FA347F-1B1B-40AF-17D2-6D0D361C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28DBC22E-E756-5C75-2832-F7BB5722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A1DA8DF3-6A91-9DC8-1C70-24BFA4C0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06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des matiè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94AD789-71B0-EB17-F83B-15CE4CF01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/>
          <a:stretch/>
        </p:blipFill>
        <p:spPr>
          <a:xfrm>
            <a:off x="6728993" y="-1761760"/>
            <a:ext cx="7479654" cy="74796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742E229-9D19-8389-99BE-423A41E2B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560168"/>
            <a:ext cx="11086578" cy="590931"/>
          </a:xfrm>
        </p:spPr>
        <p:txBody>
          <a:bodyPr/>
          <a:lstStyle>
            <a:lvl1pPr>
              <a:defRPr b="1"/>
            </a:lvl1pPr>
          </a:lstStyle>
          <a:p>
            <a:r>
              <a:rPr lang="fr-FR"/>
              <a:t>Table des matières</a:t>
            </a:r>
          </a:p>
        </p:txBody>
      </p:sp>
      <p:sp>
        <p:nvSpPr>
          <p:cNvPr id="6" name="Espace réservé du texte 48">
            <a:extLst>
              <a:ext uri="{FF2B5EF4-FFF2-40B4-BE49-F238E27FC236}">
                <a16:creationId xmlns:a16="http://schemas.microsoft.com/office/drawing/2014/main" id="{356EBF43-EBB9-CECB-CFBE-5DAE9C879E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665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1185732E-2238-C332-7E9C-EA3399B6EB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9915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043205BE-CA39-8038-E67E-BC8DB5045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9915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D8FFBD9A-0FFF-3CA4-B667-B169CD14A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965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941831AF-37F9-4B3E-692D-48483C324F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1965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2E1F500B-6010-14D2-08D2-099EC2CDE7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610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B6387193-7261-F87E-E7B5-A75CB34E7A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95860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E37324B8-515B-845F-D112-721FEE922B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5860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15" name="Espace réservé du texte 48">
            <a:extLst>
              <a:ext uri="{FF2B5EF4-FFF2-40B4-BE49-F238E27FC236}">
                <a16:creationId xmlns:a16="http://schemas.microsoft.com/office/drawing/2014/main" id="{A8F2BB55-3005-6CDF-D72B-150B9F5714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47910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94298EB5-0802-1B1D-F96E-DD1E15FBB6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7910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1E07E798-A24B-F9C2-73D1-58346D95EC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0555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B479353D-5728-4CB9-023A-0E40754FAFA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61805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19" name="Espace réservé du texte 48">
            <a:extLst>
              <a:ext uri="{FF2B5EF4-FFF2-40B4-BE49-F238E27FC236}">
                <a16:creationId xmlns:a16="http://schemas.microsoft.com/office/drawing/2014/main" id="{3FE71596-CDA7-6E86-4AB6-10452D6138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61805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20" name="Espace réservé du texte 48">
            <a:extLst>
              <a:ext uri="{FF2B5EF4-FFF2-40B4-BE49-F238E27FC236}">
                <a16:creationId xmlns:a16="http://schemas.microsoft.com/office/drawing/2014/main" id="{26E8A052-7604-5473-DEB3-308917DC350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3855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1" name="Espace réservé du texte 48">
            <a:extLst>
              <a:ext uri="{FF2B5EF4-FFF2-40B4-BE49-F238E27FC236}">
                <a16:creationId xmlns:a16="http://schemas.microsoft.com/office/drawing/2014/main" id="{2CBEC210-E706-1F22-5D15-95D3709330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3855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7DE3D4A9-8CE5-1B7F-BE5B-FCCBCB3C0F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8665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3" name="Espace réservé du texte 48">
            <a:extLst>
              <a:ext uri="{FF2B5EF4-FFF2-40B4-BE49-F238E27FC236}">
                <a16:creationId xmlns:a16="http://schemas.microsoft.com/office/drawing/2014/main" id="{FF6E038E-0862-B6E7-F35B-FDFBED689D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9915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3FC8B97C-483C-F988-7CBB-A1EB986442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9915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33E95C6D-E0E3-9B52-2F7A-1DD78CA09E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1965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4CD58FDC-1458-8DFA-C02D-9F2D01DE65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81965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7" name="Espace réservé du texte 48">
            <a:extLst>
              <a:ext uri="{FF2B5EF4-FFF2-40B4-BE49-F238E27FC236}">
                <a16:creationId xmlns:a16="http://schemas.microsoft.com/office/drawing/2014/main" id="{B8D7AF5F-7D47-E7B8-1BA7-693011B50E1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94610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8" name="Espace réservé du texte 48">
            <a:extLst>
              <a:ext uri="{FF2B5EF4-FFF2-40B4-BE49-F238E27FC236}">
                <a16:creationId xmlns:a16="http://schemas.microsoft.com/office/drawing/2014/main" id="{32473F2A-376E-DA30-C71F-59AA21DC1D3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5860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29" name="Espace réservé du texte 48">
            <a:extLst>
              <a:ext uri="{FF2B5EF4-FFF2-40B4-BE49-F238E27FC236}">
                <a16:creationId xmlns:a16="http://schemas.microsoft.com/office/drawing/2014/main" id="{4D97B2E1-B125-E749-426C-707517F007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95860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30" name="Espace réservé du texte 48">
            <a:extLst>
              <a:ext uri="{FF2B5EF4-FFF2-40B4-BE49-F238E27FC236}">
                <a16:creationId xmlns:a16="http://schemas.microsoft.com/office/drawing/2014/main" id="{DD82CFF9-5915-3ED4-2656-F1712585B0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47910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1" name="Espace réservé du texte 48">
            <a:extLst>
              <a:ext uri="{FF2B5EF4-FFF2-40B4-BE49-F238E27FC236}">
                <a16:creationId xmlns:a16="http://schemas.microsoft.com/office/drawing/2014/main" id="{74DE2EB0-F07E-ABF5-C352-06435AD25AA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7910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2" name="Espace réservé du texte 48">
            <a:extLst>
              <a:ext uri="{FF2B5EF4-FFF2-40B4-BE49-F238E27FC236}">
                <a16:creationId xmlns:a16="http://schemas.microsoft.com/office/drawing/2014/main" id="{87CEBB37-58AA-7818-64AE-D446B4D8764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60555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33" name="Espace réservé du texte 48">
            <a:extLst>
              <a:ext uri="{FF2B5EF4-FFF2-40B4-BE49-F238E27FC236}">
                <a16:creationId xmlns:a16="http://schemas.microsoft.com/office/drawing/2014/main" id="{26C10176-2239-19FC-FA0E-0D6C539D60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61805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34" name="Espace réservé du texte 48">
            <a:extLst>
              <a:ext uri="{FF2B5EF4-FFF2-40B4-BE49-F238E27FC236}">
                <a16:creationId xmlns:a16="http://schemas.microsoft.com/office/drawing/2014/main" id="{DDA495AE-F87F-D86C-16EC-A529285096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61805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35" name="Espace réservé du texte 48">
            <a:extLst>
              <a:ext uri="{FF2B5EF4-FFF2-40B4-BE49-F238E27FC236}">
                <a16:creationId xmlns:a16="http://schemas.microsoft.com/office/drawing/2014/main" id="{D3BA5549-49D9-039A-CA4B-F02401B53B7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13855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6" name="Espace réservé du texte 48">
            <a:extLst>
              <a:ext uri="{FF2B5EF4-FFF2-40B4-BE49-F238E27FC236}">
                <a16:creationId xmlns:a16="http://schemas.microsoft.com/office/drawing/2014/main" id="{80975B6F-8B28-9796-FBBC-B391E86A706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13855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41" name="Forme libre 12">
            <a:extLst>
              <a:ext uri="{FF2B5EF4-FFF2-40B4-BE49-F238E27FC236}">
                <a16:creationId xmlns:a16="http://schemas.microsoft.com/office/drawing/2014/main" id="{D5857D6F-DE24-1827-98BF-8E21B22BAA8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2" name="Espace réservé de la date 2">
            <a:extLst>
              <a:ext uri="{FF2B5EF4-FFF2-40B4-BE49-F238E27FC236}">
                <a16:creationId xmlns:a16="http://schemas.microsoft.com/office/drawing/2014/main" id="{C0BAF578-92B8-AB2C-404D-59D4A83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43" name="Espace réservé du pied de page 3">
            <a:extLst>
              <a:ext uri="{FF2B5EF4-FFF2-40B4-BE49-F238E27FC236}">
                <a16:creationId xmlns:a16="http://schemas.microsoft.com/office/drawing/2014/main" id="{2CE4E9A3-7C98-510D-99A2-6885245C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44" name="Espace réservé du numéro de diapositive 4">
            <a:extLst>
              <a:ext uri="{FF2B5EF4-FFF2-40B4-BE49-F238E27FC236}">
                <a16:creationId xmlns:a16="http://schemas.microsoft.com/office/drawing/2014/main" id="{DDFEE62A-1C41-12D0-F6F3-3DC3BAE0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2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BB516A-3C55-FAF4-1530-D4844BB0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728993" y="-1761760"/>
            <a:ext cx="7479654" cy="74796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742E229-9D19-8389-99BE-423A41E2B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560168"/>
            <a:ext cx="11086578" cy="590931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Ordre du jour</a:t>
            </a:r>
          </a:p>
        </p:txBody>
      </p:sp>
      <p:sp>
        <p:nvSpPr>
          <p:cNvPr id="60" name="Forme libre 12">
            <a:extLst>
              <a:ext uri="{FF2B5EF4-FFF2-40B4-BE49-F238E27FC236}">
                <a16:creationId xmlns:a16="http://schemas.microsoft.com/office/drawing/2014/main" id="{4B00DD7C-59F6-FB8D-2845-11D111941491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1" name="Espace réservé de la date 2">
            <a:extLst>
              <a:ext uri="{FF2B5EF4-FFF2-40B4-BE49-F238E27FC236}">
                <a16:creationId xmlns:a16="http://schemas.microsoft.com/office/drawing/2014/main" id="{AE370E88-5802-5E9A-60DB-59494808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62" name="Espace réservé du pied de page 3">
            <a:extLst>
              <a:ext uri="{FF2B5EF4-FFF2-40B4-BE49-F238E27FC236}">
                <a16:creationId xmlns:a16="http://schemas.microsoft.com/office/drawing/2014/main" id="{AC6DE7BE-826C-AD98-3D0A-CCF292BD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63" name="Espace réservé du numéro de diapositive 4">
            <a:extLst>
              <a:ext uri="{FF2B5EF4-FFF2-40B4-BE49-F238E27FC236}">
                <a16:creationId xmlns:a16="http://schemas.microsoft.com/office/drawing/2014/main" id="{17EA47B3-020B-2F12-0F74-B5DF135C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19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raphique 25">
            <a:extLst>
              <a:ext uri="{FF2B5EF4-FFF2-40B4-BE49-F238E27FC236}">
                <a16:creationId xmlns:a16="http://schemas.microsoft.com/office/drawing/2014/main" id="{5439DF37-BE75-E13A-0A12-48C57A8F0805}"/>
              </a:ext>
            </a:extLst>
          </p:cNvPr>
          <p:cNvSpPr/>
          <p:nvPr userDrawn="1"/>
        </p:nvSpPr>
        <p:spPr>
          <a:xfrm>
            <a:off x="8431067" y="-43405"/>
            <a:ext cx="3760933" cy="6944810"/>
          </a:xfrm>
          <a:custGeom>
            <a:avLst/>
            <a:gdLst>
              <a:gd name="connsiteX0" fmla="*/ 238125 w 3127343"/>
              <a:gd name="connsiteY0" fmla="*/ 0 h 5143500"/>
              <a:gd name="connsiteX1" fmla="*/ 0 w 3127343"/>
              <a:gd name="connsiteY1" fmla="*/ 2618518 h 5143500"/>
              <a:gd name="connsiteX2" fmla="*/ 238125 w 3127343"/>
              <a:gd name="connsiteY2" fmla="*/ 5143500 h 5143500"/>
              <a:gd name="connsiteX3" fmla="*/ 3127343 w 3127343"/>
              <a:gd name="connsiteY3" fmla="*/ 5143500 h 5143500"/>
              <a:gd name="connsiteX4" fmla="*/ 3127343 w 3127343"/>
              <a:gd name="connsiteY4" fmla="*/ 0 h 5143500"/>
              <a:gd name="connsiteX5" fmla="*/ 238125 w 3127343"/>
              <a:gd name="connsiteY5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7343" h="5143500">
                <a:moveTo>
                  <a:pt x="238125" y="0"/>
                </a:moveTo>
                <a:cubicBezTo>
                  <a:pt x="238125" y="0"/>
                  <a:pt x="0" y="1208818"/>
                  <a:pt x="0" y="2618518"/>
                </a:cubicBezTo>
                <a:cubicBezTo>
                  <a:pt x="0" y="4028218"/>
                  <a:pt x="238125" y="5143500"/>
                  <a:pt x="238125" y="5143500"/>
                </a:cubicBezTo>
                <a:lnTo>
                  <a:pt x="3127343" y="5143500"/>
                </a:lnTo>
                <a:lnTo>
                  <a:pt x="3127343" y="0"/>
                </a:lnTo>
                <a:lnTo>
                  <a:pt x="238125" y="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862061"/>
            <a:ext cx="7673682" cy="590931"/>
          </a:xfrm>
        </p:spPr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93F8D3D5-7E69-0368-57E7-2B0778C8E0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2124075"/>
            <a:ext cx="7673682" cy="41148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0DC1C31A-6435-7CC6-2E99-64C8EB55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9D00371F-BA40-0DEA-8CFE-D0EE76BB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102AC8B8-B450-08AF-8618-F73A15C45071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1A37899-EDCB-0155-D061-69C0C052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532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cs textes e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1A85595B-CF11-A312-E90E-760F1919E0A6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2" name="Forme libre 11">
              <a:extLst>
                <a:ext uri="{FF2B5EF4-FFF2-40B4-BE49-F238E27FC236}">
                  <a16:creationId xmlns:a16="http://schemas.microsoft.com/office/drawing/2014/main" id="{F7D83129-7CC0-3AC0-0893-841EF0789D3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7CBF57F8-B732-CE3C-3C27-072341E9573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6" y="862061"/>
            <a:ext cx="6306138" cy="590931"/>
          </a:xfrm>
        </p:spPr>
        <p:txBody>
          <a:bodyPr>
            <a:normAutofit/>
          </a:bodyPr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F02F88C0-1F0B-26FD-F39A-F95E340B54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3086913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2E9A6E87-6A84-70FC-7971-EC0B42537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163" y="2615707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B24E0222-4D9C-033C-A66B-A321573ED7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5050184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855F0F13-80C8-81AF-D52A-98FCD83E67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63" y="4578978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pour une image  19">
            <a:extLst>
              <a:ext uri="{FF2B5EF4-FFF2-40B4-BE49-F238E27FC236}">
                <a16:creationId xmlns:a16="http://schemas.microsoft.com/office/drawing/2014/main" id="{F6E78AE4-46A9-E188-494F-9FE81598DE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46435" y="263015"/>
            <a:ext cx="4758407" cy="589489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854D109C-07F3-0875-AC51-B9F092F7B7FD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" name="Espace réservé de la date 2">
            <a:extLst>
              <a:ext uri="{FF2B5EF4-FFF2-40B4-BE49-F238E27FC236}">
                <a16:creationId xmlns:a16="http://schemas.microsoft.com/office/drawing/2014/main" id="{B420D5C3-8652-08AA-330A-04F31CDC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CAD3479A-D859-1625-4562-6E5C91952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DDA0C2EE-54B1-40DF-5330-D6EF52EC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20F4AE11-747F-230F-7A2D-A860ECCBD6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8" name="Espace réservé du texte 45">
            <a:extLst>
              <a:ext uri="{FF2B5EF4-FFF2-40B4-BE49-F238E27FC236}">
                <a16:creationId xmlns:a16="http://schemas.microsoft.com/office/drawing/2014/main" id="{620CD3BD-0CDA-DC28-5F16-7F119ACCE1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91631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cs textes et doubl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6" y="862061"/>
            <a:ext cx="6306138" cy="590931"/>
          </a:xfrm>
        </p:spPr>
        <p:txBody>
          <a:bodyPr>
            <a:normAutofit/>
          </a:bodyPr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F02F88C0-1F0B-26FD-F39A-F95E340B54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3086913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2E9A6E87-6A84-70FC-7971-EC0B42537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163" y="2615707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B24E0222-4D9C-033C-A66B-A321573ED7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5050184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855F0F13-80C8-81AF-D52A-98FCD83E67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63" y="4578978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pour une image  19">
            <a:extLst>
              <a:ext uri="{FF2B5EF4-FFF2-40B4-BE49-F238E27FC236}">
                <a16:creationId xmlns:a16="http://schemas.microsoft.com/office/drawing/2014/main" id="{F6E78AE4-46A9-E188-494F-9FE81598DE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46435" y="263015"/>
            <a:ext cx="4758407" cy="288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pour une image  19">
            <a:extLst>
              <a:ext uri="{FF2B5EF4-FFF2-40B4-BE49-F238E27FC236}">
                <a16:creationId xmlns:a16="http://schemas.microsoft.com/office/drawing/2014/main" id="{10642810-25E3-1833-3A61-2D2283DC917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146435" y="3281455"/>
            <a:ext cx="4758407" cy="288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Forme libre 12">
            <a:extLst>
              <a:ext uri="{FF2B5EF4-FFF2-40B4-BE49-F238E27FC236}">
                <a16:creationId xmlns:a16="http://schemas.microsoft.com/office/drawing/2014/main" id="{8A39FBA8-5A98-CBEC-0115-A584F4DFC2F9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A1A7E69A-1780-14EA-F384-5E39EEE6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18A69519-C51E-9F72-E426-15B96F87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30B312F4-E527-CE37-C0E1-7F7145D9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B9CECE49-98C2-DFE8-082A-3B2800AE5021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5" name="Forme libre 11">
              <a:extLst>
                <a:ext uri="{FF2B5EF4-FFF2-40B4-BE49-F238E27FC236}">
                  <a16:creationId xmlns:a16="http://schemas.microsoft.com/office/drawing/2014/main" id="{2A90E934-9CE2-3D59-3CFE-4502AFEDED1E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6" name="Forme libre 12">
              <a:extLst>
                <a:ext uri="{FF2B5EF4-FFF2-40B4-BE49-F238E27FC236}">
                  <a16:creationId xmlns:a16="http://schemas.microsoft.com/office/drawing/2014/main" id="{B8FC6ACA-B185-1DDD-4CF9-2B115520E19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9" name="Espace réservé du texte 45">
            <a:extLst>
              <a:ext uri="{FF2B5EF4-FFF2-40B4-BE49-F238E27FC236}">
                <a16:creationId xmlns:a16="http://schemas.microsoft.com/office/drawing/2014/main" id="{E7F2F9F9-6B3A-2997-C553-A22A8CAD08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10" name="Espace réservé du texte 45">
            <a:extLst>
              <a:ext uri="{FF2B5EF4-FFF2-40B4-BE49-F238E27FC236}">
                <a16:creationId xmlns:a16="http://schemas.microsoft.com/office/drawing/2014/main" id="{FA084A27-2090-98BD-DD1A-F4E346FDC5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58476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5B5A7-A28F-6CD8-1A7F-CD75AE893D5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Équipe</a:t>
            </a:r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964EFAC4-6EB0-5736-D94D-3A4E549CB9D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88235" y="1742673"/>
            <a:ext cx="961200" cy="96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7" name="Forme libre 12">
            <a:extLst>
              <a:ext uri="{FF2B5EF4-FFF2-40B4-BE49-F238E27FC236}">
                <a16:creationId xmlns:a16="http://schemas.microsoft.com/office/drawing/2014/main" id="{9BF04A55-1F84-D050-DE52-63716C9CC985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8" name="Espace réservé de la date 2">
            <a:extLst>
              <a:ext uri="{FF2B5EF4-FFF2-40B4-BE49-F238E27FC236}">
                <a16:creationId xmlns:a16="http://schemas.microsoft.com/office/drawing/2014/main" id="{080BA467-F14C-EE89-D139-02E96303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B8A2A068-D0EF-8448-1595-1FE0000B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3" name="Espace réservé du numéro de diapositive 4">
            <a:extLst>
              <a:ext uri="{FF2B5EF4-FFF2-40B4-BE49-F238E27FC236}">
                <a16:creationId xmlns:a16="http://schemas.microsoft.com/office/drawing/2014/main" id="{51639411-7A3B-18F8-DAC5-27076E52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A4CB8F3-ECC0-EBAB-FAAF-CDC344D5A131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2" name="Forme libre 11">
              <a:extLst>
                <a:ext uri="{FF2B5EF4-FFF2-40B4-BE49-F238E27FC236}">
                  <a16:creationId xmlns:a16="http://schemas.microsoft.com/office/drawing/2014/main" id="{7A060465-13DA-F609-4474-BCE3B5BBC5F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3" name="Forme libre 12">
              <a:extLst>
                <a:ext uri="{FF2B5EF4-FFF2-40B4-BE49-F238E27FC236}">
                  <a16:creationId xmlns:a16="http://schemas.microsoft.com/office/drawing/2014/main" id="{6C57918C-F06B-8A60-4CF5-0BE36EDE1B7F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0FEF6E8E-8C45-E81D-BB86-453F3E96B0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601C8B9-6DB5-301C-DBD4-EF82A7D912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17182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82B8E-19E0-88C1-51B4-FF0E2F39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33663BA0-DDDD-9236-BDED-9F1950AFBDF5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6DE86FCF-AA4D-7351-22A3-89182C84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3C4D3CD9-77C7-E480-FE92-337DAF7F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2" name="Espace réservé du numéro de diapositive 4">
            <a:extLst>
              <a:ext uri="{FF2B5EF4-FFF2-40B4-BE49-F238E27FC236}">
                <a16:creationId xmlns:a16="http://schemas.microsoft.com/office/drawing/2014/main" id="{F69A84FF-9530-9038-A1B0-F19F4778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40C276D-D460-A398-B304-EE6B1B0F237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4" name="Forme libre 11">
              <a:extLst>
                <a:ext uri="{FF2B5EF4-FFF2-40B4-BE49-F238E27FC236}">
                  <a16:creationId xmlns:a16="http://schemas.microsoft.com/office/drawing/2014/main" id="{8BACE2B5-A27B-AB0A-CE25-783E9EF8B43D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5" name="Forme libre 12">
              <a:extLst>
                <a:ext uri="{FF2B5EF4-FFF2-40B4-BE49-F238E27FC236}">
                  <a16:creationId xmlns:a16="http://schemas.microsoft.com/office/drawing/2014/main" id="{7E9422F8-98C1-C9C1-7A2D-D24B4C43607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E5DF485-3F77-8130-C972-1AF1104D64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89984247-9725-92BF-1C3D-B33A296114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61013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0C9F5D-CE34-A01E-7DE3-327B3D9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934172D6-6481-00C7-6BCE-45A6EF32D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665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96DEB718-B1A0-5075-B5E8-8044BCC7AE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65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E1277626-7B66-B3BE-AB57-F7192B3F25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1337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FAE8A845-1607-8E8D-70A2-79A344C491C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1337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4B00D130-28AC-F4E8-E698-1A61042E5D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34009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489AFAF3-512B-07BC-6B5C-F1B0C39179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34009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4F379713-8488-1672-7CA3-F2E5761BA38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21F0BE90-3B1F-09AC-1100-AB104DDD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848B5F75-7266-F802-EB96-FD48BA26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F92F5DCC-3E61-B250-BB6F-00021BB3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C371C93-02AD-1AFC-074D-4AA2FD0084E0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6" name="Forme libre 11">
              <a:extLst>
                <a:ext uri="{FF2B5EF4-FFF2-40B4-BE49-F238E27FC236}">
                  <a16:creationId xmlns:a16="http://schemas.microsoft.com/office/drawing/2014/main" id="{4B272BF3-9CF1-D6DB-2FBF-5B392E0A65A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9" name="Forme libre 12">
              <a:extLst>
                <a:ext uri="{FF2B5EF4-FFF2-40B4-BE49-F238E27FC236}">
                  <a16:creationId xmlns:a16="http://schemas.microsoft.com/office/drawing/2014/main" id="{77E48F25-3F80-8211-6E54-5508EFFC9A50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9ECE1B18-4079-C278-EAB0-A2B8BA1DBC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4C0EC8F6-2951-A3FC-9DFB-2BC69A769F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29060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5A9303A7-5B1B-B424-B892-77E5901C2B16}"/>
              </a:ext>
            </a:extLst>
          </p:cNvPr>
          <p:cNvGrpSpPr/>
          <p:nvPr userDrawn="1"/>
        </p:nvGrpSpPr>
        <p:grpSpPr>
          <a:xfrm>
            <a:off x="1316735" y="2195798"/>
            <a:ext cx="3779139" cy="590931"/>
            <a:chOff x="5627879" y="-686975"/>
            <a:chExt cx="1786827" cy="279400"/>
          </a:xfrm>
          <a:solidFill>
            <a:schemeClr val="bg1">
              <a:lumMod val="95000"/>
            </a:schemeClr>
          </a:solidFill>
        </p:grpSpPr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643DEBD7-8D71-5F62-CD89-7AE08606E359}"/>
                </a:ext>
              </a:extLst>
            </p:cNvPr>
            <p:cNvSpPr/>
            <p:nvPr userDrawn="1"/>
          </p:nvSpPr>
          <p:spPr>
            <a:xfrm>
              <a:off x="5627879" y="-686975"/>
              <a:ext cx="944975" cy="279400"/>
            </a:xfrm>
            <a:custGeom>
              <a:avLst/>
              <a:gdLst>
                <a:gd name="connsiteX0" fmla="*/ 142572 w 944975"/>
                <a:gd name="connsiteY0" fmla="*/ 0 h 279400"/>
                <a:gd name="connsiteX1" fmla="*/ 944975 w 944975"/>
                <a:gd name="connsiteY1" fmla="*/ 0 h 279400"/>
                <a:gd name="connsiteX2" fmla="*/ 944975 w 944975"/>
                <a:gd name="connsiteY2" fmla="*/ 279400 h 279400"/>
                <a:gd name="connsiteX3" fmla="*/ 142572 w 944975"/>
                <a:gd name="connsiteY3" fmla="*/ 279400 h 279400"/>
                <a:gd name="connsiteX4" fmla="*/ 0 w 944975"/>
                <a:gd name="connsiteY4" fmla="*/ 139700 h 279400"/>
                <a:gd name="connsiteX5" fmla="*/ 142572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142572" y="0"/>
                  </a:moveTo>
                  <a:lnTo>
                    <a:pt x="944975" y="0"/>
                  </a:lnTo>
                  <a:lnTo>
                    <a:pt x="944975" y="279400"/>
                  </a:lnTo>
                  <a:lnTo>
                    <a:pt x="142572" y="279400"/>
                  </a:lnTo>
                  <a:cubicBezTo>
                    <a:pt x="63872" y="279400"/>
                    <a:pt x="0" y="216814"/>
                    <a:pt x="0" y="139700"/>
                  </a:cubicBezTo>
                  <a:cubicBezTo>
                    <a:pt x="0" y="62586"/>
                    <a:pt x="63872" y="0"/>
                    <a:pt x="142572" y="0"/>
                  </a:cubicBez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F3B13421-E2A9-518B-2AA3-F8B7674FBBC1}"/>
                </a:ext>
              </a:extLst>
            </p:cNvPr>
            <p:cNvSpPr/>
            <p:nvPr userDrawn="1"/>
          </p:nvSpPr>
          <p:spPr>
            <a:xfrm>
              <a:off x="6469731" y="-686975"/>
              <a:ext cx="944975" cy="279400"/>
            </a:xfrm>
            <a:custGeom>
              <a:avLst/>
              <a:gdLst>
                <a:gd name="connsiteX0" fmla="*/ 0 w 944975"/>
                <a:gd name="connsiteY0" fmla="*/ 0 h 279400"/>
                <a:gd name="connsiteX1" fmla="*/ 802403 w 944975"/>
                <a:gd name="connsiteY1" fmla="*/ 0 h 279400"/>
                <a:gd name="connsiteX2" fmla="*/ 944975 w 944975"/>
                <a:gd name="connsiteY2" fmla="*/ 139700 h 279400"/>
                <a:gd name="connsiteX3" fmla="*/ 802403 w 944975"/>
                <a:gd name="connsiteY3" fmla="*/ 279400 h 279400"/>
                <a:gd name="connsiteX4" fmla="*/ 0 w 944975"/>
                <a:gd name="connsiteY4" fmla="*/ 279400 h 279400"/>
                <a:gd name="connsiteX5" fmla="*/ 0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0" y="0"/>
                  </a:moveTo>
                  <a:lnTo>
                    <a:pt x="802403" y="0"/>
                  </a:lnTo>
                  <a:cubicBezTo>
                    <a:pt x="881103" y="0"/>
                    <a:pt x="944975" y="62586"/>
                    <a:pt x="944975" y="139700"/>
                  </a:cubicBezTo>
                  <a:cubicBezTo>
                    <a:pt x="944975" y="216814"/>
                    <a:pt x="881103" y="279400"/>
                    <a:pt x="802403" y="279400"/>
                  </a:cubicBez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20C9F5D-CE34-A01E-7DE3-327B3D9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06F280DE-F9CF-8C7C-1DF9-BAA6543FD7E4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1316736" y="2971357"/>
            <a:ext cx="3779139" cy="2914269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29" name="Espace réservé du texte 48">
            <a:extLst>
              <a:ext uri="{FF2B5EF4-FFF2-40B4-BE49-F238E27FC236}">
                <a16:creationId xmlns:a16="http://schemas.microsoft.com/office/drawing/2014/main" id="{035F7288-E300-1366-570D-00CE4A7897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6357" y="2337374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0C5143F-3022-DAC8-DDCD-CA13FD4BD7F0}"/>
              </a:ext>
            </a:extLst>
          </p:cNvPr>
          <p:cNvGrpSpPr/>
          <p:nvPr userDrawn="1"/>
        </p:nvGrpSpPr>
        <p:grpSpPr>
          <a:xfrm>
            <a:off x="7107935" y="2195798"/>
            <a:ext cx="3779139" cy="590931"/>
            <a:chOff x="5627879" y="-686975"/>
            <a:chExt cx="1786827" cy="279400"/>
          </a:xfrm>
          <a:solidFill>
            <a:schemeClr val="bg1">
              <a:lumMod val="95000"/>
            </a:schemeClr>
          </a:solidFill>
        </p:grpSpPr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F7A1B8CD-FBB6-8A6F-1F46-8FD41109F7B6}"/>
                </a:ext>
              </a:extLst>
            </p:cNvPr>
            <p:cNvSpPr/>
            <p:nvPr userDrawn="1"/>
          </p:nvSpPr>
          <p:spPr>
            <a:xfrm>
              <a:off x="5627879" y="-686975"/>
              <a:ext cx="944975" cy="279400"/>
            </a:xfrm>
            <a:custGeom>
              <a:avLst/>
              <a:gdLst>
                <a:gd name="connsiteX0" fmla="*/ 142572 w 944975"/>
                <a:gd name="connsiteY0" fmla="*/ 0 h 279400"/>
                <a:gd name="connsiteX1" fmla="*/ 944975 w 944975"/>
                <a:gd name="connsiteY1" fmla="*/ 0 h 279400"/>
                <a:gd name="connsiteX2" fmla="*/ 944975 w 944975"/>
                <a:gd name="connsiteY2" fmla="*/ 279400 h 279400"/>
                <a:gd name="connsiteX3" fmla="*/ 142572 w 944975"/>
                <a:gd name="connsiteY3" fmla="*/ 279400 h 279400"/>
                <a:gd name="connsiteX4" fmla="*/ 0 w 944975"/>
                <a:gd name="connsiteY4" fmla="*/ 139700 h 279400"/>
                <a:gd name="connsiteX5" fmla="*/ 142572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142572" y="0"/>
                  </a:moveTo>
                  <a:lnTo>
                    <a:pt x="944975" y="0"/>
                  </a:lnTo>
                  <a:lnTo>
                    <a:pt x="944975" y="279400"/>
                  </a:lnTo>
                  <a:lnTo>
                    <a:pt x="142572" y="279400"/>
                  </a:lnTo>
                  <a:cubicBezTo>
                    <a:pt x="63872" y="279400"/>
                    <a:pt x="0" y="216814"/>
                    <a:pt x="0" y="139700"/>
                  </a:cubicBezTo>
                  <a:cubicBezTo>
                    <a:pt x="0" y="62586"/>
                    <a:pt x="63872" y="0"/>
                    <a:pt x="142572" y="0"/>
                  </a:cubicBez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23E863FD-BD82-7C6C-2E4E-2A30A2DC5585}"/>
                </a:ext>
              </a:extLst>
            </p:cNvPr>
            <p:cNvSpPr/>
            <p:nvPr userDrawn="1"/>
          </p:nvSpPr>
          <p:spPr>
            <a:xfrm>
              <a:off x="6469731" y="-686975"/>
              <a:ext cx="944975" cy="279400"/>
            </a:xfrm>
            <a:custGeom>
              <a:avLst/>
              <a:gdLst>
                <a:gd name="connsiteX0" fmla="*/ 0 w 944975"/>
                <a:gd name="connsiteY0" fmla="*/ 0 h 279400"/>
                <a:gd name="connsiteX1" fmla="*/ 802403 w 944975"/>
                <a:gd name="connsiteY1" fmla="*/ 0 h 279400"/>
                <a:gd name="connsiteX2" fmla="*/ 944975 w 944975"/>
                <a:gd name="connsiteY2" fmla="*/ 139700 h 279400"/>
                <a:gd name="connsiteX3" fmla="*/ 802403 w 944975"/>
                <a:gd name="connsiteY3" fmla="*/ 279400 h 279400"/>
                <a:gd name="connsiteX4" fmla="*/ 0 w 944975"/>
                <a:gd name="connsiteY4" fmla="*/ 279400 h 279400"/>
                <a:gd name="connsiteX5" fmla="*/ 0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0" y="0"/>
                  </a:moveTo>
                  <a:lnTo>
                    <a:pt x="802403" y="0"/>
                  </a:lnTo>
                  <a:cubicBezTo>
                    <a:pt x="881103" y="0"/>
                    <a:pt x="944975" y="62586"/>
                    <a:pt x="944975" y="139700"/>
                  </a:cubicBezTo>
                  <a:cubicBezTo>
                    <a:pt x="944975" y="216814"/>
                    <a:pt x="881103" y="279400"/>
                    <a:pt x="802403" y="279400"/>
                  </a:cubicBez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5" name="Espace réservé du graphique 7">
            <a:extLst>
              <a:ext uri="{FF2B5EF4-FFF2-40B4-BE49-F238E27FC236}">
                <a16:creationId xmlns:a16="http://schemas.microsoft.com/office/drawing/2014/main" id="{6C7F4134-DD7C-461B-B601-63F077344AC0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7107936" y="2971357"/>
            <a:ext cx="3779139" cy="2914269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36" name="Espace réservé du texte 48">
            <a:extLst>
              <a:ext uri="{FF2B5EF4-FFF2-40B4-BE49-F238E27FC236}">
                <a16:creationId xmlns:a16="http://schemas.microsoft.com/office/drawing/2014/main" id="{ACF523BF-721E-9071-D799-439718AB3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87557" y="2337374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B0A859DB-C1DF-0614-7365-BD79FB46F2F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F08117E4-C9D4-B721-30C5-E41DEA77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E970D43E-27F8-EADA-CBAD-0F252787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3A047105-3FD7-C46F-896E-6C32BD26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1D76EC8-7B8B-0D85-060B-B4AAA9251CD2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7918E15E-E66A-7217-A7CD-8038095D3E1A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4" name="Forme libre 12">
              <a:extLst>
                <a:ext uri="{FF2B5EF4-FFF2-40B4-BE49-F238E27FC236}">
                  <a16:creationId xmlns:a16="http://schemas.microsoft.com/office/drawing/2014/main" id="{AF31DAD0-E76E-7A2E-A053-AB70FB91744F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B7681F3C-AE8B-5FD8-7623-7DADF4D5BB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Présentation du modèle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55F9DC73-6962-4924-F86F-6B31904078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615749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 12">
            <a:extLst>
              <a:ext uri="{FF2B5EF4-FFF2-40B4-BE49-F238E27FC236}">
                <a16:creationId xmlns:a16="http://schemas.microsoft.com/office/drawing/2014/main" id="{4A91FB13-993B-0646-BDEF-5BA37FBA556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CC68DB94-46EA-043B-E293-89F74B53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64C7C74-33B5-01AC-0ED6-605AF83A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65686FF6-4D85-888C-F01B-0B708B6B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59EB49E-DF8D-B601-5E77-80AB45E5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5D667FE-7C9F-239C-24FE-5942B911F966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EA605168-0F05-B4F8-1A38-8221BCFF59F0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4" name="Forme libre 12">
              <a:extLst>
                <a:ext uri="{FF2B5EF4-FFF2-40B4-BE49-F238E27FC236}">
                  <a16:creationId xmlns:a16="http://schemas.microsoft.com/office/drawing/2014/main" id="{CC0785B7-F8C0-76AA-E523-B5D8BD3739C2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Espace réservé du texte 45">
            <a:extLst>
              <a:ext uri="{FF2B5EF4-FFF2-40B4-BE49-F238E27FC236}">
                <a16:creationId xmlns:a16="http://schemas.microsoft.com/office/drawing/2014/main" id="{FE982806-76A8-310E-FE59-4D453BC8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54303AA-3ED4-F142-035C-0E51218D41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104728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a photo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19">
            <a:extLst>
              <a:ext uri="{FF2B5EF4-FFF2-40B4-BE49-F238E27FC236}">
                <a16:creationId xmlns:a16="http://schemas.microsoft.com/office/drawing/2014/main" id="{8EA1286E-030B-2BE1-F706-76AA0A9A75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05341" y="845437"/>
            <a:ext cx="4449084" cy="53124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E91BB3B0-9D9A-2E1B-D991-57F7E82BC54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7575" y="845437"/>
            <a:ext cx="4439664" cy="53124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0DFD54E7-2949-39E9-46BE-4335CE10E5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65917" y="1388928"/>
            <a:ext cx="1458214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B764448F-1DC0-C42A-F747-B1AC03CB00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5917" y="1900990"/>
            <a:ext cx="1850746" cy="984885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 id quo tem qui </a:t>
            </a:r>
            <a:r>
              <a:rPr lang="fr-FR" err="1"/>
              <a:t>quodisq</a:t>
            </a:r>
            <a:r>
              <a:rPr lang="fr-FR"/>
              <a:t>  </a:t>
            </a:r>
            <a:r>
              <a:rPr lang="fr-FR" err="1"/>
              <a:t>uiaspel</a:t>
            </a:r>
            <a:r>
              <a:rPr lang="fr-FR"/>
              <a:t> </a:t>
            </a:r>
            <a:r>
              <a:rPr lang="fr-FR" err="1"/>
              <a:t>essundae</a:t>
            </a:r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A30869FF-7A05-52A4-B5E3-22D081A6D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58449" y="4372819"/>
            <a:ext cx="1458214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DB5D7D41-633A-88EE-A297-2AE876E66F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5916" y="4883943"/>
            <a:ext cx="1850747" cy="984885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 id quo tem qui </a:t>
            </a:r>
            <a:r>
              <a:rPr lang="fr-FR" err="1"/>
              <a:t>quodisq</a:t>
            </a:r>
            <a:r>
              <a:rPr lang="fr-FR"/>
              <a:t>  </a:t>
            </a:r>
            <a:r>
              <a:rPr lang="fr-FR" err="1"/>
              <a:t>uiaspel</a:t>
            </a:r>
            <a:r>
              <a:rPr lang="fr-FR"/>
              <a:t> </a:t>
            </a:r>
            <a:r>
              <a:rPr lang="fr-FR" err="1"/>
              <a:t>essundae</a:t>
            </a:r>
            <a:endParaRPr lang="fr-FR"/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1DD95D6D-FCBA-2EE7-A3D3-7FE27CC7774C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2C129D0C-ABF2-E8F3-CD6B-A0347710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1ADC49BE-24E4-0298-7298-22FD3CF6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0" name="Espace réservé du numéro de diapositive 4">
            <a:extLst>
              <a:ext uri="{FF2B5EF4-FFF2-40B4-BE49-F238E27FC236}">
                <a16:creationId xmlns:a16="http://schemas.microsoft.com/office/drawing/2014/main" id="{9AB025A3-ED53-1486-71FD-556FB805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7AA25F0-ED27-94ED-BA2C-3AA0E51D417C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7E09B473-5571-512D-8CDE-BBF4AE858E93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6" name="Forme libre 12">
              <a:extLst>
                <a:ext uri="{FF2B5EF4-FFF2-40B4-BE49-F238E27FC236}">
                  <a16:creationId xmlns:a16="http://schemas.microsoft.com/office/drawing/2014/main" id="{661C4970-3CF7-6A56-0967-CA2B67A76617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0B30C66F-6F0C-6416-3378-91B69AD517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0DB73D97-CB2D-87E4-F3CC-BDE2C53FC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414314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a photos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19">
            <a:extLst>
              <a:ext uri="{FF2B5EF4-FFF2-40B4-BE49-F238E27FC236}">
                <a16:creationId xmlns:a16="http://schemas.microsoft.com/office/drawing/2014/main" id="{8EA1286E-030B-2BE1-F706-76AA0A9A75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05341" y="845436"/>
            <a:ext cx="444908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E91BB3B0-9D9A-2E1B-D991-57F7E82BC54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7575" y="845436"/>
            <a:ext cx="443966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0DFD54E7-2949-39E9-46BE-4335CE10E5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66319" y="845436"/>
            <a:ext cx="1850748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B764448F-1DC0-C42A-F747-B1AC03CB00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6321" y="1228842"/>
            <a:ext cx="1850746" cy="492443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2" name="Espace réservé pour une image  19">
            <a:extLst>
              <a:ext uri="{FF2B5EF4-FFF2-40B4-BE49-F238E27FC236}">
                <a16:creationId xmlns:a16="http://schemas.microsoft.com/office/drawing/2014/main" id="{C7EFD244-1229-09E9-5488-FB3A5C3345D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205341" y="3599665"/>
            <a:ext cx="444908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19">
            <a:extLst>
              <a:ext uri="{FF2B5EF4-FFF2-40B4-BE49-F238E27FC236}">
                <a16:creationId xmlns:a16="http://schemas.microsoft.com/office/drawing/2014/main" id="{63115025-E73A-AB84-536C-D0BD8D128B5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7575" y="3599665"/>
            <a:ext cx="443966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6C97D450-1D6D-1676-9C6D-79A6C1C336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513" y="2494044"/>
            <a:ext cx="1850745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EF7A45AC-4C50-A949-39E8-873847E96D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514" y="2872993"/>
            <a:ext cx="1850747" cy="492443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96ADFD56-2322-711C-0104-EE7F2ABD6C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6316" y="3599665"/>
            <a:ext cx="1850748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E3CFFFDD-74FF-BCD1-0260-E5910F373A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6318" y="3983071"/>
            <a:ext cx="1850746" cy="492443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80E1196D-E168-0237-AC44-1C35EC19BF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65510" y="5248273"/>
            <a:ext cx="1850745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ABA1E221-1503-37AA-C1C8-830F077014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65511" y="5627222"/>
            <a:ext cx="1850747" cy="492443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1" name="Forme libre 12">
            <a:extLst>
              <a:ext uri="{FF2B5EF4-FFF2-40B4-BE49-F238E27FC236}">
                <a16:creationId xmlns:a16="http://schemas.microsoft.com/office/drawing/2014/main" id="{B7B84159-C81F-C8F6-8D32-E2FAA205AFC6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4B59F8E-EC1C-EDAF-B249-C4C31E75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55CA570D-1E39-0725-E218-373C741B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3" name="Espace réservé du numéro de diapositive 4">
            <a:extLst>
              <a:ext uri="{FF2B5EF4-FFF2-40B4-BE49-F238E27FC236}">
                <a16:creationId xmlns:a16="http://schemas.microsoft.com/office/drawing/2014/main" id="{20AC2A3A-872F-D9FA-E98E-5566A6E4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2DD0FE4-9728-B7E6-038B-75373227BE28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2" name="Forme libre 11">
              <a:extLst>
                <a:ext uri="{FF2B5EF4-FFF2-40B4-BE49-F238E27FC236}">
                  <a16:creationId xmlns:a16="http://schemas.microsoft.com/office/drawing/2014/main" id="{0FB486BE-BE23-67E6-0C2B-3D8715735323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4" name="Forme libre 12">
              <a:extLst>
                <a:ext uri="{FF2B5EF4-FFF2-40B4-BE49-F238E27FC236}">
                  <a16:creationId xmlns:a16="http://schemas.microsoft.com/office/drawing/2014/main" id="{806DB196-18DF-9397-D3B1-012EC6A56CA0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3C6D3F5E-CEB4-6402-B9C8-4FE94615AE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B14288E1-A952-5620-9F23-EB5A5F8C24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8484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u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07B07-AA03-5ACC-6FFB-C9A1B250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4A47F340-C55C-E5D5-9ADC-A1263F47A608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D3ACE736-F452-C03A-925C-4AB874D2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A8B7FC6-42A8-51CF-47A8-6657E9B2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021BEE63-1EAF-5199-3849-5B180E19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0255193-0062-527E-4F3E-4AF72082E97E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0" name="Forme libre 11">
              <a:extLst>
                <a:ext uri="{FF2B5EF4-FFF2-40B4-BE49-F238E27FC236}">
                  <a16:creationId xmlns:a16="http://schemas.microsoft.com/office/drawing/2014/main" id="{367C29C6-8DC2-47FD-971B-45861B359921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A74675DC-97EF-FAE8-35EA-E41DE4449851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C1E5B70B-B604-13BF-31BE-92B67B5095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D5C09ADD-FA01-2C94-428C-E2B56D7B80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439027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au 02">
    <p:bg>
      <p:bgPr>
        <a:blipFill dpi="0" rotWithShape="1">
          <a:blip r:embed="rId2">
            <a:lum/>
          </a:blip>
          <a:srcRect/>
          <a:stretch>
            <a:fillRect l="40000" t="-8000" r="-40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A1B1A827-745B-51EA-96B5-7C38D1920B57}"/>
              </a:ext>
            </a:extLst>
          </p:cNvPr>
          <p:cNvSpPr/>
          <p:nvPr userDrawn="1"/>
        </p:nvSpPr>
        <p:spPr>
          <a:xfrm>
            <a:off x="0" y="-20971"/>
            <a:ext cx="12192000" cy="6899942"/>
          </a:xfrm>
          <a:custGeom>
            <a:avLst/>
            <a:gdLst>
              <a:gd name="connsiteX0" fmla="*/ 0 w 11011220"/>
              <a:gd name="connsiteY0" fmla="*/ 0 h 6853042"/>
              <a:gd name="connsiteX1" fmla="*/ 2670048 w 11011220"/>
              <a:gd name="connsiteY1" fmla="*/ 0 h 6853042"/>
              <a:gd name="connsiteX2" fmla="*/ 2670048 w 11011220"/>
              <a:gd name="connsiteY2" fmla="*/ 4958 h 6853042"/>
              <a:gd name="connsiteX3" fmla="*/ 8101974 w 11011220"/>
              <a:gd name="connsiteY3" fmla="*/ 4958 h 6853042"/>
              <a:gd name="connsiteX4" fmla="*/ 8018211 w 11011220"/>
              <a:gd name="connsiteY4" fmla="*/ 211263 h 6853042"/>
              <a:gd name="connsiteX5" fmla="*/ 7737478 w 11011220"/>
              <a:gd name="connsiteY5" fmla="*/ 1756569 h 6853042"/>
              <a:gd name="connsiteX6" fmla="*/ 7737478 w 11011220"/>
              <a:gd name="connsiteY6" fmla="*/ 1761519 h 6853042"/>
              <a:gd name="connsiteX7" fmla="*/ 9019626 w 11011220"/>
              <a:gd name="connsiteY7" fmla="*/ 4858644 h 6853042"/>
              <a:gd name="connsiteX8" fmla="*/ 11011220 w 11011220"/>
              <a:gd name="connsiteY8" fmla="*/ 6853042 h 6853042"/>
              <a:gd name="connsiteX9" fmla="*/ 1552579 w 11011220"/>
              <a:gd name="connsiteY9" fmla="*/ 6853042 h 6853042"/>
              <a:gd name="connsiteX10" fmla="*/ 1552579 w 11011220"/>
              <a:gd name="connsiteY10" fmla="*/ 6848084 h 6853042"/>
              <a:gd name="connsiteX11" fmla="*/ 0 w 11011220"/>
              <a:gd name="connsiteY11" fmla="*/ 6848084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11220" h="6853042">
                <a:moveTo>
                  <a:pt x="0" y="0"/>
                </a:moveTo>
                <a:lnTo>
                  <a:pt x="2670048" y="0"/>
                </a:lnTo>
                <a:lnTo>
                  <a:pt x="2670048" y="4958"/>
                </a:lnTo>
                <a:lnTo>
                  <a:pt x="8101974" y="4958"/>
                </a:lnTo>
                <a:lnTo>
                  <a:pt x="8018211" y="211263"/>
                </a:lnTo>
                <a:cubicBezTo>
                  <a:pt x="7831389" y="708260"/>
                  <a:pt x="7737811" y="1232317"/>
                  <a:pt x="7737478" y="1756569"/>
                </a:cubicBezTo>
                <a:lnTo>
                  <a:pt x="7737478" y="1761519"/>
                </a:lnTo>
                <a:cubicBezTo>
                  <a:pt x="7738112" y="2882646"/>
                  <a:pt x="8165452" y="4003394"/>
                  <a:pt x="9019626" y="4858644"/>
                </a:cubicBezTo>
                <a:lnTo>
                  <a:pt x="11011220" y="6853042"/>
                </a:lnTo>
                <a:lnTo>
                  <a:pt x="1552579" y="6853042"/>
                </a:lnTo>
                <a:lnTo>
                  <a:pt x="1552579" y="6848084"/>
                </a:lnTo>
                <a:lnTo>
                  <a:pt x="0" y="6848084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C5CE7E-D269-A260-6353-D23A6A4B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Forme libre 12">
            <a:extLst>
              <a:ext uri="{FF2B5EF4-FFF2-40B4-BE49-F238E27FC236}">
                <a16:creationId xmlns:a16="http://schemas.microsoft.com/office/drawing/2014/main" id="{92C2C3C5-4DAF-F9C8-0CB2-0ED74826B324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3FE7F6B4-60B5-9531-5D30-8C2E9AFE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238222B4-E515-DA71-77A3-F490DF5E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C477C887-B94B-8D8A-15AB-7A003DD3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3D3BD22-EDD0-FFB5-CBB6-7E10557833F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0" name="Forme libre 11">
              <a:extLst>
                <a:ext uri="{FF2B5EF4-FFF2-40B4-BE49-F238E27FC236}">
                  <a16:creationId xmlns:a16="http://schemas.microsoft.com/office/drawing/2014/main" id="{DCE06520-3AF5-C562-F50E-95BC5A523A4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1" name="Forme libre 12">
              <a:extLst>
                <a:ext uri="{FF2B5EF4-FFF2-40B4-BE49-F238E27FC236}">
                  <a16:creationId xmlns:a16="http://schemas.microsoft.com/office/drawing/2014/main" id="{2FB780CF-88A1-4CDE-6AE9-58E9E0BD1F2E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761CD43D-5C48-6E79-9132-7809BB8861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B81CF82-8CE3-D660-D350-7AA11C132C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750427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rier">
    <p:bg>
      <p:bgPr>
        <a:blipFill dpi="0" rotWithShape="1">
          <a:blip r:embed="rId2">
            <a:lum/>
          </a:blip>
          <a:srcRect/>
          <a:stretch>
            <a:fillRect l="30000" t="-7000" r="-30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e libre 9">
            <a:extLst>
              <a:ext uri="{FF2B5EF4-FFF2-40B4-BE49-F238E27FC236}">
                <a16:creationId xmlns:a16="http://schemas.microsoft.com/office/drawing/2014/main" id="{C52C6C69-F242-7427-226C-8EB4BE0E3417}"/>
              </a:ext>
            </a:extLst>
          </p:cNvPr>
          <p:cNvSpPr/>
          <p:nvPr userDrawn="1"/>
        </p:nvSpPr>
        <p:spPr>
          <a:xfrm>
            <a:off x="-1" y="-20971"/>
            <a:ext cx="12192001" cy="6899942"/>
          </a:xfrm>
          <a:custGeom>
            <a:avLst/>
            <a:gdLst>
              <a:gd name="connsiteX0" fmla="*/ 0 w 11011220"/>
              <a:gd name="connsiteY0" fmla="*/ 0 h 6853042"/>
              <a:gd name="connsiteX1" fmla="*/ 2670048 w 11011220"/>
              <a:gd name="connsiteY1" fmla="*/ 0 h 6853042"/>
              <a:gd name="connsiteX2" fmla="*/ 2670048 w 11011220"/>
              <a:gd name="connsiteY2" fmla="*/ 4958 h 6853042"/>
              <a:gd name="connsiteX3" fmla="*/ 8101974 w 11011220"/>
              <a:gd name="connsiteY3" fmla="*/ 4958 h 6853042"/>
              <a:gd name="connsiteX4" fmla="*/ 8018211 w 11011220"/>
              <a:gd name="connsiteY4" fmla="*/ 211263 h 6853042"/>
              <a:gd name="connsiteX5" fmla="*/ 7737478 w 11011220"/>
              <a:gd name="connsiteY5" fmla="*/ 1756569 h 6853042"/>
              <a:gd name="connsiteX6" fmla="*/ 7737478 w 11011220"/>
              <a:gd name="connsiteY6" fmla="*/ 1761519 h 6853042"/>
              <a:gd name="connsiteX7" fmla="*/ 9019626 w 11011220"/>
              <a:gd name="connsiteY7" fmla="*/ 4858644 h 6853042"/>
              <a:gd name="connsiteX8" fmla="*/ 11011220 w 11011220"/>
              <a:gd name="connsiteY8" fmla="*/ 6853042 h 6853042"/>
              <a:gd name="connsiteX9" fmla="*/ 1552579 w 11011220"/>
              <a:gd name="connsiteY9" fmla="*/ 6853042 h 6853042"/>
              <a:gd name="connsiteX10" fmla="*/ 1552579 w 11011220"/>
              <a:gd name="connsiteY10" fmla="*/ 6848084 h 6853042"/>
              <a:gd name="connsiteX11" fmla="*/ 0 w 11011220"/>
              <a:gd name="connsiteY11" fmla="*/ 6848084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11220" h="6853042">
                <a:moveTo>
                  <a:pt x="0" y="0"/>
                </a:moveTo>
                <a:lnTo>
                  <a:pt x="2670048" y="0"/>
                </a:lnTo>
                <a:lnTo>
                  <a:pt x="2670048" y="4958"/>
                </a:lnTo>
                <a:lnTo>
                  <a:pt x="8101974" y="4958"/>
                </a:lnTo>
                <a:lnTo>
                  <a:pt x="8018211" y="211263"/>
                </a:lnTo>
                <a:cubicBezTo>
                  <a:pt x="7831389" y="708260"/>
                  <a:pt x="7737811" y="1232317"/>
                  <a:pt x="7737478" y="1756569"/>
                </a:cubicBezTo>
                <a:lnTo>
                  <a:pt x="7737478" y="1761519"/>
                </a:lnTo>
                <a:cubicBezTo>
                  <a:pt x="7738112" y="2882646"/>
                  <a:pt x="8165452" y="4003394"/>
                  <a:pt x="9019626" y="4858644"/>
                </a:cubicBezTo>
                <a:lnTo>
                  <a:pt x="11011220" y="6853042"/>
                </a:lnTo>
                <a:lnTo>
                  <a:pt x="1552579" y="6853042"/>
                </a:lnTo>
                <a:lnTo>
                  <a:pt x="1552579" y="6848084"/>
                </a:lnTo>
                <a:lnTo>
                  <a:pt x="0" y="6848084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6ACFC7-BEAD-6583-D73B-A62DF40C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3A49CD3-9CA8-6BA3-9416-B1440A8500F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7" name="Forme libre 11">
              <a:extLst>
                <a:ext uri="{FF2B5EF4-FFF2-40B4-BE49-F238E27FC236}">
                  <a16:creationId xmlns:a16="http://schemas.microsoft.com/office/drawing/2014/main" id="{90189B4B-2A6B-AFA0-E96E-C404176E2976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8" name="Forme libre 12">
              <a:extLst>
                <a:ext uri="{FF2B5EF4-FFF2-40B4-BE49-F238E27FC236}">
                  <a16:creationId xmlns:a16="http://schemas.microsoft.com/office/drawing/2014/main" id="{ED5AA2D0-B4D0-3148-3067-D98BA52A184E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9" name="Espace réservé du texte 45">
            <a:extLst>
              <a:ext uri="{FF2B5EF4-FFF2-40B4-BE49-F238E27FC236}">
                <a16:creationId xmlns:a16="http://schemas.microsoft.com/office/drawing/2014/main" id="{F1EFDC2A-6314-5FB2-AED0-470C3D22A8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0" name="Espace réservé du texte 45">
            <a:extLst>
              <a:ext uri="{FF2B5EF4-FFF2-40B4-BE49-F238E27FC236}">
                <a16:creationId xmlns:a16="http://schemas.microsoft.com/office/drawing/2014/main" id="{F464529F-E5DD-BF02-1454-549F2336130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1" name="Forme libre 12">
            <a:extLst>
              <a:ext uri="{FF2B5EF4-FFF2-40B4-BE49-F238E27FC236}">
                <a16:creationId xmlns:a16="http://schemas.microsoft.com/office/drawing/2014/main" id="{E83EEC7D-948F-1B30-3BEF-2A0351851E76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FA06006-CE4E-F648-04E3-101DEAFA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3" name="Espace réservé du pied de page 3">
            <a:extLst>
              <a:ext uri="{FF2B5EF4-FFF2-40B4-BE49-F238E27FC236}">
                <a16:creationId xmlns:a16="http://schemas.microsoft.com/office/drawing/2014/main" id="{9AED4FB6-EB25-DF41-7CBD-219A2302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4" name="Espace réservé du numéro de diapositive 4">
            <a:extLst>
              <a:ext uri="{FF2B5EF4-FFF2-40B4-BE49-F238E27FC236}">
                <a16:creationId xmlns:a16="http://schemas.microsoft.com/office/drawing/2014/main" id="{E1FC0C53-6EAD-D079-AAEB-8A5EBAA7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698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ffres clés">
    <p:bg>
      <p:bgPr>
        <a:blipFill dpi="0" rotWithShape="1">
          <a:blip r:embed="rId2">
            <a:lum/>
          </a:blip>
          <a:srcRect/>
          <a:stretch>
            <a:fillRect l="-35000" t="-9000" r="40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C3D63B46-F987-949E-F9AA-DA4721B0359F}"/>
              </a:ext>
            </a:extLst>
          </p:cNvPr>
          <p:cNvSpPr/>
          <p:nvPr userDrawn="1"/>
        </p:nvSpPr>
        <p:spPr>
          <a:xfrm flipH="1">
            <a:off x="-1" y="0"/>
            <a:ext cx="12192000" cy="6853042"/>
          </a:xfrm>
          <a:custGeom>
            <a:avLst/>
            <a:gdLst>
              <a:gd name="connsiteX0" fmla="*/ 2879725 w 10990518"/>
              <a:gd name="connsiteY0" fmla="*/ 0 h 6853042"/>
              <a:gd name="connsiteX1" fmla="*/ 0 w 10990518"/>
              <a:gd name="connsiteY1" fmla="*/ 0 h 6853042"/>
              <a:gd name="connsiteX2" fmla="*/ 0 w 10990518"/>
              <a:gd name="connsiteY2" fmla="*/ 6853042 h 6853042"/>
              <a:gd name="connsiteX3" fmla="*/ 1531877 w 10990518"/>
              <a:gd name="connsiteY3" fmla="*/ 6853042 h 6853042"/>
              <a:gd name="connsiteX4" fmla="*/ 2879725 w 10990518"/>
              <a:gd name="connsiteY4" fmla="*/ 6853042 h 6853042"/>
              <a:gd name="connsiteX5" fmla="*/ 10990518 w 10990518"/>
              <a:gd name="connsiteY5" fmla="*/ 6853042 h 6853042"/>
              <a:gd name="connsiteX6" fmla="*/ 8998924 w 10990518"/>
              <a:gd name="connsiteY6" fmla="*/ 4858644 h 6853042"/>
              <a:gd name="connsiteX7" fmla="*/ 7716776 w 10990518"/>
              <a:gd name="connsiteY7" fmla="*/ 1761519 h 6853042"/>
              <a:gd name="connsiteX8" fmla="*/ 7716776 w 10990518"/>
              <a:gd name="connsiteY8" fmla="*/ 1756569 h 6853042"/>
              <a:gd name="connsiteX9" fmla="*/ 7997509 w 10990518"/>
              <a:gd name="connsiteY9" fmla="*/ 211263 h 6853042"/>
              <a:gd name="connsiteX10" fmla="*/ 8081272 w 10990518"/>
              <a:gd name="connsiteY10" fmla="*/ 4958 h 6853042"/>
              <a:gd name="connsiteX11" fmla="*/ 2879725 w 10990518"/>
              <a:gd name="connsiteY11" fmla="*/ 4958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0518" h="6853042">
                <a:moveTo>
                  <a:pt x="2879725" y="0"/>
                </a:moveTo>
                <a:lnTo>
                  <a:pt x="0" y="0"/>
                </a:lnTo>
                <a:lnTo>
                  <a:pt x="0" y="6853042"/>
                </a:lnTo>
                <a:lnTo>
                  <a:pt x="1531877" y="6853042"/>
                </a:lnTo>
                <a:lnTo>
                  <a:pt x="2879725" y="6853042"/>
                </a:lnTo>
                <a:lnTo>
                  <a:pt x="10990518" y="6853042"/>
                </a:lnTo>
                <a:lnTo>
                  <a:pt x="8998924" y="4858644"/>
                </a:lnTo>
                <a:cubicBezTo>
                  <a:pt x="8144750" y="4003394"/>
                  <a:pt x="7717410" y="2882646"/>
                  <a:pt x="7716776" y="1761519"/>
                </a:cubicBezTo>
                <a:lnTo>
                  <a:pt x="7716776" y="1756569"/>
                </a:lnTo>
                <a:cubicBezTo>
                  <a:pt x="7717109" y="1232317"/>
                  <a:pt x="7810687" y="708260"/>
                  <a:pt x="7997509" y="211263"/>
                </a:cubicBezTo>
                <a:lnTo>
                  <a:pt x="8081272" y="4958"/>
                </a:lnTo>
                <a:lnTo>
                  <a:pt x="2879725" y="4958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699774F8-2CAC-4281-C7BD-6B3E8220C0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14421" y="1671046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6E0B3D2C-0628-2036-3FFB-D3D59C30A9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4421" y="2575194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F22EA189-DC0E-A682-C143-6920742EB5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14421" y="3850720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3E287203-AF51-2846-74AF-179373468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14421" y="4754868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5" name="Espace réservé du texte 48">
            <a:extLst>
              <a:ext uri="{FF2B5EF4-FFF2-40B4-BE49-F238E27FC236}">
                <a16:creationId xmlns:a16="http://schemas.microsoft.com/office/drawing/2014/main" id="{E45B0185-8CEC-2879-18A9-21224282C4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1659" y="1671046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845819A9-0C72-D550-AF7E-3F38CB6B2B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1659" y="2575194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5EE413F4-2838-BD96-29BA-281685C7DE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1659" y="3850720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99C98D80-09BB-D004-46B8-42890F525B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1659" y="4754868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FC8420EF-069A-2B15-BE80-0E449C19B507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524FC760-8A19-1AE5-D439-AC2C4115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22" name="Espace réservé du pied de page 3">
            <a:extLst>
              <a:ext uri="{FF2B5EF4-FFF2-40B4-BE49-F238E27FC236}">
                <a16:creationId xmlns:a16="http://schemas.microsoft.com/office/drawing/2014/main" id="{16FC95EE-8CB8-7BF0-3950-E38B8BF9D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3" name="Espace réservé du numéro de diapositive 4">
            <a:extLst>
              <a:ext uri="{FF2B5EF4-FFF2-40B4-BE49-F238E27FC236}">
                <a16:creationId xmlns:a16="http://schemas.microsoft.com/office/drawing/2014/main" id="{A87983A0-01CB-40C9-C094-C725E723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76E6F55D-DAF6-9444-E256-AE3946A6AD13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9" name="Forme libre 11">
              <a:extLst>
                <a:ext uri="{FF2B5EF4-FFF2-40B4-BE49-F238E27FC236}">
                  <a16:creationId xmlns:a16="http://schemas.microsoft.com/office/drawing/2014/main" id="{794ABA5F-8B9F-CE60-46A5-09ACBA47D4C6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4" name="Forme libre 12">
              <a:extLst>
                <a:ext uri="{FF2B5EF4-FFF2-40B4-BE49-F238E27FC236}">
                  <a16:creationId xmlns:a16="http://schemas.microsoft.com/office/drawing/2014/main" id="{A9E04064-EE12-F787-45A6-52031ACD53F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Espace réservé du texte 45">
            <a:extLst>
              <a:ext uri="{FF2B5EF4-FFF2-40B4-BE49-F238E27FC236}">
                <a16:creationId xmlns:a16="http://schemas.microsoft.com/office/drawing/2014/main" id="{6DC714C1-A15C-0D21-464C-435A129B09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54311D5A-4260-6FE7-A1BF-41EE87B142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12755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C3D63B46-F987-949E-F9AA-DA4721B0359F}"/>
              </a:ext>
            </a:extLst>
          </p:cNvPr>
          <p:cNvSpPr/>
          <p:nvPr userDrawn="1"/>
        </p:nvSpPr>
        <p:spPr>
          <a:xfrm flipH="1">
            <a:off x="-1" y="-51672"/>
            <a:ext cx="11006420" cy="6961343"/>
          </a:xfrm>
          <a:custGeom>
            <a:avLst/>
            <a:gdLst>
              <a:gd name="connsiteX0" fmla="*/ 2879725 w 10990518"/>
              <a:gd name="connsiteY0" fmla="*/ 0 h 6853042"/>
              <a:gd name="connsiteX1" fmla="*/ 0 w 10990518"/>
              <a:gd name="connsiteY1" fmla="*/ 0 h 6853042"/>
              <a:gd name="connsiteX2" fmla="*/ 0 w 10990518"/>
              <a:gd name="connsiteY2" fmla="*/ 6853042 h 6853042"/>
              <a:gd name="connsiteX3" fmla="*/ 1531877 w 10990518"/>
              <a:gd name="connsiteY3" fmla="*/ 6853042 h 6853042"/>
              <a:gd name="connsiteX4" fmla="*/ 2879725 w 10990518"/>
              <a:gd name="connsiteY4" fmla="*/ 6853042 h 6853042"/>
              <a:gd name="connsiteX5" fmla="*/ 10990518 w 10990518"/>
              <a:gd name="connsiteY5" fmla="*/ 6853042 h 6853042"/>
              <a:gd name="connsiteX6" fmla="*/ 8998924 w 10990518"/>
              <a:gd name="connsiteY6" fmla="*/ 4858644 h 6853042"/>
              <a:gd name="connsiteX7" fmla="*/ 7716776 w 10990518"/>
              <a:gd name="connsiteY7" fmla="*/ 1761519 h 6853042"/>
              <a:gd name="connsiteX8" fmla="*/ 7716776 w 10990518"/>
              <a:gd name="connsiteY8" fmla="*/ 1756569 h 6853042"/>
              <a:gd name="connsiteX9" fmla="*/ 7997509 w 10990518"/>
              <a:gd name="connsiteY9" fmla="*/ 211263 h 6853042"/>
              <a:gd name="connsiteX10" fmla="*/ 8081272 w 10990518"/>
              <a:gd name="connsiteY10" fmla="*/ 4958 h 6853042"/>
              <a:gd name="connsiteX11" fmla="*/ 2879725 w 10990518"/>
              <a:gd name="connsiteY11" fmla="*/ 4958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0518" h="6853042">
                <a:moveTo>
                  <a:pt x="2879725" y="0"/>
                </a:moveTo>
                <a:lnTo>
                  <a:pt x="0" y="0"/>
                </a:lnTo>
                <a:lnTo>
                  <a:pt x="0" y="6853042"/>
                </a:lnTo>
                <a:lnTo>
                  <a:pt x="1531877" y="6853042"/>
                </a:lnTo>
                <a:lnTo>
                  <a:pt x="2879725" y="6853042"/>
                </a:lnTo>
                <a:lnTo>
                  <a:pt x="10990518" y="6853042"/>
                </a:lnTo>
                <a:lnTo>
                  <a:pt x="8998924" y="4858644"/>
                </a:lnTo>
                <a:cubicBezTo>
                  <a:pt x="8144750" y="4003394"/>
                  <a:pt x="7717410" y="2882646"/>
                  <a:pt x="7716776" y="1761519"/>
                </a:cubicBezTo>
                <a:lnTo>
                  <a:pt x="7716776" y="1756569"/>
                </a:lnTo>
                <a:cubicBezTo>
                  <a:pt x="7717109" y="1232317"/>
                  <a:pt x="7810687" y="708260"/>
                  <a:pt x="7997509" y="211263"/>
                </a:cubicBezTo>
                <a:lnTo>
                  <a:pt x="8081272" y="4958"/>
                </a:lnTo>
                <a:lnTo>
                  <a:pt x="2879725" y="4958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F67C30-AE14-6D8D-3292-BB90707759D0}"/>
              </a:ext>
            </a:extLst>
          </p:cNvPr>
          <p:cNvSpPr/>
          <p:nvPr userDrawn="1"/>
        </p:nvSpPr>
        <p:spPr>
          <a:xfrm>
            <a:off x="10613985" y="-51672"/>
            <a:ext cx="1578016" cy="6961342"/>
          </a:xfrm>
          <a:prstGeom prst="rect">
            <a:avLst/>
          </a:pr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9EABB81E-7E9E-580A-364D-42E2F06CA2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08204" y="2262295"/>
            <a:ext cx="6904371" cy="274947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Omagnat</a:t>
            </a:r>
            <a:r>
              <a:rPr lang="fr-FR"/>
              <a:t>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  <a:p>
            <a:pPr lvl="0"/>
            <a:r>
              <a:rPr lang="fr-FR" err="1"/>
              <a:t>Lam</a:t>
            </a:r>
            <a:r>
              <a:rPr lang="fr-FR"/>
              <a:t> in </a:t>
            </a:r>
            <a:r>
              <a:rPr lang="fr-FR" err="1"/>
              <a:t>numqui</a:t>
            </a:r>
            <a:r>
              <a:rPr lang="fr-FR"/>
              <a:t> </a:t>
            </a:r>
            <a:r>
              <a:rPr lang="fr-FR" err="1"/>
              <a:t>quiatus</a:t>
            </a:r>
            <a:r>
              <a:rPr lang="fr-FR"/>
              <a:t> ape </a:t>
            </a:r>
            <a:r>
              <a:rPr lang="fr-FR" err="1"/>
              <a:t>eatis</a:t>
            </a:r>
            <a:r>
              <a:rPr lang="fr-FR"/>
              <a:t> </a:t>
            </a:r>
            <a:r>
              <a:rPr lang="fr-FR" err="1"/>
              <a:t>volut</a:t>
            </a:r>
            <a:r>
              <a:rPr lang="fr-FR"/>
              <a:t> </a:t>
            </a:r>
            <a:r>
              <a:rPr lang="fr-FR" err="1"/>
              <a:t>eleste</a:t>
            </a:r>
            <a:r>
              <a:rPr lang="fr-FR"/>
              <a:t> </a:t>
            </a:r>
            <a:r>
              <a:rPr lang="fr-FR" err="1"/>
              <a:t>vendi</a:t>
            </a:r>
            <a:r>
              <a:rPr lang="fr-FR"/>
              <a:t> con </a:t>
            </a:r>
            <a:r>
              <a:rPr lang="fr-FR" err="1"/>
              <a:t>ped</a:t>
            </a:r>
            <a:r>
              <a:rPr lang="fr-FR"/>
              <a:t> </a:t>
            </a:r>
            <a:r>
              <a:rPr lang="fr-FR" err="1"/>
              <a:t>quam</a:t>
            </a:r>
            <a:r>
              <a:rPr lang="fr-FR"/>
              <a:t> quia </a:t>
            </a:r>
            <a:r>
              <a:rPr lang="fr-FR" err="1"/>
              <a:t>im</a:t>
            </a:r>
            <a:r>
              <a:rPr lang="fr-FR"/>
              <a:t> et </a:t>
            </a:r>
            <a:r>
              <a:rPr lang="fr-FR" err="1"/>
              <a:t>prorepe</a:t>
            </a:r>
            <a:r>
              <a:rPr lang="fr-FR"/>
              <a:t> </a:t>
            </a:r>
            <a:r>
              <a:rPr lang="fr-FR" err="1"/>
              <a:t>llorum</a:t>
            </a:r>
            <a:r>
              <a:rPr lang="fr-FR"/>
              <a:t> </a:t>
            </a:r>
            <a:r>
              <a:rPr lang="fr-FR" err="1"/>
              <a:t>num</a:t>
            </a:r>
            <a:r>
              <a:rPr lang="fr-FR"/>
              <a:t> </a:t>
            </a:r>
            <a:r>
              <a:rPr lang="fr-FR" err="1"/>
              <a:t>laboribus</a:t>
            </a:r>
            <a:r>
              <a:rPr lang="fr-FR"/>
              <a:t> </a:t>
            </a:r>
            <a:r>
              <a:rPr lang="fr-FR" err="1"/>
              <a:t>consectet</a:t>
            </a:r>
            <a:r>
              <a:rPr lang="fr-FR"/>
              <a:t> </a:t>
            </a:r>
            <a:r>
              <a:rPr lang="fr-FR" err="1"/>
              <a:t>everspi</a:t>
            </a:r>
            <a:r>
              <a:rPr lang="fr-FR"/>
              <a:t> </a:t>
            </a:r>
            <a:r>
              <a:rPr lang="fr-FR" err="1"/>
              <a:t>enistiisit</a:t>
            </a:r>
            <a:r>
              <a:rPr lang="fr-FR"/>
              <a:t> </a:t>
            </a:r>
            <a:r>
              <a:rPr lang="fr-FR" err="1"/>
              <a:t>repedit</a:t>
            </a:r>
            <a:r>
              <a:rPr lang="fr-FR"/>
              <a:t> </a:t>
            </a:r>
            <a:r>
              <a:rPr lang="fr-FR" err="1"/>
              <a:t>iberemperunt</a:t>
            </a:r>
            <a:r>
              <a:rPr lang="fr-FR"/>
              <a:t> </a:t>
            </a:r>
            <a:r>
              <a:rPr lang="fr-FR" err="1"/>
              <a:t>rectibus</a:t>
            </a:r>
            <a:r>
              <a:rPr lang="fr-FR"/>
              <a:t>, </a:t>
            </a:r>
            <a:r>
              <a:rPr lang="fr-FR" err="1"/>
              <a:t>am</a:t>
            </a:r>
            <a:r>
              <a:rPr lang="fr-FR"/>
              <a:t> </a:t>
            </a:r>
            <a:r>
              <a:rPr lang="fr-FR" err="1"/>
              <a:t>etum</a:t>
            </a:r>
            <a:r>
              <a:rPr lang="fr-FR"/>
              <a:t> </a:t>
            </a:r>
            <a:r>
              <a:rPr lang="fr-FR" err="1"/>
              <a:t>autem</a:t>
            </a:r>
            <a:r>
              <a:rPr lang="fr-FR"/>
              <a:t> </a:t>
            </a:r>
            <a:r>
              <a:rPr lang="fr-FR" err="1"/>
              <a:t>velent</a:t>
            </a:r>
            <a:r>
              <a:rPr lang="fr-FR"/>
              <a:t> </a:t>
            </a:r>
            <a:r>
              <a:rPr lang="fr-FR" err="1"/>
              <a:t>lam</a:t>
            </a:r>
            <a:r>
              <a:rPr lang="fr-FR"/>
              <a:t> </a:t>
            </a:r>
            <a:r>
              <a:rPr lang="fr-FR" err="1"/>
              <a:t>estibus</a:t>
            </a:r>
            <a:r>
              <a:rPr lang="fr-FR"/>
              <a:t> </a:t>
            </a:r>
            <a:r>
              <a:rPr lang="fr-FR" err="1"/>
              <a:t>ium</a:t>
            </a:r>
            <a:r>
              <a:rPr lang="fr-FR"/>
              <a:t>, </a:t>
            </a:r>
            <a:r>
              <a:rPr lang="fr-FR" err="1"/>
              <a:t>nimagniant</a:t>
            </a:r>
            <a:r>
              <a:rPr lang="fr-FR"/>
              <a:t> </a:t>
            </a:r>
            <a:r>
              <a:rPr lang="fr-FR" err="1"/>
              <a:t>aligendandit</a:t>
            </a:r>
            <a:r>
              <a:rPr lang="fr-FR"/>
              <a:t> quat.</a:t>
            </a:r>
          </a:p>
          <a:p>
            <a:pPr lvl="0"/>
            <a:r>
              <a:rPr lang="fr-FR"/>
              <a:t>Met, </a:t>
            </a:r>
            <a:r>
              <a:rPr lang="fr-FR" err="1"/>
              <a:t>cus</a:t>
            </a:r>
            <a:r>
              <a:rPr lang="fr-FR"/>
              <a:t> </a:t>
            </a:r>
            <a:r>
              <a:rPr lang="fr-FR" err="1"/>
              <a:t>explita</a:t>
            </a:r>
            <a:r>
              <a:rPr lang="fr-FR"/>
              <a:t> </a:t>
            </a:r>
            <a:r>
              <a:rPr lang="fr-FR" err="1"/>
              <a:t>alibus</a:t>
            </a:r>
            <a:r>
              <a:rPr lang="fr-FR"/>
              <a:t>, tem </a:t>
            </a:r>
            <a:r>
              <a:rPr lang="fr-FR" err="1"/>
              <a:t>ernat</a:t>
            </a:r>
            <a:r>
              <a:rPr lang="fr-FR"/>
              <a:t> </a:t>
            </a:r>
            <a:r>
              <a:rPr lang="fr-FR" err="1"/>
              <a:t>lab</a:t>
            </a:r>
            <a:r>
              <a:rPr lang="fr-FR"/>
              <a:t> </a:t>
            </a:r>
            <a:r>
              <a:rPr lang="fr-FR" err="1"/>
              <a:t>ius</a:t>
            </a:r>
            <a:r>
              <a:rPr lang="fr-FR"/>
              <a:t> </a:t>
            </a:r>
            <a:r>
              <a:rPr lang="fr-FR" err="1"/>
              <a:t>doluptia</a:t>
            </a:r>
            <a:r>
              <a:rPr lang="fr-FR"/>
              <a:t> sent.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6DC0F0FC-FFD3-7D9E-830A-27CEB2215538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D7645F1A-B175-EEF0-6ED5-6069E037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15" name="Espace réservé du pied de page 3">
            <a:extLst>
              <a:ext uri="{FF2B5EF4-FFF2-40B4-BE49-F238E27FC236}">
                <a16:creationId xmlns:a16="http://schemas.microsoft.com/office/drawing/2014/main" id="{E066496C-5158-0784-4D3E-D5079F88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B196FC4F-9710-7045-0A19-CEB04222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67563D9F-BE47-9E68-E9D5-3B69F0880677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7" name="Forme libre 11">
              <a:extLst>
                <a:ext uri="{FF2B5EF4-FFF2-40B4-BE49-F238E27FC236}">
                  <a16:creationId xmlns:a16="http://schemas.microsoft.com/office/drawing/2014/main" id="{1E42A965-C1F3-FB2E-2D8A-2ED70CE758B1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8" name="Forme libre 12">
              <a:extLst>
                <a:ext uri="{FF2B5EF4-FFF2-40B4-BE49-F238E27FC236}">
                  <a16:creationId xmlns:a16="http://schemas.microsoft.com/office/drawing/2014/main" id="{8896A24F-D167-B901-2D93-51A3D0D4E48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805DF22-3EC7-C4F0-9800-B16E3F0645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10C9D8D0-524E-525C-7531-AA400BD659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437595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3C9FFE14-2DF7-9F62-EEB3-4BF2080F013B}"/>
              </a:ext>
            </a:extLst>
          </p:cNvPr>
          <p:cNvGrpSpPr/>
          <p:nvPr userDrawn="1"/>
        </p:nvGrpSpPr>
        <p:grpSpPr>
          <a:xfrm>
            <a:off x="1190579" y="1119172"/>
            <a:ext cx="9810841" cy="4742801"/>
            <a:chOff x="1190579" y="1119172"/>
            <a:chExt cx="9810841" cy="4742801"/>
          </a:xfrm>
          <a:solidFill>
            <a:schemeClr val="tx1"/>
          </a:solidFill>
        </p:grpSpPr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D937D84E-67AB-0017-8651-5C04553CED3D}"/>
                </a:ext>
              </a:extLst>
            </p:cNvPr>
            <p:cNvSpPr/>
            <p:nvPr userDrawn="1"/>
          </p:nvSpPr>
          <p:spPr>
            <a:xfrm>
              <a:off x="4424886" y="1119172"/>
              <a:ext cx="3311865" cy="4742801"/>
            </a:xfrm>
            <a:custGeom>
              <a:avLst/>
              <a:gdLst>
                <a:gd name="connsiteX0" fmla="*/ 0 w 5613991"/>
                <a:gd name="connsiteY0" fmla="*/ 0 h 4742801"/>
                <a:gd name="connsiteX1" fmla="*/ 5613991 w 5613991"/>
                <a:gd name="connsiteY1" fmla="*/ 0 h 4742801"/>
                <a:gd name="connsiteX2" fmla="*/ 5613991 w 5613991"/>
                <a:gd name="connsiteY2" fmla="*/ 4742801 h 4742801"/>
                <a:gd name="connsiteX3" fmla="*/ 0 w 5613991"/>
                <a:gd name="connsiteY3" fmla="*/ 4742801 h 4742801"/>
                <a:gd name="connsiteX4" fmla="*/ 0 w 5613991"/>
                <a:gd name="connsiteY4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991" h="4742801">
                  <a:moveTo>
                    <a:pt x="0" y="0"/>
                  </a:moveTo>
                  <a:lnTo>
                    <a:pt x="5613991" y="0"/>
                  </a:lnTo>
                  <a:lnTo>
                    <a:pt x="5613991" y="4742801"/>
                  </a:lnTo>
                  <a:lnTo>
                    <a:pt x="0" y="47428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7C1764D6-3405-9CF1-356E-B8C51B8E0340}"/>
                </a:ext>
              </a:extLst>
            </p:cNvPr>
            <p:cNvSpPr/>
            <p:nvPr userDrawn="1"/>
          </p:nvSpPr>
          <p:spPr>
            <a:xfrm>
              <a:off x="1190579" y="1119172"/>
              <a:ext cx="3234307" cy="4742801"/>
            </a:xfrm>
            <a:custGeom>
              <a:avLst/>
              <a:gdLst>
                <a:gd name="connsiteX0" fmla="*/ 2402603 w 3234307"/>
                <a:gd name="connsiteY0" fmla="*/ 0 h 4742801"/>
                <a:gd name="connsiteX1" fmla="*/ 3234307 w 3234307"/>
                <a:gd name="connsiteY1" fmla="*/ 0 h 4742801"/>
                <a:gd name="connsiteX2" fmla="*/ 3234307 w 3234307"/>
                <a:gd name="connsiteY2" fmla="*/ 4742801 h 4742801"/>
                <a:gd name="connsiteX3" fmla="*/ 2402603 w 3234307"/>
                <a:gd name="connsiteY3" fmla="*/ 4742801 h 4742801"/>
                <a:gd name="connsiteX4" fmla="*/ 0 w 3234307"/>
                <a:gd name="connsiteY4" fmla="*/ 2371400 h 4742801"/>
                <a:gd name="connsiteX5" fmla="*/ 2402603 w 3234307"/>
                <a:gd name="connsiteY5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4307" h="4742801">
                  <a:moveTo>
                    <a:pt x="2402603" y="0"/>
                  </a:moveTo>
                  <a:lnTo>
                    <a:pt x="3234307" y="0"/>
                  </a:lnTo>
                  <a:lnTo>
                    <a:pt x="3234307" y="4742801"/>
                  </a:lnTo>
                  <a:lnTo>
                    <a:pt x="2402603" y="4742801"/>
                  </a:lnTo>
                  <a:cubicBezTo>
                    <a:pt x="1075415" y="4742801"/>
                    <a:pt x="0" y="3681352"/>
                    <a:pt x="0" y="2371400"/>
                  </a:cubicBezTo>
                  <a:cubicBezTo>
                    <a:pt x="0" y="1061448"/>
                    <a:pt x="1076048" y="0"/>
                    <a:pt x="2402603" y="0"/>
                  </a:cubicBez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D9ED5DDD-9145-5C8E-4362-EF6AC50BFB72}"/>
                </a:ext>
              </a:extLst>
            </p:cNvPr>
            <p:cNvSpPr/>
            <p:nvPr userDrawn="1"/>
          </p:nvSpPr>
          <p:spPr>
            <a:xfrm>
              <a:off x="7736751" y="1119172"/>
              <a:ext cx="3264669" cy="4742801"/>
            </a:xfrm>
            <a:custGeom>
              <a:avLst/>
              <a:gdLst>
                <a:gd name="connsiteX0" fmla="*/ 0 w 3264669"/>
                <a:gd name="connsiteY0" fmla="*/ 0 h 4742801"/>
                <a:gd name="connsiteX1" fmla="*/ 862066 w 3264669"/>
                <a:gd name="connsiteY1" fmla="*/ 0 h 4742801"/>
                <a:gd name="connsiteX2" fmla="*/ 3264669 w 3264669"/>
                <a:gd name="connsiteY2" fmla="*/ 2371400 h 4742801"/>
                <a:gd name="connsiteX3" fmla="*/ 862066 w 3264669"/>
                <a:gd name="connsiteY3" fmla="*/ 4742801 h 4742801"/>
                <a:gd name="connsiteX4" fmla="*/ 0 w 3264669"/>
                <a:gd name="connsiteY4" fmla="*/ 4742801 h 4742801"/>
                <a:gd name="connsiteX5" fmla="*/ 0 w 3264669"/>
                <a:gd name="connsiteY5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64669" h="4742801">
                  <a:moveTo>
                    <a:pt x="0" y="0"/>
                  </a:moveTo>
                  <a:lnTo>
                    <a:pt x="862066" y="0"/>
                  </a:lnTo>
                  <a:cubicBezTo>
                    <a:pt x="2189254" y="0"/>
                    <a:pt x="3264669" y="1061448"/>
                    <a:pt x="3264669" y="2371400"/>
                  </a:cubicBezTo>
                  <a:cubicBezTo>
                    <a:pt x="3264669" y="3681352"/>
                    <a:pt x="2189254" y="4742801"/>
                    <a:pt x="862066" y="4742801"/>
                  </a:cubicBezTo>
                  <a:lnTo>
                    <a:pt x="0" y="47428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0EFE8AAB-B51C-C471-9DDF-DC61F9FE03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43814" y="1005703"/>
            <a:ext cx="6904371" cy="2646878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7200" b="0" i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“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BC4AA433-F54F-BC08-CD50-0663CC786B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814" y="2751891"/>
            <a:ext cx="6904371" cy="135421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2200" b="0" i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Omagnat</a:t>
            </a:r>
            <a:r>
              <a:rPr lang="fr-FR"/>
              <a:t>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. 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636FDDBB-AB97-875A-E106-BF286ECB89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43814" y="4357407"/>
            <a:ext cx="6904371" cy="276999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800" b="0" i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84181594-36D7-3EB7-7687-0D7A32C3C4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43814" y="4665751"/>
            <a:ext cx="6904371" cy="246221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0DB4B38E-3080-9723-9FC4-2437D08FF2ED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9D0263E7-D889-A1EA-0142-E9F7D947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37640864-98B1-B1CE-3AD6-872A651A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CEFA2276-829F-E8D6-7240-7BD7F6C2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4108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8">
            <a:extLst>
              <a:ext uri="{FF2B5EF4-FFF2-40B4-BE49-F238E27FC236}">
                <a16:creationId xmlns:a16="http://schemas.microsoft.com/office/drawing/2014/main" id="{374206C1-0B91-C87D-C62F-76048A5F1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7591" y="1014544"/>
            <a:ext cx="9369052" cy="5411565"/>
          </a:xfrm>
          <a:prstGeom prst="rect">
            <a:avLst/>
          </a:prstGeom>
        </p:spPr>
      </p:pic>
      <p:sp>
        <p:nvSpPr>
          <p:cNvPr id="6" name="Forme libre 12">
            <a:extLst>
              <a:ext uri="{FF2B5EF4-FFF2-40B4-BE49-F238E27FC236}">
                <a16:creationId xmlns:a16="http://schemas.microsoft.com/office/drawing/2014/main" id="{E5CD8813-FC29-69A2-BA3D-6C712CB242A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3D888471-FFA0-7364-D9FB-DDE97D7E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9F35397-620D-FE08-E548-B11019FC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4410963C-D78E-4F85-7C13-121A4DE2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4326CFB-5EA5-F025-40A2-D1707A8694F9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0" name="Forme libre 11">
              <a:extLst>
                <a:ext uri="{FF2B5EF4-FFF2-40B4-BE49-F238E27FC236}">
                  <a16:creationId xmlns:a16="http://schemas.microsoft.com/office/drawing/2014/main" id="{AC4B9993-EE4B-7D3F-E1A0-73F4DF1FBB04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0D76191F-D9FE-9D78-9A39-6946965228B6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7336683-2302-48C3-C35F-93F7910813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7336BC76-E506-AE1C-B37C-AC87DAE02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304669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erciement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e libre 19">
            <a:extLst>
              <a:ext uri="{FF2B5EF4-FFF2-40B4-BE49-F238E27FC236}">
                <a16:creationId xmlns:a16="http://schemas.microsoft.com/office/drawing/2014/main" id="{9B8C6DA8-3FF8-9373-6B64-64F362294DF2}"/>
              </a:ext>
            </a:extLst>
          </p:cNvPr>
          <p:cNvSpPr/>
          <p:nvPr userDrawn="1"/>
        </p:nvSpPr>
        <p:spPr>
          <a:xfrm>
            <a:off x="0" y="-19990"/>
            <a:ext cx="6319777" cy="6877990"/>
          </a:xfrm>
          <a:custGeom>
            <a:avLst/>
            <a:gdLst>
              <a:gd name="connsiteX0" fmla="*/ 0 w 6301409"/>
              <a:gd name="connsiteY0" fmla="*/ 0 h 6858000"/>
              <a:gd name="connsiteX1" fmla="*/ 6301409 w 6301409"/>
              <a:gd name="connsiteY1" fmla="*/ 0 h 6858000"/>
              <a:gd name="connsiteX2" fmla="*/ 6301409 w 6301409"/>
              <a:gd name="connsiteY2" fmla="*/ 4958 h 6858000"/>
              <a:gd name="connsiteX3" fmla="*/ 5573767 w 6301409"/>
              <a:gd name="connsiteY3" fmla="*/ 4958 h 6858000"/>
              <a:gd name="connsiteX4" fmla="*/ 5657530 w 6301409"/>
              <a:gd name="connsiteY4" fmla="*/ 211263 h 6858000"/>
              <a:gd name="connsiteX5" fmla="*/ 5938263 w 6301409"/>
              <a:gd name="connsiteY5" fmla="*/ 1756569 h 6858000"/>
              <a:gd name="connsiteX6" fmla="*/ 5938263 w 6301409"/>
              <a:gd name="connsiteY6" fmla="*/ 1761519 h 6858000"/>
              <a:gd name="connsiteX7" fmla="*/ 4656115 w 6301409"/>
              <a:gd name="connsiteY7" fmla="*/ 4858644 h 6858000"/>
              <a:gd name="connsiteX8" fmla="*/ 2664521 w 6301409"/>
              <a:gd name="connsiteY8" fmla="*/ 6853042 h 6858000"/>
              <a:gd name="connsiteX9" fmla="*/ 6301409 w 6301409"/>
              <a:gd name="connsiteY9" fmla="*/ 6853042 h 6858000"/>
              <a:gd name="connsiteX10" fmla="*/ 6301409 w 6301409"/>
              <a:gd name="connsiteY10" fmla="*/ 6858000 h 6858000"/>
              <a:gd name="connsiteX11" fmla="*/ 0 w 6301409"/>
              <a:gd name="connsiteY11" fmla="*/ 6858000 h 6858000"/>
              <a:gd name="connsiteX12" fmla="*/ 0 w 6301409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01409" h="6858000">
                <a:moveTo>
                  <a:pt x="0" y="0"/>
                </a:moveTo>
                <a:lnTo>
                  <a:pt x="6301409" y="0"/>
                </a:lnTo>
                <a:lnTo>
                  <a:pt x="6301409" y="4958"/>
                </a:lnTo>
                <a:lnTo>
                  <a:pt x="5573767" y="4958"/>
                </a:lnTo>
                <a:lnTo>
                  <a:pt x="5657530" y="211263"/>
                </a:lnTo>
                <a:cubicBezTo>
                  <a:pt x="5844352" y="708260"/>
                  <a:pt x="5937930" y="1232317"/>
                  <a:pt x="5938263" y="1756569"/>
                </a:cubicBezTo>
                <a:lnTo>
                  <a:pt x="5938263" y="1761519"/>
                </a:lnTo>
                <a:cubicBezTo>
                  <a:pt x="5937629" y="2882646"/>
                  <a:pt x="5510289" y="4003394"/>
                  <a:pt x="4656115" y="4858644"/>
                </a:cubicBezTo>
                <a:lnTo>
                  <a:pt x="2664521" y="6853042"/>
                </a:lnTo>
                <a:lnTo>
                  <a:pt x="6301409" y="6853042"/>
                </a:lnTo>
                <a:lnTo>
                  <a:pt x="630140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13EE61-17AB-0468-84AC-06D83F476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709225"/>
            <a:ext cx="4440825" cy="830997"/>
          </a:xfrm>
        </p:spPr>
        <p:txBody>
          <a:bodyPr lIns="0" tIns="0" rIns="0" bIns="0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Merci</a:t>
            </a:r>
          </a:p>
        </p:txBody>
      </p:sp>
      <p:sp>
        <p:nvSpPr>
          <p:cNvPr id="23" name="Espace réservé du texte 48">
            <a:extLst>
              <a:ext uri="{FF2B5EF4-FFF2-40B4-BE49-F238E27FC236}">
                <a16:creationId xmlns:a16="http://schemas.microsoft.com/office/drawing/2014/main" id="{F2A86746-C112-CF3C-C315-3E1350718F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573" y="2573919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1F9F0E-6B68-F3EA-E15C-7DDA99FED5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7745" y="5448402"/>
            <a:ext cx="360000" cy="36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80C985-85E9-988C-D0B6-19C144FB68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7660" y="5448402"/>
            <a:ext cx="360000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B6A29D2-E715-5EF8-1C6A-63F304254A6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7575" y="5448468"/>
            <a:ext cx="360000" cy="360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8633A241-0227-B87A-140A-5C5A57F3797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575" y="6042302"/>
            <a:ext cx="1054283" cy="540000"/>
          </a:xfrm>
          <a:prstGeom prst="rect">
            <a:avLst/>
          </a:prstGeom>
        </p:spPr>
      </p:pic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2ADCC2CA-006E-2254-D2F2-C280E66667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7573" y="3003506"/>
            <a:ext cx="4440825" cy="83099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Fonction</a:t>
            </a:r>
          </a:p>
          <a:p>
            <a:pPr lvl="0"/>
            <a:r>
              <a:rPr lang="fr-FR"/>
              <a:t>Email</a:t>
            </a:r>
          </a:p>
          <a:p>
            <a:pPr lvl="0"/>
            <a:r>
              <a:rPr lang="fr-FR"/>
              <a:t>Téléphone 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5693FC0E-0802-F0EB-4BCE-1051DA822E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573" y="2144332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7301274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ogramm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3DAFB4DF-6577-C5CC-FEF8-ADE6C1124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849535"/>
            <a:ext cx="11086578" cy="369332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Pictogrammes à copier-coller (couleur modifiable &gt; contour)</a:t>
            </a:r>
          </a:p>
        </p:txBody>
      </p:sp>
    </p:spTree>
    <p:extLst>
      <p:ext uri="{BB962C8B-B14F-4D97-AF65-F5344CB8AC3E}">
        <p14:creationId xmlns:p14="http://schemas.microsoft.com/office/powerpoint/2010/main" val="2791290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25">
            <a:extLst>
              <a:ext uri="{FF2B5EF4-FFF2-40B4-BE49-F238E27FC236}">
                <a16:creationId xmlns:a16="http://schemas.microsoft.com/office/drawing/2014/main" id="{78E7F50A-B738-C988-F41F-5ECC585067E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Espace réservé du numéro de diapositive 29">
            <a:extLst>
              <a:ext uri="{FF2B5EF4-FFF2-40B4-BE49-F238E27FC236}">
                <a16:creationId xmlns:a16="http://schemas.microsoft.com/office/drawing/2014/main" id="{59F7C265-0D7C-932B-41B9-7D12EA7AE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6F8419-BA6B-8490-1224-921BA666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D90D4573-381C-58A2-E512-7A628CC6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</p:spTree>
    <p:extLst>
      <p:ext uri="{BB962C8B-B14F-4D97-AF65-F5344CB8AC3E}">
        <p14:creationId xmlns:p14="http://schemas.microsoft.com/office/powerpoint/2010/main" val="10473651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la présentation">
    <p:bg>
      <p:bgPr>
        <a:blipFill dpi="0" rotWithShape="1">
          <a:blip r:embed="rId2">
            <a:lum/>
          </a:blip>
          <a:srcRect/>
          <a:stretch>
            <a:fillRect l="-20000" t="-9000" r="20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E003C40C-4420-D9F5-FE78-869CB8A459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1760" y="0"/>
            <a:ext cx="954024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F6855FC-1404-9994-3FF3-777083097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1205" y="2584153"/>
            <a:ext cx="5572195" cy="1477328"/>
          </a:xfrm>
        </p:spPr>
        <p:txBody>
          <a:bodyPr anchor="b" anchorCtr="0">
            <a:sp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3E54CBA-FFFF-C031-4649-F0FBFE9022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1204" y="4120914"/>
            <a:ext cx="5572195" cy="563231"/>
          </a:xfrm>
        </p:spPr>
        <p:txBody>
          <a:bodyPr>
            <a:sp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3200E19-0A90-3D3A-479F-C707C4BD87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2341" y="5846171"/>
            <a:ext cx="1799872" cy="39293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BC2FA4FA-1637-95B0-0117-136CC2464AE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6830" y="574073"/>
            <a:ext cx="1655724" cy="848054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445B4F-E38C-4B63-9A90-587654C7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8273" y="5919525"/>
            <a:ext cx="2008008" cy="246221"/>
          </a:xfrm>
          <a:prstGeom prst="rect">
            <a:avLst/>
          </a:prstGeom>
        </p:spPr>
        <p:txBody>
          <a:bodyPr tIns="0" bIns="0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31D3CBFF-56C3-8F60-D8DA-23D8271A9B1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98696" y="574073"/>
            <a:ext cx="1656000" cy="108628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Votre logo</a:t>
            </a:r>
          </a:p>
        </p:txBody>
      </p:sp>
    </p:spTree>
    <p:extLst>
      <p:ext uri="{BB962C8B-B14F-4D97-AF65-F5344CB8AC3E}">
        <p14:creationId xmlns:p14="http://schemas.microsoft.com/office/powerpoint/2010/main" val="13366374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section">
    <p:bg>
      <p:bgPr>
        <a:blipFill dpi="0" rotWithShape="1">
          <a:blip r:embed="rId2">
            <a:lum/>
          </a:blip>
          <a:srcRect/>
          <a:stretch>
            <a:fillRect l="-25000" t="-9000" r="25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E485984-223D-75E4-942F-0F603A787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20"/>
            <a:ext cx="12191998" cy="68567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5F0BCA-3463-8883-450F-990F6DCC4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5769" y="3324828"/>
            <a:ext cx="5696237" cy="784830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section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B4B7766B-55B2-FD08-F4E7-9DB10A43E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62703" y="421674"/>
            <a:ext cx="5939304" cy="3216265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20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5BB28729-11C6-5C85-8F64-EEBBFE57E4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84084" y="956901"/>
            <a:ext cx="3997063" cy="3997063"/>
          </a:xfrm>
          <a:prstGeom prst="rect">
            <a:avLst/>
          </a:prstGeom>
        </p:spPr>
      </p:pic>
      <p:sp>
        <p:nvSpPr>
          <p:cNvPr id="6" name="Forme libre 12">
            <a:extLst>
              <a:ext uri="{FF2B5EF4-FFF2-40B4-BE49-F238E27FC236}">
                <a16:creationId xmlns:a16="http://schemas.microsoft.com/office/drawing/2014/main" id="{65C18737-81C3-2DDD-39FB-7E95576D5EBB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32D09E51-E38C-0432-DA7B-6E26CDB8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BC51D972-31E2-97F4-3E20-14BBF62F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32A0096F-BF4D-A177-D783-638A8503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5069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de sous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>
            <a:extLst>
              <a:ext uri="{FF2B5EF4-FFF2-40B4-BE49-F238E27FC236}">
                <a16:creationId xmlns:a16="http://schemas.microsoft.com/office/drawing/2014/main" id="{3A20D5C4-44D2-A52C-1CEA-491F848CA0A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5F0BCA-3463-8883-450F-990F6DCC4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236" y="3672068"/>
            <a:ext cx="4450028" cy="1477328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sous-section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B4B7766B-55B2-FD08-F4E7-9DB10A43E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665" y="-291680"/>
            <a:ext cx="4123242" cy="3570208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22600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3225D2D9-3F19-757A-702A-11588E1C7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379521"/>
            <a:ext cx="7197908" cy="7465441"/>
          </a:xfrm>
          <a:prstGeom prst="rect">
            <a:avLst/>
          </a:prstGeom>
        </p:spPr>
      </p:pic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75FA347F-1B1B-40AF-17D2-6D0D361C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28DBC22E-E756-5C75-2832-F7BB5722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A1DA8DF3-6A91-9DC8-1C70-24BFA4C0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2828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des matiè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94AD789-71B0-EB17-F83B-15CE4CF01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/>
          <a:stretch/>
        </p:blipFill>
        <p:spPr>
          <a:xfrm>
            <a:off x="6728993" y="-1761760"/>
            <a:ext cx="7479654" cy="74796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742E229-9D19-8389-99BE-423A41E2B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560168"/>
            <a:ext cx="11086578" cy="590931"/>
          </a:xfrm>
        </p:spPr>
        <p:txBody>
          <a:bodyPr/>
          <a:lstStyle>
            <a:lvl1pPr>
              <a:defRPr b="1"/>
            </a:lvl1pPr>
          </a:lstStyle>
          <a:p>
            <a:r>
              <a:rPr lang="fr-FR"/>
              <a:t>Table des matières</a:t>
            </a:r>
          </a:p>
        </p:txBody>
      </p:sp>
      <p:sp>
        <p:nvSpPr>
          <p:cNvPr id="6" name="Espace réservé du texte 48">
            <a:extLst>
              <a:ext uri="{FF2B5EF4-FFF2-40B4-BE49-F238E27FC236}">
                <a16:creationId xmlns:a16="http://schemas.microsoft.com/office/drawing/2014/main" id="{356EBF43-EBB9-CECB-CFBE-5DAE9C879E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665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1185732E-2238-C332-7E9C-EA3399B6EB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9915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043205BE-CA39-8038-E67E-BC8DB5045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9915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D8FFBD9A-0FFF-3CA4-B667-B169CD14A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965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941831AF-37F9-4B3E-692D-48483C324F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1965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2E1F500B-6010-14D2-08D2-099EC2CDE7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610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B6387193-7261-F87E-E7B5-A75CB34E7A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95860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E37324B8-515B-845F-D112-721FEE922B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5860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15" name="Espace réservé du texte 48">
            <a:extLst>
              <a:ext uri="{FF2B5EF4-FFF2-40B4-BE49-F238E27FC236}">
                <a16:creationId xmlns:a16="http://schemas.microsoft.com/office/drawing/2014/main" id="{A8F2BB55-3005-6CDF-D72B-150B9F5714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47910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94298EB5-0802-1B1D-F96E-DD1E15FBB6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7910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1E07E798-A24B-F9C2-73D1-58346D95EC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0555" y="1490402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B479353D-5728-4CB9-023A-0E40754FAFA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61805" y="2413732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19" name="Espace réservé du texte 48">
            <a:extLst>
              <a:ext uri="{FF2B5EF4-FFF2-40B4-BE49-F238E27FC236}">
                <a16:creationId xmlns:a16="http://schemas.microsoft.com/office/drawing/2014/main" id="{3FE71596-CDA7-6E86-4AB6-10452D6138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61805" y="2668375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20" name="Espace réservé du texte 48">
            <a:extLst>
              <a:ext uri="{FF2B5EF4-FFF2-40B4-BE49-F238E27FC236}">
                <a16:creationId xmlns:a16="http://schemas.microsoft.com/office/drawing/2014/main" id="{26E8A052-7604-5473-DEB3-308917DC350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3855" y="2413732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1" name="Espace réservé du texte 48">
            <a:extLst>
              <a:ext uri="{FF2B5EF4-FFF2-40B4-BE49-F238E27FC236}">
                <a16:creationId xmlns:a16="http://schemas.microsoft.com/office/drawing/2014/main" id="{2CBEC210-E706-1F22-5D15-95D3709330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3855" y="2691524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7DE3D4A9-8CE5-1B7F-BE5B-FCCBCB3C0F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8665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3" name="Espace réservé du texte 48">
            <a:extLst>
              <a:ext uri="{FF2B5EF4-FFF2-40B4-BE49-F238E27FC236}">
                <a16:creationId xmlns:a16="http://schemas.microsoft.com/office/drawing/2014/main" id="{FF6E038E-0862-B6E7-F35B-FDFBED689D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9915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3FC8B97C-483C-F988-7CBB-A1EB986442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9915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33E95C6D-E0E3-9B52-2F7A-1DD78CA09E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1965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4CD58FDC-1458-8DFA-C02D-9F2D01DE65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81965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7" name="Espace réservé du texte 48">
            <a:extLst>
              <a:ext uri="{FF2B5EF4-FFF2-40B4-BE49-F238E27FC236}">
                <a16:creationId xmlns:a16="http://schemas.microsoft.com/office/drawing/2014/main" id="{B8D7AF5F-7D47-E7B8-1BA7-693011B50E1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94610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8" name="Espace réservé du texte 48">
            <a:extLst>
              <a:ext uri="{FF2B5EF4-FFF2-40B4-BE49-F238E27FC236}">
                <a16:creationId xmlns:a16="http://schemas.microsoft.com/office/drawing/2014/main" id="{32473F2A-376E-DA30-C71F-59AA21DC1D3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5860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29" name="Espace réservé du texte 48">
            <a:extLst>
              <a:ext uri="{FF2B5EF4-FFF2-40B4-BE49-F238E27FC236}">
                <a16:creationId xmlns:a16="http://schemas.microsoft.com/office/drawing/2014/main" id="{4D97B2E1-B125-E749-426C-707517F007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95860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30" name="Espace réservé du texte 48">
            <a:extLst>
              <a:ext uri="{FF2B5EF4-FFF2-40B4-BE49-F238E27FC236}">
                <a16:creationId xmlns:a16="http://schemas.microsoft.com/office/drawing/2014/main" id="{DD82CFF9-5915-3ED4-2656-F1712585B0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47910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1" name="Espace réservé du texte 48">
            <a:extLst>
              <a:ext uri="{FF2B5EF4-FFF2-40B4-BE49-F238E27FC236}">
                <a16:creationId xmlns:a16="http://schemas.microsoft.com/office/drawing/2014/main" id="{74DE2EB0-F07E-ABF5-C352-06435AD25AA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7910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2" name="Espace réservé du texte 48">
            <a:extLst>
              <a:ext uri="{FF2B5EF4-FFF2-40B4-BE49-F238E27FC236}">
                <a16:creationId xmlns:a16="http://schemas.microsoft.com/office/drawing/2014/main" id="{87CEBB37-58AA-7818-64AE-D446B4D8764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60555" y="4111356"/>
            <a:ext cx="1903104" cy="923330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33" name="Espace réservé du texte 48">
            <a:extLst>
              <a:ext uri="{FF2B5EF4-FFF2-40B4-BE49-F238E27FC236}">
                <a16:creationId xmlns:a16="http://schemas.microsoft.com/office/drawing/2014/main" id="{26C10176-2239-19FC-FA0E-0D6C539D60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61805" y="5034686"/>
            <a:ext cx="2368869" cy="276999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section</a:t>
            </a:r>
          </a:p>
        </p:txBody>
      </p:sp>
      <p:sp>
        <p:nvSpPr>
          <p:cNvPr id="34" name="Espace réservé du texte 48">
            <a:extLst>
              <a:ext uri="{FF2B5EF4-FFF2-40B4-BE49-F238E27FC236}">
                <a16:creationId xmlns:a16="http://schemas.microsoft.com/office/drawing/2014/main" id="{DDA495AE-F87F-D86C-16EC-A529285096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61805" y="5289329"/>
            <a:ext cx="2368869" cy="246221"/>
          </a:xfrm>
        </p:spPr>
        <p:txBody>
          <a:bodyPr wrap="square" lIns="0" tIns="0" rIns="0" bIns="0" anchor="ctr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sous-section 1</a:t>
            </a:r>
          </a:p>
        </p:txBody>
      </p:sp>
      <p:sp>
        <p:nvSpPr>
          <p:cNvPr id="35" name="Espace réservé du texte 48">
            <a:extLst>
              <a:ext uri="{FF2B5EF4-FFF2-40B4-BE49-F238E27FC236}">
                <a16:creationId xmlns:a16="http://schemas.microsoft.com/office/drawing/2014/main" id="{D3BA5549-49D9-039A-CA4B-F02401B53B7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13855" y="5034686"/>
            <a:ext cx="528741" cy="276999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36" name="Espace réservé du texte 48">
            <a:extLst>
              <a:ext uri="{FF2B5EF4-FFF2-40B4-BE49-F238E27FC236}">
                <a16:creationId xmlns:a16="http://schemas.microsoft.com/office/drawing/2014/main" id="{80975B6F-8B28-9796-FBBC-B391E86A706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13855" y="5312478"/>
            <a:ext cx="528741" cy="246221"/>
          </a:xfrm>
        </p:spPr>
        <p:txBody>
          <a:bodyPr wrap="square" lIns="0" tIns="0" rIns="0" bIns="0" anchor="ctr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41" name="Forme libre 12">
            <a:extLst>
              <a:ext uri="{FF2B5EF4-FFF2-40B4-BE49-F238E27FC236}">
                <a16:creationId xmlns:a16="http://schemas.microsoft.com/office/drawing/2014/main" id="{D5857D6F-DE24-1827-98BF-8E21B22BAA8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2" name="Espace réservé de la date 2">
            <a:extLst>
              <a:ext uri="{FF2B5EF4-FFF2-40B4-BE49-F238E27FC236}">
                <a16:creationId xmlns:a16="http://schemas.microsoft.com/office/drawing/2014/main" id="{C0BAF578-92B8-AB2C-404D-59D4A83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43" name="Espace réservé du pied de page 3">
            <a:extLst>
              <a:ext uri="{FF2B5EF4-FFF2-40B4-BE49-F238E27FC236}">
                <a16:creationId xmlns:a16="http://schemas.microsoft.com/office/drawing/2014/main" id="{2CE4E9A3-7C98-510D-99A2-6885245C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44" name="Espace réservé du numéro de diapositive 4">
            <a:extLst>
              <a:ext uri="{FF2B5EF4-FFF2-40B4-BE49-F238E27FC236}">
                <a16:creationId xmlns:a16="http://schemas.microsoft.com/office/drawing/2014/main" id="{DDFEE62A-1C41-12D0-F6F3-3DC3BAE0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3330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BB516A-3C55-FAF4-1530-D4844BB0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728993" y="-1761760"/>
            <a:ext cx="7479654" cy="74796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742E229-9D19-8389-99BE-423A41E2B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560168"/>
            <a:ext cx="11086578" cy="590931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Ordre du jour</a:t>
            </a:r>
          </a:p>
        </p:txBody>
      </p:sp>
      <p:sp>
        <p:nvSpPr>
          <p:cNvPr id="60" name="Forme libre 12">
            <a:extLst>
              <a:ext uri="{FF2B5EF4-FFF2-40B4-BE49-F238E27FC236}">
                <a16:creationId xmlns:a16="http://schemas.microsoft.com/office/drawing/2014/main" id="{4B00DD7C-59F6-FB8D-2845-11D111941491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1" name="Espace réservé de la date 2">
            <a:extLst>
              <a:ext uri="{FF2B5EF4-FFF2-40B4-BE49-F238E27FC236}">
                <a16:creationId xmlns:a16="http://schemas.microsoft.com/office/drawing/2014/main" id="{AE370E88-5802-5E9A-60DB-59494808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62" name="Espace réservé du pied de page 3">
            <a:extLst>
              <a:ext uri="{FF2B5EF4-FFF2-40B4-BE49-F238E27FC236}">
                <a16:creationId xmlns:a16="http://schemas.microsoft.com/office/drawing/2014/main" id="{AC6DE7BE-826C-AD98-3D0A-CCF292BD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63" name="Espace réservé du numéro de diapositive 4">
            <a:extLst>
              <a:ext uri="{FF2B5EF4-FFF2-40B4-BE49-F238E27FC236}">
                <a16:creationId xmlns:a16="http://schemas.microsoft.com/office/drawing/2014/main" id="{17EA47B3-020B-2F12-0F74-B5DF135C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3740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raphique 25">
            <a:extLst>
              <a:ext uri="{FF2B5EF4-FFF2-40B4-BE49-F238E27FC236}">
                <a16:creationId xmlns:a16="http://schemas.microsoft.com/office/drawing/2014/main" id="{5439DF37-BE75-E13A-0A12-48C57A8F0805}"/>
              </a:ext>
            </a:extLst>
          </p:cNvPr>
          <p:cNvSpPr/>
          <p:nvPr userDrawn="1"/>
        </p:nvSpPr>
        <p:spPr>
          <a:xfrm>
            <a:off x="8431067" y="-43405"/>
            <a:ext cx="3760933" cy="6944810"/>
          </a:xfrm>
          <a:custGeom>
            <a:avLst/>
            <a:gdLst>
              <a:gd name="connsiteX0" fmla="*/ 238125 w 3127343"/>
              <a:gd name="connsiteY0" fmla="*/ 0 h 5143500"/>
              <a:gd name="connsiteX1" fmla="*/ 0 w 3127343"/>
              <a:gd name="connsiteY1" fmla="*/ 2618518 h 5143500"/>
              <a:gd name="connsiteX2" fmla="*/ 238125 w 3127343"/>
              <a:gd name="connsiteY2" fmla="*/ 5143500 h 5143500"/>
              <a:gd name="connsiteX3" fmla="*/ 3127343 w 3127343"/>
              <a:gd name="connsiteY3" fmla="*/ 5143500 h 5143500"/>
              <a:gd name="connsiteX4" fmla="*/ 3127343 w 3127343"/>
              <a:gd name="connsiteY4" fmla="*/ 0 h 5143500"/>
              <a:gd name="connsiteX5" fmla="*/ 238125 w 3127343"/>
              <a:gd name="connsiteY5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7343" h="5143500">
                <a:moveTo>
                  <a:pt x="238125" y="0"/>
                </a:moveTo>
                <a:cubicBezTo>
                  <a:pt x="238125" y="0"/>
                  <a:pt x="0" y="1208818"/>
                  <a:pt x="0" y="2618518"/>
                </a:cubicBezTo>
                <a:cubicBezTo>
                  <a:pt x="0" y="4028218"/>
                  <a:pt x="238125" y="5143500"/>
                  <a:pt x="238125" y="5143500"/>
                </a:cubicBezTo>
                <a:lnTo>
                  <a:pt x="3127343" y="5143500"/>
                </a:lnTo>
                <a:lnTo>
                  <a:pt x="3127343" y="0"/>
                </a:lnTo>
                <a:lnTo>
                  <a:pt x="238125" y="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862061"/>
            <a:ext cx="7673682" cy="590931"/>
          </a:xfrm>
        </p:spPr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93F8D3D5-7E69-0368-57E7-2B0778C8E0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2124075"/>
            <a:ext cx="7673682" cy="41148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0DC1C31A-6435-7CC6-2E99-64C8EB55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9D00371F-BA40-0DEA-8CFE-D0EE76BB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102AC8B8-B450-08AF-8618-F73A15C45071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1A37899-EDCB-0155-D061-69C0C052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1946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cs textes e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1A85595B-CF11-A312-E90E-760F1919E0A6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2" name="Forme libre 11">
              <a:extLst>
                <a:ext uri="{FF2B5EF4-FFF2-40B4-BE49-F238E27FC236}">
                  <a16:creationId xmlns:a16="http://schemas.microsoft.com/office/drawing/2014/main" id="{F7D83129-7CC0-3AC0-0893-841EF0789D3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7CBF57F8-B732-CE3C-3C27-072341E9573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6" y="862061"/>
            <a:ext cx="6306138" cy="590931"/>
          </a:xfrm>
        </p:spPr>
        <p:txBody>
          <a:bodyPr>
            <a:normAutofit/>
          </a:bodyPr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F02F88C0-1F0B-26FD-F39A-F95E340B54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3086913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2E9A6E87-6A84-70FC-7971-EC0B42537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163" y="2615707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B24E0222-4D9C-033C-A66B-A321573ED7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5050184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855F0F13-80C8-81AF-D52A-98FCD83E67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63" y="4578978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pour une image  19">
            <a:extLst>
              <a:ext uri="{FF2B5EF4-FFF2-40B4-BE49-F238E27FC236}">
                <a16:creationId xmlns:a16="http://schemas.microsoft.com/office/drawing/2014/main" id="{F6E78AE4-46A9-E188-494F-9FE81598DE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46435" y="263015"/>
            <a:ext cx="4758407" cy="589489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854D109C-07F3-0875-AC51-B9F092F7B7FD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4" name="Espace réservé de la date 2">
            <a:extLst>
              <a:ext uri="{FF2B5EF4-FFF2-40B4-BE49-F238E27FC236}">
                <a16:creationId xmlns:a16="http://schemas.microsoft.com/office/drawing/2014/main" id="{B420D5C3-8652-08AA-330A-04F31CDC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CAD3479A-D859-1625-4562-6E5C91952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DDA0C2EE-54B1-40DF-5330-D6EF52EC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20F4AE11-747F-230F-7A2D-A860ECCBD6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8" name="Espace réservé du texte 45">
            <a:extLst>
              <a:ext uri="{FF2B5EF4-FFF2-40B4-BE49-F238E27FC236}">
                <a16:creationId xmlns:a16="http://schemas.microsoft.com/office/drawing/2014/main" id="{620CD3BD-0CDA-DC28-5F16-7F119ACCE1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913750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cs textes et doubl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E8497F2-810E-6B5A-97F2-F8F6C32D6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6" y="862061"/>
            <a:ext cx="6306138" cy="590931"/>
          </a:xfrm>
        </p:spPr>
        <p:txBody>
          <a:bodyPr>
            <a:normAutofit/>
          </a:bodyPr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2" name="Espace réservé du texte 48">
            <a:extLst>
              <a:ext uri="{FF2B5EF4-FFF2-40B4-BE49-F238E27FC236}">
                <a16:creationId xmlns:a16="http://schemas.microsoft.com/office/drawing/2014/main" id="{F02F88C0-1F0B-26FD-F39A-F95E340B54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8163" y="3086913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4" name="Espace réservé du texte 48">
            <a:extLst>
              <a:ext uri="{FF2B5EF4-FFF2-40B4-BE49-F238E27FC236}">
                <a16:creationId xmlns:a16="http://schemas.microsoft.com/office/drawing/2014/main" id="{2E9A6E87-6A84-70FC-7971-EC0B42537A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163" y="2615707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B24E0222-4D9C-033C-A66B-A321573ED7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5050184"/>
            <a:ext cx="4383461" cy="132343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</p:txBody>
      </p:sp>
      <p:sp>
        <p:nvSpPr>
          <p:cNvPr id="26" name="Espace réservé du texte 48">
            <a:extLst>
              <a:ext uri="{FF2B5EF4-FFF2-40B4-BE49-F238E27FC236}">
                <a16:creationId xmlns:a16="http://schemas.microsoft.com/office/drawing/2014/main" id="{855F0F13-80C8-81AF-D52A-98FCD83E67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63" y="4578978"/>
            <a:ext cx="4383461" cy="400110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pour une image  19">
            <a:extLst>
              <a:ext uri="{FF2B5EF4-FFF2-40B4-BE49-F238E27FC236}">
                <a16:creationId xmlns:a16="http://schemas.microsoft.com/office/drawing/2014/main" id="{F6E78AE4-46A9-E188-494F-9FE81598DE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46435" y="263015"/>
            <a:ext cx="4758407" cy="288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pour une image  19">
            <a:extLst>
              <a:ext uri="{FF2B5EF4-FFF2-40B4-BE49-F238E27FC236}">
                <a16:creationId xmlns:a16="http://schemas.microsoft.com/office/drawing/2014/main" id="{10642810-25E3-1833-3A61-2D2283DC917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146435" y="3281455"/>
            <a:ext cx="4758407" cy="288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Forme libre 12">
            <a:extLst>
              <a:ext uri="{FF2B5EF4-FFF2-40B4-BE49-F238E27FC236}">
                <a16:creationId xmlns:a16="http://schemas.microsoft.com/office/drawing/2014/main" id="{8A39FBA8-5A98-CBEC-0115-A584F4DFC2F9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A1A7E69A-1780-14EA-F384-5E39EEE6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18A69519-C51E-9F72-E426-15B96F87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30B312F4-E527-CE37-C0E1-7F7145D9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B9CECE49-98C2-DFE8-082A-3B2800AE5021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5" name="Forme libre 11">
              <a:extLst>
                <a:ext uri="{FF2B5EF4-FFF2-40B4-BE49-F238E27FC236}">
                  <a16:creationId xmlns:a16="http://schemas.microsoft.com/office/drawing/2014/main" id="{2A90E934-9CE2-3D59-3CFE-4502AFEDED1E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6" name="Forme libre 12">
              <a:extLst>
                <a:ext uri="{FF2B5EF4-FFF2-40B4-BE49-F238E27FC236}">
                  <a16:creationId xmlns:a16="http://schemas.microsoft.com/office/drawing/2014/main" id="{B8FC6ACA-B185-1DDD-4CF9-2B115520E19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9" name="Espace réservé du texte 45">
            <a:extLst>
              <a:ext uri="{FF2B5EF4-FFF2-40B4-BE49-F238E27FC236}">
                <a16:creationId xmlns:a16="http://schemas.microsoft.com/office/drawing/2014/main" id="{E7F2F9F9-6B3A-2997-C553-A22A8CAD08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10" name="Espace réservé du texte 45">
            <a:extLst>
              <a:ext uri="{FF2B5EF4-FFF2-40B4-BE49-F238E27FC236}">
                <a16:creationId xmlns:a16="http://schemas.microsoft.com/office/drawing/2014/main" id="{FA084A27-2090-98BD-DD1A-F4E346FDC5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0673898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5B5A7-A28F-6CD8-1A7F-CD75AE893D5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Équipe</a:t>
            </a:r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964EFAC4-6EB0-5736-D94D-3A4E549CB9D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88235" y="1742673"/>
            <a:ext cx="961200" cy="96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7" name="Forme libre 12">
            <a:extLst>
              <a:ext uri="{FF2B5EF4-FFF2-40B4-BE49-F238E27FC236}">
                <a16:creationId xmlns:a16="http://schemas.microsoft.com/office/drawing/2014/main" id="{9BF04A55-1F84-D050-DE52-63716C9CC985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8" name="Espace réservé de la date 2">
            <a:extLst>
              <a:ext uri="{FF2B5EF4-FFF2-40B4-BE49-F238E27FC236}">
                <a16:creationId xmlns:a16="http://schemas.microsoft.com/office/drawing/2014/main" id="{080BA467-F14C-EE89-D139-02E96303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B8A2A068-D0EF-8448-1595-1FE0000B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3" name="Espace réservé du numéro de diapositive 4">
            <a:extLst>
              <a:ext uri="{FF2B5EF4-FFF2-40B4-BE49-F238E27FC236}">
                <a16:creationId xmlns:a16="http://schemas.microsoft.com/office/drawing/2014/main" id="{51639411-7A3B-18F8-DAC5-27076E52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A4CB8F3-ECC0-EBAB-FAAF-CDC344D5A131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2" name="Forme libre 11">
              <a:extLst>
                <a:ext uri="{FF2B5EF4-FFF2-40B4-BE49-F238E27FC236}">
                  <a16:creationId xmlns:a16="http://schemas.microsoft.com/office/drawing/2014/main" id="{7A060465-13DA-F609-4474-BCE3B5BBC5F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3" name="Forme libre 12">
              <a:extLst>
                <a:ext uri="{FF2B5EF4-FFF2-40B4-BE49-F238E27FC236}">
                  <a16:creationId xmlns:a16="http://schemas.microsoft.com/office/drawing/2014/main" id="{6C57918C-F06B-8A60-4CF5-0BE36EDE1B7F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0FEF6E8E-8C45-E81D-BB86-453F3E96B0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601C8B9-6DB5-301C-DBD4-EF82A7D912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3789681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82B8E-19E0-88C1-51B4-FF0E2F39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33663BA0-DDDD-9236-BDED-9F1950AFBDF5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6DE86FCF-AA4D-7351-22A3-89182C84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3C4D3CD9-77C7-E480-FE92-337DAF7F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2" name="Espace réservé du numéro de diapositive 4">
            <a:extLst>
              <a:ext uri="{FF2B5EF4-FFF2-40B4-BE49-F238E27FC236}">
                <a16:creationId xmlns:a16="http://schemas.microsoft.com/office/drawing/2014/main" id="{F69A84FF-9530-9038-A1B0-F19F4778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40C276D-D460-A398-B304-EE6B1B0F237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4" name="Forme libre 11">
              <a:extLst>
                <a:ext uri="{FF2B5EF4-FFF2-40B4-BE49-F238E27FC236}">
                  <a16:creationId xmlns:a16="http://schemas.microsoft.com/office/drawing/2014/main" id="{8BACE2B5-A27B-AB0A-CE25-783E9EF8B43D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5" name="Forme libre 12">
              <a:extLst>
                <a:ext uri="{FF2B5EF4-FFF2-40B4-BE49-F238E27FC236}">
                  <a16:creationId xmlns:a16="http://schemas.microsoft.com/office/drawing/2014/main" id="{7E9422F8-98C1-C9C1-7A2D-D24B4C43607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E5DF485-3F77-8130-C972-1AF1104D64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 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89984247-9725-92BF-1C3D-B33A296114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8199751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0C9F5D-CE34-A01E-7DE3-327B3D9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934172D6-6481-00C7-6BCE-45A6EF32D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665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96DEB718-B1A0-5075-B5E8-8044BCC7AE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65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E1277626-7B66-B3BE-AB57-F7192B3F25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1337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FAE8A845-1607-8E8D-70A2-79A344C491C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1337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4B00D130-28AC-F4E8-E698-1A61042E5D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34009" y="3554930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489AFAF3-512B-07BC-6B5C-F1B0C39179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34009" y="4006034"/>
            <a:ext cx="3219895" cy="1292662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4F379713-8488-1672-7CA3-F2E5761BA38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21F0BE90-3B1F-09AC-1100-AB104DDD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848B5F75-7266-F802-EB96-FD48BA26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F92F5DCC-3E61-B250-BB6F-00021BB3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C371C93-02AD-1AFC-074D-4AA2FD0084E0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6" name="Forme libre 11">
              <a:extLst>
                <a:ext uri="{FF2B5EF4-FFF2-40B4-BE49-F238E27FC236}">
                  <a16:creationId xmlns:a16="http://schemas.microsoft.com/office/drawing/2014/main" id="{4B272BF3-9CF1-D6DB-2FBF-5B392E0A65A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9" name="Forme libre 12">
              <a:extLst>
                <a:ext uri="{FF2B5EF4-FFF2-40B4-BE49-F238E27FC236}">
                  <a16:creationId xmlns:a16="http://schemas.microsoft.com/office/drawing/2014/main" id="{77E48F25-3F80-8211-6E54-5508EFFC9A50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9ECE1B18-4079-C278-EAB0-A2B8BA1DBC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4C0EC8F6-2951-A3FC-9DFB-2BC69A769F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497773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 contenu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5A9303A7-5B1B-B424-B892-77E5901C2B16}"/>
              </a:ext>
            </a:extLst>
          </p:cNvPr>
          <p:cNvGrpSpPr/>
          <p:nvPr userDrawn="1"/>
        </p:nvGrpSpPr>
        <p:grpSpPr>
          <a:xfrm>
            <a:off x="1316735" y="2195798"/>
            <a:ext cx="3779139" cy="590931"/>
            <a:chOff x="5627879" y="-686975"/>
            <a:chExt cx="1786827" cy="279400"/>
          </a:xfrm>
          <a:solidFill>
            <a:schemeClr val="bg1">
              <a:lumMod val="95000"/>
            </a:schemeClr>
          </a:solidFill>
        </p:grpSpPr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643DEBD7-8D71-5F62-CD89-7AE08606E359}"/>
                </a:ext>
              </a:extLst>
            </p:cNvPr>
            <p:cNvSpPr/>
            <p:nvPr userDrawn="1"/>
          </p:nvSpPr>
          <p:spPr>
            <a:xfrm>
              <a:off x="5627879" y="-686975"/>
              <a:ext cx="944975" cy="279400"/>
            </a:xfrm>
            <a:custGeom>
              <a:avLst/>
              <a:gdLst>
                <a:gd name="connsiteX0" fmla="*/ 142572 w 944975"/>
                <a:gd name="connsiteY0" fmla="*/ 0 h 279400"/>
                <a:gd name="connsiteX1" fmla="*/ 944975 w 944975"/>
                <a:gd name="connsiteY1" fmla="*/ 0 h 279400"/>
                <a:gd name="connsiteX2" fmla="*/ 944975 w 944975"/>
                <a:gd name="connsiteY2" fmla="*/ 279400 h 279400"/>
                <a:gd name="connsiteX3" fmla="*/ 142572 w 944975"/>
                <a:gd name="connsiteY3" fmla="*/ 279400 h 279400"/>
                <a:gd name="connsiteX4" fmla="*/ 0 w 944975"/>
                <a:gd name="connsiteY4" fmla="*/ 139700 h 279400"/>
                <a:gd name="connsiteX5" fmla="*/ 142572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142572" y="0"/>
                  </a:moveTo>
                  <a:lnTo>
                    <a:pt x="944975" y="0"/>
                  </a:lnTo>
                  <a:lnTo>
                    <a:pt x="944975" y="279400"/>
                  </a:lnTo>
                  <a:lnTo>
                    <a:pt x="142572" y="279400"/>
                  </a:lnTo>
                  <a:cubicBezTo>
                    <a:pt x="63872" y="279400"/>
                    <a:pt x="0" y="216814"/>
                    <a:pt x="0" y="139700"/>
                  </a:cubicBezTo>
                  <a:cubicBezTo>
                    <a:pt x="0" y="62586"/>
                    <a:pt x="63872" y="0"/>
                    <a:pt x="142572" y="0"/>
                  </a:cubicBez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F3B13421-E2A9-518B-2AA3-F8B7674FBBC1}"/>
                </a:ext>
              </a:extLst>
            </p:cNvPr>
            <p:cNvSpPr/>
            <p:nvPr userDrawn="1"/>
          </p:nvSpPr>
          <p:spPr>
            <a:xfrm>
              <a:off x="6469731" y="-686975"/>
              <a:ext cx="944975" cy="279400"/>
            </a:xfrm>
            <a:custGeom>
              <a:avLst/>
              <a:gdLst>
                <a:gd name="connsiteX0" fmla="*/ 0 w 944975"/>
                <a:gd name="connsiteY0" fmla="*/ 0 h 279400"/>
                <a:gd name="connsiteX1" fmla="*/ 802403 w 944975"/>
                <a:gd name="connsiteY1" fmla="*/ 0 h 279400"/>
                <a:gd name="connsiteX2" fmla="*/ 944975 w 944975"/>
                <a:gd name="connsiteY2" fmla="*/ 139700 h 279400"/>
                <a:gd name="connsiteX3" fmla="*/ 802403 w 944975"/>
                <a:gd name="connsiteY3" fmla="*/ 279400 h 279400"/>
                <a:gd name="connsiteX4" fmla="*/ 0 w 944975"/>
                <a:gd name="connsiteY4" fmla="*/ 279400 h 279400"/>
                <a:gd name="connsiteX5" fmla="*/ 0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0" y="0"/>
                  </a:moveTo>
                  <a:lnTo>
                    <a:pt x="802403" y="0"/>
                  </a:lnTo>
                  <a:cubicBezTo>
                    <a:pt x="881103" y="0"/>
                    <a:pt x="944975" y="62586"/>
                    <a:pt x="944975" y="139700"/>
                  </a:cubicBezTo>
                  <a:cubicBezTo>
                    <a:pt x="944975" y="216814"/>
                    <a:pt x="881103" y="279400"/>
                    <a:pt x="802403" y="279400"/>
                  </a:cubicBez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20C9F5D-CE34-A01E-7DE3-327B3D9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06F280DE-F9CF-8C7C-1DF9-BAA6543FD7E4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1316736" y="2971357"/>
            <a:ext cx="3779139" cy="2914269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29" name="Espace réservé du texte 48">
            <a:extLst>
              <a:ext uri="{FF2B5EF4-FFF2-40B4-BE49-F238E27FC236}">
                <a16:creationId xmlns:a16="http://schemas.microsoft.com/office/drawing/2014/main" id="{035F7288-E300-1366-570D-00CE4A7897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6357" y="2337374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0C5143F-3022-DAC8-DDCD-CA13FD4BD7F0}"/>
              </a:ext>
            </a:extLst>
          </p:cNvPr>
          <p:cNvGrpSpPr/>
          <p:nvPr userDrawn="1"/>
        </p:nvGrpSpPr>
        <p:grpSpPr>
          <a:xfrm>
            <a:off x="7107935" y="2195798"/>
            <a:ext cx="3779139" cy="590931"/>
            <a:chOff x="5627879" y="-686975"/>
            <a:chExt cx="1786827" cy="279400"/>
          </a:xfrm>
          <a:solidFill>
            <a:schemeClr val="bg1">
              <a:lumMod val="95000"/>
            </a:schemeClr>
          </a:solidFill>
        </p:grpSpPr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F7A1B8CD-FBB6-8A6F-1F46-8FD41109F7B6}"/>
                </a:ext>
              </a:extLst>
            </p:cNvPr>
            <p:cNvSpPr/>
            <p:nvPr userDrawn="1"/>
          </p:nvSpPr>
          <p:spPr>
            <a:xfrm>
              <a:off x="5627879" y="-686975"/>
              <a:ext cx="944975" cy="279400"/>
            </a:xfrm>
            <a:custGeom>
              <a:avLst/>
              <a:gdLst>
                <a:gd name="connsiteX0" fmla="*/ 142572 w 944975"/>
                <a:gd name="connsiteY0" fmla="*/ 0 h 279400"/>
                <a:gd name="connsiteX1" fmla="*/ 944975 w 944975"/>
                <a:gd name="connsiteY1" fmla="*/ 0 h 279400"/>
                <a:gd name="connsiteX2" fmla="*/ 944975 w 944975"/>
                <a:gd name="connsiteY2" fmla="*/ 279400 h 279400"/>
                <a:gd name="connsiteX3" fmla="*/ 142572 w 944975"/>
                <a:gd name="connsiteY3" fmla="*/ 279400 h 279400"/>
                <a:gd name="connsiteX4" fmla="*/ 0 w 944975"/>
                <a:gd name="connsiteY4" fmla="*/ 139700 h 279400"/>
                <a:gd name="connsiteX5" fmla="*/ 142572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142572" y="0"/>
                  </a:moveTo>
                  <a:lnTo>
                    <a:pt x="944975" y="0"/>
                  </a:lnTo>
                  <a:lnTo>
                    <a:pt x="944975" y="279400"/>
                  </a:lnTo>
                  <a:lnTo>
                    <a:pt x="142572" y="279400"/>
                  </a:lnTo>
                  <a:cubicBezTo>
                    <a:pt x="63872" y="279400"/>
                    <a:pt x="0" y="216814"/>
                    <a:pt x="0" y="139700"/>
                  </a:cubicBezTo>
                  <a:cubicBezTo>
                    <a:pt x="0" y="62586"/>
                    <a:pt x="63872" y="0"/>
                    <a:pt x="142572" y="0"/>
                  </a:cubicBez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23E863FD-BD82-7C6C-2E4E-2A30A2DC5585}"/>
                </a:ext>
              </a:extLst>
            </p:cNvPr>
            <p:cNvSpPr/>
            <p:nvPr userDrawn="1"/>
          </p:nvSpPr>
          <p:spPr>
            <a:xfrm>
              <a:off x="6469731" y="-686975"/>
              <a:ext cx="944975" cy="279400"/>
            </a:xfrm>
            <a:custGeom>
              <a:avLst/>
              <a:gdLst>
                <a:gd name="connsiteX0" fmla="*/ 0 w 944975"/>
                <a:gd name="connsiteY0" fmla="*/ 0 h 279400"/>
                <a:gd name="connsiteX1" fmla="*/ 802403 w 944975"/>
                <a:gd name="connsiteY1" fmla="*/ 0 h 279400"/>
                <a:gd name="connsiteX2" fmla="*/ 944975 w 944975"/>
                <a:gd name="connsiteY2" fmla="*/ 139700 h 279400"/>
                <a:gd name="connsiteX3" fmla="*/ 802403 w 944975"/>
                <a:gd name="connsiteY3" fmla="*/ 279400 h 279400"/>
                <a:gd name="connsiteX4" fmla="*/ 0 w 944975"/>
                <a:gd name="connsiteY4" fmla="*/ 279400 h 279400"/>
                <a:gd name="connsiteX5" fmla="*/ 0 w 944975"/>
                <a:gd name="connsiteY5" fmla="*/ 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4975" h="279400">
                  <a:moveTo>
                    <a:pt x="0" y="0"/>
                  </a:moveTo>
                  <a:lnTo>
                    <a:pt x="802403" y="0"/>
                  </a:lnTo>
                  <a:cubicBezTo>
                    <a:pt x="881103" y="0"/>
                    <a:pt x="944975" y="62586"/>
                    <a:pt x="944975" y="139700"/>
                  </a:cubicBezTo>
                  <a:cubicBezTo>
                    <a:pt x="944975" y="216814"/>
                    <a:pt x="881103" y="279400"/>
                    <a:pt x="802403" y="279400"/>
                  </a:cubicBezTo>
                  <a:lnTo>
                    <a:pt x="0" y="279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5" name="Espace réservé du graphique 7">
            <a:extLst>
              <a:ext uri="{FF2B5EF4-FFF2-40B4-BE49-F238E27FC236}">
                <a16:creationId xmlns:a16="http://schemas.microsoft.com/office/drawing/2014/main" id="{6C7F4134-DD7C-461B-B601-63F077344AC0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7107936" y="2971357"/>
            <a:ext cx="3779139" cy="2914269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  <p:sp>
        <p:nvSpPr>
          <p:cNvPr id="36" name="Espace réservé du texte 48">
            <a:extLst>
              <a:ext uri="{FF2B5EF4-FFF2-40B4-BE49-F238E27FC236}">
                <a16:creationId xmlns:a16="http://schemas.microsoft.com/office/drawing/2014/main" id="{ACF523BF-721E-9071-D799-439718AB3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87557" y="2337374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endParaRPr lang="fr-FR"/>
          </a:p>
        </p:txBody>
      </p:sp>
      <p:sp>
        <p:nvSpPr>
          <p:cNvPr id="3" name="Forme libre 12">
            <a:extLst>
              <a:ext uri="{FF2B5EF4-FFF2-40B4-BE49-F238E27FC236}">
                <a16:creationId xmlns:a16="http://schemas.microsoft.com/office/drawing/2014/main" id="{B0A859DB-C1DF-0614-7365-BD79FB46F2F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F08117E4-C9D4-B721-30C5-E41DEA77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E970D43E-27F8-EADA-CBAD-0F252787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3A047105-3FD7-C46F-896E-6C32BD26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1D76EC8-7B8B-0D85-060B-B4AAA9251CD2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7918E15E-E66A-7217-A7CD-8038095D3E1A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4" name="Forme libre 12">
              <a:extLst>
                <a:ext uri="{FF2B5EF4-FFF2-40B4-BE49-F238E27FC236}">
                  <a16:creationId xmlns:a16="http://schemas.microsoft.com/office/drawing/2014/main" id="{AF31DAD0-E76E-7A2E-A053-AB70FB91744F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B7681F3C-AE8B-5FD8-7623-7DADF4D5BB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Présentation du modèle</a:t>
            </a:r>
          </a:p>
        </p:txBody>
      </p:sp>
      <p:sp>
        <p:nvSpPr>
          <p:cNvPr id="5" name="Espace réservé du texte 45">
            <a:extLst>
              <a:ext uri="{FF2B5EF4-FFF2-40B4-BE49-F238E27FC236}">
                <a16:creationId xmlns:a16="http://schemas.microsoft.com/office/drawing/2014/main" id="{55F9DC73-6962-4924-F86F-6B319040786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0873876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 12">
            <a:extLst>
              <a:ext uri="{FF2B5EF4-FFF2-40B4-BE49-F238E27FC236}">
                <a16:creationId xmlns:a16="http://schemas.microsoft.com/office/drawing/2014/main" id="{4A91FB13-993B-0646-BDEF-5BA37FBA556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CC68DB94-46EA-043B-E293-89F74B53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64C7C74-33B5-01AC-0ED6-605AF83A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65686FF6-4D85-888C-F01B-0B708B6B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59EB49E-DF8D-B601-5E77-80AB45E5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5D667FE-7C9F-239C-24FE-5942B911F966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EA605168-0F05-B4F8-1A38-8221BCFF59F0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4" name="Forme libre 12">
              <a:extLst>
                <a:ext uri="{FF2B5EF4-FFF2-40B4-BE49-F238E27FC236}">
                  <a16:creationId xmlns:a16="http://schemas.microsoft.com/office/drawing/2014/main" id="{CC0785B7-F8C0-76AA-E523-B5D8BD3739C2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Espace réservé du texte 45">
            <a:extLst>
              <a:ext uri="{FF2B5EF4-FFF2-40B4-BE49-F238E27FC236}">
                <a16:creationId xmlns:a16="http://schemas.microsoft.com/office/drawing/2014/main" id="{FE982806-76A8-310E-FE59-4D453BC8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54303AA-3ED4-F142-035C-0E51218D41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6884671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 12">
            <a:extLst>
              <a:ext uri="{FF2B5EF4-FFF2-40B4-BE49-F238E27FC236}">
                <a16:creationId xmlns:a16="http://schemas.microsoft.com/office/drawing/2014/main" id="{4A91FB13-993B-0646-BDEF-5BA37FBA5560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CC68DB94-46EA-043B-E293-89F74B53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64C7C74-33B5-01AC-0ED6-605AF83A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65686FF6-4D85-888C-F01B-0B708B6B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59EB49E-DF8D-B601-5E77-80AB45E5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5D667FE-7C9F-239C-24FE-5942B911F966}"/>
              </a:ext>
            </a:extLst>
          </p:cNvPr>
          <p:cNvGrpSpPr/>
          <p:nvPr userDrawn="1"/>
        </p:nvGrpSpPr>
        <p:grpSpPr>
          <a:xfrm>
            <a:off x="-1" y="263015"/>
            <a:ext cx="3896361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EA605168-0F05-B4F8-1A38-8221BCFF59F0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4" name="Forme libre 12">
              <a:extLst>
                <a:ext uri="{FF2B5EF4-FFF2-40B4-BE49-F238E27FC236}">
                  <a16:creationId xmlns:a16="http://schemas.microsoft.com/office/drawing/2014/main" id="{CC0785B7-F8C0-76AA-E523-B5D8BD3739C2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Espace réservé du texte 45">
            <a:extLst>
              <a:ext uri="{FF2B5EF4-FFF2-40B4-BE49-F238E27FC236}">
                <a16:creationId xmlns:a16="http://schemas.microsoft.com/office/drawing/2014/main" id="{FE982806-76A8-310E-FE59-4D453BC80C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54303AA-3ED4-F142-035C-0E51218D41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716557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a photo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19">
            <a:extLst>
              <a:ext uri="{FF2B5EF4-FFF2-40B4-BE49-F238E27FC236}">
                <a16:creationId xmlns:a16="http://schemas.microsoft.com/office/drawing/2014/main" id="{8EA1286E-030B-2BE1-F706-76AA0A9A75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05341" y="845437"/>
            <a:ext cx="4449084" cy="53124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E91BB3B0-9D9A-2E1B-D991-57F7E82BC54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7575" y="845437"/>
            <a:ext cx="4439664" cy="53124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0DFD54E7-2949-39E9-46BE-4335CE10E5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65917" y="1388928"/>
            <a:ext cx="1458214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B764448F-1DC0-C42A-F747-B1AC03CB00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5917" y="1900990"/>
            <a:ext cx="1850746" cy="984885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 id quo tem qui </a:t>
            </a:r>
            <a:r>
              <a:rPr lang="fr-FR" err="1"/>
              <a:t>quodisq</a:t>
            </a:r>
            <a:r>
              <a:rPr lang="fr-FR"/>
              <a:t>  </a:t>
            </a:r>
            <a:r>
              <a:rPr lang="fr-FR" err="1"/>
              <a:t>uiaspel</a:t>
            </a:r>
            <a:r>
              <a:rPr lang="fr-FR"/>
              <a:t> </a:t>
            </a:r>
            <a:r>
              <a:rPr lang="fr-FR" err="1"/>
              <a:t>essundae</a:t>
            </a:r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A30869FF-7A05-52A4-B5E3-22D081A6D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58449" y="4372819"/>
            <a:ext cx="1458214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DB5D7D41-633A-88EE-A297-2AE876E66F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5916" y="4883943"/>
            <a:ext cx="1850747" cy="984885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 id quo tem qui </a:t>
            </a:r>
            <a:r>
              <a:rPr lang="fr-FR" err="1"/>
              <a:t>quodisq</a:t>
            </a:r>
            <a:r>
              <a:rPr lang="fr-FR"/>
              <a:t>  </a:t>
            </a:r>
            <a:r>
              <a:rPr lang="fr-FR" err="1"/>
              <a:t>uiaspel</a:t>
            </a:r>
            <a:r>
              <a:rPr lang="fr-FR"/>
              <a:t> </a:t>
            </a:r>
            <a:r>
              <a:rPr lang="fr-FR" err="1"/>
              <a:t>essundae</a:t>
            </a:r>
            <a:endParaRPr lang="fr-FR"/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1DD95D6D-FCBA-2EE7-A3D3-7FE27CC7774C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2C129D0C-ABF2-E8F3-CD6B-A0347710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1ADC49BE-24E4-0298-7298-22FD3CF6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0" name="Espace réservé du numéro de diapositive 4">
            <a:extLst>
              <a:ext uri="{FF2B5EF4-FFF2-40B4-BE49-F238E27FC236}">
                <a16:creationId xmlns:a16="http://schemas.microsoft.com/office/drawing/2014/main" id="{9AB025A3-ED53-1486-71FD-556FB805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7AA25F0-ED27-94ED-BA2C-3AA0E51D417C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3" name="Forme libre 11">
              <a:extLst>
                <a:ext uri="{FF2B5EF4-FFF2-40B4-BE49-F238E27FC236}">
                  <a16:creationId xmlns:a16="http://schemas.microsoft.com/office/drawing/2014/main" id="{7E09B473-5571-512D-8CDE-BBF4AE858E93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6" name="Forme libre 12">
              <a:extLst>
                <a:ext uri="{FF2B5EF4-FFF2-40B4-BE49-F238E27FC236}">
                  <a16:creationId xmlns:a16="http://schemas.microsoft.com/office/drawing/2014/main" id="{661C4970-3CF7-6A56-0967-CA2B67A76617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0B30C66F-6F0C-6416-3378-91B69AD517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0DB73D97-CB2D-87E4-F3CC-BDE2C53FCF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7254934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a photos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pour une image  19">
            <a:extLst>
              <a:ext uri="{FF2B5EF4-FFF2-40B4-BE49-F238E27FC236}">
                <a16:creationId xmlns:a16="http://schemas.microsoft.com/office/drawing/2014/main" id="{8EA1286E-030B-2BE1-F706-76AA0A9A75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05341" y="845436"/>
            <a:ext cx="444908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E91BB3B0-9D9A-2E1B-D991-57F7E82BC54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7575" y="845436"/>
            <a:ext cx="443966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0DFD54E7-2949-39E9-46BE-4335CE10E5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66319" y="845436"/>
            <a:ext cx="1850748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B764448F-1DC0-C42A-F747-B1AC03CB00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6321" y="1228842"/>
            <a:ext cx="1850746" cy="492443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2" name="Espace réservé pour une image  19">
            <a:extLst>
              <a:ext uri="{FF2B5EF4-FFF2-40B4-BE49-F238E27FC236}">
                <a16:creationId xmlns:a16="http://schemas.microsoft.com/office/drawing/2014/main" id="{C7EFD244-1229-09E9-5488-FB3A5C3345D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205341" y="3599665"/>
            <a:ext cx="444908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6" name="Espace réservé pour une image  19">
            <a:extLst>
              <a:ext uri="{FF2B5EF4-FFF2-40B4-BE49-F238E27FC236}">
                <a16:creationId xmlns:a16="http://schemas.microsoft.com/office/drawing/2014/main" id="{63115025-E73A-AB84-536C-D0BD8D128B5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7575" y="3599665"/>
            <a:ext cx="4439664" cy="25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Espace réservé du texte 48">
            <a:extLst>
              <a:ext uri="{FF2B5EF4-FFF2-40B4-BE49-F238E27FC236}">
                <a16:creationId xmlns:a16="http://schemas.microsoft.com/office/drawing/2014/main" id="{6C97D450-1D6D-1676-9C6D-79A6C1C336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513" y="2494044"/>
            <a:ext cx="1850745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EF7A45AC-4C50-A949-39E8-873847E96D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514" y="2872993"/>
            <a:ext cx="1850747" cy="492443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96ADFD56-2322-711C-0104-EE7F2ABD6C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6316" y="3599665"/>
            <a:ext cx="1850748" cy="307777"/>
          </a:xfrm>
        </p:spPr>
        <p:txBody>
          <a:bodyPr wrap="square" lIns="0" tIns="0" rIns="0" bIns="0" anchor="b" anchorCtr="0">
            <a:spAutoFit/>
          </a:bodyPr>
          <a:lstStyle>
            <a:lvl1pPr algn="r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E3CFFFDD-74FF-BCD1-0260-E5910F373A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6318" y="3983071"/>
            <a:ext cx="1850746" cy="492443"/>
          </a:xfrm>
        </p:spPr>
        <p:txBody>
          <a:bodyPr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80E1196D-E168-0237-AC44-1C35EC19BF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65510" y="5248273"/>
            <a:ext cx="1850745" cy="30777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ABA1E221-1503-37AA-C1C8-830F077014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65511" y="5627222"/>
            <a:ext cx="1850747" cy="492443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mo mos </a:t>
            </a:r>
            <a:r>
              <a:rPr lang="fr-FR" err="1"/>
              <a:t>voluptas</a:t>
            </a:r>
            <a:r>
              <a:rPr lang="fr-FR"/>
              <a:t>  </a:t>
            </a:r>
            <a:r>
              <a:rPr lang="fr-FR" err="1"/>
              <a:t>apitass</a:t>
            </a:r>
            <a:r>
              <a:rPr lang="fr-FR"/>
              <a:t> </a:t>
            </a:r>
            <a:r>
              <a:rPr lang="fr-FR" err="1"/>
              <a:t>imetur</a:t>
            </a:r>
            <a:r>
              <a:rPr lang="fr-FR"/>
              <a:t> mi</a:t>
            </a:r>
          </a:p>
        </p:txBody>
      </p:sp>
      <p:sp>
        <p:nvSpPr>
          <p:cNvPr id="11" name="Forme libre 12">
            <a:extLst>
              <a:ext uri="{FF2B5EF4-FFF2-40B4-BE49-F238E27FC236}">
                <a16:creationId xmlns:a16="http://schemas.microsoft.com/office/drawing/2014/main" id="{B7B84159-C81F-C8F6-8D32-E2FAA205AFC6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4B59F8E-EC1C-EDAF-B249-C4C31E75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55CA570D-1E39-0725-E218-373C741B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3" name="Espace réservé du numéro de diapositive 4">
            <a:extLst>
              <a:ext uri="{FF2B5EF4-FFF2-40B4-BE49-F238E27FC236}">
                <a16:creationId xmlns:a16="http://schemas.microsoft.com/office/drawing/2014/main" id="{20AC2A3A-872F-D9FA-E98E-5566A6E4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2DD0FE4-9728-B7E6-038B-75373227BE28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2" name="Forme libre 11">
              <a:extLst>
                <a:ext uri="{FF2B5EF4-FFF2-40B4-BE49-F238E27FC236}">
                  <a16:creationId xmlns:a16="http://schemas.microsoft.com/office/drawing/2014/main" id="{0FB486BE-BE23-67E6-0C2B-3D8715735323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4" name="Forme libre 12">
              <a:extLst>
                <a:ext uri="{FF2B5EF4-FFF2-40B4-BE49-F238E27FC236}">
                  <a16:creationId xmlns:a16="http://schemas.microsoft.com/office/drawing/2014/main" id="{806DB196-18DF-9397-D3B1-012EC6A56CA0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3C6D3F5E-CEB4-6402-B9C8-4FE94615AE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B14288E1-A952-5620-9F23-EB5A5F8C24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7720592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u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07B07-AA03-5ACC-6FFB-C9A1B250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4A47F340-C55C-E5D5-9ADC-A1263F47A608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D3ACE736-F452-C03A-925C-4AB874D2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A8B7FC6-42A8-51CF-47A8-6657E9B2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021BEE63-1EAF-5199-3849-5B180E19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0255193-0062-527E-4F3E-4AF72082E97E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0" name="Forme libre 11">
              <a:extLst>
                <a:ext uri="{FF2B5EF4-FFF2-40B4-BE49-F238E27FC236}">
                  <a16:creationId xmlns:a16="http://schemas.microsoft.com/office/drawing/2014/main" id="{367C29C6-8DC2-47FD-971B-45861B359921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A74675DC-97EF-FAE8-35EA-E41DE4449851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C1E5B70B-B604-13BF-31BE-92B67B5095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D5C09ADD-FA01-2C94-428C-E2B56D7B80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0490695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au 02">
    <p:bg>
      <p:bgPr>
        <a:blipFill dpi="0" rotWithShape="1">
          <a:blip r:embed="rId2">
            <a:lum/>
          </a:blip>
          <a:srcRect/>
          <a:stretch>
            <a:fillRect l="40000" t="-8000" r="-40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A1B1A827-745B-51EA-96B5-7C38D1920B57}"/>
              </a:ext>
            </a:extLst>
          </p:cNvPr>
          <p:cNvSpPr/>
          <p:nvPr userDrawn="1"/>
        </p:nvSpPr>
        <p:spPr>
          <a:xfrm>
            <a:off x="0" y="-20971"/>
            <a:ext cx="12192000" cy="6899942"/>
          </a:xfrm>
          <a:custGeom>
            <a:avLst/>
            <a:gdLst>
              <a:gd name="connsiteX0" fmla="*/ 0 w 11011220"/>
              <a:gd name="connsiteY0" fmla="*/ 0 h 6853042"/>
              <a:gd name="connsiteX1" fmla="*/ 2670048 w 11011220"/>
              <a:gd name="connsiteY1" fmla="*/ 0 h 6853042"/>
              <a:gd name="connsiteX2" fmla="*/ 2670048 w 11011220"/>
              <a:gd name="connsiteY2" fmla="*/ 4958 h 6853042"/>
              <a:gd name="connsiteX3" fmla="*/ 8101974 w 11011220"/>
              <a:gd name="connsiteY3" fmla="*/ 4958 h 6853042"/>
              <a:gd name="connsiteX4" fmla="*/ 8018211 w 11011220"/>
              <a:gd name="connsiteY4" fmla="*/ 211263 h 6853042"/>
              <a:gd name="connsiteX5" fmla="*/ 7737478 w 11011220"/>
              <a:gd name="connsiteY5" fmla="*/ 1756569 h 6853042"/>
              <a:gd name="connsiteX6" fmla="*/ 7737478 w 11011220"/>
              <a:gd name="connsiteY6" fmla="*/ 1761519 h 6853042"/>
              <a:gd name="connsiteX7" fmla="*/ 9019626 w 11011220"/>
              <a:gd name="connsiteY7" fmla="*/ 4858644 h 6853042"/>
              <a:gd name="connsiteX8" fmla="*/ 11011220 w 11011220"/>
              <a:gd name="connsiteY8" fmla="*/ 6853042 h 6853042"/>
              <a:gd name="connsiteX9" fmla="*/ 1552579 w 11011220"/>
              <a:gd name="connsiteY9" fmla="*/ 6853042 h 6853042"/>
              <a:gd name="connsiteX10" fmla="*/ 1552579 w 11011220"/>
              <a:gd name="connsiteY10" fmla="*/ 6848084 h 6853042"/>
              <a:gd name="connsiteX11" fmla="*/ 0 w 11011220"/>
              <a:gd name="connsiteY11" fmla="*/ 6848084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11220" h="6853042">
                <a:moveTo>
                  <a:pt x="0" y="0"/>
                </a:moveTo>
                <a:lnTo>
                  <a:pt x="2670048" y="0"/>
                </a:lnTo>
                <a:lnTo>
                  <a:pt x="2670048" y="4958"/>
                </a:lnTo>
                <a:lnTo>
                  <a:pt x="8101974" y="4958"/>
                </a:lnTo>
                <a:lnTo>
                  <a:pt x="8018211" y="211263"/>
                </a:lnTo>
                <a:cubicBezTo>
                  <a:pt x="7831389" y="708260"/>
                  <a:pt x="7737811" y="1232317"/>
                  <a:pt x="7737478" y="1756569"/>
                </a:cubicBezTo>
                <a:lnTo>
                  <a:pt x="7737478" y="1761519"/>
                </a:lnTo>
                <a:cubicBezTo>
                  <a:pt x="7738112" y="2882646"/>
                  <a:pt x="8165452" y="4003394"/>
                  <a:pt x="9019626" y="4858644"/>
                </a:cubicBezTo>
                <a:lnTo>
                  <a:pt x="11011220" y="6853042"/>
                </a:lnTo>
                <a:lnTo>
                  <a:pt x="1552579" y="6853042"/>
                </a:lnTo>
                <a:lnTo>
                  <a:pt x="1552579" y="6848084"/>
                </a:lnTo>
                <a:lnTo>
                  <a:pt x="0" y="6848084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C5CE7E-D269-A260-6353-D23A6A4B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Forme libre 12">
            <a:extLst>
              <a:ext uri="{FF2B5EF4-FFF2-40B4-BE49-F238E27FC236}">
                <a16:creationId xmlns:a16="http://schemas.microsoft.com/office/drawing/2014/main" id="{92C2C3C5-4DAF-F9C8-0CB2-0ED74826B324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3FE7F6B4-60B5-9531-5D30-8C2E9AFE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238222B4-E515-DA71-77A3-F490DF5E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C477C887-B94B-8D8A-15AB-7A003DD3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3D3BD22-EDD0-FFB5-CBB6-7E10557833F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20" name="Forme libre 11">
              <a:extLst>
                <a:ext uri="{FF2B5EF4-FFF2-40B4-BE49-F238E27FC236}">
                  <a16:creationId xmlns:a16="http://schemas.microsoft.com/office/drawing/2014/main" id="{DCE06520-3AF5-C562-F50E-95BC5A523A4C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1" name="Forme libre 12">
              <a:extLst>
                <a:ext uri="{FF2B5EF4-FFF2-40B4-BE49-F238E27FC236}">
                  <a16:creationId xmlns:a16="http://schemas.microsoft.com/office/drawing/2014/main" id="{2FB780CF-88A1-4CDE-6AE9-58E9E0BD1F2E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761CD43D-5C48-6E79-9132-7809BB8861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CB81CF82-8CE3-D660-D350-7AA11C132C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9504683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rier">
    <p:bg>
      <p:bgPr>
        <a:blipFill dpi="0" rotWithShape="1">
          <a:blip r:embed="rId2">
            <a:lum/>
          </a:blip>
          <a:srcRect/>
          <a:stretch>
            <a:fillRect l="30000" t="-7000" r="-30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e libre 9">
            <a:extLst>
              <a:ext uri="{FF2B5EF4-FFF2-40B4-BE49-F238E27FC236}">
                <a16:creationId xmlns:a16="http://schemas.microsoft.com/office/drawing/2014/main" id="{C52C6C69-F242-7427-226C-8EB4BE0E3417}"/>
              </a:ext>
            </a:extLst>
          </p:cNvPr>
          <p:cNvSpPr/>
          <p:nvPr userDrawn="1"/>
        </p:nvSpPr>
        <p:spPr>
          <a:xfrm>
            <a:off x="-1" y="-20971"/>
            <a:ext cx="12192001" cy="6899942"/>
          </a:xfrm>
          <a:custGeom>
            <a:avLst/>
            <a:gdLst>
              <a:gd name="connsiteX0" fmla="*/ 0 w 11011220"/>
              <a:gd name="connsiteY0" fmla="*/ 0 h 6853042"/>
              <a:gd name="connsiteX1" fmla="*/ 2670048 w 11011220"/>
              <a:gd name="connsiteY1" fmla="*/ 0 h 6853042"/>
              <a:gd name="connsiteX2" fmla="*/ 2670048 w 11011220"/>
              <a:gd name="connsiteY2" fmla="*/ 4958 h 6853042"/>
              <a:gd name="connsiteX3" fmla="*/ 8101974 w 11011220"/>
              <a:gd name="connsiteY3" fmla="*/ 4958 h 6853042"/>
              <a:gd name="connsiteX4" fmla="*/ 8018211 w 11011220"/>
              <a:gd name="connsiteY4" fmla="*/ 211263 h 6853042"/>
              <a:gd name="connsiteX5" fmla="*/ 7737478 w 11011220"/>
              <a:gd name="connsiteY5" fmla="*/ 1756569 h 6853042"/>
              <a:gd name="connsiteX6" fmla="*/ 7737478 w 11011220"/>
              <a:gd name="connsiteY6" fmla="*/ 1761519 h 6853042"/>
              <a:gd name="connsiteX7" fmla="*/ 9019626 w 11011220"/>
              <a:gd name="connsiteY7" fmla="*/ 4858644 h 6853042"/>
              <a:gd name="connsiteX8" fmla="*/ 11011220 w 11011220"/>
              <a:gd name="connsiteY8" fmla="*/ 6853042 h 6853042"/>
              <a:gd name="connsiteX9" fmla="*/ 1552579 w 11011220"/>
              <a:gd name="connsiteY9" fmla="*/ 6853042 h 6853042"/>
              <a:gd name="connsiteX10" fmla="*/ 1552579 w 11011220"/>
              <a:gd name="connsiteY10" fmla="*/ 6848084 h 6853042"/>
              <a:gd name="connsiteX11" fmla="*/ 0 w 11011220"/>
              <a:gd name="connsiteY11" fmla="*/ 6848084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11220" h="6853042">
                <a:moveTo>
                  <a:pt x="0" y="0"/>
                </a:moveTo>
                <a:lnTo>
                  <a:pt x="2670048" y="0"/>
                </a:lnTo>
                <a:lnTo>
                  <a:pt x="2670048" y="4958"/>
                </a:lnTo>
                <a:lnTo>
                  <a:pt x="8101974" y="4958"/>
                </a:lnTo>
                <a:lnTo>
                  <a:pt x="8018211" y="211263"/>
                </a:lnTo>
                <a:cubicBezTo>
                  <a:pt x="7831389" y="708260"/>
                  <a:pt x="7737811" y="1232317"/>
                  <a:pt x="7737478" y="1756569"/>
                </a:cubicBezTo>
                <a:lnTo>
                  <a:pt x="7737478" y="1761519"/>
                </a:lnTo>
                <a:cubicBezTo>
                  <a:pt x="7738112" y="2882646"/>
                  <a:pt x="8165452" y="4003394"/>
                  <a:pt x="9019626" y="4858644"/>
                </a:cubicBezTo>
                <a:lnTo>
                  <a:pt x="11011220" y="6853042"/>
                </a:lnTo>
                <a:lnTo>
                  <a:pt x="1552579" y="6853042"/>
                </a:lnTo>
                <a:lnTo>
                  <a:pt x="1552579" y="6848084"/>
                </a:lnTo>
                <a:lnTo>
                  <a:pt x="0" y="6848084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6ACFC7-BEAD-6583-D73B-A62DF40C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3A49CD3-9CA8-6BA3-9416-B1440A8500FA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7" name="Forme libre 11">
              <a:extLst>
                <a:ext uri="{FF2B5EF4-FFF2-40B4-BE49-F238E27FC236}">
                  <a16:creationId xmlns:a16="http://schemas.microsoft.com/office/drawing/2014/main" id="{90189B4B-2A6B-AFA0-E96E-C404176E2976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8" name="Forme libre 12">
              <a:extLst>
                <a:ext uri="{FF2B5EF4-FFF2-40B4-BE49-F238E27FC236}">
                  <a16:creationId xmlns:a16="http://schemas.microsoft.com/office/drawing/2014/main" id="{ED5AA2D0-B4D0-3148-3067-D98BA52A184E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9" name="Espace réservé du texte 45">
            <a:extLst>
              <a:ext uri="{FF2B5EF4-FFF2-40B4-BE49-F238E27FC236}">
                <a16:creationId xmlns:a16="http://schemas.microsoft.com/office/drawing/2014/main" id="{F1EFDC2A-6314-5FB2-AED0-470C3D22A8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0" name="Espace réservé du texte 45">
            <a:extLst>
              <a:ext uri="{FF2B5EF4-FFF2-40B4-BE49-F238E27FC236}">
                <a16:creationId xmlns:a16="http://schemas.microsoft.com/office/drawing/2014/main" id="{F464529F-E5DD-BF02-1454-549F2336130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1" name="Forme libre 12">
            <a:extLst>
              <a:ext uri="{FF2B5EF4-FFF2-40B4-BE49-F238E27FC236}">
                <a16:creationId xmlns:a16="http://schemas.microsoft.com/office/drawing/2014/main" id="{E83EEC7D-948F-1B30-3BEF-2A0351851E76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FA06006-CE4E-F648-04E3-101DEAFA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13" name="Espace réservé du pied de page 3">
            <a:extLst>
              <a:ext uri="{FF2B5EF4-FFF2-40B4-BE49-F238E27FC236}">
                <a16:creationId xmlns:a16="http://schemas.microsoft.com/office/drawing/2014/main" id="{9AED4FB6-EB25-DF41-7CBD-219A2302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4" name="Espace réservé du numéro de diapositive 4">
            <a:extLst>
              <a:ext uri="{FF2B5EF4-FFF2-40B4-BE49-F238E27FC236}">
                <a16:creationId xmlns:a16="http://schemas.microsoft.com/office/drawing/2014/main" id="{E1FC0C53-6EAD-D079-AAEB-8A5EBAA7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5885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ffres clés">
    <p:bg>
      <p:bgPr>
        <a:blipFill dpi="0" rotWithShape="1">
          <a:blip r:embed="rId2">
            <a:lum/>
          </a:blip>
          <a:srcRect/>
          <a:stretch>
            <a:fillRect l="-35000" t="-9000" r="40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C3D63B46-F987-949E-F9AA-DA4721B0359F}"/>
              </a:ext>
            </a:extLst>
          </p:cNvPr>
          <p:cNvSpPr/>
          <p:nvPr userDrawn="1"/>
        </p:nvSpPr>
        <p:spPr>
          <a:xfrm flipH="1">
            <a:off x="-1" y="0"/>
            <a:ext cx="12192000" cy="6853042"/>
          </a:xfrm>
          <a:custGeom>
            <a:avLst/>
            <a:gdLst>
              <a:gd name="connsiteX0" fmla="*/ 2879725 w 10990518"/>
              <a:gd name="connsiteY0" fmla="*/ 0 h 6853042"/>
              <a:gd name="connsiteX1" fmla="*/ 0 w 10990518"/>
              <a:gd name="connsiteY1" fmla="*/ 0 h 6853042"/>
              <a:gd name="connsiteX2" fmla="*/ 0 w 10990518"/>
              <a:gd name="connsiteY2" fmla="*/ 6853042 h 6853042"/>
              <a:gd name="connsiteX3" fmla="*/ 1531877 w 10990518"/>
              <a:gd name="connsiteY3" fmla="*/ 6853042 h 6853042"/>
              <a:gd name="connsiteX4" fmla="*/ 2879725 w 10990518"/>
              <a:gd name="connsiteY4" fmla="*/ 6853042 h 6853042"/>
              <a:gd name="connsiteX5" fmla="*/ 10990518 w 10990518"/>
              <a:gd name="connsiteY5" fmla="*/ 6853042 h 6853042"/>
              <a:gd name="connsiteX6" fmla="*/ 8998924 w 10990518"/>
              <a:gd name="connsiteY6" fmla="*/ 4858644 h 6853042"/>
              <a:gd name="connsiteX7" fmla="*/ 7716776 w 10990518"/>
              <a:gd name="connsiteY7" fmla="*/ 1761519 h 6853042"/>
              <a:gd name="connsiteX8" fmla="*/ 7716776 w 10990518"/>
              <a:gd name="connsiteY8" fmla="*/ 1756569 h 6853042"/>
              <a:gd name="connsiteX9" fmla="*/ 7997509 w 10990518"/>
              <a:gd name="connsiteY9" fmla="*/ 211263 h 6853042"/>
              <a:gd name="connsiteX10" fmla="*/ 8081272 w 10990518"/>
              <a:gd name="connsiteY10" fmla="*/ 4958 h 6853042"/>
              <a:gd name="connsiteX11" fmla="*/ 2879725 w 10990518"/>
              <a:gd name="connsiteY11" fmla="*/ 4958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0518" h="6853042">
                <a:moveTo>
                  <a:pt x="2879725" y="0"/>
                </a:moveTo>
                <a:lnTo>
                  <a:pt x="0" y="0"/>
                </a:lnTo>
                <a:lnTo>
                  <a:pt x="0" y="6853042"/>
                </a:lnTo>
                <a:lnTo>
                  <a:pt x="1531877" y="6853042"/>
                </a:lnTo>
                <a:lnTo>
                  <a:pt x="2879725" y="6853042"/>
                </a:lnTo>
                <a:lnTo>
                  <a:pt x="10990518" y="6853042"/>
                </a:lnTo>
                <a:lnTo>
                  <a:pt x="8998924" y="4858644"/>
                </a:lnTo>
                <a:cubicBezTo>
                  <a:pt x="8144750" y="4003394"/>
                  <a:pt x="7717410" y="2882646"/>
                  <a:pt x="7716776" y="1761519"/>
                </a:cubicBezTo>
                <a:lnTo>
                  <a:pt x="7716776" y="1756569"/>
                </a:lnTo>
                <a:cubicBezTo>
                  <a:pt x="7717109" y="1232317"/>
                  <a:pt x="7810687" y="708260"/>
                  <a:pt x="7997509" y="211263"/>
                </a:cubicBezTo>
                <a:lnTo>
                  <a:pt x="8081272" y="4958"/>
                </a:lnTo>
                <a:lnTo>
                  <a:pt x="2879725" y="4958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11" name="Espace réservé du texte 48">
            <a:extLst>
              <a:ext uri="{FF2B5EF4-FFF2-40B4-BE49-F238E27FC236}">
                <a16:creationId xmlns:a16="http://schemas.microsoft.com/office/drawing/2014/main" id="{699774F8-2CAC-4281-C7BD-6B3E8220C0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14421" y="1671046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6E0B3D2C-0628-2036-3FFB-D3D59C30A9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4421" y="2575194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3" name="Espace réservé du texte 48">
            <a:extLst>
              <a:ext uri="{FF2B5EF4-FFF2-40B4-BE49-F238E27FC236}">
                <a16:creationId xmlns:a16="http://schemas.microsoft.com/office/drawing/2014/main" id="{F22EA189-DC0E-A682-C143-6920742EB5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14421" y="3850720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4" name="Espace réservé du texte 48">
            <a:extLst>
              <a:ext uri="{FF2B5EF4-FFF2-40B4-BE49-F238E27FC236}">
                <a16:creationId xmlns:a16="http://schemas.microsoft.com/office/drawing/2014/main" id="{3E287203-AF51-2846-74AF-179373468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14421" y="4754868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5" name="Espace réservé du texte 48">
            <a:extLst>
              <a:ext uri="{FF2B5EF4-FFF2-40B4-BE49-F238E27FC236}">
                <a16:creationId xmlns:a16="http://schemas.microsoft.com/office/drawing/2014/main" id="{E45B0185-8CEC-2879-18A9-21224282C4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1659" y="1671046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6" name="Espace réservé du texte 48">
            <a:extLst>
              <a:ext uri="{FF2B5EF4-FFF2-40B4-BE49-F238E27FC236}">
                <a16:creationId xmlns:a16="http://schemas.microsoft.com/office/drawing/2014/main" id="{845819A9-0C72-D550-AF7E-3F38CB6B2B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1659" y="2575194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5EE413F4-2838-BD96-29BA-281685C7DE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1659" y="3850720"/>
            <a:ext cx="2611141" cy="984885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64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99C98D80-09BB-D004-46B8-42890F525B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1659" y="4754868"/>
            <a:ext cx="2611141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FC8420EF-069A-2B15-BE80-0E449C19B507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524FC760-8A19-1AE5-D439-AC2C4115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22" name="Espace réservé du pied de page 3">
            <a:extLst>
              <a:ext uri="{FF2B5EF4-FFF2-40B4-BE49-F238E27FC236}">
                <a16:creationId xmlns:a16="http://schemas.microsoft.com/office/drawing/2014/main" id="{16FC95EE-8CB8-7BF0-3950-E38B8BF9D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23" name="Espace réservé du numéro de diapositive 4">
            <a:extLst>
              <a:ext uri="{FF2B5EF4-FFF2-40B4-BE49-F238E27FC236}">
                <a16:creationId xmlns:a16="http://schemas.microsoft.com/office/drawing/2014/main" id="{A87983A0-01CB-40C9-C094-C725E723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76E6F55D-DAF6-9444-E256-AE3946A6AD13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9" name="Forme libre 11">
              <a:extLst>
                <a:ext uri="{FF2B5EF4-FFF2-40B4-BE49-F238E27FC236}">
                  <a16:creationId xmlns:a16="http://schemas.microsoft.com/office/drawing/2014/main" id="{794ABA5F-8B9F-CE60-46A5-09ACBA47D4C6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24" name="Forme libre 12">
              <a:extLst>
                <a:ext uri="{FF2B5EF4-FFF2-40B4-BE49-F238E27FC236}">
                  <a16:creationId xmlns:a16="http://schemas.microsoft.com/office/drawing/2014/main" id="{A9E04064-EE12-F787-45A6-52031ACD53FD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2" name="Espace réservé du texte 45">
            <a:extLst>
              <a:ext uri="{FF2B5EF4-FFF2-40B4-BE49-F238E27FC236}">
                <a16:creationId xmlns:a16="http://schemas.microsoft.com/office/drawing/2014/main" id="{6DC714C1-A15C-0D21-464C-435A129B09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54311D5A-4260-6FE7-A1BF-41EE87B142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1023734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9">
            <a:extLst>
              <a:ext uri="{FF2B5EF4-FFF2-40B4-BE49-F238E27FC236}">
                <a16:creationId xmlns:a16="http://schemas.microsoft.com/office/drawing/2014/main" id="{C3D63B46-F987-949E-F9AA-DA4721B0359F}"/>
              </a:ext>
            </a:extLst>
          </p:cNvPr>
          <p:cNvSpPr/>
          <p:nvPr userDrawn="1"/>
        </p:nvSpPr>
        <p:spPr>
          <a:xfrm flipH="1">
            <a:off x="-1" y="-51672"/>
            <a:ext cx="11006420" cy="6961343"/>
          </a:xfrm>
          <a:custGeom>
            <a:avLst/>
            <a:gdLst>
              <a:gd name="connsiteX0" fmla="*/ 2879725 w 10990518"/>
              <a:gd name="connsiteY0" fmla="*/ 0 h 6853042"/>
              <a:gd name="connsiteX1" fmla="*/ 0 w 10990518"/>
              <a:gd name="connsiteY1" fmla="*/ 0 h 6853042"/>
              <a:gd name="connsiteX2" fmla="*/ 0 w 10990518"/>
              <a:gd name="connsiteY2" fmla="*/ 6853042 h 6853042"/>
              <a:gd name="connsiteX3" fmla="*/ 1531877 w 10990518"/>
              <a:gd name="connsiteY3" fmla="*/ 6853042 h 6853042"/>
              <a:gd name="connsiteX4" fmla="*/ 2879725 w 10990518"/>
              <a:gd name="connsiteY4" fmla="*/ 6853042 h 6853042"/>
              <a:gd name="connsiteX5" fmla="*/ 10990518 w 10990518"/>
              <a:gd name="connsiteY5" fmla="*/ 6853042 h 6853042"/>
              <a:gd name="connsiteX6" fmla="*/ 8998924 w 10990518"/>
              <a:gd name="connsiteY6" fmla="*/ 4858644 h 6853042"/>
              <a:gd name="connsiteX7" fmla="*/ 7716776 w 10990518"/>
              <a:gd name="connsiteY7" fmla="*/ 1761519 h 6853042"/>
              <a:gd name="connsiteX8" fmla="*/ 7716776 w 10990518"/>
              <a:gd name="connsiteY8" fmla="*/ 1756569 h 6853042"/>
              <a:gd name="connsiteX9" fmla="*/ 7997509 w 10990518"/>
              <a:gd name="connsiteY9" fmla="*/ 211263 h 6853042"/>
              <a:gd name="connsiteX10" fmla="*/ 8081272 w 10990518"/>
              <a:gd name="connsiteY10" fmla="*/ 4958 h 6853042"/>
              <a:gd name="connsiteX11" fmla="*/ 2879725 w 10990518"/>
              <a:gd name="connsiteY11" fmla="*/ 4958 h 685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0518" h="6853042">
                <a:moveTo>
                  <a:pt x="2879725" y="0"/>
                </a:moveTo>
                <a:lnTo>
                  <a:pt x="0" y="0"/>
                </a:lnTo>
                <a:lnTo>
                  <a:pt x="0" y="6853042"/>
                </a:lnTo>
                <a:lnTo>
                  <a:pt x="1531877" y="6853042"/>
                </a:lnTo>
                <a:lnTo>
                  <a:pt x="2879725" y="6853042"/>
                </a:lnTo>
                <a:lnTo>
                  <a:pt x="10990518" y="6853042"/>
                </a:lnTo>
                <a:lnTo>
                  <a:pt x="8998924" y="4858644"/>
                </a:lnTo>
                <a:cubicBezTo>
                  <a:pt x="8144750" y="4003394"/>
                  <a:pt x="7717410" y="2882646"/>
                  <a:pt x="7716776" y="1761519"/>
                </a:cubicBezTo>
                <a:lnTo>
                  <a:pt x="7716776" y="1756569"/>
                </a:lnTo>
                <a:cubicBezTo>
                  <a:pt x="7717109" y="1232317"/>
                  <a:pt x="7810687" y="708260"/>
                  <a:pt x="7997509" y="211263"/>
                </a:cubicBezTo>
                <a:lnTo>
                  <a:pt x="8081272" y="4958"/>
                </a:lnTo>
                <a:lnTo>
                  <a:pt x="2879725" y="4958"/>
                </a:lnTo>
                <a:close/>
              </a:path>
            </a:pathLst>
          </a:cu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F67C30-AE14-6D8D-3292-BB90707759D0}"/>
              </a:ext>
            </a:extLst>
          </p:cNvPr>
          <p:cNvSpPr/>
          <p:nvPr userDrawn="1"/>
        </p:nvSpPr>
        <p:spPr>
          <a:xfrm>
            <a:off x="10613985" y="-51672"/>
            <a:ext cx="1578016" cy="6961342"/>
          </a:xfrm>
          <a:prstGeom prst="rect">
            <a:avLst/>
          </a:prstGeom>
          <a:solidFill>
            <a:schemeClr val="bg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9EABB81E-7E9E-580A-364D-42E2F06CA2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08204" y="2262295"/>
            <a:ext cx="6904371" cy="274947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Omagnat</a:t>
            </a:r>
            <a:r>
              <a:rPr lang="fr-FR"/>
              <a:t>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endParaRPr lang="fr-FR"/>
          </a:p>
          <a:p>
            <a:pPr lvl="0"/>
            <a:r>
              <a:rPr lang="fr-FR" err="1"/>
              <a:t>Lam</a:t>
            </a:r>
            <a:r>
              <a:rPr lang="fr-FR"/>
              <a:t> in </a:t>
            </a:r>
            <a:r>
              <a:rPr lang="fr-FR" err="1"/>
              <a:t>numqui</a:t>
            </a:r>
            <a:r>
              <a:rPr lang="fr-FR"/>
              <a:t> </a:t>
            </a:r>
            <a:r>
              <a:rPr lang="fr-FR" err="1"/>
              <a:t>quiatus</a:t>
            </a:r>
            <a:r>
              <a:rPr lang="fr-FR"/>
              <a:t> ape </a:t>
            </a:r>
            <a:r>
              <a:rPr lang="fr-FR" err="1"/>
              <a:t>eatis</a:t>
            </a:r>
            <a:r>
              <a:rPr lang="fr-FR"/>
              <a:t> </a:t>
            </a:r>
            <a:r>
              <a:rPr lang="fr-FR" err="1"/>
              <a:t>volut</a:t>
            </a:r>
            <a:r>
              <a:rPr lang="fr-FR"/>
              <a:t> </a:t>
            </a:r>
            <a:r>
              <a:rPr lang="fr-FR" err="1"/>
              <a:t>eleste</a:t>
            </a:r>
            <a:r>
              <a:rPr lang="fr-FR"/>
              <a:t> </a:t>
            </a:r>
            <a:r>
              <a:rPr lang="fr-FR" err="1"/>
              <a:t>vendi</a:t>
            </a:r>
            <a:r>
              <a:rPr lang="fr-FR"/>
              <a:t> con </a:t>
            </a:r>
            <a:r>
              <a:rPr lang="fr-FR" err="1"/>
              <a:t>ped</a:t>
            </a:r>
            <a:r>
              <a:rPr lang="fr-FR"/>
              <a:t> </a:t>
            </a:r>
            <a:r>
              <a:rPr lang="fr-FR" err="1"/>
              <a:t>quam</a:t>
            </a:r>
            <a:r>
              <a:rPr lang="fr-FR"/>
              <a:t> quia </a:t>
            </a:r>
            <a:r>
              <a:rPr lang="fr-FR" err="1"/>
              <a:t>im</a:t>
            </a:r>
            <a:r>
              <a:rPr lang="fr-FR"/>
              <a:t> et </a:t>
            </a:r>
            <a:r>
              <a:rPr lang="fr-FR" err="1"/>
              <a:t>prorepe</a:t>
            </a:r>
            <a:r>
              <a:rPr lang="fr-FR"/>
              <a:t> </a:t>
            </a:r>
            <a:r>
              <a:rPr lang="fr-FR" err="1"/>
              <a:t>llorum</a:t>
            </a:r>
            <a:r>
              <a:rPr lang="fr-FR"/>
              <a:t> </a:t>
            </a:r>
            <a:r>
              <a:rPr lang="fr-FR" err="1"/>
              <a:t>num</a:t>
            </a:r>
            <a:r>
              <a:rPr lang="fr-FR"/>
              <a:t> </a:t>
            </a:r>
            <a:r>
              <a:rPr lang="fr-FR" err="1"/>
              <a:t>laboribus</a:t>
            </a:r>
            <a:r>
              <a:rPr lang="fr-FR"/>
              <a:t> </a:t>
            </a:r>
            <a:r>
              <a:rPr lang="fr-FR" err="1"/>
              <a:t>consectet</a:t>
            </a:r>
            <a:r>
              <a:rPr lang="fr-FR"/>
              <a:t> </a:t>
            </a:r>
            <a:r>
              <a:rPr lang="fr-FR" err="1"/>
              <a:t>everspi</a:t>
            </a:r>
            <a:r>
              <a:rPr lang="fr-FR"/>
              <a:t> </a:t>
            </a:r>
            <a:r>
              <a:rPr lang="fr-FR" err="1"/>
              <a:t>enistiisit</a:t>
            </a:r>
            <a:r>
              <a:rPr lang="fr-FR"/>
              <a:t> </a:t>
            </a:r>
            <a:r>
              <a:rPr lang="fr-FR" err="1"/>
              <a:t>repedit</a:t>
            </a:r>
            <a:r>
              <a:rPr lang="fr-FR"/>
              <a:t> </a:t>
            </a:r>
            <a:r>
              <a:rPr lang="fr-FR" err="1"/>
              <a:t>iberemperunt</a:t>
            </a:r>
            <a:r>
              <a:rPr lang="fr-FR"/>
              <a:t> </a:t>
            </a:r>
            <a:r>
              <a:rPr lang="fr-FR" err="1"/>
              <a:t>rectibus</a:t>
            </a:r>
            <a:r>
              <a:rPr lang="fr-FR"/>
              <a:t>, </a:t>
            </a:r>
            <a:r>
              <a:rPr lang="fr-FR" err="1"/>
              <a:t>am</a:t>
            </a:r>
            <a:r>
              <a:rPr lang="fr-FR"/>
              <a:t> </a:t>
            </a:r>
            <a:r>
              <a:rPr lang="fr-FR" err="1"/>
              <a:t>etum</a:t>
            </a:r>
            <a:r>
              <a:rPr lang="fr-FR"/>
              <a:t> </a:t>
            </a:r>
            <a:r>
              <a:rPr lang="fr-FR" err="1"/>
              <a:t>autem</a:t>
            </a:r>
            <a:r>
              <a:rPr lang="fr-FR"/>
              <a:t> </a:t>
            </a:r>
            <a:r>
              <a:rPr lang="fr-FR" err="1"/>
              <a:t>velent</a:t>
            </a:r>
            <a:r>
              <a:rPr lang="fr-FR"/>
              <a:t> </a:t>
            </a:r>
            <a:r>
              <a:rPr lang="fr-FR" err="1"/>
              <a:t>lam</a:t>
            </a:r>
            <a:r>
              <a:rPr lang="fr-FR"/>
              <a:t> </a:t>
            </a:r>
            <a:r>
              <a:rPr lang="fr-FR" err="1"/>
              <a:t>estibus</a:t>
            </a:r>
            <a:r>
              <a:rPr lang="fr-FR"/>
              <a:t> </a:t>
            </a:r>
            <a:r>
              <a:rPr lang="fr-FR" err="1"/>
              <a:t>ium</a:t>
            </a:r>
            <a:r>
              <a:rPr lang="fr-FR"/>
              <a:t>, </a:t>
            </a:r>
            <a:r>
              <a:rPr lang="fr-FR" err="1"/>
              <a:t>nimagniant</a:t>
            </a:r>
            <a:r>
              <a:rPr lang="fr-FR"/>
              <a:t> </a:t>
            </a:r>
            <a:r>
              <a:rPr lang="fr-FR" err="1"/>
              <a:t>aligendandit</a:t>
            </a:r>
            <a:r>
              <a:rPr lang="fr-FR"/>
              <a:t> quat.</a:t>
            </a:r>
          </a:p>
          <a:p>
            <a:pPr lvl="0"/>
            <a:r>
              <a:rPr lang="fr-FR"/>
              <a:t>Met, </a:t>
            </a:r>
            <a:r>
              <a:rPr lang="fr-FR" err="1"/>
              <a:t>cus</a:t>
            </a:r>
            <a:r>
              <a:rPr lang="fr-FR"/>
              <a:t> </a:t>
            </a:r>
            <a:r>
              <a:rPr lang="fr-FR" err="1"/>
              <a:t>explita</a:t>
            </a:r>
            <a:r>
              <a:rPr lang="fr-FR"/>
              <a:t> </a:t>
            </a:r>
            <a:r>
              <a:rPr lang="fr-FR" err="1"/>
              <a:t>alibus</a:t>
            </a:r>
            <a:r>
              <a:rPr lang="fr-FR"/>
              <a:t>, tem </a:t>
            </a:r>
            <a:r>
              <a:rPr lang="fr-FR" err="1"/>
              <a:t>ernat</a:t>
            </a:r>
            <a:r>
              <a:rPr lang="fr-FR"/>
              <a:t> </a:t>
            </a:r>
            <a:r>
              <a:rPr lang="fr-FR" err="1"/>
              <a:t>lab</a:t>
            </a:r>
            <a:r>
              <a:rPr lang="fr-FR"/>
              <a:t> </a:t>
            </a:r>
            <a:r>
              <a:rPr lang="fr-FR" err="1"/>
              <a:t>ius</a:t>
            </a:r>
            <a:r>
              <a:rPr lang="fr-FR"/>
              <a:t> </a:t>
            </a:r>
            <a:r>
              <a:rPr lang="fr-FR" err="1"/>
              <a:t>doluptia</a:t>
            </a:r>
            <a:r>
              <a:rPr lang="fr-FR"/>
              <a:t> sent.</a:t>
            </a:r>
          </a:p>
        </p:txBody>
      </p:sp>
      <p:sp>
        <p:nvSpPr>
          <p:cNvPr id="6" name="Forme libre 12">
            <a:extLst>
              <a:ext uri="{FF2B5EF4-FFF2-40B4-BE49-F238E27FC236}">
                <a16:creationId xmlns:a16="http://schemas.microsoft.com/office/drawing/2014/main" id="{6DC0F0FC-FFD3-7D9E-830A-27CEB2215538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D7645F1A-B175-EEF0-6ED5-6069E037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15" name="Espace réservé du pied de page 3">
            <a:extLst>
              <a:ext uri="{FF2B5EF4-FFF2-40B4-BE49-F238E27FC236}">
                <a16:creationId xmlns:a16="http://schemas.microsoft.com/office/drawing/2014/main" id="{E066496C-5158-0784-4D3E-D5079F88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B196FC4F-9710-7045-0A19-CEB04222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67563D9F-BE47-9E68-E9D5-3B69F0880677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7" name="Forme libre 11">
              <a:extLst>
                <a:ext uri="{FF2B5EF4-FFF2-40B4-BE49-F238E27FC236}">
                  <a16:creationId xmlns:a16="http://schemas.microsoft.com/office/drawing/2014/main" id="{1E42A965-C1F3-FB2E-2D8A-2ED70CE758B1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8" name="Forme libre 12">
              <a:extLst>
                <a:ext uri="{FF2B5EF4-FFF2-40B4-BE49-F238E27FC236}">
                  <a16:creationId xmlns:a16="http://schemas.microsoft.com/office/drawing/2014/main" id="{8896A24F-D167-B901-2D93-51A3D0D4E48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805DF22-3EC7-C4F0-9800-B16E3F0645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10C9D8D0-524E-525C-7531-AA400BD659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0953371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3C9FFE14-2DF7-9F62-EEB3-4BF2080F013B}"/>
              </a:ext>
            </a:extLst>
          </p:cNvPr>
          <p:cNvGrpSpPr/>
          <p:nvPr userDrawn="1"/>
        </p:nvGrpSpPr>
        <p:grpSpPr>
          <a:xfrm>
            <a:off x="1190579" y="1119172"/>
            <a:ext cx="9810841" cy="4742801"/>
            <a:chOff x="1190579" y="1119172"/>
            <a:chExt cx="9810841" cy="4742801"/>
          </a:xfrm>
          <a:solidFill>
            <a:schemeClr val="tx1"/>
          </a:solidFill>
        </p:grpSpPr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D937D84E-67AB-0017-8651-5C04553CED3D}"/>
                </a:ext>
              </a:extLst>
            </p:cNvPr>
            <p:cNvSpPr/>
            <p:nvPr userDrawn="1"/>
          </p:nvSpPr>
          <p:spPr>
            <a:xfrm>
              <a:off x="4424886" y="1119172"/>
              <a:ext cx="3311865" cy="4742801"/>
            </a:xfrm>
            <a:custGeom>
              <a:avLst/>
              <a:gdLst>
                <a:gd name="connsiteX0" fmla="*/ 0 w 5613991"/>
                <a:gd name="connsiteY0" fmla="*/ 0 h 4742801"/>
                <a:gd name="connsiteX1" fmla="*/ 5613991 w 5613991"/>
                <a:gd name="connsiteY1" fmla="*/ 0 h 4742801"/>
                <a:gd name="connsiteX2" fmla="*/ 5613991 w 5613991"/>
                <a:gd name="connsiteY2" fmla="*/ 4742801 h 4742801"/>
                <a:gd name="connsiteX3" fmla="*/ 0 w 5613991"/>
                <a:gd name="connsiteY3" fmla="*/ 4742801 h 4742801"/>
                <a:gd name="connsiteX4" fmla="*/ 0 w 5613991"/>
                <a:gd name="connsiteY4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991" h="4742801">
                  <a:moveTo>
                    <a:pt x="0" y="0"/>
                  </a:moveTo>
                  <a:lnTo>
                    <a:pt x="5613991" y="0"/>
                  </a:lnTo>
                  <a:lnTo>
                    <a:pt x="5613991" y="4742801"/>
                  </a:lnTo>
                  <a:lnTo>
                    <a:pt x="0" y="47428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7C1764D6-3405-9CF1-356E-B8C51B8E0340}"/>
                </a:ext>
              </a:extLst>
            </p:cNvPr>
            <p:cNvSpPr/>
            <p:nvPr userDrawn="1"/>
          </p:nvSpPr>
          <p:spPr>
            <a:xfrm>
              <a:off x="1190579" y="1119172"/>
              <a:ext cx="3234307" cy="4742801"/>
            </a:xfrm>
            <a:custGeom>
              <a:avLst/>
              <a:gdLst>
                <a:gd name="connsiteX0" fmla="*/ 2402603 w 3234307"/>
                <a:gd name="connsiteY0" fmla="*/ 0 h 4742801"/>
                <a:gd name="connsiteX1" fmla="*/ 3234307 w 3234307"/>
                <a:gd name="connsiteY1" fmla="*/ 0 h 4742801"/>
                <a:gd name="connsiteX2" fmla="*/ 3234307 w 3234307"/>
                <a:gd name="connsiteY2" fmla="*/ 4742801 h 4742801"/>
                <a:gd name="connsiteX3" fmla="*/ 2402603 w 3234307"/>
                <a:gd name="connsiteY3" fmla="*/ 4742801 h 4742801"/>
                <a:gd name="connsiteX4" fmla="*/ 0 w 3234307"/>
                <a:gd name="connsiteY4" fmla="*/ 2371400 h 4742801"/>
                <a:gd name="connsiteX5" fmla="*/ 2402603 w 3234307"/>
                <a:gd name="connsiteY5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4307" h="4742801">
                  <a:moveTo>
                    <a:pt x="2402603" y="0"/>
                  </a:moveTo>
                  <a:lnTo>
                    <a:pt x="3234307" y="0"/>
                  </a:lnTo>
                  <a:lnTo>
                    <a:pt x="3234307" y="4742801"/>
                  </a:lnTo>
                  <a:lnTo>
                    <a:pt x="2402603" y="4742801"/>
                  </a:lnTo>
                  <a:cubicBezTo>
                    <a:pt x="1075415" y="4742801"/>
                    <a:pt x="0" y="3681352"/>
                    <a:pt x="0" y="2371400"/>
                  </a:cubicBezTo>
                  <a:cubicBezTo>
                    <a:pt x="0" y="1061448"/>
                    <a:pt x="1076048" y="0"/>
                    <a:pt x="2402603" y="0"/>
                  </a:cubicBez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D9ED5DDD-9145-5C8E-4362-EF6AC50BFB72}"/>
                </a:ext>
              </a:extLst>
            </p:cNvPr>
            <p:cNvSpPr/>
            <p:nvPr userDrawn="1"/>
          </p:nvSpPr>
          <p:spPr>
            <a:xfrm>
              <a:off x="7736751" y="1119172"/>
              <a:ext cx="3264669" cy="4742801"/>
            </a:xfrm>
            <a:custGeom>
              <a:avLst/>
              <a:gdLst>
                <a:gd name="connsiteX0" fmla="*/ 0 w 3264669"/>
                <a:gd name="connsiteY0" fmla="*/ 0 h 4742801"/>
                <a:gd name="connsiteX1" fmla="*/ 862066 w 3264669"/>
                <a:gd name="connsiteY1" fmla="*/ 0 h 4742801"/>
                <a:gd name="connsiteX2" fmla="*/ 3264669 w 3264669"/>
                <a:gd name="connsiteY2" fmla="*/ 2371400 h 4742801"/>
                <a:gd name="connsiteX3" fmla="*/ 862066 w 3264669"/>
                <a:gd name="connsiteY3" fmla="*/ 4742801 h 4742801"/>
                <a:gd name="connsiteX4" fmla="*/ 0 w 3264669"/>
                <a:gd name="connsiteY4" fmla="*/ 4742801 h 4742801"/>
                <a:gd name="connsiteX5" fmla="*/ 0 w 3264669"/>
                <a:gd name="connsiteY5" fmla="*/ 0 h 47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64669" h="4742801">
                  <a:moveTo>
                    <a:pt x="0" y="0"/>
                  </a:moveTo>
                  <a:lnTo>
                    <a:pt x="862066" y="0"/>
                  </a:lnTo>
                  <a:cubicBezTo>
                    <a:pt x="2189254" y="0"/>
                    <a:pt x="3264669" y="1061448"/>
                    <a:pt x="3264669" y="2371400"/>
                  </a:cubicBezTo>
                  <a:cubicBezTo>
                    <a:pt x="3264669" y="3681352"/>
                    <a:pt x="2189254" y="4742801"/>
                    <a:pt x="862066" y="4742801"/>
                  </a:cubicBezTo>
                  <a:lnTo>
                    <a:pt x="0" y="47428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2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5" name="Espace réservé du texte 48">
            <a:extLst>
              <a:ext uri="{FF2B5EF4-FFF2-40B4-BE49-F238E27FC236}">
                <a16:creationId xmlns:a16="http://schemas.microsoft.com/office/drawing/2014/main" id="{0EFE8AAB-B51C-C471-9DDF-DC61F9FE03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43814" y="1005703"/>
            <a:ext cx="6904371" cy="2646878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7200" b="0" i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“</a:t>
            </a:r>
          </a:p>
        </p:txBody>
      </p:sp>
      <p:sp>
        <p:nvSpPr>
          <p:cNvPr id="8" name="Espace réservé du texte 48">
            <a:extLst>
              <a:ext uri="{FF2B5EF4-FFF2-40B4-BE49-F238E27FC236}">
                <a16:creationId xmlns:a16="http://schemas.microsoft.com/office/drawing/2014/main" id="{BC4AA433-F54F-BC08-CD50-0663CC786B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814" y="2751891"/>
            <a:ext cx="6904371" cy="1354217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2200" b="0" i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Omagnat</a:t>
            </a:r>
            <a:r>
              <a:rPr lang="fr-FR"/>
              <a:t>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. </a:t>
            </a:r>
          </a:p>
        </p:txBody>
      </p:sp>
      <p:sp>
        <p:nvSpPr>
          <p:cNvPr id="9" name="Espace réservé du texte 48">
            <a:extLst>
              <a:ext uri="{FF2B5EF4-FFF2-40B4-BE49-F238E27FC236}">
                <a16:creationId xmlns:a16="http://schemas.microsoft.com/office/drawing/2014/main" id="{636FDDBB-AB97-875A-E106-BF286ECB89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43814" y="4357407"/>
            <a:ext cx="6904371" cy="276999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800" b="0" i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84181594-36D7-3EB7-7687-0D7A32C3C4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43814" y="4665751"/>
            <a:ext cx="6904371" cy="246221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" name="Forme libre 12">
            <a:extLst>
              <a:ext uri="{FF2B5EF4-FFF2-40B4-BE49-F238E27FC236}">
                <a16:creationId xmlns:a16="http://schemas.microsoft.com/office/drawing/2014/main" id="{0DB4B38E-3080-9723-9FC4-2437D08FF2ED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9D0263E7-D889-A1EA-0142-E9F7D947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37640864-98B1-B1CE-3AD6-872A651A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CEFA2276-829F-E8D6-7240-7BD7F6C2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4153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8">
            <a:extLst>
              <a:ext uri="{FF2B5EF4-FFF2-40B4-BE49-F238E27FC236}">
                <a16:creationId xmlns:a16="http://schemas.microsoft.com/office/drawing/2014/main" id="{374206C1-0B91-C87D-C62F-76048A5F1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7591" y="1014544"/>
            <a:ext cx="9369052" cy="5411565"/>
          </a:xfrm>
          <a:prstGeom prst="rect">
            <a:avLst/>
          </a:prstGeom>
        </p:spPr>
      </p:pic>
      <p:sp>
        <p:nvSpPr>
          <p:cNvPr id="6" name="Forme libre 12">
            <a:extLst>
              <a:ext uri="{FF2B5EF4-FFF2-40B4-BE49-F238E27FC236}">
                <a16:creationId xmlns:a16="http://schemas.microsoft.com/office/drawing/2014/main" id="{E5CD8813-FC29-69A2-BA3D-6C712CB242A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3D888471-FFA0-7364-D9FB-DDE97D7E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9F35397-620D-FE08-E548-B11019FC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4410963C-D78E-4F85-7C13-121A4DE2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</p:spPr>
        <p:txBody>
          <a:bodyPr/>
          <a:lstStyle/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4326CFB-5EA5-F025-40A2-D1707A8694F9}"/>
              </a:ext>
            </a:extLst>
          </p:cNvPr>
          <p:cNvGrpSpPr/>
          <p:nvPr userDrawn="1"/>
        </p:nvGrpSpPr>
        <p:grpSpPr>
          <a:xfrm>
            <a:off x="-1" y="263015"/>
            <a:ext cx="5860125" cy="375126"/>
            <a:chOff x="-5557295" y="172402"/>
            <a:chExt cx="5860125" cy="375126"/>
          </a:xfrm>
        </p:grpSpPr>
        <p:sp>
          <p:nvSpPr>
            <p:cNvPr id="10" name="Forme libre 11">
              <a:extLst>
                <a:ext uri="{FF2B5EF4-FFF2-40B4-BE49-F238E27FC236}">
                  <a16:creationId xmlns:a16="http://schemas.microsoft.com/office/drawing/2014/main" id="{AC4B9993-EE4B-7D3F-E1A0-73F4DF1FBB04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0D76191F-D9FE-9D78-9A39-6946965228B6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3" name="Espace réservé du texte 45">
            <a:extLst>
              <a:ext uri="{FF2B5EF4-FFF2-40B4-BE49-F238E27FC236}">
                <a16:creationId xmlns:a16="http://schemas.microsoft.com/office/drawing/2014/main" id="{87336683-2302-48C3-C35F-93F7910813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8835" y="263014"/>
            <a:ext cx="4758407" cy="375125"/>
          </a:xfr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45">
            <a:extLst>
              <a:ext uri="{FF2B5EF4-FFF2-40B4-BE49-F238E27FC236}">
                <a16:creationId xmlns:a16="http://schemas.microsoft.com/office/drawing/2014/main" id="{7336BC76-E506-AE1C-B37C-AC87DAE02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577" y="263014"/>
            <a:ext cx="338724" cy="375125"/>
          </a:xfrm>
        </p:spPr>
        <p:txBody>
          <a:bodyPr wrap="square" lIns="0" tIns="0" rIns="0" bIns="0" anchor="ctr" anchorCtr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0314185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erciements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e libre 19">
            <a:extLst>
              <a:ext uri="{FF2B5EF4-FFF2-40B4-BE49-F238E27FC236}">
                <a16:creationId xmlns:a16="http://schemas.microsoft.com/office/drawing/2014/main" id="{9B8C6DA8-3FF8-9373-6B64-64F362294DF2}"/>
              </a:ext>
            </a:extLst>
          </p:cNvPr>
          <p:cNvSpPr/>
          <p:nvPr userDrawn="1"/>
        </p:nvSpPr>
        <p:spPr>
          <a:xfrm>
            <a:off x="0" y="-19990"/>
            <a:ext cx="6319777" cy="6877990"/>
          </a:xfrm>
          <a:custGeom>
            <a:avLst/>
            <a:gdLst>
              <a:gd name="connsiteX0" fmla="*/ 0 w 6301409"/>
              <a:gd name="connsiteY0" fmla="*/ 0 h 6858000"/>
              <a:gd name="connsiteX1" fmla="*/ 6301409 w 6301409"/>
              <a:gd name="connsiteY1" fmla="*/ 0 h 6858000"/>
              <a:gd name="connsiteX2" fmla="*/ 6301409 w 6301409"/>
              <a:gd name="connsiteY2" fmla="*/ 4958 h 6858000"/>
              <a:gd name="connsiteX3" fmla="*/ 5573767 w 6301409"/>
              <a:gd name="connsiteY3" fmla="*/ 4958 h 6858000"/>
              <a:gd name="connsiteX4" fmla="*/ 5657530 w 6301409"/>
              <a:gd name="connsiteY4" fmla="*/ 211263 h 6858000"/>
              <a:gd name="connsiteX5" fmla="*/ 5938263 w 6301409"/>
              <a:gd name="connsiteY5" fmla="*/ 1756569 h 6858000"/>
              <a:gd name="connsiteX6" fmla="*/ 5938263 w 6301409"/>
              <a:gd name="connsiteY6" fmla="*/ 1761519 h 6858000"/>
              <a:gd name="connsiteX7" fmla="*/ 4656115 w 6301409"/>
              <a:gd name="connsiteY7" fmla="*/ 4858644 h 6858000"/>
              <a:gd name="connsiteX8" fmla="*/ 2664521 w 6301409"/>
              <a:gd name="connsiteY8" fmla="*/ 6853042 h 6858000"/>
              <a:gd name="connsiteX9" fmla="*/ 6301409 w 6301409"/>
              <a:gd name="connsiteY9" fmla="*/ 6853042 h 6858000"/>
              <a:gd name="connsiteX10" fmla="*/ 6301409 w 6301409"/>
              <a:gd name="connsiteY10" fmla="*/ 6858000 h 6858000"/>
              <a:gd name="connsiteX11" fmla="*/ 0 w 6301409"/>
              <a:gd name="connsiteY11" fmla="*/ 6858000 h 6858000"/>
              <a:gd name="connsiteX12" fmla="*/ 0 w 6301409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01409" h="6858000">
                <a:moveTo>
                  <a:pt x="0" y="0"/>
                </a:moveTo>
                <a:lnTo>
                  <a:pt x="6301409" y="0"/>
                </a:lnTo>
                <a:lnTo>
                  <a:pt x="6301409" y="4958"/>
                </a:lnTo>
                <a:lnTo>
                  <a:pt x="5573767" y="4958"/>
                </a:lnTo>
                <a:lnTo>
                  <a:pt x="5657530" y="211263"/>
                </a:lnTo>
                <a:cubicBezTo>
                  <a:pt x="5844352" y="708260"/>
                  <a:pt x="5937930" y="1232317"/>
                  <a:pt x="5938263" y="1756569"/>
                </a:cubicBezTo>
                <a:lnTo>
                  <a:pt x="5938263" y="1761519"/>
                </a:lnTo>
                <a:cubicBezTo>
                  <a:pt x="5937629" y="2882646"/>
                  <a:pt x="5510289" y="4003394"/>
                  <a:pt x="4656115" y="4858644"/>
                </a:cubicBezTo>
                <a:lnTo>
                  <a:pt x="2664521" y="6853042"/>
                </a:lnTo>
                <a:lnTo>
                  <a:pt x="6301409" y="6853042"/>
                </a:lnTo>
                <a:lnTo>
                  <a:pt x="630140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6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13EE61-17AB-0468-84AC-06D83F476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709225"/>
            <a:ext cx="4440825" cy="830997"/>
          </a:xfrm>
        </p:spPr>
        <p:txBody>
          <a:bodyPr lIns="0" tIns="0" rIns="0" bIns="0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Merci</a:t>
            </a:r>
          </a:p>
        </p:txBody>
      </p:sp>
      <p:sp>
        <p:nvSpPr>
          <p:cNvPr id="23" name="Espace réservé du texte 48">
            <a:extLst>
              <a:ext uri="{FF2B5EF4-FFF2-40B4-BE49-F238E27FC236}">
                <a16:creationId xmlns:a16="http://schemas.microsoft.com/office/drawing/2014/main" id="{F2A86746-C112-CF3C-C315-3E1350718F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573" y="2573919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1F9F0E-6B68-F3EA-E15C-7DDA99FED5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7745" y="5448402"/>
            <a:ext cx="360000" cy="36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80C985-85E9-988C-D0B6-19C144FB68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7660" y="5448402"/>
            <a:ext cx="360000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B6A29D2-E715-5EF8-1C6A-63F304254A6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7575" y="5448468"/>
            <a:ext cx="360000" cy="360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8633A241-0227-B87A-140A-5C5A57F3797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575" y="6042302"/>
            <a:ext cx="1054283" cy="540000"/>
          </a:xfrm>
          <a:prstGeom prst="rect">
            <a:avLst/>
          </a:prstGeom>
        </p:spPr>
      </p:pic>
      <p:sp>
        <p:nvSpPr>
          <p:cNvPr id="17" name="Espace réservé du texte 48">
            <a:extLst>
              <a:ext uri="{FF2B5EF4-FFF2-40B4-BE49-F238E27FC236}">
                <a16:creationId xmlns:a16="http://schemas.microsoft.com/office/drawing/2014/main" id="{2ADCC2CA-006E-2254-D2F2-C280E66667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7573" y="3003506"/>
            <a:ext cx="4440825" cy="83099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Fonction</a:t>
            </a:r>
          </a:p>
          <a:p>
            <a:pPr lvl="0"/>
            <a:r>
              <a:rPr lang="fr-FR"/>
              <a:t>Email</a:t>
            </a:r>
          </a:p>
          <a:p>
            <a:pPr lvl="0"/>
            <a:r>
              <a:rPr lang="fr-FR"/>
              <a:t>Téléphone </a:t>
            </a:r>
          </a:p>
        </p:txBody>
      </p:sp>
      <p:sp>
        <p:nvSpPr>
          <p:cNvPr id="18" name="Espace réservé du texte 48">
            <a:extLst>
              <a:ext uri="{FF2B5EF4-FFF2-40B4-BE49-F238E27FC236}">
                <a16:creationId xmlns:a16="http://schemas.microsoft.com/office/drawing/2014/main" id="{5693FC0E-0802-F0EB-4BCE-1051DA822E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573" y="2144332"/>
            <a:ext cx="4440825" cy="30777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615532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ogramm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3DAFB4DF-6577-C5CC-FEF8-ADE6C1124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75" y="849535"/>
            <a:ext cx="11086578" cy="369332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Pictogrammes à copier-coller (couleur modifiable &gt; contour)</a:t>
            </a:r>
          </a:p>
        </p:txBody>
      </p:sp>
    </p:spTree>
    <p:extLst>
      <p:ext uri="{BB962C8B-B14F-4D97-AF65-F5344CB8AC3E}">
        <p14:creationId xmlns:p14="http://schemas.microsoft.com/office/powerpoint/2010/main" val="19210344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25">
            <a:extLst>
              <a:ext uri="{FF2B5EF4-FFF2-40B4-BE49-F238E27FC236}">
                <a16:creationId xmlns:a16="http://schemas.microsoft.com/office/drawing/2014/main" id="{78E7F50A-B738-C988-F41F-5ECC585067EA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Espace réservé du numéro de diapositive 29">
            <a:extLst>
              <a:ext uri="{FF2B5EF4-FFF2-40B4-BE49-F238E27FC236}">
                <a16:creationId xmlns:a16="http://schemas.microsoft.com/office/drawing/2014/main" id="{59F7C265-0D7C-932B-41B9-7D12EA7AE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6F8419-BA6B-8490-1224-921BA666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4180" y="6426109"/>
            <a:ext cx="718026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D90D4573-381C-58A2-E512-7A628CC6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0059" y="6426110"/>
            <a:ext cx="2492445" cy="215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BOUYGUES CONSTRUCTION | </a:t>
            </a:r>
          </a:p>
        </p:txBody>
      </p:sp>
    </p:spTree>
    <p:extLst>
      <p:ext uri="{BB962C8B-B14F-4D97-AF65-F5344CB8AC3E}">
        <p14:creationId xmlns:p14="http://schemas.microsoft.com/office/powerpoint/2010/main" val="34582268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088CA6-E914-52AE-BEAB-2C51BA868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49535"/>
            <a:ext cx="11086578" cy="590931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0D4852-103F-435B-4FF8-C18AD4D5A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75" y="2175048"/>
            <a:ext cx="11086578" cy="38208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953FAC-B7A3-11B0-B2F1-F51FE853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8077" y="6426109"/>
            <a:ext cx="835015" cy="215444"/>
          </a:xfrm>
          <a:prstGeom prst="rect">
            <a:avLst/>
          </a:prstGeom>
        </p:spPr>
        <p:txBody>
          <a:bodyPr/>
          <a:lstStyle/>
          <a:p>
            <a:fld id="{356028D5-91B3-8540-B7D3-B4D714B0F2AB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7A9A7F-4B16-5210-19EA-A79D8FCB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632" y="6426110"/>
            <a:ext cx="2492445" cy="21544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1454A6-1648-5B99-AD65-3C3BEE51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/>
          <a:lstStyle/>
          <a:p>
            <a:fld id="{675E61CA-9548-AE4C-9618-B6D5606A38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8296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641BCD3-5463-DE39-9320-85C153DCF74C}"/>
              </a:ext>
            </a:extLst>
          </p:cNvPr>
          <p:cNvSpPr/>
          <p:nvPr userDrawn="1"/>
        </p:nvSpPr>
        <p:spPr>
          <a:xfrm rot="5400000">
            <a:off x="5704830" y="645169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5267AE56-AA55-F3F6-7EA4-AA43E37F3E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4526" y="1626269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99" name="Text Placeholder 97">
            <a:extLst>
              <a:ext uri="{FF2B5EF4-FFF2-40B4-BE49-F238E27FC236}">
                <a16:creationId xmlns:a16="http://schemas.microsoft.com/office/drawing/2014/main" id="{BD752421-6AAE-CA1A-CC8E-81B81826A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4526" y="2047627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0" name="Text Placeholder 97">
            <a:extLst>
              <a:ext uri="{FF2B5EF4-FFF2-40B4-BE49-F238E27FC236}">
                <a16:creationId xmlns:a16="http://schemas.microsoft.com/office/drawing/2014/main" id="{FE3EB4F7-1817-4369-F4C2-654BFB18F6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4526" y="2468985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1" name="Text Placeholder 97">
            <a:extLst>
              <a:ext uri="{FF2B5EF4-FFF2-40B4-BE49-F238E27FC236}">
                <a16:creationId xmlns:a16="http://schemas.microsoft.com/office/drawing/2014/main" id="{6C6402C2-3210-33D3-5465-51AD157F65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4526" y="2890343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2" name="Text Placeholder 97">
            <a:extLst>
              <a:ext uri="{FF2B5EF4-FFF2-40B4-BE49-F238E27FC236}">
                <a16:creationId xmlns:a16="http://schemas.microsoft.com/office/drawing/2014/main" id="{CC11692D-043C-67CE-D8D7-D25093CE76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4526" y="3311701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3" name="Text Placeholder 97">
            <a:extLst>
              <a:ext uri="{FF2B5EF4-FFF2-40B4-BE49-F238E27FC236}">
                <a16:creationId xmlns:a16="http://schemas.microsoft.com/office/drawing/2014/main" id="{748902D8-374D-C8F1-70B4-E357A5C3EC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4526" y="3733059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4" name="Text Placeholder 97">
            <a:extLst>
              <a:ext uri="{FF2B5EF4-FFF2-40B4-BE49-F238E27FC236}">
                <a16:creationId xmlns:a16="http://schemas.microsoft.com/office/drawing/2014/main" id="{007283C2-4692-3ED8-CBF5-8184450BFD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4526" y="4154417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5" name="Text Placeholder 97">
            <a:extLst>
              <a:ext uri="{FF2B5EF4-FFF2-40B4-BE49-F238E27FC236}">
                <a16:creationId xmlns:a16="http://schemas.microsoft.com/office/drawing/2014/main" id="{18EAEFCC-F046-C4DA-E991-A945927227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4526" y="4575775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8" name="Text Placeholder 97">
            <a:extLst>
              <a:ext uri="{FF2B5EF4-FFF2-40B4-BE49-F238E27FC236}">
                <a16:creationId xmlns:a16="http://schemas.microsoft.com/office/drawing/2014/main" id="{B604AE94-F1F1-B435-3917-A46F23ACE4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4526" y="4997133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9" name="Text Placeholder 97">
            <a:extLst>
              <a:ext uri="{FF2B5EF4-FFF2-40B4-BE49-F238E27FC236}">
                <a16:creationId xmlns:a16="http://schemas.microsoft.com/office/drawing/2014/main" id="{73DEA589-A950-EB16-4E60-0F7301DE80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44526" y="5418489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10" name="Text Placeholder 97">
            <a:extLst>
              <a:ext uri="{FF2B5EF4-FFF2-40B4-BE49-F238E27FC236}">
                <a16:creationId xmlns:a16="http://schemas.microsoft.com/office/drawing/2014/main" id="{56B7A35D-0F40-5325-A43F-DE65318009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304" y="1626269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1</a:t>
            </a:r>
            <a:endParaRPr lang="fr-FR"/>
          </a:p>
        </p:txBody>
      </p:sp>
      <p:sp>
        <p:nvSpPr>
          <p:cNvPr id="111" name="Text Placeholder 97">
            <a:extLst>
              <a:ext uri="{FF2B5EF4-FFF2-40B4-BE49-F238E27FC236}">
                <a16:creationId xmlns:a16="http://schemas.microsoft.com/office/drawing/2014/main" id="{01E6DD36-04BC-90C7-564E-F79319AED6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304" y="2047627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2</a:t>
            </a:r>
            <a:endParaRPr lang="fr-FR"/>
          </a:p>
        </p:txBody>
      </p:sp>
      <p:sp>
        <p:nvSpPr>
          <p:cNvPr id="112" name="Text Placeholder 97">
            <a:extLst>
              <a:ext uri="{FF2B5EF4-FFF2-40B4-BE49-F238E27FC236}">
                <a16:creationId xmlns:a16="http://schemas.microsoft.com/office/drawing/2014/main" id="{67B3A34E-880D-46AE-C313-7EECC2BA27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304" y="2468985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3</a:t>
            </a:r>
            <a:endParaRPr lang="fr-FR"/>
          </a:p>
        </p:txBody>
      </p:sp>
      <p:sp>
        <p:nvSpPr>
          <p:cNvPr id="113" name="Text Placeholder 97">
            <a:extLst>
              <a:ext uri="{FF2B5EF4-FFF2-40B4-BE49-F238E27FC236}">
                <a16:creationId xmlns:a16="http://schemas.microsoft.com/office/drawing/2014/main" id="{6245B8F5-9B58-E8E9-0133-75C690AA15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304" y="2890343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4</a:t>
            </a:r>
            <a:endParaRPr lang="fr-FR"/>
          </a:p>
        </p:txBody>
      </p:sp>
      <p:sp>
        <p:nvSpPr>
          <p:cNvPr id="114" name="Text Placeholder 97">
            <a:extLst>
              <a:ext uri="{FF2B5EF4-FFF2-40B4-BE49-F238E27FC236}">
                <a16:creationId xmlns:a16="http://schemas.microsoft.com/office/drawing/2014/main" id="{398DB406-6282-928F-3C1C-BC4E2DA126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304" y="3311701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5</a:t>
            </a:r>
            <a:endParaRPr lang="fr-FR"/>
          </a:p>
        </p:txBody>
      </p:sp>
      <p:sp>
        <p:nvSpPr>
          <p:cNvPr id="115" name="Text Placeholder 97">
            <a:extLst>
              <a:ext uri="{FF2B5EF4-FFF2-40B4-BE49-F238E27FC236}">
                <a16:creationId xmlns:a16="http://schemas.microsoft.com/office/drawing/2014/main" id="{5D344982-E87E-AF5A-FF08-9F8D51916D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304" y="3733059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6</a:t>
            </a:r>
            <a:endParaRPr lang="fr-FR"/>
          </a:p>
        </p:txBody>
      </p:sp>
      <p:sp>
        <p:nvSpPr>
          <p:cNvPr id="116" name="Text Placeholder 97">
            <a:extLst>
              <a:ext uri="{FF2B5EF4-FFF2-40B4-BE49-F238E27FC236}">
                <a16:creationId xmlns:a16="http://schemas.microsoft.com/office/drawing/2014/main" id="{B59F3AB3-EE3F-AC75-38DA-23DA5AC73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304" y="4154417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7</a:t>
            </a:r>
            <a:endParaRPr lang="fr-FR"/>
          </a:p>
        </p:txBody>
      </p:sp>
      <p:sp>
        <p:nvSpPr>
          <p:cNvPr id="117" name="Text Placeholder 97">
            <a:extLst>
              <a:ext uri="{FF2B5EF4-FFF2-40B4-BE49-F238E27FC236}">
                <a16:creationId xmlns:a16="http://schemas.microsoft.com/office/drawing/2014/main" id="{2795D215-81C1-D51C-7C4F-739DB4913A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304" y="4575775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8</a:t>
            </a:r>
            <a:endParaRPr lang="fr-FR"/>
          </a:p>
        </p:txBody>
      </p:sp>
      <p:sp>
        <p:nvSpPr>
          <p:cNvPr id="118" name="Text Placeholder 97">
            <a:extLst>
              <a:ext uri="{FF2B5EF4-FFF2-40B4-BE49-F238E27FC236}">
                <a16:creationId xmlns:a16="http://schemas.microsoft.com/office/drawing/2014/main" id="{668358FF-50ED-02BE-F416-CC333337D5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7304" y="4997133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9</a:t>
            </a:r>
            <a:endParaRPr lang="fr-FR"/>
          </a:p>
        </p:txBody>
      </p:sp>
      <p:sp>
        <p:nvSpPr>
          <p:cNvPr id="119" name="Text Placeholder 97">
            <a:extLst>
              <a:ext uri="{FF2B5EF4-FFF2-40B4-BE49-F238E27FC236}">
                <a16:creationId xmlns:a16="http://schemas.microsoft.com/office/drawing/2014/main" id="{F4C52187-CBB0-5097-0328-4F234BA70B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7304" y="5418489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10</a:t>
            </a:r>
            <a:endParaRPr lang="fr-FR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438C387F-8214-D374-E6AE-77666546987B}"/>
              </a:ext>
            </a:extLst>
          </p:cNvPr>
          <p:cNvSpPr/>
          <p:nvPr userDrawn="1"/>
        </p:nvSpPr>
        <p:spPr>
          <a:xfrm>
            <a:off x="6134100" y="866775"/>
            <a:ext cx="6285252" cy="5120537"/>
          </a:xfrm>
          <a:custGeom>
            <a:avLst/>
            <a:gdLst>
              <a:gd name="connsiteX0" fmla="*/ 2519243 w 6210300"/>
              <a:gd name="connsiteY0" fmla="*/ 0 h 5059474"/>
              <a:gd name="connsiteX1" fmla="*/ 6210300 w 6210300"/>
              <a:gd name="connsiteY1" fmla="*/ 0 h 5059474"/>
              <a:gd name="connsiteX2" fmla="*/ 6210300 w 6210300"/>
              <a:gd name="connsiteY2" fmla="*/ 1766943 h 5059474"/>
              <a:gd name="connsiteX3" fmla="*/ 2474520 w 6210300"/>
              <a:gd name="connsiteY3" fmla="*/ 1766943 h 5059474"/>
              <a:gd name="connsiteX4" fmla="*/ 1714849 w 6210300"/>
              <a:gd name="connsiteY4" fmla="*/ 2529738 h 5059474"/>
              <a:gd name="connsiteX5" fmla="*/ 2474520 w 6210300"/>
              <a:gd name="connsiteY5" fmla="*/ 3292531 h 5059474"/>
              <a:gd name="connsiteX6" fmla="*/ 6210300 w 6210300"/>
              <a:gd name="connsiteY6" fmla="*/ 3292531 h 5059474"/>
              <a:gd name="connsiteX7" fmla="*/ 6210300 w 6210300"/>
              <a:gd name="connsiteY7" fmla="*/ 5059474 h 5059474"/>
              <a:gd name="connsiteX8" fmla="*/ 2519243 w 6210300"/>
              <a:gd name="connsiteY8" fmla="*/ 5059474 h 5059474"/>
              <a:gd name="connsiteX9" fmla="*/ 0 w 6210300"/>
              <a:gd name="connsiteY9" fmla="*/ 2529738 h 5059474"/>
              <a:gd name="connsiteX10" fmla="*/ 2519243 w 6210300"/>
              <a:gd name="connsiteY10" fmla="*/ 0 h 505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10300" h="5059474">
                <a:moveTo>
                  <a:pt x="2519243" y="0"/>
                </a:moveTo>
                <a:lnTo>
                  <a:pt x="6210300" y="0"/>
                </a:lnTo>
                <a:lnTo>
                  <a:pt x="6210300" y="1766943"/>
                </a:lnTo>
                <a:lnTo>
                  <a:pt x="2474520" y="1766943"/>
                </a:lnTo>
                <a:cubicBezTo>
                  <a:pt x="2055022" y="1766943"/>
                  <a:pt x="1714849" y="2108490"/>
                  <a:pt x="1714849" y="2529738"/>
                </a:cubicBezTo>
                <a:cubicBezTo>
                  <a:pt x="1714849" y="2950986"/>
                  <a:pt x="2055022" y="3292531"/>
                  <a:pt x="2474520" y="3292531"/>
                </a:cubicBezTo>
                <a:lnTo>
                  <a:pt x="6210300" y="3292531"/>
                </a:lnTo>
                <a:lnTo>
                  <a:pt x="6210300" y="5059474"/>
                </a:lnTo>
                <a:lnTo>
                  <a:pt x="2519243" y="5059474"/>
                </a:lnTo>
                <a:cubicBezTo>
                  <a:pt x="1127826" y="5059474"/>
                  <a:pt x="0" y="3926902"/>
                  <a:pt x="0" y="2529738"/>
                </a:cubicBezTo>
                <a:cubicBezTo>
                  <a:pt x="0" y="1132573"/>
                  <a:pt x="1127950" y="0"/>
                  <a:pt x="2519243" y="0"/>
                </a:cubicBezTo>
                <a:close/>
              </a:path>
            </a:pathLst>
          </a:custGeom>
          <a:noFill/>
          <a:ln w="50800" cap="flat">
            <a:solidFill>
              <a:schemeClr val="bg1">
                <a:lumMod val="9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" name="Rectangle: Rounded Corners 4">
            <a:extLst>
              <a:ext uri="{FF2B5EF4-FFF2-40B4-BE49-F238E27FC236}">
                <a16:creationId xmlns:a16="http://schemas.microsoft.com/office/drawing/2014/main" id="{5582EDF8-B98D-A7C0-48AE-8BB847CBDC00}"/>
              </a:ext>
            </a:extLst>
          </p:cNvPr>
          <p:cNvSpPr/>
          <p:nvPr userDrawn="1"/>
        </p:nvSpPr>
        <p:spPr>
          <a:xfrm>
            <a:off x="695325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088044-B513-FB00-787F-E7F9BAACCF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AE6AE13B-AC96-0946-987F-EEF93E9F0863}"/>
              </a:ext>
            </a:extLst>
          </p:cNvPr>
          <p:cNvCxnSpPr>
            <a:cxnSpLocks/>
          </p:cNvCxnSpPr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3">
            <a:extLst>
              <a:ext uri="{FF2B5EF4-FFF2-40B4-BE49-F238E27FC236}">
                <a16:creationId xmlns:a16="http://schemas.microsoft.com/office/drawing/2014/main" id="{87FA8158-545F-31FD-F19E-83F27BCDE1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4861"/>
            <a:ext cx="10515600" cy="470804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9D7BDEA-110E-10DF-AC97-16CEEC5B0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05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recture_Section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3990DB1-95BB-1D06-72AF-A415874AD388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053FBA9-8D6E-4662-095D-6F7BA72D73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206" y="1512888"/>
            <a:ext cx="2374959" cy="4256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0" lang="fr-FR" sz="344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0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4E0DD6F-2100-E8CD-7021-B364F2259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9868" y="2101910"/>
            <a:ext cx="6349822" cy="1777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TITRE SUR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DEUX LIGNES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F6EF4AE-70CF-CFED-4B5E-81E4B5220C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1400" y="3958903"/>
            <a:ext cx="6160968" cy="555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highlight>
                  <a:srgbClr val="102031"/>
                </a:highlight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TITRE</a:t>
            </a:r>
          </a:p>
        </p:txBody>
      </p:sp>
      <p:sp>
        <p:nvSpPr>
          <p:cNvPr id="27" name="Rectangle: Rounded Corners 16">
            <a:extLst>
              <a:ext uri="{FF2B5EF4-FFF2-40B4-BE49-F238E27FC236}">
                <a16:creationId xmlns:a16="http://schemas.microsoft.com/office/drawing/2014/main" id="{F30F7EC5-0EC5-74F2-0CDE-440CB84038B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294962" y="3523443"/>
            <a:ext cx="2437579" cy="11748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5AEB636-64FD-3A63-7464-B031A7870BEA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 rot="8217329">
            <a:off x="9801604" y="4156602"/>
            <a:ext cx="1843965" cy="2328292"/>
            <a:chOff x="9790045" y="4246976"/>
            <a:chExt cx="1843965" cy="2328292"/>
          </a:xfrm>
        </p:grpSpPr>
        <p:sp>
          <p:nvSpPr>
            <p:cNvPr id="30" name="Délai  2">
              <a:extLst>
                <a:ext uri="{FF2B5EF4-FFF2-40B4-BE49-F238E27FC236}">
                  <a16:creationId xmlns:a16="http://schemas.microsoft.com/office/drawing/2014/main" id="{3137665A-D6B1-79C1-B361-E4CE4C9D6B84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E12AAEA5-0840-BFF4-2317-1C063BCF498A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27400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125E-6 -4.44444E-6 L 0.02591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</p:bldLst>
  </p:timing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recture_Section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053FBA9-8D6E-4662-095D-6F7BA72D73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206" y="1512888"/>
            <a:ext cx="2374959" cy="4256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0" lang="fr-FR" sz="34400" b="1" i="0" u="none" strike="noStrike" kern="1200" cap="none" spc="0" normalizeH="0" baseline="0" noProof="0">
                <a:ln>
                  <a:noFill/>
                </a:ln>
                <a:solidFill>
                  <a:srgbClr val="E75113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0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4E0DD6F-2100-E8CD-7021-B364F2259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9868" y="2101910"/>
            <a:ext cx="6349822" cy="1777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TITRE SUR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DEUX LIGNES</a:t>
            </a:r>
          </a:p>
        </p:txBody>
      </p:sp>
      <p:sp>
        <p:nvSpPr>
          <p:cNvPr id="18" name="Rectangle: Rounded Corners 16">
            <a:extLst>
              <a:ext uri="{FF2B5EF4-FFF2-40B4-BE49-F238E27FC236}">
                <a16:creationId xmlns:a16="http://schemas.microsoft.com/office/drawing/2014/main" id="{CB1F8601-3790-938D-F323-384B4D5997A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277199" y="3575371"/>
            <a:ext cx="2437579" cy="117488"/>
          </a:xfrm>
          <a:prstGeom prst="roundRect">
            <a:avLst>
              <a:gd name="adj" fmla="val 50000"/>
            </a:avLst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F6EF4AE-70CF-CFED-4B5E-81E4B5220C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1400" y="3958903"/>
            <a:ext cx="6160968" cy="555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800" b="1">
                <a:solidFill>
                  <a:srgbClr val="E75113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TITRE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EFD68BEC-E40E-69E0-6373-AF29CEAC6F1E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9790045" y="4246976"/>
            <a:ext cx="1843965" cy="2328292"/>
            <a:chOff x="9790045" y="4246976"/>
            <a:chExt cx="1843965" cy="2328292"/>
          </a:xfrm>
        </p:grpSpPr>
        <p:sp>
          <p:nvSpPr>
            <p:cNvPr id="22" name="Délai  2">
              <a:extLst>
                <a:ext uri="{FF2B5EF4-FFF2-40B4-BE49-F238E27FC236}">
                  <a16:creationId xmlns:a16="http://schemas.microsoft.com/office/drawing/2014/main" id="{8AEB4EB7-601D-B875-1CAC-27F854AEA6D2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A5C4F44F-0A12-ABB7-8DA8-F084D5C64E33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rgbClr val="E751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F0B892D8-A499-E281-7B40-5F275ED47267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287755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125E-6 -4.44444E-6 L 0.02591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recture_Section_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053FBA9-8D6E-4662-095D-6F7BA72D73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206" y="1512888"/>
            <a:ext cx="2374959" cy="4256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0" lang="fr-FR" sz="34400" b="1" i="0" u="none" strike="noStrike" kern="1200" cap="none" spc="0" normalizeH="0" baseline="0" noProof="0">
                <a:ln>
                  <a:noFill/>
                </a:ln>
                <a:solidFill>
                  <a:srgbClr val="93C97B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0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4E0DD6F-2100-E8CD-7021-B364F2259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9868" y="2101910"/>
            <a:ext cx="6349822" cy="1777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TITRE SUR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DEUX LIGNES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F6EF4AE-70CF-CFED-4B5E-81E4B5220C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1400" y="3958903"/>
            <a:ext cx="6160968" cy="555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93C97B"/>
                </a:solidFill>
                <a:effectLst/>
                <a:highlight>
                  <a:srgbClr val="102031"/>
                </a:highlight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TITRE</a:t>
            </a:r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30AD7C7B-0BBB-FE0B-F5A7-5C0B49C51DA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356767" y="3575371"/>
            <a:ext cx="2437579" cy="117488"/>
          </a:xfrm>
          <a:prstGeom prst="roundRect">
            <a:avLst>
              <a:gd name="adj" fmla="val 50000"/>
            </a:avLst>
          </a:prstGeom>
          <a:solidFill>
            <a:srgbClr val="93C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27943C2-815C-197E-0311-8BB9A7C47DB1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 rot="16200000">
            <a:off x="10068215" y="4320008"/>
            <a:ext cx="1843965" cy="2328292"/>
            <a:chOff x="9790045" y="4246976"/>
            <a:chExt cx="1843965" cy="2328292"/>
          </a:xfrm>
        </p:grpSpPr>
        <p:sp>
          <p:nvSpPr>
            <p:cNvPr id="4" name="Délai  7">
              <a:extLst>
                <a:ext uri="{FF2B5EF4-FFF2-40B4-BE49-F238E27FC236}">
                  <a16:creationId xmlns:a16="http://schemas.microsoft.com/office/drawing/2014/main" id="{8C8E7B4D-0A01-020E-DC3F-D4FBB2F7DD52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93C9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6550899-D8B3-18E8-E0D9-5CE14F09F8E0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A7073BB6-587C-2B9D-CAF6-2E6FC836563C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388702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125E-6 -4.44444E-6 L 0.02591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recture_Section_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053FBA9-8D6E-4662-095D-6F7BA72D73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206" y="1512888"/>
            <a:ext cx="2374959" cy="4256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0" lang="fr-FR" sz="34400" b="1" i="0" u="none" strike="noStrike" kern="1200" cap="none" spc="0" normalizeH="0" baseline="0" noProof="0">
                <a:ln>
                  <a:noFill/>
                </a:ln>
                <a:solidFill>
                  <a:srgbClr val="FAB82F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0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4E0DD6F-2100-E8CD-7021-B364F2259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9868" y="2101910"/>
            <a:ext cx="6349822" cy="1777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TITRE SUR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DEUX LIGNES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F6EF4AE-70CF-CFED-4B5E-81E4B5220C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1400" y="3958903"/>
            <a:ext cx="6160968" cy="555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 algn="l">
              <a:buNone/>
            </a:pPr>
            <a:r>
              <a:rPr lang="fr-FR" sz="2800" b="1">
                <a:solidFill>
                  <a:srgbClr val="FAB82F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TITRE</a:t>
            </a:r>
          </a:p>
        </p:txBody>
      </p:sp>
      <p:sp>
        <p:nvSpPr>
          <p:cNvPr id="6" name="Rectangle: Rounded Corners 16">
            <a:extLst>
              <a:ext uri="{FF2B5EF4-FFF2-40B4-BE49-F238E27FC236}">
                <a16:creationId xmlns:a16="http://schemas.microsoft.com/office/drawing/2014/main" id="{87A765EA-8209-C0AB-E177-D27F890D3D5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314041" y="3575371"/>
            <a:ext cx="2437579" cy="117488"/>
          </a:xfrm>
          <a:prstGeom prst="roundRect">
            <a:avLst>
              <a:gd name="adj" fmla="val 50000"/>
            </a:avLst>
          </a:prstGeom>
          <a:solidFill>
            <a:srgbClr val="FAB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73F78D3-A8A3-EB74-F642-941A069D8E8C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 rot="5182598">
            <a:off x="9813622" y="4184800"/>
            <a:ext cx="1843965" cy="2328292"/>
            <a:chOff x="9790045" y="4246976"/>
            <a:chExt cx="1843965" cy="2328292"/>
          </a:xfrm>
        </p:grpSpPr>
        <p:sp>
          <p:nvSpPr>
            <p:cNvPr id="8" name="Délai  2">
              <a:extLst>
                <a:ext uri="{FF2B5EF4-FFF2-40B4-BE49-F238E27FC236}">
                  <a16:creationId xmlns:a16="http://schemas.microsoft.com/office/drawing/2014/main" id="{1FC19798-C751-4583-5166-BF052A5991B1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AB06DC7-1819-7047-B03C-3ADA4971DB8E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rgbClr val="FAB8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2F3DB2E1-3075-DEF2-5453-4463EF12EB93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259069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125E-6 -4.44444E-6 L 0.02591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recture_Section_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053FBA9-8D6E-4662-095D-6F7BA72D73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206" y="1512888"/>
            <a:ext cx="2374959" cy="4256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0" lang="fr-FR" sz="34400" b="1" i="0" u="none" strike="noStrike" kern="1200" cap="none" spc="0" normalizeH="0" baseline="0" noProof="0">
                <a:ln>
                  <a:noFill/>
                </a:ln>
                <a:solidFill>
                  <a:srgbClr val="6B8DE7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0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4E0DD6F-2100-E8CD-7021-B364F2259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9868" y="2101910"/>
            <a:ext cx="6349822" cy="1777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TITRE SUR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DEUX LIGNES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F6EF4AE-70CF-CFED-4B5E-81E4B5220C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1400" y="3958903"/>
            <a:ext cx="6160968" cy="555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 algn="l">
              <a:buNone/>
            </a:pPr>
            <a:r>
              <a:rPr lang="fr-FR" sz="2800" b="1">
                <a:solidFill>
                  <a:srgbClr val="6B8DE7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TITRE</a:t>
            </a:r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7BE6B667-0822-2608-50CA-857E3D45D61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348224" y="3575371"/>
            <a:ext cx="2437579" cy="117488"/>
          </a:xfrm>
          <a:prstGeom prst="roundRect">
            <a:avLst>
              <a:gd name="adj" fmla="val 50000"/>
            </a:avLst>
          </a:prstGeom>
          <a:solidFill>
            <a:srgbClr val="6B8D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14033DC-F477-DC95-DD58-383885B8773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 rot="10800000">
            <a:off x="9978788" y="4111926"/>
            <a:ext cx="1816971" cy="2294210"/>
            <a:chOff x="9789002" y="336546"/>
            <a:chExt cx="1843965" cy="2328292"/>
          </a:xfrm>
        </p:grpSpPr>
        <p:sp>
          <p:nvSpPr>
            <p:cNvPr id="12" name="Délai  15">
              <a:extLst>
                <a:ext uri="{FF2B5EF4-FFF2-40B4-BE49-F238E27FC236}">
                  <a16:creationId xmlns:a16="http://schemas.microsoft.com/office/drawing/2014/main" id="{17BA1938-6CA8-436E-94D7-4D07E53A05D6}"/>
                </a:ext>
              </a:extLst>
            </p:cNvPr>
            <p:cNvSpPr/>
            <p:nvPr/>
          </p:nvSpPr>
          <p:spPr>
            <a:xfrm rot="2571875">
              <a:off x="10484867" y="573656"/>
              <a:ext cx="1148100" cy="2091182"/>
            </a:xfrm>
            <a:prstGeom prst="flowChartDelay">
              <a:avLst/>
            </a:prstGeom>
            <a:solidFill>
              <a:srgbClr val="6B8D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14BCEBD8-D08C-82E6-565F-525A3168599C}"/>
                </a:ext>
              </a:extLst>
            </p:cNvPr>
            <p:cNvSpPr/>
            <p:nvPr/>
          </p:nvSpPr>
          <p:spPr>
            <a:xfrm>
              <a:off x="9789002" y="336546"/>
              <a:ext cx="920749" cy="920749"/>
            </a:xfrm>
            <a:prstGeom prst="ellipse">
              <a:avLst/>
            </a:prstGeom>
            <a:solidFill>
              <a:srgbClr val="FF5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7583DDC3-84B5-A64B-23B5-A7F5C0D103E4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243142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125E-6 -4.44444E-6 L 0.02591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recture_Section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053FBA9-8D6E-4662-095D-6F7BA72D73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206" y="1512888"/>
            <a:ext cx="2374959" cy="4256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0" lang="fr-FR" sz="34400" b="1" i="0" u="none" strike="noStrike" kern="1200" cap="none" spc="0" normalizeH="0" baseline="0" noProof="0">
                <a:ln>
                  <a:noFill/>
                </a:ln>
                <a:solidFill>
                  <a:srgbClr val="2F9BB2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0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4E0DD6F-2100-E8CD-7021-B364F2259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9868" y="2101910"/>
            <a:ext cx="6349822" cy="1777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TITRE SUR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DEUX LIGNES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F6EF4AE-70CF-CFED-4B5E-81E4B5220C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1400" y="3958903"/>
            <a:ext cx="6160968" cy="555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 sz="2800" b="1">
                <a:solidFill>
                  <a:srgbClr val="2F9BB2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TITRE</a:t>
            </a:r>
            <a:endParaRPr lang="fr-FR" sz="2800" b="1">
              <a:solidFill>
                <a:srgbClr val="6B8DE7"/>
              </a:solidFill>
              <a:highlight>
                <a:srgbClr val="102031"/>
              </a:highlight>
              <a:latin typeface="Avenir Light" panose="020B0402020203020204" pitchFamily="34" charset="77"/>
            </a:endParaRPr>
          </a:p>
        </p:txBody>
      </p:sp>
      <p:sp>
        <p:nvSpPr>
          <p:cNvPr id="3" name="Rectangle: Rounded Corners 16">
            <a:extLst>
              <a:ext uri="{FF2B5EF4-FFF2-40B4-BE49-F238E27FC236}">
                <a16:creationId xmlns:a16="http://schemas.microsoft.com/office/drawing/2014/main" id="{B1F662C7-E533-6556-81C2-9855CFBF5D4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344986" y="3564597"/>
            <a:ext cx="2437579" cy="117488"/>
          </a:xfrm>
          <a:prstGeom prst="roundRect">
            <a:avLst>
              <a:gd name="adj" fmla="val 50000"/>
            </a:avLst>
          </a:prstGeom>
          <a:solidFill>
            <a:srgbClr val="2F9B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0EFE777-5E25-54F0-4081-C131B0F9DEA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 rot="13580166">
            <a:off x="10119122" y="4057484"/>
            <a:ext cx="1821722" cy="2300207"/>
            <a:chOff x="9789002" y="336546"/>
            <a:chExt cx="1843965" cy="2328292"/>
          </a:xfrm>
        </p:grpSpPr>
        <p:sp>
          <p:nvSpPr>
            <p:cNvPr id="6" name="Délai  10">
              <a:extLst>
                <a:ext uri="{FF2B5EF4-FFF2-40B4-BE49-F238E27FC236}">
                  <a16:creationId xmlns:a16="http://schemas.microsoft.com/office/drawing/2014/main" id="{79C16733-4A80-A237-9151-07F58F1F3699}"/>
                </a:ext>
              </a:extLst>
            </p:cNvPr>
            <p:cNvSpPr/>
            <p:nvPr/>
          </p:nvSpPr>
          <p:spPr>
            <a:xfrm rot="2571875">
              <a:off x="10484867" y="573656"/>
              <a:ext cx="1148100" cy="2091182"/>
            </a:xfrm>
            <a:prstGeom prst="flowChartDelay">
              <a:avLst/>
            </a:prstGeom>
            <a:solidFill>
              <a:srgbClr val="309B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0DE57359-16FA-5993-A392-84030FACEC80}"/>
                </a:ext>
              </a:extLst>
            </p:cNvPr>
            <p:cNvSpPr/>
            <p:nvPr/>
          </p:nvSpPr>
          <p:spPr>
            <a:xfrm>
              <a:off x="9789002" y="336546"/>
              <a:ext cx="920749" cy="920749"/>
            </a:xfrm>
            <a:prstGeom prst="ellipse">
              <a:avLst/>
            </a:prstGeom>
            <a:solidFill>
              <a:srgbClr val="E751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6FBA2204-E72B-BF04-F258-5D6D152B791A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129409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125E-6 -4.44444E-6 L 0.02591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chitecture_masque_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CF39D1B6-EAC1-C0C6-42D0-0FA330F6197C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61046" y="5904942"/>
            <a:ext cx="794657" cy="794657"/>
          </a:xfrm>
          <a:prstGeom prst="rect">
            <a:avLst/>
          </a:prstGeom>
        </p:spPr>
      </p:pic>
      <p:sp>
        <p:nvSpPr>
          <p:cNvPr id="16" name="Forme libre : forme 4">
            <a:extLst>
              <a:ext uri="{FF2B5EF4-FFF2-40B4-BE49-F238E27FC236}">
                <a16:creationId xmlns:a16="http://schemas.microsoft.com/office/drawing/2014/main" id="{5B20FF11-895E-10A3-49AB-7136E3E46E8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10800000">
            <a:off x="0" y="139686"/>
            <a:ext cx="502791" cy="656351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rgbClr val="F5C56F">
              <a:alpha val="5000"/>
            </a:srgb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18EE1731-4537-E9B9-0F5D-D120F6126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fr-FR" sz="2000" b="1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pPr marL="0" lvl="0" indent="0"/>
            <a:r>
              <a:rPr lang="fr-FR"/>
              <a:t>TITRE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B4DCA80-AF36-A5D8-A976-87B3A70F0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539" y="790043"/>
            <a:ext cx="84670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lang="fr-FR" sz="1400" dirty="0" smtClean="0">
                <a:solidFill>
                  <a:srgbClr val="096D6D"/>
                </a:solidFill>
                <a:latin typeface="Avenir Book" panose="02000503020000020003" pitchFamily="2" charset="0"/>
              </a:defRPr>
            </a:lvl1pPr>
          </a:lstStyle>
          <a:p>
            <a:pPr marL="0" lvl="0"/>
            <a:r>
              <a:rPr lang="fr-FR"/>
              <a:t>Sous-titre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F9DB383-8B18-4CB4-E7D6-BADD1BD6E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6613" y="216514"/>
            <a:ext cx="680525" cy="609398"/>
          </a:xfrm>
          <a:prstGeom prst="rect">
            <a:avLst/>
          </a:prstGeom>
          <a:noFill/>
          <a:ln w="158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fr-FR" sz="4400" dirty="0">
                <a:solidFill>
                  <a:srgbClr val="E75113"/>
                </a:solidFill>
                <a:latin typeface="Barlow Black" panose="00000A00000000000000" pitchFamily="2" charset="0"/>
              </a:defRPr>
            </a:lvl1pPr>
          </a:lstStyle>
          <a:p>
            <a:pPr marL="0" lvl="0">
              <a:spcBef>
                <a:spcPts val="3400"/>
              </a:spcBef>
            </a:pPr>
            <a:r>
              <a:rPr lang="en-GB" sz="4400">
                <a:solidFill>
                  <a:srgbClr val="FAB92E"/>
                </a:solidFill>
                <a:latin typeface="Barlow Black" panose="00000A00000000000000" pitchFamily="2" charset="0"/>
              </a:rPr>
              <a:t>00</a:t>
            </a:r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3990DB1-95BB-1D06-72AF-A415874AD388}"/>
              </a:ext>
            </a:extLst>
          </p:cNvPr>
          <p:cNvSpPr txBox="1"/>
          <p:nvPr userDrawn="1"/>
        </p:nvSpPr>
        <p:spPr>
          <a:xfrm>
            <a:off x="3883742" y="6673446"/>
            <a:ext cx="2045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1BC00A5-DC47-A137-705E-3EC58E50E70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 flipV="1">
            <a:off x="7993622" y="472711"/>
            <a:ext cx="725466" cy="45719"/>
          </a:xfrm>
          <a:prstGeom prst="roundRect">
            <a:avLst/>
          </a:prstGeom>
          <a:solidFill>
            <a:srgbClr val="FAB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E35BFF7-93F2-F1A5-CC99-CC76FA7F9119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 rot="5182598">
            <a:off x="171123" y="6048826"/>
            <a:ext cx="434031" cy="548033"/>
            <a:chOff x="9790045" y="4246976"/>
            <a:chExt cx="1843965" cy="2328292"/>
          </a:xfrm>
        </p:grpSpPr>
        <p:sp>
          <p:nvSpPr>
            <p:cNvPr id="4" name="Délai  87">
              <a:extLst>
                <a:ext uri="{FF2B5EF4-FFF2-40B4-BE49-F238E27FC236}">
                  <a16:creationId xmlns:a16="http://schemas.microsoft.com/office/drawing/2014/main" id="{A629D8B5-DAA9-B229-75F3-7DBAD840DBB0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8C001A9-3E20-B8BE-64EA-05C0404183B1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rgbClr val="FAB8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037785754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_masque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CF39D1B6-EAC1-C0C6-42D0-0FA330F6197C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61046" y="5904942"/>
            <a:ext cx="794657" cy="794657"/>
          </a:xfrm>
          <a:prstGeom prst="rect">
            <a:avLst/>
          </a:prstGeom>
        </p:spPr>
      </p:pic>
      <p:sp>
        <p:nvSpPr>
          <p:cNvPr id="16" name="Forme libre : forme 4">
            <a:extLst>
              <a:ext uri="{FF2B5EF4-FFF2-40B4-BE49-F238E27FC236}">
                <a16:creationId xmlns:a16="http://schemas.microsoft.com/office/drawing/2014/main" id="{5B20FF11-895E-10A3-49AB-7136E3E46E8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10800000">
            <a:off x="0" y="139686"/>
            <a:ext cx="502791" cy="656351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rgbClr val="A2B969">
              <a:alpha val="5000"/>
            </a:srgb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18EE1731-4537-E9B9-0F5D-D120F6126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fr-FR" sz="2000" b="1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pPr marL="0" lvl="0" indent="0"/>
            <a:r>
              <a:rPr lang="fr-FR"/>
              <a:t>TITRE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B4DCA80-AF36-A5D8-A976-87B3A70F0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539" y="790043"/>
            <a:ext cx="84670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lang="fr-FR" sz="1400" dirty="0" smtClean="0">
                <a:solidFill>
                  <a:srgbClr val="096D6D"/>
                </a:solidFill>
                <a:latin typeface="Avenir Book" panose="02000503020000020003" pitchFamily="2" charset="0"/>
              </a:defRPr>
            </a:lvl1pPr>
          </a:lstStyle>
          <a:p>
            <a:pPr marL="0" lvl="0"/>
            <a:r>
              <a:rPr lang="fr-FR"/>
              <a:t>Sous-titre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F9DB383-8B18-4CB4-E7D6-BADD1BD6E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6613" y="216514"/>
            <a:ext cx="680525" cy="609398"/>
          </a:xfrm>
          <a:prstGeom prst="rect">
            <a:avLst/>
          </a:prstGeom>
          <a:noFill/>
          <a:ln w="158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fr-FR" sz="4400" dirty="0">
                <a:solidFill>
                  <a:srgbClr val="93C97B"/>
                </a:solidFill>
                <a:latin typeface="Barlow Black" panose="00000A00000000000000" pitchFamily="2" charset="0"/>
              </a:defRPr>
            </a:lvl1pPr>
          </a:lstStyle>
          <a:p>
            <a:pPr>
              <a:spcBef>
                <a:spcPts val="3400"/>
              </a:spcBef>
            </a:pPr>
            <a:r>
              <a:rPr lang="en-GB" sz="4400">
                <a:solidFill>
                  <a:schemeClr val="bg1">
                    <a:lumMod val="75000"/>
                  </a:schemeClr>
                </a:solidFill>
                <a:latin typeface="Barlow Black" panose="00000A00000000000000" pitchFamily="2" charset="0"/>
              </a:rPr>
              <a:t>00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BD770B0-21D5-E466-C1A6-77536D715690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 flipV="1">
            <a:off x="4787329" y="474113"/>
            <a:ext cx="725466" cy="4571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804E688-E4F8-E96E-CFE4-D97712435C8D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 rot="8217329">
            <a:off x="126957" y="6052671"/>
            <a:ext cx="428426" cy="540954"/>
            <a:chOff x="9790045" y="4246976"/>
            <a:chExt cx="1843965" cy="2328292"/>
          </a:xfrm>
        </p:grpSpPr>
        <p:sp>
          <p:nvSpPr>
            <p:cNvPr id="10" name="Délai  10">
              <a:extLst>
                <a:ext uri="{FF2B5EF4-FFF2-40B4-BE49-F238E27FC236}">
                  <a16:creationId xmlns:a16="http://schemas.microsoft.com/office/drawing/2014/main" id="{F7849B97-B937-B22F-79ED-891A3537A326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6967639-7D2E-F2A4-AB93-A57ED4441330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AE7AA914-FD80-68FE-8CE2-4034C43DA1DE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2558282492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_masqu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7B87E15-4AA2-A2F0-F09B-7B91AE50EEF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flipV="1">
            <a:off x="5862416" y="477735"/>
            <a:ext cx="725466" cy="45719"/>
          </a:xfrm>
          <a:prstGeom prst="round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1DBE4A6B-0BE2-3F37-192A-554E023BC7C5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55324" y="6113809"/>
            <a:ext cx="437865" cy="552872"/>
            <a:chOff x="9790045" y="4246976"/>
            <a:chExt cx="1843965" cy="2328292"/>
          </a:xfrm>
        </p:grpSpPr>
        <p:sp>
          <p:nvSpPr>
            <p:cNvPr id="9" name="Délai  2">
              <a:extLst>
                <a:ext uri="{FF2B5EF4-FFF2-40B4-BE49-F238E27FC236}">
                  <a16:creationId xmlns:a16="http://schemas.microsoft.com/office/drawing/2014/main" id="{3243DAB8-72A0-4957-4E95-168951833B51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10203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122C508D-A2A0-D452-2DD5-2494F8056F6F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rgbClr val="E751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2" name="Image 11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CF39D1B6-EAC1-C0C6-42D0-0FA330F6197C}"/>
              </a:ext>
            </a:extLst>
          </p:cNvPr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61046" y="5904942"/>
            <a:ext cx="794657" cy="794657"/>
          </a:xfrm>
          <a:prstGeom prst="rect">
            <a:avLst/>
          </a:prstGeom>
        </p:spPr>
      </p:pic>
      <p:sp>
        <p:nvSpPr>
          <p:cNvPr id="16" name="Forme libre : forme 4">
            <a:extLst>
              <a:ext uri="{FF2B5EF4-FFF2-40B4-BE49-F238E27FC236}">
                <a16:creationId xmlns:a16="http://schemas.microsoft.com/office/drawing/2014/main" id="{5B20FF11-895E-10A3-49AB-7136E3E46E8B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 rot="10800000">
            <a:off x="0" y="139686"/>
            <a:ext cx="502791" cy="656351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rgbClr val="E65012">
              <a:alpha val="5000"/>
            </a:srgb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18EE1731-4537-E9B9-0F5D-D120F6126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fr-FR" sz="2000" b="1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pPr marL="0" lvl="0" indent="0"/>
            <a:r>
              <a:rPr lang="fr-FR"/>
              <a:t>TITRE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B4DCA80-AF36-A5D8-A976-87B3A70F0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539" y="790043"/>
            <a:ext cx="84670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lang="fr-FR" sz="1400" dirty="0" smtClean="0">
                <a:solidFill>
                  <a:srgbClr val="096D6D"/>
                </a:solidFill>
                <a:latin typeface="Avenir Book" panose="02000503020000020003" pitchFamily="2" charset="0"/>
              </a:defRPr>
            </a:lvl1pPr>
          </a:lstStyle>
          <a:p>
            <a:pPr marL="0" lvl="0"/>
            <a:r>
              <a:rPr lang="fr-FR"/>
              <a:t>Sous-titre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F9DB383-8B18-4CB4-E7D6-BADD1BD6E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6613" y="216514"/>
            <a:ext cx="680525" cy="609398"/>
          </a:xfrm>
          <a:prstGeom prst="rect">
            <a:avLst/>
          </a:prstGeom>
          <a:noFill/>
          <a:ln w="158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fr-FR" sz="4400" dirty="0">
                <a:solidFill>
                  <a:srgbClr val="E75113"/>
                </a:solidFill>
                <a:latin typeface="Barlow Black" panose="00000A00000000000000" pitchFamily="2" charset="0"/>
              </a:defRPr>
            </a:lvl1pPr>
          </a:lstStyle>
          <a:p>
            <a:pPr marL="0" lvl="0">
              <a:spcBef>
                <a:spcPts val="3400"/>
              </a:spcBef>
            </a:pPr>
            <a:r>
              <a:rPr lang="fr-FR"/>
              <a:t>00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C7CD143-36C7-6D84-7723-FE36BEB374DB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2739882567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_masque_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CF39D1B6-EAC1-C0C6-42D0-0FA330F6197C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61046" y="5904942"/>
            <a:ext cx="794657" cy="794657"/>
          </a:xfrm>
          <a:prstGeom prst="rect">
            <a:avLst/>
          </a:prstGeom>
        </p:spPr>
      </p:pic>
      <p:sp>
        <p:nvSpPr>
          <p:cNvPr id="16" name="Forme libre : forme 4">
            <a:extLst>
              <a:ext uri="{FF2B5EF4-FFF2-40B4-BE49-F238E27FC236}">
                <a16:creationId xmlns:a16="http://schemas.microsoft.com/office/drawing/2014/main" id="{5B20FF11-895E-10A3-49AB-7136E3E46E8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10800000">
            <a:off x="0" y="139686"/>
            <a:ext cx="502791" cy="656351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rgbClr val="A2B969">
              <a:alpha val="5000"/>
            </a:srgb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18EE1731-4537-E9B9-0F5D-D120F6126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fr-FR" sz="2000" b="1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pPr marL="0" lvl="0" indent="0"/>
            <a:r>
              <a:rPr lang="fr-FR"/>
              <a:t>TITRE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B4DCA80-AF36-A5D8-A976-87B3A70F0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539" y="790043"/>
            <a:ext cx="84670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lang="fr-FR" sz="1400" dirty="0" smtClean="0">
                <a:solidFill>
                  <a:srgbClr val="096D6D"/>
                </a:solidFill>
                <a:latin typeface="Avenir Book" panose="02000503020000020003" pitchFamily="2" charset="0"/>
              </a:defRPr>
            </a:lvl1pPr>
          </a:lstStyle>
          <a:p>
            <a:pPr marL="0" lvl="0"/>
            <a:r>
              <a:rPr lang="fr-FR"/>
              <a:t>Sous-titre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F9DB383-8B18-4CB4-E7D6-BADD1BD6E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6613" y="216514"/>
            <a:ext cx="680525" cy="609398"/>
          </a:xfrm>
          <a:prstGeom prst="rect">
            <a:avLst/>
          </a:prstGeom>
          <a:noFill/>
          <a:ln w="158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fr-FR" sz="4400" dirty="0">
                <a:solidFill>
                  <a:srgbClr val="93C97B"/>
                </a:solidFill>
                <a:latin typeface="Barlow Black" panose="00000A00000000000000" pitchFamily="2" charset="0"/>
              </a:defRPr>
            </a:lvl1pPr>
          </a:lstStyle>
          <a:p>
            <a:pPr marL="0" lvl="0">
              <a:spcBef>
                <a:spcPts val="3400"/>
              </a:spcBef>
            </a:pPr>
            <a:r>
              <a:rPr lang="fr-FR"/>
              <a:t>00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2391908-6327-0A6E-E1BD-2A13E5BD764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 flipV="1">
            <a:off x="6922286" y="477735"/>
            <a:ext cx="725466" cy="45719"/>
          </a:xfrm>
          <a:prstGeom prst="roundRect">
            <a:avLst/>
          </a:prstGeom>
          <a:solidFill>
            <a:srgbClr val="93C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C352DF8-5C00-39C8-A735-F0FDD9A8558A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 rot="16200000">
            <a:off x="155324" y="6113809"/>
            <a:ext cx="437865" cy="552872"/>
            <a:chOff x="9790045" y="4246976"/>
            <a:chExt cx="1843965" cy="2328292"/>
          </a:xfrm>
        </p:grpSpPr>
        <p:sp>
          <p:nvSpPr>
            <p:cNvPr id="5" name="Délai  30">
              <a:extLst>
                <a:ext uri="{FF2B5EF4-FFF2-40B4-BE49-F238E27FC236}">
                  <a16:creationId xmlns:a16="http://schemas.microsoft.com/office/drawing/2014/main" id="{D98E0DFC-2079-1B7E-B812-EC894FE1BD2C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93C9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9CF77167-9BAB-2FD0-E7DD-1F45D91F76FA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CD0050B5-3D92-77B5-FE1E-18BC2D3BD660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1091995161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_masque_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CF39D1B6-EAC1-C0C6-42D0-0FA330F6197C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61046" y="5904942"/>
            <a:ext cx="794657" cy="794657"/>
          </a:xfrm>
          <a:prstGeom prst="rect">
            <a:avLst/>
          </a:prstGeom>
        </p:spPr>
      </p:pic>
      <p:sp>
        <p:nvSpPr>
          <p:cNvPr id="16" name="Forme libre : forme 4">
            <a:extLst>
              <a:ext uri="{FF2B5EF4-FFF2-40B4-BE49-F238E27FC236}">
                <a16:creationId xmlns:a16="http://schemas.microsoft.com/office/drawing/2014/main" id="{5B20FF11-895E-10A3-49AB-7136E3E46E8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10800000">
            <a:off x="0" y="139686"/>
            <a:ext cx="502791" cy="656351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rgbClr val="F5C56F">
              <a:alpha val="5000"/>
            </a:srgb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18EE1731-4537-E9B9-0F5D-D120F6126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fr-FR" sz="2000" b="1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pPr marL="0" lvl="0" indent="0"/>
            <a:r>
              <a:rPr lang="fr-FR"/>
              <a:t>TITRE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B4DCA80-AF36-A5D8-A976-87B3A70F0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539" y="790043"/>
            <a:ext cx="84670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lang="fr-FR" sz="1400" dirty="0" smtClean="0">
                <a:solidFill>
                  <a:srgbClr val="096D6D"/>
                </a:solidFill>
                <a:latin typeface="Avenir Book" panose="02000503020000020003" pitchFamily="2" charset="0"/>
              </a:defRPr>
            </a:lvl1pPr>
          </a:lstStyle>
          <a:p>
            <a:pPr marL="0" lvl="0"/>
            <a:r>
              <a:rPr lang="fr-FR"/>
              <a:t>Sous-titre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F9DB383-8B18-4CB4-E7D6-BADD1BD6E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6613" y="216514"/>
            <a:ext cx="680525" cy="609398"/>
          </a:xfrm>
          <a:prstGeom prst="rect">
            <a:avLst/>
          </a:prstGeom>
          <a:noFill/>
          <a:ln w="158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fr-FR" sz="4400" dirty="0">
                <a:solidFill>
                  <a:srgbClr val="E75113"/>
                </a:solidFill>
                <a:latin typeface="Barlow Black" panose="00000A00000000000000" pitchFamily="2" charset="0"/>
              </a:defRPr>
            </a:lvl1pPr>
          </a:lstStyle>
          <a:p>
            <a:pPr marL="0" lvl="0">
              <a:spcBef>
                <a:spcPts val="3400"/>
              </a:spcBef>
            </a:pPr>
            <a:r>
              <a:rPr lang="en-GB" sz="4400">
                <a:solidFill>
                  <a:srgbClr val="FAB92E"/>
                </a:solidFill>
                <a:latin typeface="Barlow Black" panose="00000A00000000000000" pitchFamily="2" charset="0"/>
              </a:rPr>
              <a:t>00</a:t>
            </a:r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1BC00A5-DC47-A137-705E-3EC58E50E70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 flipV="1">
            <a:off x="7993622" y="472711"/>
            <a:ext cx="725466" cy="45719"/>
          </a:xfrm>
          <a:prstGeom prst="roundRect">
            <a:avLst/>
          </a:prstGeom>
          <a:solidFill>
            <a:srgbClr val="FAB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E35BFF7-93F2-F1A5-CC99-CC76FA7F9119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 rot="5182598">
            <a:off x="171123" y="6048826"/>
            <a:ext cx="434031" cy="548033"/>
            <a:chOff x="9790045" y="4246976"/>
            <a:chExt cx="1843965" cy="2328292"/>
          </a:xfrm>
        </p:grpSpPr>
        <p:sp>
          <p:nvSpPr>
            <p:cNvPr id="4" name="Délai  87">
              <a:extLst>
                <a:ext uri="{FF2B5EF4-FFF2-40B4-BE49-F238E27FC236}">
                  <a16:creationId xmlns:a16="http://schemas.microsoft.com/office/drawing/2014/main" id="{A629D8B5-DAA9-B229-75F3-7DBAD840DBB0}"/>
                </a:ext>
              </a:extLst>
            </p:cNvPr>
            <p:cNvSpPr/>
            <p:nvPr/>
          </p:nvSpPr>
          <p:spPr>
            <a:xfrm rot="2571875">
              <a:off x="10485910" y="4484086"/>
              <a:ext cx="1148100" cy="2091182"/>
            </a:xfrm>
            <a:prstGeom prst="flowChartDelay">
              <a:avLst/>
            </a:prstGeom>
            <a:solidFill>
              <a:srgbClr val="1020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8C001A9-3E20-B8BE-64EA-05C0404183B1}"/>
                </a:ext>
              </a:extLst>
            </p:cNvPr>
            <p:cNvSpPr/>
            <p:nvPr/>
          </p:nvSpPr>
          <p:spPr>
            <a:xfrm>
              <a:off x="9790045" y="4246976"/>
              <a:ext cx="920749" cy="920749"/>
            </a:xfrm>
            <a:prstGeom prst="ellipse">
              <a:avLst/>
            </a:prstGeom>
            <a:solidFill>
              <a:srgbClr val="FAB8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FE0AD153-D161-176D-25BF-D41EE18AE73A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350886929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_masque_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CF39D1B6-EAC1-C0C6-42D0-0FA330F6197C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61046" y="5904942"/>
            <a:ext cx="794657" cy="794657"/>
          </a:xfrm>
          <a:prstGeom prst="rect">
            <a:avLst/>
          </a:prstGeom>
        </p:spPr>
      </p:pic>
      <p:sp>
        <p:nvSpPr>
          <p:cNvPr id="16" name="Forme libre : forme 4">
            <a:extLst>
              <a:ext uri="{FF2B5EF4-FFF2-40B4-BE49-F238E27FC236}">
                <a16:creationId xmlns:a16="http://schemas.microsoft.com/office/drawing/2014/main" id="{5B20FF11-895E-10A3-49AB-7136E3E46E8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10800000">
            <a:off x="0" y="139686"/>
            <a:ext cx="502791" cy="656351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rgbClr val="6B8DE7">
              <a:alpha val="5000"/>
            </a:srgb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18EE1731-4537-E9B9-0F5D-D120F6126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fr-FR" sz="2000" b="1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pPr marL="0" lvl="0" indent="0"/>
            <a:r>
              <a:rPr lang="fr-FR"/>
              <a:t>TITRE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B4DCA80-AF36-A5D8-A976-87B3A70F0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539" y="790043"/>
            <a:ext cx="84670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lang="fr-FR" sz="1400" dirty="0" smtClean="0">
                <a:solidFill>
                  <a:srgbClr val="096D6D"/>
                </a:solidFill>
                <a:latin typeface="Avenir Book" panose="02000503020000020003" pitchFamily="2" charset="0"/>
              </a:defRPr>
            </a:lvl1pPr>
          </a:lstStyle>
          <a:p>
            <a:pPr marL="0" lvl="0"/>
            <a:r>
              <a:rPr lang="fr-FR"/>
              <a:t>Sous-titre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F9DB383-8B18-4CB4-E7D6-BADD1BD6E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6613" y="216514"/>
            <a:ext cx="680525" cy="609398"/>
          </a:xfrm>
          <a:prstGeom prst="rect">
            <a:avLst/>
          </a:prstGeom>
          <a:noFill/>
          <a:ln w="158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fr-FR" sz="4400" dirty="0">
                <a:solidFill>
                  <a:srgbClr val="E75113"/>
                </a:solidFill>
                <a:latin typeface="Barlow Black" panose="00000A00000000000000" pitchFamily="2" charset="0"/>
              </a:defRPr>
            </a:lvl1pPr>
          </a:lstStyle>
          <a:p>
            <a:pPr marL="0" lvl="0">
              <a:spcBef>
                <a:spcPts val="3400"/>
              </a:spcBef>
            </a:pPr>
            <a:r>
              <a:rPr lang="en-GB" sz="4400">
                <a:solidFill>
                  <a:srgbClr val="6B8DE7"/>
                </a:solidFill>
                <a:latin typeface="Barlow Black" panose="00000A00000000000000" pitchFamily="2" charset="0"/>
              </a:rPr>
              <a:t>00</a:t>
            </a:r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7F1A43D-13BB-272E-D1BC-6794B6D58654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 flipV="1">
            <a:off x="9070132" y="467687"/>
            <a:ext cx="725466" cy="45719"/>
          </a:xfrm>
          <a:prstGeom prst="roundRect">
            <a:avLst/>
          </a:prstGeom>
          <a:solidFill>
            <a:srgbClr val="6B8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CCAF8A86-62C2-FDE1-91F5-5F45ADC89748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 rot="10800000">
            <a:off x="139895" y="6043019"/>
            <a:ext cx="433236" cy="547028"/>
            <a:chOff x="9789002" y="336546"/>
            <a:chExt cx="1843965" cy="2328292"/>
          </a:xfrm>
        </p:grpSpPr>
        <p:sp>
          <p:nvSpPr>
            <p:cNvPr id="8" name="Délai  12">
              <a:extLst>
                <a:ext uri="{FF2B5EF4-FFF2-40B4-BE49-F238E27FC236}">
                  <a16:creationId xmlns:a16="http://schemas.microsoft.com/office/drawing/2014/main" id="{C5405FDD-5711-911B-E060-925AEE459E17}"/>
                </a:ext>
              </a:extLst>
            </p:cNvPr>
            <p:cNvSpPr/>
            <p:nvPr/>
          </p:nvSpPr>
          <p:spPr>
            <a:xfrm rot="2571875">
              <a:off x="10484867" y="573656"/>
              <a:ext cx="1148100" cy="2091182"/>
            </a:xfrm>
            <a:prstGeom prst="flowChartDelay">
              <a:avLst/>
            </a:prstGeom>
            <a:solidFill>
              <a:srgbClr val="6B8DE7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42C90F05-0B84-8C62-47BF-857DE13C1225}"/>
                </a:ext>
              </a:extLst>
            </p:cNvPr>
            <p:cNvSpPr/>
            <p:nvPr/>
          </p:nvSpPr>
          <p:spPr>
            <a:xfrm>
              <a:off x="9789002" y="336546"/>
              <a:ext cx="920749" cy="920749"/>
            </a:xfrm>
            <a:prstGeom prst="ellipse">
              <a:avLst/>
            </a:prstGeom>
            <a:solidFill>
              <a:srgbClr val="E751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B15A0033-814E-14E9-B6D3-7AA45EBCDB45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2758700697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_masque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CF39D1B6-EAC1-C0C6-42D0-0FA330F6197C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61046" y="5904942"/>
            <a:ext cx="794657" cy="794657"/>
          </a:xfrm>
          <a:prstGeom prst="rect">
            <a:avLst/>
          </a:prstGeom>
        </p:spPr>
      </p:pic>
      <p:sp>
        <p:nvSpPr>
          <p:cNvPr id="16" name="Forme libre : forme 4">
            <a:extLst>
              <a:ext uri="{FF2B5EF4-FFF2-40B4-BE49-F238E27FC236}">
                <a16:creationId xmlns:a16="http://schemas.microsoft.com/office/drawing/2014/main" id="{5B20FF11-895E-10A3-49AB-7136E3E46E8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10800000">
            <a:off x="0" y="139686"/>
            <a:ext cx="502791" cy="656351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rgbClr val="00B7B5">
              <a:alpha val="5000"/>
            </a:srgb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18EE1731-4537-E9B9-0F5D-D120F6126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fr-FR" sz="2000" b="1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pPr marL="0" lvl="0" indent="0"/>
            <a:r>
              <a:rPr lang="fr-FR"/>
              <a:t>TITRE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4B4DCA80-AF36-A5D8-A976-87B3A70F0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539" y="790043"/>
            <a:ext cx="84670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lang="fr-FR" sz="1400" dirty="0" smtClean="0">
                <a:solidFill>
                  <a:srgbClr val="096D6D"/>
                </a:solidFill>
                <a:latin typeface="Avenir Book" panose="02000503020000020003" pitchFamily="2" charset="0"/>
              </a:defRPr>
            </a:lvl1pPr>
          </a:lstStyle>
          <a:p>
            <a:pPr marL="0" lvl="0"/>
            <a:r>
              <a:rPr lang="fr-FR"/>
              <a:t>Sous-titre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4F9DB383-8B18-4CB4-E7D6-BADD1BD6E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6613" y="216514"/>
            <a:ext cx="680525" cy="609398"/>
          </a:xfrm>
          <a:prstGeom prst="rect">
            <a:avLst/>
          </a:prstGeom>
          <a:noFill/>
          <a:ln w="158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fr-FR" sz="4400" dirty="0">
                <a:solidFill>
                  <a:srgbClr val="E75113"/>
                </a:solidFill>
                <a:latin typeface="Barlow Black" panose="00000A00000000000000" pitchFamily="2" charset="0"/>
              </a:defRPr>
            </a:lvl1pPr>
          </a:lstStyle>
          <a:p>
            <a:pPr marL="0" lvl="0">
              <a:spcBef>
                <a:spcPts val="3400"/>
              </a:spcBef>
            </a:pPr>
            <a:r>
              <a:rPr lang="en-GB" sz="4400">
                <a:solidFill>
                  <a:srgbClr val="2F9BB2"/>
                </a:solidFill>
                <a:latin typeface="Barlow Black" panose="00000A00000000000000" pitchFamily="2" charset="0"/>
              </a:rPr>
              <a:t>00</a:t>
            </a:r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9A91C6A-2E7F-D587-6E72-C9118EB0E131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 flipV="1">
            <a:off x="10131092" y="462663"/>
            <a:ext cx="725466" cy="45719"/>
          </a:xfrm>
          <a:prstGeom prst="roundRect">
            <a:avLst/>
          </a:prstGeom>
          <a:solidFill>
            <a:srgbClr val="2F99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4B1A693-CB2F-6E2C-7870-A6A645904D03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 rot="13590674">
            <a:off x="191314" y="6037242"/>
            <a:ext cx="451048" cy="569518"/>
            <a:chOff x="9789002" y="336546"/>
            <a:chExt cx="1843965" cy="2328292"/>
          </a:xfrm>
        </p:grpSpPr>
        <p:sp>
          <p:nvSpPr>
            <p:cNvPr id="4" name="Délai  2">
              <a:extLst>
                <a:ext uri="{FF2B5EF4-FFF2-40B4-BE49-F238E27FC236}">
                  <a16:creationId xmlns:a16="http://schemas.microsoft.com/office/drawing/2014/main" id="{57C41BE6-9913-6708-047F-3DA6E3395F47}"/>
                </a:ext>
              </a:extLst>
            </p:cNvPr>
            <p:cNvSpPr/>
            <p:nvPr/>
          </p:nvSpPr>
          <p:spPr>
            <a:xfrm rot="2571875">
              <a:off x="10484867" y="573656"/>
              <a:ext cx="1148100" cy="2091182"/>
            </a:xfrm>
            <a:prstGeom prst="flowChartDelay">
              <a:avLst/>
            </a:prstGeom>
            <a:solidFill>
              <a:srgbClr val="309B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F8AF1736-D16F-7670-39B9-20AA04C8816E}"/>
                </a:ext>
              </a:extLst>
            </p:cNvPr>
            <p:cNvSpPr/>
            <p:nvPr/>
          </p:nvSpPr>
          <p:spPr>
            <a:xfrm>
              <a:off x="9789002" y="336546"/>
              <a:ext cx="920749" cy="920749"/>
            </a:xfrm>
            <a:prstGeom prst="ellipse">
              <a:avLst/>
            </a:prstGeom>
            <a:solidFill>
              <a:srgbClr val="E751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E69E127E-B6BA-6973-8ED3-0C10D5094D02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1866364652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e">
            <a:extLst>
              <a:ext uri="{FF2B5EF4-FFF2-40B4-BE49-F238E27FC236}">
                <a16:creationId xmlns:a16="http://schemas.microsoft.com/office/drawing/2014/main" id="{BC88A112-8D5D-4071-83A6-96206EDEA365}"/>
              </a:ext>
            </a:extLst>
          </p:cNvPr>
          <p:cNvSpPr/>
          <p:nvPr userDrawn="1"/>
        </p:nvSpPr>
        <p:spPr>
          <a:xfrm>
            <a:off x="0" y="0"/>
            <a:ext cx="5130800" cy="6854190"/>
          </a:xfrm>
          <a:custGeom>
            <a:avLst/>
            <a:gdLst/>
            <a:ahLst/>
            <a:cxnLst/>
            <a:rect l="l" t="t" r="r" b="b"/>
            <a:pathLst>
              <a:path w="5130800" h="6854190">
                <a:moveTo>
                  <a:pt x="2968762" y="0"/>
                </a:moveTo>
                <a:lnTo>
                  <a:pt x="0" y="0"/>
                </a:lnTo>
                <a:lnTo>
                  <a:pt x="0" y="6854014"/>
                </a:lnTo>
                <a:lnTo>
                  <a:pt x="5130224" y="6854014"/>
                </a:lnTo>
                <a:lnTo>
                  <a:pt x="5130224" y="2329563"/>
                </a:lnTo>
                <a:lnTo>
                  <a:pt x="5129732" y="2280741"/>
                </a:lnTo>
                <a:lnTo>
                  <a:pt x="5128261" y="2232163"/>
                </a:lnTo>
                <a:lnTo>
                  <a:pt x="5125821" y="2183839"/>
                </a:lnTo>
                <a:lnTo>
                  <a:pt x="5122422" y="2135779"/>
                </a:lnTo>
                <a:lnTo>
                  <a:pt x="5118074" y="2087993"/>
                </a:lnTo>
                <a:lnTo>
                  <a:pt x="5112785" y="2040490"/>
                </a:lnTo>
                <a:lnTo>
                  <a:pt x="5106566" y="1993280"/>
                </a:lnTo>
                <a:lnTo>
                  <a:pt x="5099426" y="1946373"/>
                </a:lnTo>
                <a:lnTo>
                  <a:pt x="5091375" y="1899778"/>
                </a:lnTo>
                <a:lnTo>
                  <a:pt x="5082422" y="1853506"/>
                </a:lnTo>
                <a:lnTo>
                  <a:pt x="5072577" y="1807565"/>
                </a:lnTo>
                <a:lnTo>
                  <a:pt x="5061849" y="1761967"/>
                </a:lnTo>
                <a:lnTo>
                  <a:pt x="5050248" y="1716720"/>
                </a:lnTo>
                <a:lnTo>
                  <a:pt x="5037784" y="1671834"/>
                </a:lnTo>
                <a:lnTo>
                  <a:pt x="5024466" y="1627319"/>
                </a:lnTo>
                <a:lnTo>
                  <a:pt x="5010304" y="1583185"/>
                </a:lnTo>
                <a:lnTo>
                  <a:pt x="4995307" y="1539442"/>
                </a:lnTo>
                <a:lnTo>
                  <a:pt x="4979485" y="1496099"/>
                </a:lnTo>
                <a:lnTo>
                  <a:pt x="4962848" y="1453166"/>
                </a:lnTo>
                <a:lnTo>
                  <a:pt x="4945405" y="1410652"/>
                </a:lnTo>
                <a:lnTo>
                  <a:pt x="4927165" y="1368568"/>
                </a:lnTo>
                <a:lnTo>
                  <a:pt x="4908139" y="1326923"/>
                </a:lnTo>
                <a:lnTo>
                  <a:pt x="4888336" y="1285728"/>
                </a:lnTo>
                <a:lnTo>
                  <a:pt x="4867765" y="1244991"/>
                </a:lnTo>
                <a:lnTo>
                  <a:pt x="4846436" y="1204722"/>
                </a:lnTo>
                <a:lnTo>
                  <a:pt x="4824359" y="1164932"/>
                </a:lnTo>
                <a:lnTo>
                  <a:pt x="4801543" y="1125629"/>
                </a:lnTo>
                <a:lnTo>
                  <a:pt x="4777998" y="1086825"/>
                </a:lnTo>
                <a:lnTo>
                  <a:pt x="4753733" y="1048528"/>
                </a:lnTo>
                <a:lnTo>
                  <a:pt x="4728758" y="1010747"/>
                </a:lnTo>
                <a:lnTo>
                  <a:pt x="4703083" y="973494"/>
                </a:lnTo>
                <a:lnTo>
                  <a:pt x="4676717" y="936778"/>
                </a:lnTo>
                <a:lnTo>
                  <a:pt x="4649670" y="900608"/>
                </a:lnTo>
                <a:lnTo>
                  <a:pt x="4621951" y="864994"/>
                </a:lnTo>
                <a:lnTo>
                  <a:pt x="4593569" y="829946"/>
                </a:lnTo>
                <a:lnTo>
                  <a:pt x="4564536" y="795474"/>
                </a:lnTo>
                <a:lnTo>
                  <a:pt x="4534859" y="761587"/>
                </a:lnTo>
                <a:lnTo>
                  <a:pt x="4504549" y="728295"/>
                </a:lnTo>
                <a:lnTo>
                  <a:pt x="4473616" y="695608"/>
                </a:lnTo>
                <a:lnTo>
                  <a:pt x="4442068" y="663536"/>
                </a:lnTo>
                <a:lnTo>
                  <a:pt x="4409915" y="632088"/>
                </a:lnTo>
                <a:lnTo>
                  <a:pt x="4377168" y="601275"/>
                </a:lnTo>
                <a:lnTo>
                  <a:pt x="4343835" y="571105"/>
                </a:lnTo>
                <a:lnTo>
                  <a:pt x="4309926" y="541589"/>
                </a:lnTo>
                <a:lnTo>
                  <a:pt x="4275451" y="512736"/>
                </a:lnTo>
                <a:lnTo>
                  <a:pt x="4240420" y="484556"/>
                </a:lnTo>
                <a:lnTo>
                  <a:pt x="4204841" y="457059"/>
                </a:lnTo>
                <a:lnTo>
                  <a:pt x="4168725" y="430255"/>
                </a:lnTo>
                <a:lnTo>
                  <a:pt x="4132081" y="404153"/>
                </a:lnTo>
                <a:lnTo>
                  <a:pt x="4094919" y="378763"/>
                </a:lnTo>
                <a:lnTo>
                  <a:pt x="4057247" y="354095"/>
                </a:lnTo>
                <a:lnTo>
                  <a:pt x="4019077" y="330159"/>
                </a:lnTo>
                <a:lnTo>
                  <a:pt x="3980417" y="306963"/>
                </a:lnTo>
                <a:lnTo>
                  <a:pt x="3941278" y="284519"/>
                </a:lnTo>
                <a:lnTo>
                  <a:pt x="3901667" y="262836"/>
                </a:lnTo>
                <a:lnTo>
                  <a:pt x="3861596" y="241923"/>
                </a:lnTo>
                <a:lnTo>
                  <a:pt x="3821074" y="221791"/>
                </a:lnTo>
                <a:lnTo>
                  <a:pt x="3780110" y="202448"/>
                </a:lnTo>
                <a:lnTo>
                  <a:pt x="3738714" y="183906"/>
                </a:lnTo>
                <a:lnTo>
                  <a:pt x="3696896" y="166173"/>
                </a:lnTo>
                <a:lnTo>
                  <a:pt x="3654665" y="149259"/>
                </a:lnTo>
                <a:lnTo>
                  <a:pt x="3612030" y="133174"/>
                </a:lnTo>
                <a:lnTo>
                  <a:pt x="3569002" y="117928"/>
                </a:lnTo>
                <a:lnTo>
                  <a:pt x="3525589" y="103530"/>
                </a:lnTo>
                <a:lnTo>
                  <a:pt x="3481802" y="89991"/>
                </a:lnTo>
                <a:lnTo>
                  <a:pt x="3437651" y="77320"/>
                </a:lnTo>
                <a:lnTo>
                  <a:pt x="3393143" y="65526"/>
                </a:lnTo>
                <a:lnTo>
                  <a:pt x="3348290" y="54620"/>
                </a:lnTo>
                <a:lnTo>
                  <a:pt x="3303101" y="44611"/>
                </a:lnTo>
                <a:lnTo>
                  <a:pt x="3257585" y="35509"/>
                </a:lnTo>
                <a:lnTo>
                  <a:pt x="3211752" y="27324"/>
                </a:lnTo>
                <a:lnTo>
                  <a:pt x="3165612" y="20065"/>
                </a:lnTo>
                <a:lnTo>
                  <a:pt x="3119174" y="13743"/>
                </a:lnTo>
                <a:lnTo>
                  <a:pt x="3072447" y="8366"/>
                </a:lnTo>
                <a:lnTo>
                  <a:pt x="3025442" y="3946"/>
                </a:lnTo>
                <a:lnTo>
                  <a:pt x="2978168" y="490"/>
                </a:lnTo>
                <a:lnTo>
                  <a:pt x="2968762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fr-FR"/>
              <a:t>Bouygues Construction  |  Mois Année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198A24-13E4-4B5E-8DF8-DB281C2BEA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6763" y="2059992"/>
            <a:ext cx="4105275" cy="2197100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solidFill>
                  <a:schemeClr val="bg1"/>
                </a:solidFill>
              </a:defRPr>
            </a:lvl2pPr>
            <a:lvl3pPr marL="612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buFontTx/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9159901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chirecture_Section_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AC1B31-23F4-AB5E-2F85-51718DAB11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18314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79693B3-6DE4-1B37-05AF-CBCA7552FA38}"/>
              </a:ext>
            </a:extLst>
          </p:cNvPr>
          <p:cNvSpPr txBox="1"/>
          <p:nvPr userDrawn="1"/>
        </p:nvSpPr>
        <p:spPr>
          <a:xfrm>
            <a:off x="6794500" y="6667710"/>
            <a:ext cx="901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pPr lvl="0"/>
            <a:r>
              <a:rPr lang="fr-FR"/>
              <a:t>Slide </a:t>
            </a:r>
            <a:fld id="{E84159DD-8F1B-447B-8C76-93B9AD99256E}" type="slidenum">
              <a:rPr lang="fr-FR" smtClean="0"/>
              <a:t>‹N°›</a:t>
            </a:fld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7DAE72F-5B20-2C23-D12F-8BA2B1D93F94}"/>
              </a:ext>
            </a:extLst>
          </p:cNvPr>
          <p:cNvSpPr txBox="1"/>
          <p:nvPr userDrawn="1"/>
        </p:nvSpPr>
        <p:spPr>
          <a:xfrm>
            <a:off x="5667367" y="6664532"/>
            <a:ext cx="1295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</a:t>
            </a:r>
            <a:fld id="{50F8E9D7-6B83-4506-8BF4-C568860DEEC5}" type="datetime6">
              <a:rPr lang="fr-FR" sz="1100" kern="1200" smtClean="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décembre 25</a:t>
            </a:fld>
            <a:r>
              <a:rPr lang="fr-FR" sz="1100" kern="1200">
                <a:solidFill>
                  <a:schemeClr val="bg1"/>
                </a:solidFill>
                <a:latin typeface="Avenir Book" panose="02000503020000020003"/>
                <a:ea typeface="+mn-ea"/>
                <a:cs typeface="+mn-cs"/>
              </a:rPr>
              <a:t>    |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053FBA9-8D6E-4662-095D-6F7BA72D73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206" y="1512888"/>
            <a:ext cx="2374959" cy="4256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0" lang="fr-FR" sz="34400" b="1" i="0" u="none" strike="noStrike" kern="1200" cap="none" spc="0" normalizeH="0" baseline="0" noProof="0">
                <a:ln>
                  <a:noFill/>
                </a:ln>
                <a:solidFill>
                  <a:srgbClr val="6B8DE7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0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4E0DD6F-2100-E8CD-7021-B364F2259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9868" y="2101910"/>
            <a:ext cx="6349822" cy="1777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TITRE SUR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>
                <a:ln>
                  <a:noFill/>
                </a:ln>
                <a:solidFill>
                  <a:srgbClr val="102031"/>
                </a:solidFill>
                <a:effectLst/>
                <a:uLnTx/>
                <a:uFillTx/>
                <a:latin typeface="Avenir Black" panose="02000503020000020003" pitchFamily="2" charset="0"/>
                <a:ea typeface="+mn-ea"/>
                <a:cs typeface="+mn-cs"/>
              </a:rPr>
              <a:t>DEUX LIGNES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F6EF4AE-70CF-CFED-4B5E-81E4B5220C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21400" y="3958903"/>
            <a:ext cx="6160968" cy="555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 algn="l">
              <a:buNone/>
            </a:pPr>
            <a:r>
              <a:rPr lang="fr-FR" sz="2800" b="1">
                <a:solidFill>
                  <a:srgbClr val="6B8DE7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TITRE</a:t>
            </a:r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7BE6B667-0822-2608-50CA-857E3D45D61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348224" y="3575371"/>
            <a:ext cx="2437579" cy="117488"/>
          </a:xfrm>
          <a:prstGeom prst="roundRect">
            <a:avLst>
              <a:gd name="adj" fmla="val 50000"/>
            </a:avLst>
          </a:prstGeom>
          <a:solidFill>
            <a:srgbClr val="6B8D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14033DC-F477-DC95-DD58-383885B8773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 rot="10800000">
            <a:off x="9978788" y="4111926"/>
            <a:ext cx="1816971" cy="2294210"/>
            <a:chOff x="9789002" y="336546"/>
            <a:chExt cx="1843965" cy="2328292"/>
          </a:xfrm>
        </p:grpSpPr>
        <p:sp>
          <p:nvSpPr>
            <p:cNvPr id="12" name="Délai  15">
              <a:extLst>
                <a:ext uri="{FF2B5EF4-FFF2-40B4-BE49-F238E27FC236}">
                  <a16:creationId xmlns:a16="http://schemas.microsoft.com/office/drawing/2014/main" id="{17BA1938-6CA8-436E-94D7-4D07E53A05D6}"/>
                </a:ext>
              </a:extLst>
            </p:cNvPr>
            <p:cNvSpPr/>
            <p:nvPr/>
          </p:nvSpPr>
          <p:spPr>
            <a:xfrm rot="2571875">
              <a:off x="10484867" y="573656"/>
              <a:ext cx="1148100" cy="2091182"/>
            </a:xfrm>
            <a:prstGeom prst="flowChartDelay">
              <a:avLst/>
            </a:prstGeom>
            <a:solidFill>
              <a:srgbClr val="6B8D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14BCEBD8-D08C-82E6-565F-525A3168599C}"/>
                </a:ext>
              </a:extLst>
            </p:cNvPr>
            <p:cNvSpPr/>
            <p:nvPr/>
          </p:nvSpPr>
          <p:spPr>
            <a:xfrm>
              <a:off x="9789002" y="336546"/>
              <a:ext cx="920749" cy="920749"/>
            </a:xfrm>
            <a:prstGeom prst="ellipse">
              <a:avLst/>
            </a:prstGeom>
            <a:solidFill>
              <a:srgbClr val="FF5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9443FD35-9026-AD86-7C87-1A5B77C14370}"/>
              </a:ext>
            </a:extLst>
          </p:cNvPr>
          <p:cNvSpPr txBox="1"/>
          <p:nvPr userDrawn="1"/>
        </p:nvSpPr>
        <p:spPr>
          <a:xfrm>
            <a:off x="3553893" y="6673446"/>
            <a:ext cx="2374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Avenir Book" panose="02000503020000020003"/>
              </a:rPr>
              <a:t>BOUYGUES CONSTRUCTION |</a:t>
            </a:r>
          </a:p>
        </p:txBody>
      </p:sp>
    </p:spTree>
    <p:extLst>
      <p:ext uri="{BB962C8B-B14F-4D97-AF65-F5344CB8AC3E}">
        <p14:creationId xmlns:p14="http://schemas.microsoft.com/office/powerpoint/2010/main" val="266830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125E-6 -4.44444E-6 L 0.02591 -4.44444E-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chitecture_garde_derniè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395831-37E3-E9A5-A288-5F3BF929E74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6700603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Graphique, graphisme, Police, logo&#10;&#10;Description générée automatiquement">
            <a:extLst>
              <a:ext uri="{FF2B5EF4-FFF2-40B4-BE49-F238E27FC236}">
                <a16:creationId xmlns:a16="http://schemas.microsoft.com/office/drawing/2014/main" id="{A7B4E72D-701D-D6ED-169E-EC4E67ACEE5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02380" y="1135380"/>
            <a:ext cx="4587240" cy="45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5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55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8.xml"/><Relationship Id="rId15" Type="http://schemas.openxmlformats.org/officeDocument/2006/relationships/image" Target="../media/image5.svg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57.xml"/><Relationship Id="rId9" Type="http://schemas.openxmlformats.org/officeDocument/2006/relationships/tags" Target="../tags/tag1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slideLayout" Target="../slideLayouts/slideLayout62.xml"/><Relationship Id="rId16" Type="http://schemas.openxmlformats.org/officeDocument/2006/relationships/tags" Target="../tags/tag35.xml"/><Relationship Id="rId20" Type="http://schemas.openxmlformats.org/officeDocument/2006/relationships/image" Target="../media/image5.sv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tags" Target="../tags/tag30.xml"/><Relationship Id="rId5" Type="http://schemas.openxmlformats.org/officeDocument/2006/relationships/slideLayout" Target="../slideLayouts/slideLayout65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64.xml"/><Relationship Id="rId9" Type="http://schemas.openxmlformats.org/officeDocument/2006/relationships/theme" Target="../theme/theme4.xml"/><Relationship Id="rId14" Type="http://schemas.openxmlformats.org/officeDocument/2006/relationships/tags" Target="../tags/tag3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19.png"/><Relationship Id="rId4" Type="http://schemas.openxmlformats.org/officeDocument/2006/relationships/tags" Target="../tags/tag72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 25">
            <a:extLst>
              <a:ext uri="{FF2B5EF4-FFF2-40B4-BE49-F238E27FC236}">
                <a16:creationId xmlns:a16="http://schemas.microsoft.com/office/drawing/2014/main" id="{1F86ED98-ECB6-B545-B96D-487DB096D68B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4A61B3-8DF8-A1A6-BC1C-0E727CB2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49535"/>
            <a:ext cx="11086578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692DB4-FE59-0C09-79A5-C9DD1B63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575" y="2175048"/>
            <a:ext cx="11086578" cy="3820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99531-832D-5914-A0E6-C1277C081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48077" y="6426109"/>
            <a:ext cx="835015" cy="215444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MOIS ANNÉE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E7768A-5EBE-0A78-FD15-72356CDE7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55632" y="6426110"/>
            <a:ext cx="2492445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30" name="Espace réservé du numéro de diapositive 29">
            <a:extLst>
              <a:ext uri="{FF2B5EF4-FFF2-40B4-BE49-F238E27FC236}">
                <a16:creationId xmlns:a16="http://schemas.microsoft.com/office/drawing/2014/main" id="{6980B1DF-90E7-C3FD-93C1-9975E2A0E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8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3400"/>
        </a:spcBef>
        <a:buFont typeface="Arial" panose="020B0604020202020204" pitchFamily="34" charset="0"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 25">
            <a:extLst>
              <a:ext uri="{FF2B5EF4-FFF2-40B4-BE49-F238E27FC236}">
                <a16:creationId xmlns:a16="http://schemas.microsoft.com/office/drawing/2014/main" id="{1F86ED98-ECB6-B545-B96D-487DB096D68B}"/>
              </a:ext>
            </a:extLst>
          </p:cNvPr>
          <p:cNvSpPr/>
          <p:nvPr userDrawn="1"/>
        </p:nvSpPr>
        <p:spPr>
          <a:xfrm>
            <a:off x="11693488" y="6342553"/>
            <a:ext cx="498512" cy="382556"/>
          </a:xfrm>
          <a:custGeom>
            <a:avLst/>
            <a:gdLst>
              <a:gd name="connsiteX0" fmla="*/ 195210 w 498512"/>
              <a:gd name="connsiteY0" fmla="*/ 0 h 382556"/>
              <a:gd name="connsiteX1" fmla="*/ 498512 w 498512"/>
              <a:gd name="connsiteY1" fmla="*/ 0 h 382556"/>
              <a:gd name="connsiteX2" fmla="*/ 498512 w 498512"/>
              <a:gd name="connsiteY2" fmla="*/ 382556 h 382556"/>
              <a:gd name="connsiteX3" fmla="*/ 195210 w 498512"/>
              <a:gd name="connsiteY3" fmla="*/ 382556 h 382556"/>
              <a:gd name="connsiteX4" fmla="*/ 0 w 498512"/>
              <a:gd name="connsiteY4" fmla="*/ 191278 h 382556"/>
              <a:gd name="connsiteX5" fmla="*/ 195210 w 498512"/>
              <a:gd name="connsiteY5" fmla="*/ 0 h 38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512" h="382556">
                <a:moveTo>
                  <a:pt x="195210" y="0"/>
                </a:moveTo>
                <a:lnTo>
                  <a:pt x="498512" y="0"/>
                </a:lnTo>
                <a:lnTo>
                  <a:pt x="498512" y="382556"/>
                </a:lnTo>
                <a:lnTo>
                  <a:pt x="195210" y="382556"/>
                </a:lnTo>
                <a:cubicBezTo>
                  <a:pt x="87454" y="382556"/>
                  <a:pt x="0" y="296863"/>
                  <a:pt x="0" y="191278"/>
                </a:cubicBezTo>
                <a:cubicBezTo>
                  <a:pt x="0" y="85693"/>
                  <a:pt x="87454" y="0"/>
                  <a:pt x="1952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>
              <a:latin typeface="+mj-lt"/>
            </a:endParaRP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4A61B3-8DF8-A1A6-BC1C-0E727CB2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849535"/>
            <a:ext cx="11086578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fr-FR"/>
              <a:t>Titre de la slide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692DB4-FE59-0C09-79A5-C9DD1B63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575" y="2175048"/>
            <a:ext cx="11086578" cy="3820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nurgatsu</a:t>
            </a:r>
            <a:r>
              <a:rPr lang="fr-FR"/>
              <a:t> </a:t>
            </a:r>
            <a:r>
              <a:rPr lang="fr-FR" err="1"/>
              <a:t>opma</a:t>
            </a:r>
            <a:r>
              <a:rPr lang="fr-FR"/>
              <a:t> magnat. Lorem ipsum </a:t>
            </a:r>
            <a:r>
              <a:rPr lang="fr-FR" err="1"/>
              <a:t>dolorenot</a:t>
            </a:r>
            <a:r>
              <a:rPr lang="fr-FR"/>
              <a:t>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nat</a:t>
            </a:r>
            <a:r>
              <a:rPr lang="fr-FR"/>
              <a:t> </a:t>
            </a:r>
            <a:r>
              <a:rPr lang="fr-FR" err="1"/>
              <a:t>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  <a:p>
            <a:pPr lvl="0"/>
            <a:r>
              <a:rPr lang="fr-FR"/>
              <a:t>Lorem ipsum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akmet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gatsuopma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magnat </a:t>
            </a:r>
            <a:r>
              <a:rPr lang="fr-FR" err="1"/>
              <a:t>dolore</a:t>
            </a:r>
            <a:r>
              <a:rPr lang="fr-FR"/>
              <a:t> </a:t>
            </a:r>
            <a:r>
              <a:rPr lang="fr-FR" err="1"/>
              <a:t>tus.Lorem</a:t>
            </a:r>
            <a:r>
              <a:rPr lang="fr-FR"/>
              <a:t> ipsum </a:t>
            </a:r>
            <a:r>
              <a:rPr lang="fr-FR" err="1"/>
              <a:t>dolore</a:t>
            </a:r>
            <a:r>
              <a:rPr lang="fr-FR"/>
              <a:t> not </a:t>
            </a:r>
            <a:r>
              <a:rPr lang="fr-FR" err="1"/>
              <a:t>too</a:t>
            </a:r>
            <a:r>
              <a:rPr lang="fr-FR"/>
              <a:t> long </a:t>
            </a:r>
            <a:r>
              <a:rPr lang="fr-FR" err="1"/>
              <a:t>nalomet</a:t>
            </a:r>
            <a:r>
              <a:rPr lang="fr-FR"/>
              <a:t> </a:t>
            </a:r>
            <a:r>
              <a:rPr lang="fr-FR" err="1"/>
              <a:t>nur</a:t>
            </a:r>
            <a:r>
              <a:rPr lang="fr-FR"/>
              <a:t> </a:t>
            </a:r>
            <a:r>
              <a:rPr lang="fr-FR" err="1"/>
              <a:t>gatuios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99531-832D-5914-A0E6-C1277C081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48077" y="6426109"/>
            <a:ext cx="835015" cy="215444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Juin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E7768A-5EBE-0A78-FD15-72356CDE7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55632" y="6426110"/>
            <a:ext cx="2492445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BOUYGUES CONSTRUCTION | </a:t>
            </a:r>
          </a:p>
        </p:txBody>
      </p:sp>
      <p:sp>
        <p:nvSpPr>
          <p:cNvPr id="30" name="Espace réservé du numéro de diapositive 29">
            <a:extLst>
              <a:ext uri="{FF2B5EF4-FFF2-40B4-BE49-F238E27FC236}">
                <a16:creationId xmlns:a16="http://schemas.microsoft.com/office/drawing/2014/main" id="{6980B1DF-90E7-C3FD-93C1-9975E2A0E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CD166EB1-B284-8541-B839-321F682B6B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40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98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3400"/>
        </a:spcBef>
        <a:buFont typeface="Arial" panose="020B0604020202020204" pitchFamily="34" charset="0"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52E05B37-8992-71DE-3826-41A49AF834CB}"/>
              </a:ext>
            </a:extLst>
          </p:cNvPr>
          <p:cNvSpPr txBox="1">
            <a:spLocks/>
          </p:cNvSpPr>
          <p:nvPr userDrawn="1"/>
        </p:nvSpPr>
        <p:spPr>
          <a:xfrm>
            <a:off x="4293232" y="6624626"/>
            <a:ext cx="2492445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>
              <a:solidFill>
                <a:srgbClr val="102031"/>
              </a:solidFill>
              <a:latin typeface="Calibri"/>
            </a:endParaRP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8836456A-DF37-959D-FB9A-C66E7F50F511}"/>
              </a:ext>
            </a:extLst>
          </p:cNvPr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29984" y="197431"/>
            <a:ext cx="973453" cy="498598"/>
          </a:xfrm>
          <a:prstGeom prst="rect">
            <a:avLst/>
          </a:prstGeom>
        </p:spPr>
      </p:pic>
      <p:sp>
        <p:nvSpPr>
          <p:cNvPr id="2" name="Forme libre : forme 4">
            <a:extLst>
              <a:ext uri="{FF2B5EF4-FFF2-40B4-BE49-F238E27FC236}">
                <a16:creationId xmlns:a16="http://schemas.microsoft.com/office/drawing/2014/main" id="{3F80BD6D-B020-69E8-C4D0-B1E3CC47DABF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 rot="10800000">
            <a:off x="0" y="1020046"/>
            <a:ext cx="3690709" cy="4817907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chemeClr val="bg1">
              <a:lumMod val="95000"/>
              <a:alpha val="84000"/>
            </a:scheme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3" name="Délai  15">
            <a:extLst>
              <a:ext uri="{FF2B5EF4-FFF2-40B4-BE49-F238E27FC236}">
                <a16:creationId xmlns:a16="http://schemas.microsoft.com/office/drawing/2014/main" id="{1941DDF8-F972-8E26-9B5D-F9071BDC9233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 rot="5400000">
            <a:off x="597898" y="-115894"/>
            <a:ext cx="1049104" cy="1222776"/>
          </a:xfrm>
          <a:prstGeom prst="flowChartDelay">
            <a:avLst/>
          </a:prstGeom>
          <a:solidFill>
            <a:srgbClr val="1020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24A97C-62EA-E4CF-1526-BBF3FE15B901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6700603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Graphique, croquis, silhouette, art&#10;&#10;Description générée automatiquement">
            <a:extLst>
              <a:ext uri="{FF2B5EF4-FFF2-40B4-BE49-F238E27FC236}">
                <a16:creationId xmlns:a16="http://schemas.microsoft.com/office/drawing/2014/main" id="{1F4F6AB1-648E-91BE-0696-1E34FAD205FC}"/>
              </a:ext>
            </a:extLst>
          </p:cNvPr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25473" y="-47179"/>
            <a:ext cx="986360" cy="9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1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875E-6 0 L -0.04557 -0.0004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8836456A-DF37-959D-FB9A-C66E7F50F511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29984" y="197431"/>
            <a:ext cx="973453" cy="49859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2A3EC07-3DA9-1B17-C355-81A4F7640FFF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6767779" y="-4008"/>
            <a:ext cx="1035349" cy="498598"/>
          </a:xfrm>
          <a:prstGeom prst="rect">
            <a:avLst/>
          </a:prstGeom>
          <a:solidFill>
            <a:srgbClr val="93C97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C3B616-B910-C3D5-2511-AB81C9D3D101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7839204" y="-4008"/>
            <a:ext cx="1035349" cy="498598"/>
          </a:xfrm>
          <a:prstGeom prst="rect">
            <a:avLst/>
          </a:prstGeom>
          <a:solidFill>
            <a:srgbClr val="FAB92E">
              <a:alpha val="410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35D2CB-670B-3A2E-6DA5-B3C37DE9D066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8910629" y="-8916"/>
            <a:ext cx="1035349" cy="498598"/>
          </a:xfrm>
          <a:prstGeom prst="rect">
            <a:avLst/>
          </a:prstGeom>
          <a:solidFill>
            <a:srgbClr val="6B8DE7">
              <a:alpha val="410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468C9-D86F-548D-6883-3F77B8660876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5699499" y="0"/>
            <a:ext cx="1035349" cy="498598"/>
          </a:xfrm>
          <a:prstGeom prst="rect">
            <a:avLst/>
          </a:prstGeom>
          <a:solidFill>
            <a:srgbClr val="E7511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11284628-F96E-1EA0-F8A8-E71C9BB7ACEC}"/>
              </a:ext>
            </a:extLst>
          </p:cNvPr>
          <p:cNvGrpSpPr/>
          <p:nvPr userDrawn="1"/>
        </p:nvGrpSpPr>
        <p:grpSpPr>
          <a:xfrm>
            <a:off x="5696832" y="30117"/>
            <a:ext cx="3964053" cy="430887"/>
            <a:chOff x="5696832" y="17417"/>
            <a:chExt cx="3964053" cy="430887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86D41D2B-CE97-BCDD-C0C9-C7BC64A19A3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5696832" y="17417"/>
              <a:ext cx="10134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Book" panose="02000503020000020003" pitchFamily="2" charset="0"/>
                  <a:ea typeface="+mn-ea"/>
                  <a:cs typeface="+mn-cs"/>
                </a:rPr>
                <a:t>Introduction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Book" panose="02000503020000020003" pitchFamily="2" charset="0"/>
                  <a:ea typeface="+mn-ea"/>
                  <a:cs typeface="+mn-cs"/>
                </a:rPr>
                <a:t>Objectifs</a:t>
              </a:r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FFB2A357-DDEF-B788-30DC-BC77188E918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9206915" y="126952"/>
              <a:ext cx="453970" cy="2173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Book" panose="02000503020000020003" pitchFamily="2" charset="0"/>
                  <a:ea typeface="+mn-ea"/>
                  <a:cs typeface="+mn-cs"/>
                </a:rPr>
                <a:t>ADR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58820A8-0A32-6785-850A-7F9EAA76AA3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6802599" y="64930"/>
              <a:ext cx="968535" cy="3358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Book" panose="02000503020000020003" pitchFamily="2" charset="0"/>
                  <a:ea typeface="+mn-ea"/>
                  <a:cs typeface="+mn-cs"/>
                </a:rPr>
                <a:t>Architecture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Book" panose="02000503020000020003" pitchFamily="2" charset="0"/>
                  <a:ea typeface="+mn-ea"/>
                  <a:cs typeface="+mn-cs"/>
                </a:rPr>
                <a:t>Fonctionnelle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EDB1002A-58D4-BF5D-11FB-B5A81D5FD26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7914256" y="64930"/>
              <a:ext cx="883575" cy="3358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Book" panose="02000503020000020003" pitchFamily="2" charset="0"/>
                  <a:ea typeface="+mn-ea"/>
                  <a:cs typeface="+mn-cs"/>
                </a:rPr>
                <a:t>Architecture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Book" panose="02000503020000020003" pitchFamily="2" charset="0"/>
                  <a:ea typeface="+mn-ea"/>
                  <a:cs typeface="+mn-cs"/>
                </a:rPr>
                <a:t>Applicative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866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850D302-1EE9-DBDA-0448-18B9863CF44D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29984" y="197431"/>
            <a:ext cx="973453" cy="498598"/>
          </a:xfrm>
          <a:prstGeom prst="rect">
            <a:avLst/>
          </a:prstGeom>
        </p:spPr>
      </p:pic>
      <p:sp>
        <p:nvSpPr>
          <p:cNvPr id="8" name="Forme libre : forme 4">
            <a:extLst>
              <a:ext uri="{FF2B5EF4-FFF2-40B4-BE49-F238E27FC236}">
                <a16:creationId xmlns:a16="http://schemas.microsoft.com/office/drawing/2014/main" id="{A367F73A-7190-F543-43DF-1759DAD265EB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 rot="10800000">
            <a:off x="0" y="1020046"/>
            <a:ext cx="3690709" cy="4817907"/>
          </a:xfrm>
          <a:custGeom>
            <a:avLst/>
            <a:gdLst>
              <a:gd name="connsiteX0" fmla="*/ 2408953 w 3690709"/>
              <a:gd name="connsiteY0" fmla="*/ 0 h 4817907"/>
              <a:gd name="connsiteX1" fmla="*/ 3690709 w 3690709"/>
              <a:gd name="connsiteY1" fmla="*/ 0 h 4817907"/>
              <a:gd name="connsiteX2" fmla="*/ 3690709 w 3690709"/>
              <a:gd name="connsiteY2" fmla="*/ 1682954 h 4817907"/>
              <a:gd name="connsiteX3" fmla="*/ 2365907 w 3690709"/>
              <a:gd name="connsiteY3" fmla="*/ 1682954 h 4817907"/>
              <a:gd name="connsiteX4" fmla="*/ 1639081 w 3690709"/>
              <a:gd name="connsiteY4" fmla="*/ 2409780 h 4817907"/>
              <a:gd name="connsiteX5" fmla="*/ 2365907 w 3690709"/>
              <a:gd name="connsiteY5" fmla="*/ 3135777 h 4817907"/>
              <a:gd name="connsiteX6" fmla="*/ 3690709 w 3690709"/>
              <a:gd name="connsiteY6" fmla="*/ 3135777 h 4817907"/>
              <a:gd name="connsiteX7" fmla="*/ 3690709 w 3690709"/>
              <a:gd name="connsiteY7" fmla="*/ 4817907 h 4817907"/>
              <a:gd name="connsiteX8" fmla="*/ 2408953 w 3690709"/>
              <a:gd name="connsiteY8" fmla="*/ 4817907 h 4817907"/>
              <a:gd name="connsiteX9" fmla="*/ 0 w 3690709"/>
              <a:gd name="connsiteY9" fmla="*/ 2408952 h 4817907"/>
              <a:gd name="connsiteX10" fmla="*/ 2408953 w 3690709"/>
              <a:gd name="connsiteY10" fmla="*/ 0 h 481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0709" h="4817907">
                <a:moveTo>
                  <a:pt x="2408953" y="0"/>
                </a:moveTo>
                <a:lnTo>
                  <a:pt x="3690709" y="0"/>
                </a:lnTo>
                <a:lnTo>
                  <a:pt x="3690709" y="1682954"/>
                </a:lnTo>
                <a:lnTo>
                  <a:pt x="2365907" y="1682954"/>
                </a:lnTo>
                <a:cubicBezTo>
                  <a:pt x="1964416" y="1682954"/>
                  <a:pt x="1639081" y="2008290"/>
                  <a:pt x="1639081" y="2409780"/>
                </a:cubicBezTo>
                <a:cubicBezTo>
                  <a:pt x="1639081" y="2811275"/>
                  <a:pt x="1964416" y="3135777"/>
                  <a:pt x="2365907" y="3135777"/>
                </a:cubicBezTo>
                <a:lnTo>
                  <a:pt x="3690709" y="3135777"/>
                </a:lnTo>
                <a:lnTo>
                  <a:pt x="3690709" y="4817907"/>
                </a:lnTo>
                <a:lnTo>
                  <a:pt x="2408953" y="4817907"/>
                </a:lnTo>
                <a:cubicBezTo>
                  <a:pt x="1078647" y="4817907"/>
                  <a:pt x="0" y="3739260"/>
                  <a:pt x="0" y="2408952"/>
                </a:cubicBezTo>
                <a:cubicBezTo>
                  <a:pt x="0" y="1078647"/>
                  <a:pt x="1078647" y="0"/>
                  <a:pt x="2408953" y="0"/>
                </a:cubicBezTo>
                <a:close/>
              </a:path>
            </a:pathLst>
          </a:custGeom>
          <a:solidFill>
            <a:schemeClr val="bg1">
              <a:lumMod val="95000"/>
              <a:alpha val="84000"/>
            </a:schemeClr>
          </a:solidFill>
          <a:ln w="31750" cap="flat">
            <a:noFill/>
            <a:prstDash val="solid"/>
            <a:bevel/>
          </a:ln>
        </p:spPr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9" name="Délai  15">
            <a:extLst>
              <a:ext uri="{FF2B5EF4-FFF2-40B4-BE49-F238E27FC236}">
                <a16:creationId xmlns:a16="http://schemas.microsoft.com/office/drawing/2014/main" id="{78A2E857-44DF-D7FC-F3ED-808F5120D5EA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 rot="5400000">
            <a:off x="597898" y="-115894"/>
            <a:ext cx="1049104" cy="1222776"/>
          </a:xfrm>
          <a:prstGeom prst="flowChartDelay">
            <a:avLst/>
          </a:prstGeom>
          <a:solidFill>
            <a:srgbClr val="1020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8525BF-12B0-C3A9-77A6-72AD512FA98A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6700603"/>
            <a:ext cx="12192000" cy="158400"/>
          </a:xfrm>
          <a:prstGeom prst="rect">
            <a:avLst/>
          </a:prstGeom>
          <a:solidFill>
            <a:srgbClr val="E751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 descr="Une image contenant Graphique, croquis, silhouette, art&#10;&#10;Description générée automatiquement">
            <a:extLst>
              <a:ext uri="{FF2B5EF4-FFF2-40B4-BE49-F238E27FC236}">
                <a16:creationId xmlns:a16="http://schemas.microsoft.com/office/drawing/2014/main" id="{945B3A58-82A1-56A0-BC0C-4B872556B19A}"/>
              </a:ext>
            </a:extLst>
          </p:cNvPr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25473" y="-47179"/>
            <a:ext cx="986360" cy="9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7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875E-6 0 L -0.04557 -0.00046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22.png"/><Relationship Id="rId5" Type="http://schemas.microsoft.com/office/2018/10/relationships/comments" Target="../comments/modernComment_7FFFFD2A_63351C47.xml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26" Type="http://schemas.openxmlformats.org/officeDocument/2006/relationships/tags" Target="../tags/tag107.xml"/><Relationship Id="rId3" Type="http://schemas.openxmlformats.org/officeDocument/2006/relationships/tags" Target="../tags/tag84.xml"/><Relationship Id="rId21" Type="http://schemas.openxmlformats.org/officeDocument/2006/relationships/tags" Target="../tags/tag102.xml"/><Relationship Id="rId34" Type="http://schemas.openxmlformats.org/officeDocument/2006/relationships/slideLayout" Target="../slideLayouts/slideLayout63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tags" Target="../tags/tag106.xml"/><Relationship Id="rId33" Type="http://schemas.openxmlformats.org/officeDocument/2006/relationships/tags" Target="../tags/tag114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0" Type="http://schemas.openxmlformats.org/officeDocument/2006/relationships/tags" Target="../tags/tag101.xml"/><Relationship Id="rId29" Type="http://schemas.openxmlformats.org/officeDocument/2006/relationships/tags" Target="../tags/tag110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24" Type="http://schemas.openxmlformats.org/officeDocument/2006/relationships/tags" Target="../tags/tag105.xml"/><Relationship Id="rId32" Type="http://schemas.openxmlformats.org/officeDocument/2006/relationships/tags" Target="../tags/tag113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28" Type="http://schemas.openxmlformats.org/officeDocument/2006/relationships/tags" Target="../tags/tag109.xml"/><Relationship Id="rId36" Type="http://schemas.microsoft.com/office/2018/10/relationships/comments" Target="../comments/modernComment_7FF64BCD_D7FAA198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31" Type="http://schemas.openxmlformats.org/officeDocument/2006/relationships/tags" Target="../tags/tag112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tags" Target="../tags/tag103.xml"/><Relationship Id="rId27" Type="http://schemas.openxmlformats.org/officeDocument/2006/relationships/tags" Target="../tags/tag108.xml"/><Relationship Id="rId30" Type="http://schemas.openxmlformats.org/officeDocument/2006/relationships/tags" Target="../tags/tag111.xml"/><Relationship Id="rId35" Type="http://schemas.openxmlformats.org/officeDocument/2006/relationships/notesSlide" Target="../notesSlides/notesSlide5.xml"/><Relationship Id="rId8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117.xml"/><Relationship Id="rId7" Type="http://schemas.openxmlformats.org/officeDocument/2006/relationships/image" Target="../media/image28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27.png"/><Relationship Id="rId5" Type="http://schemas.openxmlformats.org/officeDocument/2006/relationships/slideLayout" Target="../slideLayouts/slideLayout64.xml"/><Relationship Id="rId4" Type="http://schemas.openxmlformats.org/officeDocument/2006/relationships/tags" Target="../tags/tag1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slideLayout" Target="../slideLayouts/slideLayout64.xml"/><Relationship Id="rId5" Type="http://schemas.openxmlformats.org/officeDocument/2006/relationships/tags" Target="../tags/tag123.xml"/><Relationship Id="rId4" Type="http://schemas.openxmlformats.org/officeDocument/2006/relationships/tags" Target="../tags/tag1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tags" Target="../tags/tag136.xml"/><Relationship Id="rId18" Type="http://schemas.openxmlformats.org/officeDocument/2006/relationships/tags" Target="../tags/tag141.xml"/><Relationship Id="rId3" Type="http://schemas.openxmlformats.org/officeDocument/2006/relationships/tags" Target="../tags/tag126.xml"/><Relationship Id="rId21" Type="http://schemas.openxmlformats.org/officeDocument/2006/relationships/tags" Target="../tags/tag144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20" Type="http://schemas.openxmlformats.org/officeDocument/2006/relationships/tags" Target="../tags/tag143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24" Type="http://schemas.openxmlformats.org/officeDocument/2006/relationships/notesSlide" Target="../notesSlides/notesSlide8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23" Type="http://schemas.openxmlformats.org/officeDocument/2006/relationships/slideLayout" Target="../slideLayouts/slideLayout65.xml"/><Relationship Id="rId10" Type="http://schemas.openxmlformats.org/officeDocument/2006/relationships/tags" Target="../tags/tag133.xml"/><Relationship Id="rId19" Type="http://schemas.openxmlformats.org/officeDocument/2006/relationships/tags" Target="../tags/tag142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Relationship Id="rId22" Type="http://schemas.openxmlformats.org/officeDocument/2006/relationships/tags" Target="../tags/tag14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D25A688E-24CC-3470-00B4-D14EC128C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58" y="329510"/>
            <a:ext cx="2563792" cy="1243284"/>
          </a:xfrm>
          <a:prstGeom prst="rect">
            <a:avLst/>
          </a:prstGeom>
        </p:spPr>
      </p:pic>
      <p:sp>
        <p:nvSpPr>
          <p:cNvPr id="2" name="Titre 2">
            <a:extLst>
              <a:ext uri="{FF2B5EF4-FFF2-40B4-BE49-F238E27FC236}">
                <a16:creationId xmlns:a16="http://schemas.microsoft.com/office/drawing/2014/main" id="{B9E7909D-DF10-FE74-5144-F98EF2AB7CEE}"/>
              </a:ext>
            </a:extLst>
          </p:cNvPr>
          <p:cNvSpPr txBox="1">
            <a:spLocks/>
          </p:cNvSpPr>
          <p:nvPr/>
        </p:nvSpPr>
        <p:spPr>
          <a:xfrm>
            <a:off x="5820387" y="3951156"/>
            <a:ext cx="6283234" cy="129311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>
                <a:ln w="28575"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Comité d’architecture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4BE4F4D9-611A-F69E-A248-EAEDCD6B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8273" y="5919525"/>
            <a:ext cx="2008008" cy="246221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décembre 2025</a:t>
            </a:r>
          </a:p>
        </p:txBody>
      </p:sp>
    </p:spTree>
    <p:extLst>
      <p:ext uri="{BB962C8B-B14F-4D97-AF65-F5344CB8AC3E}">
        <p14:creationId xmlns:p14="http://schemas.microsoft.com/office/powerpoint/2010/main" val="11719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123C7-5594-6067-0C85-586BB838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147" y="2925505"/>
            <a:ext cx="5867400" cy="1293111"/>
          </a:xfrm>
        </p:spPr>
        <p:txBody>
          <a:bodyPr/>
          <a:lstStyle/>
          <a:p>
            <a:pPr algn="ctr">
              <a:lnSpc>
                <a:spcPct val="70000"/>
              </a:lnSpc>
            </a:pPr>
            <a:r>
              <a:rPr lang="fr-FR" sz="5400">
                <a:ln w="38100">
                  <a:solidFill>
                    <a:schemeClr val="bg1"/>
                  </a:solidFill>
                </a:ln>
              </a:rPr>
              <a:t>Synthèse de l’étude d’architecture</a:t>
            </a:r>
            <a:endParaRPr lang="fr-FR">
              <a:ln w="38100">
                <a:solidFill>
                  <a:schemeClr val="bg1"/>
                </a:solidFill>
              </a:ln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935FAE-A38C-1997-2ED1-57B1CE76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8273" y="5919525"/>
            <a:ext cx="2008008" cy="246221"/>
          </a:xfrm>
        </p:spPr>
        <p:txBody>
          <a:bodyPr/>
          <a:lstStyle/>
          <a:p>
            <a:pPr lvl="0">
              <a:defRPr/>
            </a:pPr>
            <a:r>
              <a:rPr lang="fr-FR">
                <a:solidFill>
                  <a:srgbClr val="FFFFFF"/>
                </a:solidFill>
              </a:rPr>
              <a:t>10 décembre 2025</a:t>
            </a:r>
          </a:p>
        </p:txBody>
      </p:sp>
      <p:pic>
        <p:nvPicPr>
          <p:cNvPr id="6" name="Image 5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FC0CA325-0BD0-1271-135E-412CDBF94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058" y="329510"/>
            <a:ext cx="2563792" cy="124328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E2515DF-3833-06DA-60D3-BAE4DCF07E48}"/>
              </a:ext>
            </a:extLst>
          </p:cNvPr>
          <p:cNvSpPr txBox="1"/>
          <p:nvPr/>
        </p:nvSpPr>
        <p:spPr>
          <a:xfrm>
            <a:off x="5762197" y="4325433"/>
            <a:ext cx="6102350" cy="45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70000"/>
              </a:lnSpc>
              <a:spcBef>
                <a:spcPct val="0"/>
              </a:spcBef>
            </a:pPr>
            <a:r>
              <a:rPr lang="fr-FR" sz="3200" dirty="0">
                <a:ln w="38100">
                  <a:solidFill>
                    <a:schemeClr val="bg1"/>
                  </a:solidFill>
                </a:ln>
                <a:latin typeface="+mj-lt"/>
                <a:ea typeface="+mj-ea"/>
                <a:cs typeface="+mj-cs"/>
              </a:rPr>
              <a:t>Template</a:t>
            </a:r>
            <a:endParaRPr lang="fr-FR" sz="1800" dirty="0">
              <a:ln w="38100">
                <a:noFill/>
              </a:ln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862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8EFD-6CAE-9864-3A8F-BFA3E301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9140CB30-D690-4116-B86E-A3E0A6BC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225" y="537480"/>
            <a:ext cx="6896100" cy="710296"/>
          </a:xfrm>
        </p:spPr>
        <p:txBody>
          <a:bodyPr/>
          <a:lstStyle/>
          <a:p>
            <a:r>
              <a:rPr lang="fr-FR" sz="6000" spc="300">
                <a:ln w="34925">
                  <a:solidFill>
                    <a:srgbClr val="18304A"/>
                  </a:solidFill>
                </a:ln>
              </a:rPr>
              <a:t>Sommaire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1F95828-5D2E-7C7C-2B5E-79587505A8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6026" y="1589331"/>
            <a:ext cx="6418349" cy="345407"/>
          </a:xfrm>
        </p:spPr>
        <p:txBody>
          <a:bodyPr>
            <a:noAutofit/>
          </a:bodyPr>
          <a:lstStyle/>
          <a:p>
            <a:r>
              <a:rPr lang="fr-FR" spc="300">
                <a:ln w="25400">
                  <a:solidFill>
                    <a:srgbClr val="18304A"/>
                  </a:solidFill>
                </a:ln>
              </a:rPr>
              <a:t>INTRODUCTION </a:t>
            </a:r>
            <a:r>
              <a:rPr lang="fr-FR" sz="1600" spc="300">
                <a:ln w="25400">
                  <a:solidFill>
                    <a:srgbClr val="18304A"/>
                  </a:solidFill>
                </a:ln>
              </a:rPr>
              <a:t>—</a:t>
            </a:r>
            <a:r>
              <a:rPr lang="fr-FR" sz="1600">
                <a:ln w="12700">
                  <a:solidFill>
                    <a:srgbClr val="18304A"/>
                  </a:solidFill>
                </a:ln>
              </a:rPr>
              <a:t>CONTEXTE &amp; OBJECTIFS</a:t>
            </a:r>
            <a:endParaRPr lang="fr-FR" spc="300">
              <a:ln w="25400">
                <a:solidFill>
                  <a:srgbClr val="18304A"/>
                </a:solidFill>
              </a:ln>
            </a:endParaRP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05A5ABD7-37C1-1335-EA3D-4AA3A4AA96A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804" y="1589333"/>
            <a:ext cx="740496" cy="669256"/>
          </a:xfrm>
        </p:spPr>
        <p:txBody>
          <a:bodyPr>
            <a:noAutofit/>
          </a:bodyPr>
          <a:lstStyle/>
          <a:p>
            <a:r>
              <a:rPr lang="fr-FR" sz="3200" spc="0">
                <a:ln w="25400">
                  <a:solidFill>
                    <a:srgbClr val="E65012"/>
                  </a:solidFill>
                </a:ln>
                <a:solidFill>
                  <a:srgbClr val="E65012"/>
                </a:solidFill>
              </a:rPr>
              <a:t>01</a:t>
            </a:r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69BD8335-560B-CF2B-7659-F606BF4705E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5325" y="6400145"/>
            <a:ext cx="10483215" cy="266700"/>
          </a:xfrm>
        </p:spPr>
        <p:txBody>
          <a:bodyPr/>
          <a:lstStyle/>
          <a:p>
            <a:r>
              <a:rPr lang="fr-FR" dirty="0"/>
              <a:t>Comité d’architecture — Template – Direction – Sous Direction</a:t>
            </a:r>
          </a:p>
        </p:txBody>
      </p:sp>
      <p:sp>
        <p:nvSpPr>
          <p:cNvPr id="43" name="Espace réservé du texte 11">
            <a:extLst>
              <a:ext uri="{FF2B5EF4-FFF2-40B4-BE49-F238E27FC236}">
                <a16:creationId xmlns:a16="http://schemas.microsoft.com/office/drawing/2014/main" id="{DDEABFED-3415-FE8B-1149-CFF857E88A0B}"/>
              </a:ext>
            </a:extLst>
          </p:cNvPr>
          <p:cNvSpPr txBox="1">
            <a:spLocks/>
          </p:cNvSpPr>
          <p:nvPr/>
        </p:nvSpPr>
        <p:spPr>
          <a:xfrm>
            <a:off x="1916025" y="1865557"/>
            <a:ext cx="6551700" cy="48828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fr-FR" sz="1400">
                <a:ln w="12700">
                  <a:solidFill>
                    <a:srgbClr val="18304A"/>
                  </a:solidFill>
                </a:ln>
              </a:rPr>
              <a:t>Contexte, Problématiques &amp; Objectifs </a:t>
            </a:r>
          </a:p>
        </p:txBody>
      </p:sp>
      <p:sp>
        <p:nvSpPr>
          <p:cNvPr id="44" name="Espace réservé du texte 11">
            <a:extLst>
              <a:ext uri="{FF2B5EF4-FFF2-40B4-BE49-F238E27FC236}">
                <a16:creationId xmlns:a16="http://schemas.microsoft.com/office/drawing/2014/main" id="{38378DD1-62C4-2076-704F-5963974C1F25}"/>
              </a:ext>
            </a:extLst>
          </p:cNvPr>
          <p:cNvSpPr txBox="1">
            <a:spLocks/>
          </p:cNvSpPr>
          <p:nvPr/>
        </p:nvSpPr>
        <p:spPr>
          <a:xfrm>
            <a:off x="1916026" y="2603191"/>
            <a:ext cx="9933074" cy="34540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pc="300" dirty="0">
                <a:ln w="25400">
                  <a:solidFill>
                    <a:srgbClr val="18304A"/>
                  </a:solidFill>
                </a:ln>
              </a:rPr>
              <a:t>ARCHITECTURE FONCTIONNELLE —</a:t>
            </a:r>
            <a:r>
              <a:rPr lang="fr-FR" sz="1600" dirty="0">
                <a:ln w="12700">
                  <a:solidFill>
                    <a:srgbClr val="18304A"/>
                  </a:solidFill>
                </a:ln>
              </a:rPr>
              <a:t>DETAIL DU POSITIONNEMENT FONCTIONNEL</a:t>
            </a:r>
            <a:endParaRPr lang="fr-FR" spc="300" dirty="0">
              <a:ln w="25400">
                <a:solidFill>
                  <a:srgbClr val="18304A"/>
                </a:solidFill>
              </a:ln>
            </a:endParaRPr>
          </a:p>
          <a:p>
            <a:endParaRPr lang="fr-FR" spc="300" dirty="0">
              <a:ln w="25400">
                <a:solidFill>
                  <a:srgbClr val="18304A"/>
                </a:solidFill>
              </a:ln>
            </a:endParaRPr>
          </a:p>
        </p:txBody>
      </p:sp>
      <p:sp>
        <p:nvSpPr>
          <p:cNvPr id="45" name="Espace réservé du texte 21">
            <a:extLst>
              <a:ext uri="{FF2B5EF4-FFF2-40B4-BE49-F238E27FC236}">
                <a16:creationId xmlns:a16="http://schemas.microsoft.com/office/drawing/2014/main" id="{B9D762AE-F48E-758D-7F80-077A771A3F4E}"/>
              </a:ext>
            </a:extLst>
          </p:cNvPr>
          <p:cNvSpPr txBox="1">
            <a:spLocks/>
          </p:cNvSpPr>
          <p:nvPr/>
        </p:nvSpPr>
        <p:spPr>
          <a:xfrm>
            <a:off x="1278804" y="2603193"/>
            <a:ext cx="740496" cy="66925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-3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spc="0">
                <a:ln w="25400">
                  <a:solidFill>
                    <a:srgbClr val="93C97B"/>
                  </a:solidFill>
                </a:ln>
                <a:solidFill>
                  <a:srgbClr val="93C97B"/>
                </a:solidFill>
              </a:rPr>
              <a:t>02</a:t>
            </a:r>
          </a:p>
        </p:txBody>
      </p:sp>
      <p:sp>
        <p:nvSpPr>
          <p:cNvPr id="46" name="Espace réservé du texte 11">
            <a:extLst>
              <a:ext uri="{FF2B5EF4-FFF2-40B4-BE49-F238E27FC236}">
                <a16:creationId xmlns:a16="http://schemas.microsoft.com/office/drawing/2014/main" id="{96AAA487-6C16-C24B-F560-943BE838E980}"/>
              </a:ext>
            </a:extLst>
          </p:cNvPr>
          <p:cNvSpPr txBox="1">
            <a:spLocks/>
          </p:cNvSpPr>
          <p:nvPr/>
        </p:nvSpPr>
        <p:spPr>
          <a:xfrm>
            <a:off x="1916025" y="2876242"/>
            <a:ext cx="7351800" cy="759879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fr-FR" sz="1400" dirty="0">
                <a:ln w="12700">
                  <a:solidFill>
                    <a:srgbClr val="18304A"/>
                  </a:solidFill>
                </a:ln>
              </a:rPr>
              <a:t>Description du projet </a:t>
            </a:r>
          </a:p>
          <a:p>
            <a:pPr>
              <a:spcBef>
                <a:spcPts val="0"/>
              </a:spcBef>
            </a:pPr>
            <a:r>
              <a:rPr lang="fr-FR" sz="1400" dirty="0">
                <a:ln w="12700">
                  <a:solidFill>
                    <a:srgbClr val="18304A"/>
                  </a:solidFill>
                </a:ln>
              </a:rPr>
              <a:t>Plan d’occupation des sols futur</a:t>
            </a:r>
          </a:p>
          <a:p>
            <a:pPr>
              <a:spcBef>
                <a:spcPts val="0"/>
              </a:spcBef>
            </a:pPr>
            <a:r>
              <a:rPr lang="fr-FR" sz="1400" dirty="0">
                <a:ln w="12700">
                  <a:solidFill>
                    <a:srgbClr val="18304A"/>
                  </a:solidFill>
                </a:ln>
              </a:rPr>
              <a:t>Architecture fonctionnelle </a:t>
            </a:r>
            <a:r>
              <a:rPr lang="fr-FR" sz="1400" u="sng" dirty="0">
                <a:ln w="12700">
                  <a:solidFill>
                    <a:srgbClr val="18304A"/>
                  </a:solidFill>
                </a:ln>
              </a:rPr>
              <a:t>cible</a:t>
            </a:r>
            <a:r>
              <a:rPr lang="fr-FR" sz="1400" dirty="0">
                <a:ln w="12700">
                  <a:solidFill>
                    <a:srgbClr val="18304A"/>
                  </a:solidFill>
                </a:ln>
              </a:rPr>
              <a:t> </a:t>
            </a:r>
          </a:p>
        </p:txBody>
      </p:sp>
      <p:sp>
        <p:nvSpPr>
          <p:cNvPr id="47" name="Espace réservé du texte 11">
            <a:extLst>
              <a:ext uri="{FF2B5EF4-FFF2-40B4-BE49-F238E27FC236}">
                <a16:creationId xmlns:a16="http://schemas.microsoft.com/office/drawing/2014/main" id="{70B04521-48AB-6E5F-85B9-E9B3E25F491F}"/>
              </a:ext>
            </a:extLst>
          </p:cNvPr>
          <p:cNvSpPr txBox="1">
            <a:spLocks/>
          </p:cNvSpPr>
          <p:nvPr/>
        </p:nvSpPr>
        <p:spPr>
          <a:xfrm>
            <a:off x="1904047" y="3822514"/>
            <a:ext cx="9933074" cy="34540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pc="300">
                <a:ln w="25400">
                  <a:solidFill>
                    <a:srgbClr val="18304A"/>
                  </a:solidFill>
                </a:ln>
              </a:rPr>
              <a:t>ARCHITECTURE APPLICATIVE </a:t>
            </a:r>
            <a:r>
              <a:rPr lang="fr-FR" sz="1400" spc="300">
                <a:ln w="25400">
                  <a:solidFill>
                    <a:srgbClr val="18304A"/>
                  </a:solidFill>
                </a:ln>
              </a:rPr>
              <a:t>— </a:t>
            </a:r>
            <a:r>
              <a:rPr lang="en-US" sz="1600">
                <a:ln w="12700">
                  <a:solidFill>
                    <a:srgbClr val="18304A"/>
                  </a:solidFill>
                </a:ln>
              </a:rPr>
              <a:t>ARCHITECTURE ET SCENARIOS</a:t>
            </a:r>
            <a:endParaRPr lang="en-US" sz="1400">
              <a:ln w="12700">
                <a:solidFill>
                  <a:srgbClr val="18304A"/>
                </a:solidFill>
              </a:ln>
            </a:endParaRPr>
          </a:p>
          <a:p>
            <a:endParaRPr lang="fr-FR" sz="1400">
              <a:ln w="12700">
                <a:solidFill>
                  <a:srgbClr val="18304A"/>
                </a:solidFill>
              </a:ln>
            </a:endParaRPr>
          </a:p>
          <a:p>
            <a:r>
              <a:rPr lang="fr-FR" spc="300">
                <a:ln w="25400">
                  <a:solidFill>
                    <a:srgbClr val="18304A"/>
                  </a:solidFill>
                </a:ln>
              </a:rPr>
              <a:t> </a:t>
            </a:r>
          </a:p>
        </p:txBody>
      </p:sp>
      <p:sp>
        <p:nvSpPr>
          <p:cNvPr id="48" name="Espace réservé du texte 21">
            <a:extLst>
              <a:ext uri="{FF2B5EF4-FFF2-40B4-BE49-F238E27FC236}">
                <a16:creationId xmlns:a16="http://schemas.microsoft.com/office/drawing/2014/main" id="{7AB4F456-EFF3-60AF-A528-55D0F9DAE945}"/>
              </a:ext>
            </a:extLst>
          </p:cNvPr>
          <p:cNvSpPr txBox="1">
            <a:spLocks/>
          </p:cNvSpPr>
          <p:nvPr/>
        </p:nvSpPr>
        <p:spPr>
          <a:xfrm>
            <a:off x="1266825" y="3822516"/>
            <a:ext cx="740496" cy="66925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-3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spc="0">
                <a:ln w="25400">
                  <a:solidFill>
                    <a:srgbClr val="FAB92E"/>
                  </a:solidFill>
                </a:ln>
                <a:solidFill>
                  <a:srgbClr val="FAB92E"/>
                </a:solidFill>
              </a:rPr>
              <a:t>03</a:t>
            </a:r>
          </a:p>
        </p:txBody>
      </p:sp>
      <p:sp>
        <p:nvSpPr>
          <p:cNvPr id="49" name="Espace réservé du texte 11">
            <a:extLst>
              <a:ext uri="{FF2B5EF4-FFF2-40B4-BE49-F238E27FC236}">
                <a16:creationId xmlns:a16="http://schemas.microsoft.com/office/drawing/2014/main" id="{9C12EDCF-CC21-A38A-C029-4C29FCF0E593}"/>
              </a:ext>
            </a:extLst>
          </p:cNvPr>
          <p:cNvSpPr txBox="1">
            <a:spLocks/>
          </p:cNvSpPr>
          <p:nvPr/>
        </p:nvSpPr>
        <p:spPr>
          <a:xfrm>
            <a:off x="1904046" y="4098739"/>
            <a:ext cx="9830754" cy="1073481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fr-FR" sz="1400">
                <a:ln w="12700">
                  <a:solidFill>
                    <a:srgbClr val="18304A"/>
                  </a:solidFill>
                </a:ln>
              </a:rPr>
              <a:t>Etude des scénarios</a:t>
            </a:r>
          </a:p>
          <a:p>
            <a:pPr>
              <a:spcBef>
                <a:spcPts val="0"/>
              </a:spcBef>
            </a:pPr>
            <a:r>
              <a:rPr lang="fr-FR" sz="1400">
                <a:ln w="12700">
                  <a:solidFill>
                    <a:srgbClr val="18304A"/>
                  </a:solidFill>
                </a:ln>
              </a:rPr>
              <a:t>Proposition d’architecture applicative</a:t>
            </a:r>
          </a:p>
          <a:p>
            <a:pPr>
              <a:spcBef>
                <a:spcPts val="0"/>
              </a:spcBef>
            </a:pPr>
            <a:endParaRPr lang="fr-FR" sz="1400">
              <a:ln w="12700">
                <a:solidFill>
                  <a:srgbClr val="18304A"/>
                </a:solidFill>
              </a:ln>
            </a:endParaRPr>
          </a:p>
          <a:p>
            <a:pPr>
              <a:spcBef>
                <a:spcPts val="0"/>
              </a:spcBef>
            </a:pPr>
            <a:endParaRPr lang="fr-FR" sz="1400">
              <a:ln w="12700">
                <a:solidFill>
                  <a:srgbClr val="18304A"/>
                </a:solidFill>
              </a:ln>
            </a:endParaRPr>
          </a:p>
          <a:p>
            <a:pPr>
              <a:spcBef>
                <a:spcPts val="0"/>
              </a:spcBef>
            </a:pPr>
            <a:endParaRPr lang="fr-FR" sz="1400">
              <a:ln w="12700">
                <a:solidFill>
                  <a:srgbClr val="18304A"/>
                </a:solidFill>
              </a:ln>
            </a:endParaRPr>
          </a:p>
          <a:p>
            <a:pPr>
              <a:spcBef>
                <a:spcPts val="0"/>
              </a:spcBef>
            </a:pPr>
            <a:endParaRPr lang="fr-FR" sz="1400">
              <a:ln w="12700">
                <a:solidFill>
                  <a:srgbClr val="18304A"/>
                </a:solidFill>
              </a:ln>
            </a:endParaRPr>
          </a:p>
          <a:p>
            <a:pPr>
              <a:spcBef>
                <a:spcPts val="0"/>
              </a:spcBef>
            </a:pPr>
            <a:endParaRPr lang="fr-FR" sz="1400">
              <a:ln w="12700">
                <a:solidFill>
                  <a:srgbClr val="18304A"/>
                </a:solidFill>
              </a:ln>
            </a:endParaRPr>
          </a:p>
          <a:p>
            <a:pPr>
              <a:spcBef>
                <a:spcPts val="0"/>
              </a:spcBef>
            </a:pPr>
            <a:endParaRPr lang="fr-FR" sz="1400">
              <a:ln w="12700">
                <a:solidFill>
                  <a:srgbClr val="18304A"/>
                </a:solidFill>
              </a:ln>
            </a:endParaRPr>
          </a:p>
          <a:p>
            <a:pPr>
              <a:spcBef>
                <a:spcPts val="0"/>
              </a:spcBef>
            </a:pPr>
            <a:r>
              <a:rPr lang="fr-FR" sz="1400">
                <a:ln w="12700">
                  <a:solidFill>
                    <a:srgbClr val="18304A"/>
                  </a:solidFill>
                </a:ln>
              </a:rPr>
              <a:t> </a:t>
            </a:r>
          </a:p>
        </p:txBody>
      </p:sp>
      <p:sp>
        <p:nvSpPr>
          <p:cNvPr id="50" name="Espace réservé du texte 21">
            <a:extLst>
              <a:ext uri="{FF2B5EF4-FFF2-40B4-BE49-F238E27FC236}">
                <a16:creationId xmlns:a16="http://schemas.microsoft.com/office/drawing/2014/main" id="{29363614-1BA2-D9F8-26BB-B8DF8483FB18}"/>
              </a:ext>
            </a:extLst>
          </p:cNvPr>
          <p:cNvSpPr txBox="1">
            <a:spLocks/>
          </p:cNvSpPr>
          <p:nvPr/>
        </p:nvSpPr>
        <p:spPr>
          <a:xfrm>
            <a:off x="942975" y="4279717"/>
            <a:ext cx="962025" cy="45118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-3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FAB92E"/>
                  </a:solidFill>
                </a:ln>
                <a:solidFill>
                  <a:srgbClr val="FAB92E"/>
                </a:solidFill>
              </a:rPr>
              <a:t>Architecte</a:t>
            </a:r>
          </a:p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FAB92E"/>
                  </a:solidFill>
                </a:ln>
                <a:solidFill>
                  <a:srgbClr val="FAB92E"/>
                </a:solidFill>
              </a:rPr>
              <a:t>15 min.</a:t>
            </a:r>
          </a:p>
        </p:txBody>
      </p:sp>
      <p:sp>
        <p:nvSpPr>
          <p:cNvPr id="51" name="Espace réservé du texte 21">
            <a:extLst>
              <a:ext uri="{FF2B5EF4-FFF2-40B4-BE49-F238E27FC236}">
                <a16:creationId xmlns:a16="http://schemas.microsoft.com/office/drawing/2014/main" id="{142B01F6-3222-6DE7-9037-ADFDDA850BDC}"/>
              </a:ext>
            </a:extLst>
          </p:cNvPr>
          <p:cNvSpPr txBox="1">
            <a:spLocks/>
          </p:cNvSpPr>
          <p:nvPr/>
        </p:nvSpPr>
        <p:spPr>
          <a:xfrm>
            <a:off x="-76200" y="3036833"/>
            <a:ext cx="2000251" cy="451182"/>
          </a:xfr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-3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93C97B"/>
                  </a:solidFill>
                </a:ln>
                <a:solidFill>
                  <a:schemeClr val="accent5"/>
                </a:solidFill>
              </a:rPr>
              <a:t>Architecte</a:t>
            </a:r>
          </a:p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93C97B"/>
                  </a:solidFill>
                </a:ln>
                <a:solidFill>
                  <a:schemeClr val="accent5"/>
                </a:solidFill>
              </a:rPr>
              <a:t>Responsable projet</a:t>
            </a:r>
          </a:p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93C97B"/>
                  </a:solidFill>
                </a:ln>
                <a:solidFill>
                  <a:schemeClr val="accent5"/>
                </a:solidFill>
              </a:rPr>
              <a:t>15 min.</a:t>
            </a:r>
          </a:p>
        </p:txBody>
      </p:sp>
      <p:sp>
        <p:nvSpPr>
          <p:cNvPr id="52" name="Espace réservé du texte 21">
            <a:extLst>
              <a:ext uri="{FF2B5EF4-FFF2-40B4-BE49-F238E27FC236}">
                <a16:creationId xmlns:a16="http://schemas.microsoft.com/office/drawing/2014/main" id="{FB6B1DFC-27AC-9200-BFCE-F98E4F3CC0E2}"/>
              </a:ext>
            </a:extLst>
          </p:cNvPr>
          <p:cNvSpPr txBox="1">
            <a:spLocks/>
          </p:cNvSpPr>
          <p:nvPr/>
        </p:nvSpPr>
        <p:spPr>
          <a:xfrm>
            <a:off x="287867" y="2007431"/>
            <a:ext cx="1588559" cy="488281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-3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E65012"/>
                  </a:solidFill>
                </a:ln>
                <a:solidFill>
                  <a:srgbClr val="E65012"/>
                </a:solidFill>
              </a:rPr>
              <a:t>Architecte</a:t>
            </a:r>
          </a:p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E65012"/>
                  </a:solidFill>
                </a:ln>
                <a:solidFill>
                  <a:srgbClr val="E65012"/>
                </a:solidFill>
              </a:rPr>
              <a:t>Responsable projet</a:t>
            </a:r>
          </a:p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E65012"/>
                  </a:solidFill>
                </a:ln>
                <a:solidFill>
                  <a:srgbClr val="E65012"/>
                </a:solidFill>
              </a:rPr>
              <a:t>5 min.</a:t>
            </a:r>
          </a:p>
        </p:txBody>
      </p:sp>
      <p:sp>
        <p:nvSpPr>
          <p:cNvPr id="56" name="Espace réservé du texte 11">
            <a:extLst>
              <a:ext uri="{FF2B5EF4-FFF2-40B4-BE49-F238E27FC236}">
                <a16:creationId xmlns:a16="http://schemas.microsoft.com/office/drawing/2014/main" id="{CE8574D7-A4CE-0483-F249-2E1AFAFD7816}"/>
              </a:ext>
            </a:extLst>
          </p:cNvPr>
          <p:cNvSpPr txBox="1">
            <a:spLocks/>
          </p:cNvSpPr>
          <p:nvPr/>
        </p:nvSpPr>
        <p:spPr>
          <a:xfrm>
            <a:off x="1876427" y="4896901"/>
            <a:ext cx="3198493" cy="51094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pc="300">
                <a:ln w="25400">
                  <a:solidFill>
                    <a:srgbClr val="18304A"/>
                  </a:solidFill>
                </a:ln>
              </a:rPr>
              <a:t>L’ADR </a:t>
            </a:r>
            <a:r>
              <a:rPr lang="fr-FR" sz="1400" spc="300">
                <a:ln w="25400">
                  <a:solidFill>
                    <a:srgbClr val="18304A"/>
                  </a:solidFill>
                </a:ln>
              </a:rPr>
              <a:t>— </a:t>
            </a:r>
            <a:r>
              <a:rPr lang="fr-FR" sz="1400">
                <a:ln w="12700">
                  <a:solidFill>
                    <a:srgbClr val="18304A"/>
                  </a:solidFill>
                </a:ln>
              </a:rPr>
              <a:t>CONCLUSIONS &amp; ADR</a:t>
            </a:r>
            <a:endParaRPr lang="fr-FR" sz="1400" spc="300">
              <a:ln w="25400">
                <a:solidFill>
                  <a:srgbClr val="18304A"/>
                </a:solidFill>
              </a:ln>
            </a:endParaRPr>
          </a:p>
          <a:p>
            <a:endParaRPr lang="fr-FR" sz="1400">
              <a:ln w="12700">
                <a:solidFill>
                  <a:srgbClr val="18304A"/>
                </a:solidFill>
              </a:ln>
            </a:endParaRPr>
          </a:p>
        </p:txBody>
      </p:sp>
      <p:sp>
        <p:nvSpPr>
          <p:cNvPr id="57" name="Espace réservé du texte 21">
            <a:extLst>
              <a:ext uri="{FF2B5EF4-FFF2-40B4-BE49-F238E27FC236}">
                <a16:creationId xmlns:a16="http://schemas.microsoft.com/office/drawing/2014/main" id="{60F28907-19D3-E7CC-5867-E2E8D8FA5E84}"/>
              </a:ext>
            </a:extLst>
          </p:cNvPr>
          <p:cNvSpPr txBox="1">
            <a:spLocks/>
          </p:cNvSpPr>
          <p:nvPr/>
        </p:nvSpPr>
        <p:spPr>
          <a:xfrm>
            <a:off x="1239205" y="4896902"/>
            <a:ext cx="740496" cy="66925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-3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spc="0">
                <a:ln w="25400">
                  <a:solidFill>
                    <a:srgbClr val="6B8DE7"/>
                  </a:solidFill>
                </a:ln>
                <a:solidFill>
                  <a:srgbClr val="6B8DE7"/>
                </a:solidFill>
              </a:rPr>
              <a:t>04</a:t>
            </a:r>
          </a:p>
        </p:txBody>
      </p:sp>
      <p:sp>
        <p:nvSpPr>
          <p:cNvPr id="58" name="Espace réservé du texte 11">
            <a:extLst>
              <a:ext uri="{FF2B5EF4-FFF2-40B4-BE49-F238E27FC236}">
                <a16:creationId xmlns:a16="http://schemas.microsoft.com/office/drawing/2014/main" id="{1A8E19D3-229B-10F4-2C34-DA0E3A40FC8C}"/>
              </a:ext>
            </a:extLst>
          </p:cNvPr>
          <p:cNvSpPr txBox="1">
            <a:spLocks/>
          </p:cNvSpPr>
          <p:nvPr/>
        </p:nvSpPr>
        <p:spPr>
          <a:xfrm>
            <a:off x="1876426" y="5182651"/>
            <a:ext cx="9830754" cy="498879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fr-FR" sz="1400" i="1">
              <a:ln w="12700">
                <a:solidFill>
                  <a:schemeClr val="bg1">
                    <a:lumMod val="85000"/>
                  </a:schemeClr>
                </a:solidFill>
              </a:ln>
            </a:endParaRPr>
          </a:p>
        </p:txBody>
      </p:sp>
      <p:sp>
        <p:nvSpPr>
          <p:cNvPr id="59" name="Espace réservé du texte 21">
            <a:extLst>
              <a:ext uri="{FF2B5EF4-FFF2-40B4-BE49-F238E27FC236}">
                <a16:creationId xmlns:a16="http://schemas.microsoft.com/office/drawing/2014/main" id="{726729BD-167B-E85D-6C83-98BFA1C59E2F}"/>
              </a:ext>
            </a:extLst>
          </p:cNvPr>
          <p:cNvSpPr txBox="1">
            <a:spLocks/>
          </p:cNvSpPr>
          <p:nvPr/>
        </p:nvSpPr>
        <p:spPr>
          <a:xfrm>
            <a:off x="915355" y="5354103"/>
            <a:ext cx="962025" cy="45118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kern="1200" spc="-3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6B8DE7"/>
                  </a:solidFill>
                </a:ln>
                <a:solidFill>
                  <a:srgbClr val="6B8DE7"/>
                </a:solidFill>
              </a:rPr>
              <a:t>Architecte</a:t>
            </a:r>
          </a:p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6B8DE7"/>
                  </a:solidFill>
                </a:ln>
                <a:solidFill>
                  <a:srgbClr val="6B8DE7"/>
                </a:solidFill>
              </a:rPr>
              <a:t>Alexis B. </a:t>
            </a:r>
          </a:p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400" spc="0" dirty="0">
                <a:ln w="12700">
                  <a:solidFill>
                    <a:srgbClr val="6B8DE7"/>
                  </a:solidFill>
                </a:ln>
                <a:solidFill>
                  <a:srgbClr val="6B8DE7"/>
                </a:solidFill>
              </a:rPr>
              <a:t>5 min.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F7A0C20-D909-7ABD-6C5D-93F16DA084F5}"/>
              </a:ext>
            </a:extLst>
          </p:cNvPr>
          <p:cNvSpPr txBox="1"/>
          <p:nvPr/>
        </p:nvSpPr>
        <p:spPr>
          <a:xfrm>
            <a:off x="1876425" y="5162195"/>
            <a:ext cx="6236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>
                <a:ln w="12700">
                  <a:solidFill>
                    <a:srgbClr val="18304A"/>
                  </a:solidFill>
                </a:ln>
              </a:rPr>
              <a:t>One pager de la décision d’architecture</a:t>
            </a:r>
          </a:p>
        </p:txBody>
      </p:sp>
    </p:spTree>
    <p:extLst>
      <p:ext uri="{BB962C8B-B14F-4D97-AF65-F5344CB8AC3E}">
        <p14:creationId xmlns:p14="http://schemas.microsoft.com/office/powerpoint/2010/main" val="11846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6F7C-F96E-3610-0EE7-807102B8D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B6249C0-929C-9653-6DED-5D1AEAC949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34400" b="1">
                <a:solidFill>
                  <a:srgbClr val="E65012"/>
                </a:solidFill>
                <a:latin typeface="Avenir Black" panose="02000503020000020003" pitchFamily="2" charset="0"/>
              </a:rPr>
              <a:t>1</a:t>
            </a:r>
          </a:p>
          <a:p>
            <a:endParaRPr lang="fr-FR">
              <a:solidFill>
                <a:srgbClr val="E65012"/>
              </a:solidFill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899038A-0825-E503-D590-E83660A8F9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FontTx/>
            </a:pPr>
            <a:r>
              <a:rPr lang="fr-FR" sz="4400" b="1">
                <a:solidFill>
                  <a:srgbClr val="102031"/>
                </a:solidFill>
                <a:latin typeface="Avenir Black" panose="02000503020000020003" pitchFamily="2" charset="0"/>
              </a:rPr>
              <a:t>INTRODUCTION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BBA8BAE3-FEA5-4870-F256-3F1B02B47A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b="1">
                <a:solidFill>
                  <a:srgbClr val="E75113"/>
                </a:solidFill>
                <a:highlight>
                  <a:srgbClr val="000000"/>
                </a:highlight>
                <a:latin typeface="Avenir Light" panose="020B0402020203020204" pitchFamily="34" charset="77"/>
              </a:rPr>
              <a:t>CONTEXTE ET OBJECTIFS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FD27F3-878A-D711-A109-8FF26E57E72A}"/>
              </a:ext>
            </a:extLst>
          </p:cNvPr>
          <p:cNvSpPr txBox="1"/>
          <p:nvPr/>
        </p:nvSpPr>
        <p:spPr>
          <a:xfrm>
            <a:off x="2619375" y="3483857"/>
            <a:ext cx="6381750" cy="29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800" spc="0">
                <a:ln w="12700">
                  <a:solidFill>
                    <a:srgbClr val="E65012"/>
                  </a:solidFill>
                </a:ln>
                <a:solidFill>
                  <a:srgbClr val="E65012"/>
                </a:solidFill>
              </a:rPr>
              <a:t>5 min.</a:t>
            </a:r>
          </a:p>
        </p:txBody>
      </p:sp>
    </p:spTree>
    <p:extLst>
      <p:ext uri="{BB962C8B-B14F-4D97-AF65-F5344CB8AC3E}">
        <p14:creationId xmlns:p14="http://schemas.microsoft.com/office/powerpoint/2010/main" val="376256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0CD0-206F-F801-DB01-D109DF52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E3D4611-B5D8-FF19-1D3B-57A30B08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Introduction &amp; objectifs</a:t>
            </a:r>
            <a:endParaRPr lang="fr-FR" sz="120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D0FC6D7-9E41-2B73-A3AA-7FC6F10F28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339" y="790043"/>
            <a:ext cx="3037306" cy="286232"/>
          </a:xfrm>
        </p:spPr>
        <p:txBody>
          <a:bodyPr/>
          <a:lstStyle/>
          <a:p>
            <a:r>
              <a:rPr lang="fr-FR" dirty="0"/>
              <a:t>Introduction &amp; Objectifs — Template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CDCF2003-A70C-24F6-5645-CC98E00077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E65012"/>
                </a:solidFill>
              </a:rPr>
              <a:t>01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C5BEFB5-6686-5FF0-3EDB-75EDB9DE3360}"/>
              </a:ext>
            </a:extLst>
          </p:cNvPr>
          <p:cNvSpPr txBox="1">
            <a:spLocks/>
          </p:cNvSpPr>
          <p:nvPr/>
        </p:nvSpPr>
        <p:spPr>
          <a:xfrm>
            <a:off x="538163" y="1185137"/>
            <a:ext cx="11085990" cy="501902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3400"/>
              </a:spcBef>
              <a:buFont typeface="Arial" panose="020B0604020202020204" pitchFamily="34" charset="0"/>
              <a:buNone/>
              <a:defRPr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 w="9525">
                  <a:solidFill>
                    <a:srgbClr val="E65012"/>
                  </a:solidFill>
                </a:ln>
                <a:solidFill>
                  <a:srgbClr val="E6501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Éléments clés du contexte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  <a:buBlip>
                <a:blip r:embed="rId6"/>
              </a:buBlip>
            </a:pPr>
            <a:r>
              <a:rPr kumimoji="0" lang="fr-FR" sz="1100" b="0" i="0" u="none" strike="noStrike" kern="1200" cap="none" spc="0" normalizeH="0" baseline="0" noProof="0" dirty="0">
                <a:ln w="9525">
                  <a:solidFill>
                    <a:srgbClr val="4A4A49">
                      <a:lumMod val="60000"/>
                      <a:lumOff val="40000"/>
                      <a:alpha val="40000"/>
                    </a:srgbClr>
                  </a:solidFill>
                </a:ln>
                <a:solidFill>
                  <a:srgbClr val="4A4A49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Liens avec les priorités clés de l'entreprise et des technologies de l'information (par exemple, le plan directeur du SI)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  <a:buBlip>
                <a:blip r:embed="rId6"/>
              </a:buBlip>
            </a:pPr>
            <a:r>
              <a:rPr kumimoji="0" lang="fr-FR" sz="1100" b="0" i="0" u="none" strike="noStrike" kern="1200" cap="none" spc="0" normalizeH="0" baseline="0" noProof="0" dirty="0">
                <a:ln w="9525">
                  <a:solidFill>
                    <a:srgbClr val="4A4A49">
                      <a:lumMod val="60000"/>
                      <a:lumOff val="40000"/>
                      <a:alpha val="40000"/>
                    </a:srgbClr>
                  </a:solidFill>
                </a:ln>
                <a:solidFill>
                  <a:srgbClr val="4A4A49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Pourquoi examiner le sujet maintenant ? Quels sont les enjeux ou les déclencheurs pertinents ? 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kumimoji="0" lang="fr-FR" sz="1100" b="0" i="0" u="none" strike="noStrike" kern="1200" cap="none" spc="0" normalizeH="0" baseline="0" noProof="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r>
              <a:rPr lang="fr-FR" sz="1100" b="1" dirty="0">
                <a:ln w="9525">
                  <a:solidFill>
                    <a:srgbClr val="E65012"/>
                  </a:solidFill>
                </a:ln>
                <a:solidFill>
                  <a:srgbClr val="E65012"/>
                </a:solidFill>
              </a:rPr>
              <a:t>Planning prévisionnel du projet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lang="fr-FR" sz="110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lang="fr-FR" sz="110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lang="fr-FR" sz="110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lang="fr-FR" sz="110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lang="fr-FR" sz="110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kumimoji="0" lang="fr-FR" sz="1100" b="0" i="0" u="none" strike="noStrike" kern="1200" cap="none" spc="0" normalizeH="0" baseline="0" noProof="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012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 w="9525">
                  <a:solidFill>
                    <a:srgbClr val="E65012"/>
                  </a:solidFill>
                </a:ln>
                <a:solidFill>
                  <a:srgbClr val="E6501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Quel est le problème et quelles sont les questions connexes ?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  <a:buBlip>
                <a:blip r:embed="rId6"/>
              </a:buBlip>
            </a:pPr>
            <a:r>
              <a:rPr lang="fr-FR" sz="1100" dirty="0">
                <a:ln w="9525">
                  <a:solidFill>
                    <a:schemeClr val="accent6">
                      <a:lumMod val="60000"/>
                      <a:lumOff val="40000"/>
                      <a:alpha val="4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+mj-lt"/>
              </a:rPr>
              <a:t>Définition du problème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  <a:buBlip>
                <a:blip r:embed="rId6"/>
              </a:buBlip>
            </a:pPr>
            <a:r>
              <a:rPr lang="fr-FR" sz="1100" dirty="0">
                <a:ln w="9525">
                  <a:solidFill>
                    <a:schemeClr val="accent6">
                      <a:lumMod val="60000"/>
                      <a:lumOff val="40000"/>
                      <a:alpha val="4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+mj-lt"/>
              </a:rPr>
              <a:t>Questions connexes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012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effectLst/>
              <a:highlight>
                <a:srgbClr val="FFFF00"/>
              </a:highlight>
              <a:uLnTx/>
              <a:uFillTx/>
              <a:latin typeface="+mj-lt"/>
              <a:ea typeface="+mn-ea"/>
              <a:cs typeface="+mn-c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r>
              <a:rPr lang="fr-FR" sz="1400" b="1" dirty="0">
                <a:ln w="9525">
                  <a:solidFill>
                    <a:schemeClr val="accent3"/>
                  </a:solidFill>
                </a:ln>
                <a:latin typeface="+mj-lt"/>
              </a:rPr>
              <a:t>Quels seraient les propositions de scénarios qui devraient être examinés, avec les éléments clés de l'analyse ?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  <a:buBlip>
                <a:blip r:embed="rId6"/>
              </a:buBlip>
            </a:pPr>
            <a:r>
              <a:rPr lang="fr-FR" sz="1100" b="1" dirty="0">
                <a:ln w="9525">
                  <a:solidFill>
                    <a:schemeClr val="accent6">
                      <a:lumMod val="60000"/>
                      <a:lumOff val="40000"/>
                      <a:alpha val="4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+mj-lt"/>
              </a:rPr>
              <a:t>Scénario n°1 : libellé &amp; description du scénario (&lt;notes&gt;)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  <a:buBlip>
                <a:blip r:embed="rId6"/>
              </a:buBlip>
            </a:pPr>
            <a:r>
              <a:rPr lang="fr-FR" sz="1100" b="1" dirty="0">
                <a:ln w="9525">
                  <a:solidFill>
                    <a:schemeClr val="accent6">
                      <a:lumMod val="60000"/>
                      <a:lumOff val="40000"/>
                      <a:alpha val="4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+mj-lt"/>
              </a:rPr>
              <a:t>Scénario n°2 : libellé &amp; description du scénario (&lt;notes&gt;)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  <a:buBlip>
                <a:blip r:embed="rId6"/>
              </a:buBlip>
            </a:pPr>
            <a:r>
              <a:rPr lang="fr-FR" sz="1100" b="1" dirty="0">
                <a:ln w="9525">
                  <a:solidFill>
                    <a:schemeClr val="accent6">
                      <a:lumMod val="60000"/>
                      <a:lumOff val="40000"/>
                      <a:alpha val="4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+mj-lt"/>
              </a:rPr>
              <a:t>Scénario n°3 : libellé &amp; description du scénario (&lt;notes&gt;)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75000"/>
            </a:pPr>
            <a:endParaRPr kumimoji="0" lang="fr-FR" sz="1100" b="1" i="0" u="none" strike="noStrike" kern="1200" cap="none" spc="0" normalizeH="0" baseline="0" noProof="0" dirty="0">
              <a:ln w="9525">
                <a:solidFill>
                  <a:srgbClr val="E65012"/>
                </a:solidFill>
              </a:ln>
              <a:solidFill>
                <a:srgbClr val="E6501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012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 w="9525">
                  <a:solidFill>
                    <a:srgbClr val="E65012"/>
                  </a:solidFill>
                </a:ln>
                <a:solidFill>
                  <a:srgbClr val="E6501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Objectif de la </a:t>
            </a:r>
            <a:r>
              <a:rPr kumimoji="0" lang="fr-FR" sz="1400" b="1" i="0" u="none" strike="noStrike" kern="1200" cap="none" spc="0" normalizeH="0" baseline="0" noProof="0" dirty="0" err="1">
                <a:ln w="9525">
                  <a:solidFill>
                    <a:srgbClr val="E65012"/>
                  </a:solidFill>
                </a:ln>
                <a:solidFill>
                  <a:srgbClr val="E6501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rénuion</a:t>
            </a:r>
            <a:endParaRPr kumimoji="0" lang="fr-FR" sz="1400" b="1" i="0" u="none" strike="noStrike" kern="1200" cap="none" spc="0" normalizeH="0" baseline="0" noProof="0" dirty="0">
              <a:ln w="9525">
                <a:solidFill>
                  <a:srgbClr val="E65012"/>
                </a:solidFill>
              </a:ln>
              <a:solidFill>
                <a:srgbClr val="E6501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rgbClr val="E65012"/>
              </a:buClr>
              <a:buSzPct val="75000"/>
              <a:buBlip>
                <a:blip r:embed="rId6"/>
              </a:buBlip>
              <a:defRPr/>
            </a:pPr>
            <a:r>
              <a:rPr kumimoji="0" lang="fr-FR" sz="1100" b="0" i="0" u="none" strike="noStrike" kern="1200" cap="none" spc="0" normalizeH="0" baseline="0" noProof="0" dirty="0">
                <a:ln w="9525">
                  <a:solidFill>
                    <a:srgbClr val="4A4A49">
                      <a:lumMod val="60000"/>
                      <a:lumOff val="40000"/>
                      <a:alpha val="40000"/>
                    </a:srgbClr>
                  </a:solidFill>
                </a:ln>
                <a:solidFill>
                  <a:srgbClr val="4A4A49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Clarifier le scénario recommandé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rgbClr val="E65012"/>
              </a:buClr>
              <a:buSzPct val="75000"/>
              <a:buBlip>
                <a:blip r:embed="rId6"/>
              </a:buBlip>
              <a:defRPr/>
            </a:pPr>
            <a:r>
              <a:rPr kumimoji="0" lang="fr-FR" sz="1100" b="0" i="0" u="none" strike="noStrike" kern="1200" cap="none" spc="0" normalizeH="0" baseline="0" noProof="0" dirty="0">
                <a:ln w="9525">
                  <a:solidFill>
                    <a:srgbClr val="4A4A49">
                      <a:lumMod val="60000"/>
                      <a:lumOff val="40000"/>
                      <a:alpha val="40000"/>
                    </a:srgbClr>
                  </a:solidFill>
                </a:ln>
                <a:solidFill>
                  <a:srgbClr val="4A4A49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Faire valider un choix d'architecture par l'IT, arbitrer, autoriser des dérogations ou des écarts, valider une trajectoire, ....</a:t>
            </a: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rgbClr val="E65012"/>
              </a:buClr>
              <a:buSzPct val="75000"/>
              <a:buBlip>
                <a:blip r:embed="rId6"/>
              </a:buBlip>
              <a:defRPr/>
            </a:pPr>
            <a:endParaRPr kumimoji="0" lang="fr-FR" sz="1100" b="0" i="0" u="none" strike="noStrike" kern="1200" cap="none" spc="0" normalizeH="0" baseline="0" noProof="0" dirty="0">
              <a:ln w="9525">
                <a:solidFill>
                  <a:srgbClr val="4A4A49">
                    <a:lumMod val="60000"/>
                    <a:lumOff val="40000"/>
                    <a:alpha val="40000"/>
                  </a:srgbClr>
                </a:solidFill>
              </a:ln>
              <a:solidFill>
                <a:srgbClr val="4A4A49">
                  <a:lumMod val="75000"/>
                </a:srgb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12400" indent="-212400">
              <a:lnSpc>
                <a:spcPct val="100000"/>
              </a:lnSpc>
              <a:spcBef>
                <a:spcPts val="0"/>
              </a:spcBef>
              <a:buClr>
                <a:srgbClr val="E65012"/>
              </a:buClr>
              <a:buSzPct val="75000"/>
              <a:buBlip>
                <a:blip r:embed="rId6"/>
              </a:buBlip>
              <a:defRPr/>
            </a:pPr>
            <a:r>
              <a:rPr kumimoji="0" lang="fr-FR" sz="1100" b="0" i="0" u="none" strike="noStrike" kern="1200" cap="none" spc="0" normalizeH="0" baseline="0" noProof="0" dirty="0">
                <a:ln w="9525">
                  <a:solidFill>
                    <a:srgbClr val="4A4A49">
                      <a:lumMod val="60000"/>
                      <a:lumOff val="40000"/>
                      <a:alpha val="40000"/>
                    </a:srgbClr>
                  </a:solidFill>
                </a:ln>
                <a:solidFill>
                  <a:srgbClr val="4A4A49">
                    <a:lumMod val="7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Note optionnelle à ajouter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60F087A-A655-C831-A072-21EF2D5CD1F8}"/>
              </a:ext>
            </a:extLst>
          </p:cNvPr>
          <p:cNvSpPr/>
          <p:nvPr/>
        </p:nvSpPr>
        <p:spPr>
          <a:xfrm>
            <a:off x="7629832" y="825912"/>
            <a:ext cx="3967074" cy="602838"/>
          </a:xfrm>
          <a:prstGeom prst="roundRect">
            <a:avLst/>
          </a:prstGeom>
          <a:noFill/>
          <a:ln w="12700">
            <a:solidFill>
              <a:srgbClr val="E65012">
                <a:alpha val="60000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rgbClr val="102031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Architectes : </a:t>
            </a:r>
            <a:endParaRPr kumimoji="0" lang="fr-FR" sz="1200" i="0" u="none" strike="noStrike" kern="1200" cap="none" spc="0" normalizeH="0" baseline="0" noProof="0" dirty="0">
              <a:ln>
                <a:solidFill>
                  <a:srgbClr val="595959">
                    <a:alpha val="50000"/>
                  </a:srgbClr>
                </a:solidFill>
              </a:ln>
              <a:solidFill>
                <a:srgbClr val="102031">
                  <a:lumMod val="50000"/>
                  <a:lumOff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solidFill>
                    <a:srgbClr val="595959">
                      <a:alpha val="50000"/>
                    </a:srgbClr>
                  </a:solidFill>
                </a:ln>
                <a:solidFill>
                  <a:srgbClr val="102031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Projet :</a:t>
            </a:r>
            <a:endParaRPr kumimoji="0" lang="fr-FR" sz="1200" i="0" u="none" strike="noStrike" kern="1200" cap="none" spc="0" normalizeH="0" baseline="0" noProof="0" dirty="0">
              <a:ln>
                <a:solidFill>
                  <a:srgbClr val="595959">
                    <a:alpha val="50000"/>
                  </a:srgbClr>
                </a:solidFill>
              </a:ln>
              <a:solidFill>
                <a:srgbClr val="102031">
                  <a:lumMod val="50000"/>
                  <a:lumOff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8F8A415-54AB-2026-4059-79B498BB4F8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67847" y="2361684"/>
            <a:ext cx="10815635" cy="567956"/>
            <a:chOff x="364277" y="5890893"/>
            <a:chExt cx="11526744" cy="753839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F8DEEEB9-BEEF-D9D5-7322-79433452C0F6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581730" y="5890893"/>
              <a:ext cx="11309291" cy="399199"/>
              <a:chOff x="1325434" y="1331743"/>
              <a:chExt cx="6891293" cy="293313"/>
            </a:xfrm>
            <a:solidFill>
              <a:schemeClr val="accent3">
                <a:lumMod val="50000"/>
              </a:schemeClr>
            </a:solidFill>
          </p:grpSpPr>
          <p:sp>
            <p:nvSpPr>
              <p:cNvPr id="15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D0E7B905-0EFA-91A9-6AE8-008A86483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2085" y="1331747"/>
                <a:ext cx="900001" cy="293304"/>
              </a:xfrm>
              <a:prstGeom prst="chevron">
                <a:avLst>
                  <a:gd name="adj" fmla="val 17413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Construction</a:t>
                </a:r>
              </a:p>
            </p:txBody>
          </p:sp>
          <p:sp>
            <p:nvSpPr>
              <p:cNvPr id="19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0F3735C9-10AA-A952-E8EF-955EF42A874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98440" y="1331744"/>
                <a:ext cx="900001" cy="293310"/>
              </a:xfrm>
              <a:prstGeom prst="chevron">
                <a:avLst>
                  <a:gd name="adj" fmla="val 17526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 dirty="0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Besoins</a:t>
                </a:r>
              </a:p>
            </p:txBody>
          </p:sp>
          <p:sp>
            <p:nvSpPr>
              <p:cNvPr id="20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9756CDA7-2469-9FA1-7D1C-7EE314311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0262" y="1331744"/>
                <a:ext cx="900001" cy="293310"/>
              </a:xfrm>
              <a:prstGeom prst="chevron">
                <a:avLst>
                  <a:gd name="adj" fmla="val 16377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Spécifications</a:t>
                </a:r>
              </a:p>
            </p:txBody>
          </p:sp>
          <p:sp>
            <p:nvSpPr>
              <p:cNvPr id="21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1D3BF06C-1A2C-807F-A92A-7178C255F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5730" y="1331747"/>
                <a:ext cx="720000" cy="293304"/>
              </a:xfrm>
              <a:prstGeom prst="chevron">
                <a:avLst>
                  <a:gd name="adj" fmla="val 16791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VSR</a:t>
                </a:r>
              </a:p>
            </p:txBody>
          </p:sp>
          <p:sp>
            <p:nvSpPr>
              <p:cNvPr id="22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6A4AE6E1-E550-A3D1-6A42-69DA0911C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908" y="1331747"/>
                <a:ext cx="900001" cy="293305"/>
              </a:xfrm>
              <a:prstGeom prst="chevron">
                <a:avLst>
                  <a:gd name="adj" fmla="val 16791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Tests</a:t>
                </a:r>
              </a:p>
            </p:txBody>
          </p:sp>
          <p:sp>
            <p:nvSpPr>
              <p:cNvPr id="23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A29B41DB-AD2A-3319-63BA-6DF0F0E0B97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25434" y="1331743"/>
                <a:ext cx="1001184" cy="293313"/>
              </a:xfrm>
              <a:prstGeom prst="homePlate">
                <a:avLst>
                  <a:gd name="adj" fmla="val 16197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Opportunité &amp; Faisabilité </a:t>
                </a:r>
              </a:p>
            </p:txBody>
          </p:sp>
          <p:sp>
            <p:nvSpPr>
              <p:cNvPr id="24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131FC0F1-485B-9E43-CAA9-7D113C9F9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552" y="1331747"/>
                <a:ext cx="720000" cy="293305"/>
              </a:xfrm>
              <a:prstGeom prst="chevron">
                <a:avLst>
                  <a:gd name="adj" fmla="val 16791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Run </a:t>
                </a:r>
              </a:p>
            </p:txBody>
          </p:sp>
          <p:sp>
            <p:nvSpPr>
              <p:cNvPr id="25" name="AutoShape 4">
                <a:hlinkClick r:id="" action="ppaction://noaction"/>
                <a:extLst>
                  <a:ext uri="{FF2B5EF4-FFF2-40B4-BE49-F238E27FC236}">
                    <a16:creationId xmlns:a16="http://schemas.microsoft.com/office/drawing/2014/main" id="{D4CA4338-3DA4-B735-7288-E7E37A83D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9374" y="1331747"/>
                <a:ext cx="1047353" cy="293305"/>
              </a:xfrm>
              <a:prstGeom prst="chevron">
                <a:avLst>
                  <a:gd name="adj" fmla="val 16791"/>
                </a:avLst>
              </a:prstGeom>
              <a:grpFill/>
              <a:ln>
                <a:noFill/>
                <a:headEnd/>
                <a:tailE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7997" tIns="45712" rIns="17997" bIns="45712" anchor="ctr"/>
              <a:lstStyle/>
              <a:p>
                <a:pPr algn="ctr" defTabSz="914366">
                  <a:defRPr/>
                </a:pPr>
                <a:r>
                  <a:rPr lang="fr-FR" sz="937" b="1" err="1">
                    <a:solidFill>
                      <a:srgbClr val="FFFFFF"/>
                    </a:solidFill>
                    <a:latin typeface="Source Sans Pro"/>
                    <a:ea typeface="ＭＳ Ｐゴシック" charset="-128"/>
                  </a:rPr>
                  <a:t>Décommission-nement</a:t>
                </a:r>
                <a:endParaRPr lang="fr-FR" sz="937" b="1">
                  <a:solidFill>
                    <a:srgbClr val="FFFFFF"/>
                  </a:solidFill>
                  <a:latin typeface="Source Sans Pro"/>
                  <a:ea typeface="ＭＳ Ｐゴシック" charset="-128"/>
                </a:endParaRPr>
              </a:p>
            </p:txBody>
          </p:sp>
        </p:grp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3D8F79B8-BDC8-F81E-DD3A-3C745EECB3E0}"/>
                </a:ext>
              </a:extLst>
            </p:cNvPr>
            <p:cNvSpPr txBox="1"/>
            <p:nvPr/>
          </p:nvSpPr>
          <p:spPr>
            <a:xfrm>
              <a:off x="1849973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F99376BE-774C-3385-BCB0-D578C52DC5D9}"/>
                </a:ext>
              </a:extLst>
            </p:cNvPr>
            <p:cNvSpPr txBox="1"/>
            <p:nvPr/>
          </p:nvSpPr>
          <p:spPr>
            <a:xfrm>
              <a:off x="3218918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0B8D3B9-7107-7CB3-A4C1-D0C0991AEF16}"/>
                </a:ext>
              </a:extLst>
            </p:cNvPr>
            <p:cNvSpPr txBox="1"/>
            <p:nvPr/>
          </p:nvSpPr>
          <p:spPr>
            <a:xfrm>
              <a:off x="4587863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E5E3B6A0-FA97-CFBF-1768-BEBB72B1EE83}"/>
                </a:ext>
              </a:extLst>
            </p:cNvPr>
            <p:cNvSpPr txBox="1"/>
            <p:nvPr/>
          </p:nvSpPr>
          <p:spPr>
            <a:xfrm>
              <a:off x="5956808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87A1CBDB-9439-15D6-1D10-FB920EB57E32}"/>
                </a:ext>
              </a:extLst>
            </p:cNvPr>
            <p:cNvSpPr txBox="1"/>
            <p:nvPr/>
          </p:nvSpPr>
          <p:spPr>
            <a:xfrm>
              <a:off x="7325753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21C84D4-327E-FFA1-E4EF-F7999E58528E}"/>
                </a:ext>
              </a:extLst>
            </p:cNvPr>
            <p:cNvSpPr txBox="1"/>
            <p:nvPr/>
          </p:nvSpPr>
          <p:spPr>
            <a:xfrm>
              <a:off x="8694698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8121AD6-BA8E-E371-D315-05518817A9E4}"/>
                </a:ext>
              </a:extLst>
            </p:cNvPr>
            <p:cNvSpPr txBox="1"/>
            <p:nvPr/>
          </p:nvSpPr>
          <p:spPr>
            <a:xfrm>
              <a:off x="9756507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FD8B892F-34D8-22E3-7A6F-82F413C141EA}"/>
                </a:ext>
              </a:extLst>
            </p:cNvPr>
            <p:cNvSpPr txBox="1"/>
            <p:nvPr/>
          </p:nvSpPr>
          <p:spPr>
            <a:xfrm>
              <a:off x="10866440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9F9BAE50-8FE8-FD72-1BED-37300741F695}"/>
                </a:ext>
              </a:extLst>
            </p:cNvPr>
            <p:cNvSpPr txBox="1"/>
            <p:nvPr/>
          </p:nvSpPr>
          <p:spPr>
            <a:xfrm>
              <a:off x="364277" y="6307712"/>
              <a:ext cx="634157" cy="337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FR" sz="1000" i="1">
                  <a:latin typeface="Verdana (Corps)"/>
                </a:rPr>
                <a:t>JJ/MM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44250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04C9-67D2-2DB3-1C48-B03804EE5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2199E9F-18B0-E9A5-8548-E4852893D2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34400" b="1">
                <a:solidFill>
                  <a:srgbClr val="93C97B"/>
                </a:solidFill>
                <a:latin typeface="Avenir Black" panose="02000503020000020003" pitchFamily="2" charset="0"/>
              </a:rPr>
              <a:t>2</a:t>
            </a:r>
          </a:p>
          <a:p>
            <a:endParaRPr lang="fr-FR">
              <a:solidFill>
                <a:srgbClr val="93C97B"/>
              </a:solidFill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4C758E-AD29-A6F6-7F8C-511140261F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  <a:buFontTx/>
            </a:pPr>
            <a:r>
              <a:rPr lang="fr-FR" sz="4400" b="1">
                <a:solidFill>
                  <a:srgbClr val="102031"/>
                </a:solidFill>
                <a:latin typeface="Avenir Black" panose="02000503020000020003" pitchFamily="2" charset="0"/>
              </a:rPr>
              <a:t>ARCHITECTURE FONCTIONNELLE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928C696A-C9AE-AB0D-1AFB-58776410AB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400" b="1">
                <a:solidFill>
                  <a:srgbClr val="93C97B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DÉTAIL DU POSITIONEMENT FONCTIONNEL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918030E-7A61-5B70-070C-D13DDEFD031D}"/>
              </a:ext>
            </a:extLst>
          </p:cNvPr>
          <p:cNvSpPr txBox="1"/>
          <p:nvPr/>
        </p:nvSpPr>
        <p:spPr>
          <a:xfrm>
            <a:off x="2619375" y="3483857"/>
            <a:ext cx="6381750" cy="29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70000"/>
              </a:lnSpc>
              <a:spcBef>
                <a:spcPts val="0"/>
              </a:spcBef>
            </a:pPr>
            <a:r>
              <a:rPr lang="fr-FR" sz="1800" spc="0">
                <a:ln w="12700">
                  <a:solidFill>
                    <a:srgbClr val="93C97B"/>
                  </a:solidFill>
                </a:ln>
                <a:solidFill>
                  <a:schemeClr val="accent5"/>
                </a:solidFill>
              </a:rPr>
              <a:t>15 min.</a:t>
            </a:r>
          </a:p>
        </p:txBody>
      </p:sp>
    </p:spTree>
    <p:extLst>
      <p:ext uri="{BB962C8B-B14F-4D97-AF65-F5344CB8AC3E}">
        <p14:creationId xmlns:p14="http://schemas.microsoft.com/office/powerpoint/2010/main" val="219763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51FE-B0DE-4C1B-69C6-05510C9A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46F206-E20B-FDE2-4A48-8889CBC4B7ED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77268" y="1262577"/>
            <a:ext cx="2414444" cy="2452775"/>
          </a:xfrm>
          <a:prstGeom prst="rect">
            <a:avLst/>
          </a:prstGeom>
          <a:solidFill>
            <a:srgbClr val="F2F2F2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96550" indent="-285750">
              <a:lnSpc>
                <a:spcPct val="85000"/>
              </a:lnSpc>
              <a:spcAft>
                <a:spcPts val="600"/>
              </a:spcAft>
              <a:buSzPct val="80000"/>
              <a:buBlip>
                <a:blip r:embed="rId4"/>
              </a:buBlip>
            </a:pPr>
            <a:endParaRPr lang="fr-FR" sz="1400" dirty="0">
              <a:ln w="0">
                <a:noFill/>
              </a:ln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6550" indent="-285750">
              <a:lnSpc>
                <a:spcPct val="85000"/>
              </a:lnSpc>
              <a:spcAft>
                <a:spcPts val="600"/>
              </a:spcAft>
              <a:buSzPct val="80000"/>
              <a:buBlip>
                <a:blip r:embed="rId4"/>
              </a:buBlip>
            </a:pPr>
            <a:r>
              <a:rPr lang="fr-FR" sz="1400" dirty="0">
                <a:ln w="0">
                  <a:noFill/>
                </a:ln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Dans cette page l’Architecte encadre  la ou les domaines au sein de la cartographie.</a:t>
            </a:r>
          </a:p>
          <a:p>
            <a:pPr marL="296550" indent="-285750">
              <a:lnSpc>
                <a:spcPct val="85000"/>
              </a:lnSpc>
              <a:spcAft>
                <a:spcPts val="600"/>
              </a:spcAft>
              <a:buSzPct val="80000"/>
              <a:buBlip>
                <a:blip r:embed="rId4"/>
              </a:buBlip>
            </a:pPr>
            <a:endParaRPr lang="fr-FR" sz="1400" dirty="0">
              <a:ln w="0">
                <a:noFill/>
              </a:ln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6550" indent="-285750">
              <a:lnSpc>
                <a:spcPct val="85000"/>
              </a:lnSpc>
              <a:spcAft>
                <a:spcPts val="600"/>
              </a:spcAft>
              <a:buSzPct val="80000"/>
              <a:buBlip>
                <a:blip r:embed="rId4"/>
              </a:buBlip>
            </a:pPr>
            <a:r>
              <a:rPr lang="fr-FR" sz="1400" dirty="0">
                <a:ln w="0">
                  <a:noFill/>
                </a:ln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est nécessaire d’actualiser la cartographie du périmètre applicatif impacté si il y a besoin</a:t>
            </a: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3A8541E-40C7-2A2C-F700-8576D480F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1158198"/>
            <a:ext cx="8397696" cy="4890966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7C23B0EF-DE8F-BCF1-4D2C-C7603B96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800"/>
              <a:t>Détail du positionnement fonctionnel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FED3F31-C851-1894-D084-483394C469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539" y="790043"/>
            <a:ext cx="2712602" cy="286232"/>
          </a:xfrm>
        </p:spPr>
        <p:txBody>
          <a:bodyPr/>
          <a:lstStyle/>
          <a:p>
            <a:r>
              <a:rPr lang="fr-FR" dirty="0"/>
              <a:t>Plan d’occupation des sols futur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DD97132E-6295-B5CC-E283-C3F0EB9C1E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/>
              <a:t>02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233D417-B9A5-BD6D-6C95-B3289EAA5E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264" y="1223195"/>
            <a:ext cx="1373706" cy="223136"/>
          </a:xfrm>
          <a:prstGeom prst="roundRect">
            <a:avLst>
              <a:gd name="adj" fmla="val 13436"/>
            </a:avLst>
          </a:prstGeom>
          <a:solidFill>
            <a:srgbClr val="FAB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000" b="1">
                <a:solidFill>
                  <a:schemeClr val="bg1"/>
                </a:solidFill>
                <a:latin typeface="Avenir Next" panose="020B0503020202020204" pitchFamily="34" charset="0"/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3456972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E661-A6DA-18C6-EB56-D83946C1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2858129-6BB4-96CA-F29B-5B72378395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/>
              <a:t>02</a:t>
            </a:r>
          </a:p>
        </p:txBody>
      </p:sp>
      <p:sp>
        <p:nvSpPr>
          <p:cNvPr id="9" name="Titre 4">
            <a:extLst>
              <a:ext uri="{FF2B5EF4-FFF2-40B4-BE49-F238E27FC236}">
                <a16:creationId xmlns:a16="http://schemas.microsoft.com/office/drawing/2014/main" id="{0EF4D8F0-C280-C575-055C-C0D89A542986}"/>
              </a:ext>
            </a:extLst>
          </p:cNvPr>
          <p:cNvSpPr txBox="1">
            <a:spLocks/>
          </p:cNvSpPr>
          <p:nvPr/>
        </p:nvSpPr>
        <p:spPr>
          <a:xfrm>
            <a:off x="838595" y="462613"/>
            <a:ext cx="535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000" b="1" kern="1200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r>
              <a:rPr lang="fr-FR" sz="1800"/>
              <a:t>Détail du positionnement fonctionnel</a:t>
            </a: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1F429E92-BF29-3826-8407-89D036973A4E}"/>
              </a:ext>
            </a:extLst>
          </p:cNvPr>
          <p:cNvSpPr txBox="1">
            <a:spLocks/>
          </p:cNvSpPr>
          <p:nvPr/>
        </p:nvSpPr>
        <p:spPr>
          <a:xfrm>
            <a:off x="924539" y="790043"/>
            <a:ext cx="258846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400" kern="1200" dirty="0" smtClean="0">
                <a:solidFill>
                  <a:srgbClr val="096D6D"/>
                </a:solidFill>
                <a:latin typeface="Avenir Book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Processus métier du Template</a:t>
            </a:r>
            <a:endParaRPr lang="fr-FR" b="1" i="1" u="sng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969A565-FC45-0DC3-52A4-A665165AFE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575" y="1066128"/>
            <a:ext cx="12192000" cy="5640143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14FFFC9-B9FD-C3A6-7AB7-769051033D0B}"/>
              </a:ext>
            </a:extLst>
          </p:cNvPr>
          <p:cNvSpPr/>
          <p:nvPr/>
        </p:nvSpPr>
        <p:spPr>
          <a:xfrm>
            <a:off x="3343175" y="2185794"/>
            <a:ext cx="5505650" cy="2897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Processus fonctionnel type BPMN à insérer</a:t>
            </a:r>
          </a:p>
        </p:txBody>
      </p:sp>
    </p:spTree>
    <p:extLst>
      <p:ext uri="{BB962C8B-B14F-4D97-AF65-F5344CB8AC3E}">
        <p14:creationId xmlns:p14="http://schemas.microsoft.com/office/powerpoint/2010/main" val="40854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BC50-4FE7-B159-ABAC-77F0E663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E31FA10-6336-4F1D-5D6B-8A701625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95" y="338788"/>
            <a:ext cx="5375394" cy="31393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  <a:buFontTx/>
            </a:pPr>
            <a:r>
              <a:rPr lang="fr-FR" sz="1800"/>
              <a:t>ARCHITECTURE FONCTIONNELLE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0489282-187A-53D3-E0B0-B94A892DF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875" y="678813"/>
            <a:ext cx="3335465" cy="286232"/>
          </a:xfrm>
        </p:spPr>
        <p:txBody>
          <a:bodyPr/>
          <a:lstStyle/>
          <a:p>
            <a:r>
              <a:rPr lang="fr-FR" dirty="0"/>
              <a:t>Schéma fonctionnel </a:t>
            </a:r>
            <a:r>
              <a:rPr lang="fr-FR" b="1" i="1" u="sng" dirty="0"/>
              <a:t>cible</a:t>
            </a:r>
            <a:r>
              <a:rPr lang="fr-FR" dirty="0"/>
              <a:t> d’un Template</a:t>
            </a:r>
            <a:endParaRPr lang="fr-FR" b="1" i="1" u="sng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37C3EA9-25A4-0450-DF33-B2EBA8A596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/>
              <a:t>02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E0ECC83-50E3-33E4-52D3-5ECE2DDEC9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1977" y="534254"/>
            <a:ext cx="11461898" cy="6183834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0C9DD5D-F96A-F142-2771-C69E4BB88DC9}"/>
              </a:ext>
            </a:extLst>
          </p:cNvPr>
          <p:cNvSpPr/>
          <p:nvPr/>
        </p:nvSpPr>
        <p:spPr>
          <a:xfrm>
            <a:off x="3343175" y="2185794"/>
            <a:ext cx="5505650" cy="2897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Schéma d’environnement fonctionnel à insérer</a:t>
            </a:r>
          </a:p>
        </p:txBody>
      </p:sp>
    </p:spTree>
    <p:extLst>
      <p:ext uri="{BB962C8B-B14F-4D97-AF65-F5344CB8AC3E}">
        <p14:creationId xmlns:p14="http://schemas.microsoft.com/office/powerpoint/2010/main" val="144296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316B96E-9977-24FD-2B6C-6D03B725B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/>
              <a:t>02</a:t>
            </a: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8F845DAB-6541-DCBB-1772-7D876CEB1D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539" y="790043"/>
            <a:ext cx="9829186" cy="286232"/>
          </a:xfrm>
        </p:spPr>
        <p:txBody>
          <a:bodyPr/>
          <a:lstStyle/>
          <a:p>
            <a:r>
              <a:rPr lang="fr-FR" sz="1400" b="1" i="1" u="sng"/>
              <a:t>Futurs</a:t>
            </a:r>
            <a:r>
              <a:rPr lang="fr-FR" sz="1400"/>
              <a:t> impacts applicatifs : Liste des applications, objets métiers, fonctions impactées et manipulées dans le cadre du projet</a:t>
            </a:r>
          </a:p>
        </p:txBody>
      </p:sp>
      <p:sp>
        <p:nvSpPr>
          <p:cNvPr id="30" name="TextBox 4">
            <a:extLst>
              <a:ext uri="{FF2B5EF4-FFF2-40B4-BE49-F238E27FC236}">
                <a16:creationId xmlns:a16="http://schemas.microsoft.com/office/drawing/2014/main" id="{92E9C448-4E92-DF99-91FC-81CC846EEAF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468880" y="1219083"/>
            <a:ext cx="1243584" cy="2528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fr-F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 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B10E76A0-631B-5189-FB82-936084CCFFD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228231" y="1219083"/>
            <a:ext cx="1450848" cy="2528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fr-F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Objets impactés</a:t>
            </a: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4503B9A2-3591-CF73-7895-974EEC63EC24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921807" y="1219083"/>
            <a:ext cx="2404262" cy="2528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fr-F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Fonctions métiers impactées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4C92151C-C514-6D51-ECEE-6AFD28B6408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897144" y="1535809"/>
            <a:ext cx="1920243" cy="390667"/>
          </a:xfrm>
          <a:prstGeom prst="roundRect">
            <a:avLst/>
          </a:prstGeom>
          <a:solidFill>
            <a:srgbClr val="EEEAF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4" name="Rectangle : coins arrondis 9">
            <a:extLst>
              <a:ext uri="{FF2B5EF4-FFF2-40B4-BE49-F238E27FC236}">
                <a16:creationId xmlns:a16="http://schemas.microsoft.com/office/drawing/2014/main" id="{B5C67B2E-2941-6278-E336-2A296CA2A43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228172" y="1535809"/>
            <a:ext cx="1564021" cy="39066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/>
          </a:p>
        </p:txBody>
      </p:sp>
      <p:sp>
        <p:nvSpPr>
          <p:cNvPr id="35" name="Rectangle : coins arrondis 9">
            <a:extLst>
              <a:ext uri="{FF2B5EF4-FFF2-40B4-BE49-F238E27FC236}">
                <a16:creationId xmlns:a16="http://schemas.microsoft.com/office/drawing/2014/main" id="{89674DE9-09DD-C3C5-CA15-CB69B5D3056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920207" y="1535809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065F809B-D008-C20F-A945-7B3BF910F15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21302" y="2091756"/>
            <a:ext cx="1829612" cy="2353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70000"/>
              </a:lnSpc>
            </a:pPr>
            <a:r>
              <a:rPr lang="fr-FR" sz="1300" dirty="0"/>
              <a:t>Données </a:t>
            </a:r>
            <a:r>
              <a:rPr lang="fr-FR" sz="1300" b="1" i="1" u="sng" dirty="0"/>
              <a:t>persistées</a:t>
            </a:r>
            <a:endParaRPr lang="fr-FR" sz="1300" dirty="0"/>
          </a:p>
        </p:txBody>
      </p:sp>
      <p:sp>
        <p:nvSpPr>
          <p:cNvPr id="60" name="Accolade ouvrante 59">
            <a:extLst>
              <a:ext uri="{FF2B5EF4-FFF2-40B4-BE49-F238E27FC236}">
                <a16:creationId xmlns:a16="http://schemas.microsoft.com/office/drawing/2014/main" id="{C80CACD4-6373-20D6-B5E2-527F4D29118C}"/>
              </a:ext>
            </a:extLst>
          </p:cNvPr>
          <p:cNvSpPr/>
          <p:nvPr/>
        </p:nvSpPr>
        <p:spPr>
          <a:xfrm>
            <a:off x="1981548" y="1558785"/>
            <a:ext cx="158511" cy="12777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300"/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1C2E9AFD-C82A-E96C-60BA-5F643CC8499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897144" y="5150478"/>
            <a:ext cx="1920243" cy="390667"/>
          </a:xfrm>
          <a:prstGeom prst="roundRect">
            <a:avLst/>
          </a:prstGeom>
          <a:solidFill>
            <a:srgbClr val="F2DC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3" name="Rectangle : coins arrondis 9">
            <a:extLst>
              <a:ext uri="{FF2B5EF4-FFF2-40B4-BE49-F238E27FC236}">
                <a16:creationId xmlns:a16="http://schemas.microsoft.com/office/drawing/2014/main" id="{7F8D77E2-39AE-8E5A-AEA8-5B2FE9DC0BA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228172" y="5150478"/>
            <a:ext cx="1564021" cy="39066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54" name="Rectangle : coins arrondis 9">
            <a:extLst>
              <a:ext uri="{FF2B5EF4-FFF2-40B4-BE49-F238E27FC236}">
                <a16:creationId xmlns:a16="http://schemas.microsoft.com/office/drawing/2014/main" id="{8DA03F2C-D395-BE19-333C-09B7D4692A8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5920207" y="5150478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noProof="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588BA8D0-5D15-5E1F-0ECD-F3A03099F59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897144" y="4660037"/>
            <a:ext cx="1920243" cy="390667"/>
          </a:xfrm>
          <a:prstGeom prst="roundRect">
            <a:avLst/>
          </a:prstGeom>
          <a:solidFill>
            <a:srgbClr val="F2DC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7" name="Rectangle : coins arrondis 9">
            <a:extLst>
              <a:ext uri="{FF2B5EF4-FFF2-40B4-BE49-F238E27FC236}">
                <a16:creationId xmlns:a16="http://schemas.microsoft.com/office/drawing/2014/main" id="{9DDDE0C9-453C-336C-C618-F3B8A6CED88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228172" y="4660037"/>
            <a:ext cx="1564021" cy="39066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59" name="Rectangle : coins arrondis 9">
            <a:extLst>
              <a:ext uri="{FF2B5EF4-FFF2-40B4-BE49-F238E27FC236}">
                <a16:creationId xmlns:a16="http://schemas.microsoft.com/office/drawing/2014/main" id="{3BAE0B12-35D6-4915-433D-A2E1987912B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5920207" y="4660037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noProof="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7BD91696-7C92-C99D-72CE-99EFFC3833D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897144" y="3636541"/>
            <a:ext cx="1920243" cy="390667"/>
          </a:xfrm>
          <a:prstGeom prst="roundRect">
            <a:avLst/>
          </a:prstGeom>
          <a:solidFill>
            <a:srgbClr val="F2DC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7" name="Rectangle : coins arrondis 9">
            <a:extLst>
              <a:ext uri="{FF2B5EF4-FFF2-40B4-BE49-F238E27FC236}">
                <a16:creationId xmlns:a16="http://schemas.microsoft.com/office/drawing/2014/main" id="{F9BB3102-1C8B-54ED-AFBF-02A4C0C392F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800350" y="3636541"/>
            <a:ext cx="991843" cy="39066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68" name="Rectangle : coins arrondis 9">
            <a:extLst>
              <a:ext uri="{FF2B5EF4-FFF2-40B4-BE49-F238E27FC236}">
                <a16:creationId xmlns:a16="http://schemas.microsoft.com/office/drawing/2014/main" id="{9D4DA730-56FD-0B8A-552F-4BBF676F0806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>
          <a:xfrm>
            <a:off x="5924466" y="3636541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noProof="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5BA611F2-13B9-ED42-7C15-1176FED634A6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897144" y="4143791"/>
            <a:ext cx="1920243" cy="390667"/>
          </a:xfrm>
          <a:prstGeom prst="roundRect">
            <a:avLst/>
          </a:prstGeom>
          <a:solidFill>
            <a:srgbClr val="F2DC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9" name="Rectangle : coins arrondis 9">
            <a:extLst>
              <a:ext uri="{FF2B5EF4-FFF2-40B4-BE49-F238E27FC236}">
                <a16:creationId xmlns:a16="http://schemas.microsoft.com/office/drawing/2014/main" id="{4C2E9766-85A2-B06E-9131-5D72EB40C9C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228172" y="4143791"/>
            <a:ext cx="1564021" cy="39066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80" name="Rectangle : coins arrondis 9">
            <a:extLst>
              <a:ext uri="{FF2B5EF4-FFF2-40B4-BE49-F238E27FC236}">
                <a16:creationId xmlns:a16="http://schemas.microsoft.com/office/drawing/2014/main" id="{15B4A5A9-C39C-9401-76B3-19D782FED1B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>
          <a:xfrm>
            <a:off x="5920207" y="4143791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noProof="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Accolade ouvrante 1">
            <a:extLst>
              <a:ext uri="{FF2B5EF4-FFF2-40B4-BE49-F238E27FC236}">
                <a16:creationId xmlns:a16="http://schemas.microsoft.com/office/drawing/2014/main" id="{125E6F7A-874D-583E-E780-98359DF59833}"/>
              </a:ext>
            </a:extLst>
          </p:cNvPr>
          <p:cNvSpPr/>
          <p:nvPr/>
        </p:nvSpPr>
        <p:spPr>
          <a:xfrm>
            <a:off x="1981549" y="3636540"/>
            <a:ext cx="169024" cy="2406651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3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F6BDB7D-6C11-4409-D8CE-58A76B9BF2DE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221302" y="4654006"/>
            <a:ext cx="1829612" cy="3753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70000"/>
              </a:lnSpc>
            </a:pPr>
            <a:r>
              <a:rPr lang="fr-FR" sz="1300" dirty="0"/>
              <a:t>Données </a:t>
            </a:r>
            <a:r>
              <a:rPr lang="fr-FR" sz="1300" b="1" i="1" u="sng" dirty="0"/>
              <a:t>consommées</a:t>
            </a:r>
            <a:r>
              <a:rPr lang="fr-FR" sz="1300" dirty="0"/>
              <a:t>)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E8DC4C5-C2FA-B05C-4C9B-1C82160099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97144" y="2001394"/>
            <a:ext cx="1920243" cy="390667"/>
          </a:xfrm>
          <a:prstGeom prst="roundRect">
            <a:avLst/>
          </a:prstGeom>
          <a:solidFill>
            <a:srgbClr val="EEEAF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" name="Rectangle : coins arrondis 9">
            <a:extLst>
              <a:ext uri="{FF2B5EF4-FFF2-40B4-BE49-F238E27FC236}">
                <a16:creationId xmlns:a16="http://schemas.microsoft.com/office/drawing/2014/main" id="{13404518-5820-8A0A-DD70-32C14D49EA71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228172" y="2001394"/>
            <a:ext cx="1564021" cy="39066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4AF87AE-F4DE-36C1-580F-470CEBF68060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>
          <a:xfrm>
            <a:off x="5920207" y="2001394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1E534CC-1DF0-7C78-BA21-1DE46E19EB3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897144" y="2465162"/>
            <a:ext cx="1920243" cy="390667"/>
          </a:xfrm>
          <a:prstGeom prst="roundRect">
            <a:avLst/>
          </a:prstGeom>
          <a:solidFill>
            <a:srgbClr val="EEEAF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ectangle : coins arrondis 9">
            <a:extLst>
              <a:ext uri="{FF2B5EF4-FFF2-40B4-BE49-F238E27FC236}">
                <a16:creationId xmlns:a16="http://schemas.microsoft.com/office/drawing/2014/main" id="{93BCC2E5-E9D8-1382-800E-B6301E286BFA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228172" y="2465162"/>
            <a:ext cx="1564021" cy="39066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A4FCA5E-B01C-B278-477E-0D7D3D26C95B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920207" y="2465162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94235BB2-EB35-CCF0-AA56-98964A31812E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>
          <a:xfrm>
            <a:off x="2388390" y="3265045"/>
            <a:ext cx="1243584" cy="4036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70000"/>
              </a:lnSpc>
            </a:pPr>
            <a:r>
              <a:rPr lang="fr-F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 sources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16B29F8-2E44-5BEC-0DD8-559FC3B8A5A3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>
          <a:xfrm>
            <a:off x="4131841" y="3340450"/>
            <a:ext cx="1450848" cy="2528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fr-F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Objets impactés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D838BB-BA69-7320-4738-9D21C0B94198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>
          <a:xfrm>
            <a:off x="5921807" y="3340450"/>
            <a:ext cx="2404262" cy="2528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fr-F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Fonctions métiers impactées</a:t>
            </a:r>
          </a:p>
        </p:txBody>
      </p:sp>
      <p:sp>
        <p:nvSpPr>
          <p:cNvPr id="6" name="Rectangle : coins arrondis 9">
            <a:extLst>
              <a:ext uri="{FF2B5EF4-FFF2-40B4-BE49-F238E27FC236}">
                <a16:creationId xmlns:a16="http://schemas.microsoft.com/office/drawing/2014/main" id="{AA948146-C197-2A04-30BF-C07406CBBA06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2228173" y="3636541"/>
            <a:ext cx="572177" cy="39066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7" name="Titre 4">
            <a:extLst>
              <a:ext uri="{FF2B5EF4-FFF2-40B4-BE49-F238E27FC236}">
                <a16:creationId xmlns:a16="http://schemas.microsoft.com/office/drawing/2014/main" id="{86C71063-8C31-5601-CAB5-463D317F04DD}"/>
              </a:ext>
            </a:extLst>
          </p:cNvPr>
          <p:cNvSpPr txBox="1">
            <a:spLocks/>
          </p:cNvSpPr>
          <p:nvPr/>
        </p:nvSpPr>
        <p:spPr>
          <a:xfrm>
            <a:off x="838595" y="462613"/>
            <a:ext cx="535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000" b="1" kern="1200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r>
              <a:rPr lang="fr-FR" sz="1800"/>
              <a:t>Détail du positionnement fonctionnel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F6F1BEA2-D205-91F5-6383-3A905EB35365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897144" y="5640919"/>
            <a:ext cx="1920243" cy="390667"/>
          </a:xfrm>
          <a:prstGeom prst="roundRect">
            <a:avLst/>
          </a:prstGeom>
          <a:solidFill>
            <a:srgbClr val="F2DC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000" dirty="0">
              <a:ln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Rectangle : coins arrondis 9">
            <a:extLst>
              <a:ext uri="{FF2B5EF4-FFF2-40B4-BE49-F238E27FC236}">
                <a16:creationId xmlns:a16="http://schemas.microsoft.com/office/drawing/2014/main" id="{BA7842EF-A2BF-DA40-7FE3-BE355DAED480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2228172" y="5640919"/>
            <a:ext cx="1564021" cy="39066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70000"/>
              </a:lnSpc>
            </a:pPr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28" name="Rectangle : coins arrondis 9">
            <a:extLst>
              <a:ext uri="{FF2B5EF4-FFF2-40B4-BE49-F238E27FC236}">
                <a16:creationId xmlns:a16="http://schemas.microsoft.com/office/drawing/2014/main" id="{7AEEF4F7-F412-5726-2500-CED0DA46F8F3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>
          <a:xfrm>
            <a:off x="5920207" y="5640919"/>
            <a:ext cx="5528496" cy="39066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>
              <a:lnSpc>
                <a:spcPct val="70000"/>
              </a:lnSpc>
            </a:pPr>
            <a:endParaRPr lang="fr-FR" sz="1100" noProof="0" dirty="0">
              <a:ln w="6350">
                <a:solidFill>
                  <a:schemeClr val="accent6">
                    <a:lumMod val="75000"/>
                    <a:alpha val="75000"/>
                  </a:schemeClr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E8748C1-18E4-AF90-D7BE-06E3B412E7BC}"/>
              </a:ext>
            </a:extLst>
          </p:cNvPr>
          <p:cNvSpPr/>
          <p:nvPr/>
        </p:nvSpPr>
        <p:spPr>
          <a:xfrm>
            <a:off x="3438425" y="2144674"/>
            <a:ext cx="5505650" cy="2897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Lister les objets métier</a:t>
            </a:r>
          </a:p>
        </p:txBody>
      </p:sp>
    </p:spTree>
    <p:extLst>
      <p:ext uri="{BB962C8B-B14F-4D97-AF65-F5344CB8AC3E}">
        <p14:creationId xmlns:p14="http://schemas.microsoft.com/office/powerpoint/2010/main" val="36235268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6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B258-A11A-F5AA-08EF-89D48439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1B9E970-A683-5218-691F-A35CD51BA8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34400" b="1">
                <a:solidFill>
                  <a:srgbClr val="FAB92E"/>
                </a:solidFill>
                <a:latin typeface="Avenir Black" panose="02000503020000020003" pitchFamily="2" charset="0"/>
              </a:rPr>
              <a:t>3</a:t>
            </a:r>
          </a:p>
          <a:p>
            <a:endParaRPr lang="fr-FR">
              <a:solidFill>
                <a:srgbClr val="93C97B"/>
              </a:solidFill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3C9AC01-E93A-32AC-2C45-3C6D9B51E6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  <a:buFontTx/>
            </a:pPr>
            <a:r>
              <a:rPr lang="fr-FR" sz="4400" b="1">
                <a:solidFill>
                  <a:srgbClr val="102031"/>
                </a:solidFill>
                <a:latin typeface="Avenir Black" panose="02000503020000020003" pitchFamily="2" charset="0"/>
              </a:rPr>
              <a:t>ARCHITECTURE APPLICATIVE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2AE730AB-87DE-E0AF-3684-2B510960D7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400" b="1">
                <a:solidFill>
                  <a:srgbClr val="FAB92E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SCENARIOS D’ARCHITECTURE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9CBACD-9465-F0BF-176F-CA72E6A61A9F}"/>
              </a:ext>
            </a:extLst>
          </p:cNvPr>
          <p:cNvSpPr txBox="1"/>
          <p:nvPr/>
        </p:nvSpPr>
        <p:spPr>
          <a:xfrm>
            <a:off x="2619375" y="3444359"/>
            <a:ext cx="638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spc="0">
                <a:ln w="12700">
                  <a:solidFill>
                    <a:srgbClr val="FAB92E"/>
                  </a:solidFill>
                </a:ln>
                <a:solidFill>
                  <a:srgbClr val="FAB92E"/>
                </a:solidFill>
              </a:rPr>
              <a:t>15 min.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44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C1894-4030-B2C4-0893-6A3AE318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95" y="338788"/>
            <a:ext cx="5375394" cy="369332"/>
          </a:xfrm>
        </p:spPr>
        <p:txBody>
          <a:bodyPr/>
          <a:lstStyle/>
          <a:p>
            <a:r>
              <a:rPr lang="fr-FR"/>
              <a:t>ARCHITECTURE APPLICATIVE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413796-BEE7-15A7-76CF-B09CD0199E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539" y="790043"/>
            <a:ext cx="2954655" cy="286232"/>
          </a:xfrm>
        </p:spPr>
        <p:txBody>
          <a:bodyPr/>
          <a:lstStyle/>
          <a:p>
            <a:r>
              <a:rPr lang="fr-FR"/>
              <a:t>Description des scénarios à l’étude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3F8000-D6E4-BA30-CD2E-2D5EDFFA38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FAB92E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5AA18-4F72-A316-C679-3A16EAA10051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924538" y="1304631"/>
            <a:ext cx="10709437" cy="889929"/>
          </a:xfrm>
          <a:prstGeom prst="rect">
            <a:avLst/>
          </a:prstGeom>
          <a:solidFill>
            <a:srgbClr val="A2B969">
              <a:alpha val="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lvl="0" algn="just">
              <a:lnSpc>
                <a:spcPct val="75000"/>
              </a:lnSpc>
              <a:spcAft>
                <a:spcPts val="200"/>
              </a:spcAft>
              <a:defRPr/>
            </a:pPr>
            <a:r>
              <a:rPr lang="fr-FR" sz="1200" dirty="0">
                <a:solidFill>
                  <a:srgbClr val="595959"/>
                </a:solidFill>
              </a:rPr>
              <a:t>Présentation des scénarios étudiés. 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80032C3-984D-7A95-0924-D8081C9D16D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11798" y="1304630"/>
            <a:ext cx="1739351" cy="223136"/>
          </a:xfrm>
          <a:prstGeom prst="roundRect">
            <a:avLst>
              <a:gd name="adj" fmla="val 13436"/>
            </a:avLst>
          </a:prstGeom>
          <a:solidFill>
            <a:srgbClr val="93C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CONTEXTE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C972E-F475-7C67-4F06-CF165E82191B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979061" y="2310988"/>
            <a:ext cx="10660468" cy="3504595"/>
          </a:xfrm>
          <a:prstGeom prst="rect">
            <a:avLst/>
          </a:prstGeom>
          <a:solidFill>
            <a:srgbClr val="6B8DE7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algn="just">
              <a:lnSpc>
                <a:spcPct val="75000"/>
              </a:lnSpc>
              <a:spcAft>
                <a:spcPts val="200"/>
              </a:spcAft>
              <a:buSzPct val="80000"/>
              <a:defRPr/>
            </a:pPr>
            <a:r>
              <a:rPr lang="fr-FR" sz="1600" b="1" dirty="0">
                <a:solidFill>
                  <a:srgbClr val="93C9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</a:t>
            </a:r>
            <a:r>
              <a:rPr lang="fr-FR" sz="1600" b="1" noProof="0" dirty="0">
                <a:solidFill>
                  <a:srgbClr val="93C9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n°1 : BUY – Trouver une solution du marché qui réponde aux besoins</a:t>
            </a:r>
          </a:p>
          <a:p>
            <a:pPr marL="171450" indent="-171450" algn="just">
              <a:lnSpc>
                <a:spcPct val="75000"/>
              </a:lnSpc>
              <a:spcAft>
                <a:spcPts val="200"/>
              </a:spcAft>
              <a:buSzPct val="80000"/>
              <a:buBlip>
                <a:blip r:embed="rId6"/>
              </a:buBlip>
              <a:defRPr/>
            </a:pPr>
            <a:r>
              <a:rPr lang="fr-FR" sz="16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algn="just">
              <a:lnSpc>
                <a:spcPct val="75000"/>
              </a:lnSpc>
              <a:spcAft>
                <a:spcPts val="200"/>
              </a:spcAft>
              <a:buSzPct val="80000"/>
              <a:defRPr/>
            </a:pPr>
            <a:endParaRPr lang="fr-FR" sz="1600" b="1" dirty="0">
              <a:solidFill>
                <a:srgbClr val="F9AE1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75000"/>
              </a:lnSpc>
              <a:spcAft>
                <a:spcPts val="200"/>
              </a:spcAft>
              <a:buSzPct val="80000"/>
              <a:defRPr/>
            </a:pPr>
            <a:endParaRPr lang="fr-FR" sz="1600" b="1" dirty="0">
              <a:solidFill>
                <a:srgbClr val="F9AE1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75000"/>
              </a:lnSpc>
              <a:spcAft>
                <a:spcPts val="200"/>
              </a:spcAft>
              <a:buSzPct val="80000"/>
              <a:defRPr/>
            </a:pPr>
            <a:r>
              <a:rPr lang="fr-FR" sz="1600" b="1" dirty="0">
                <a:solidFill>
                  <a:srgbClr val="E751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</a:t>
            </a:r>
            <a:r>
              <a:rPr lang="fr-FR" sz="1600" b="1" noProof="0" dirty="0">
                <a:solidFill>
                  <a:srgbClr val="E751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n°2 : </a:t>
            </a:r>
            <a:r>
              <a:rPr lang="fr-FR" sz="1600" b="1" dirty="0">
                <a:solidFill>
                  <a:srgbClr val="E751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  + </a:t>
            </a:r>
            <a:r>
              <a:rPr lang="fr-FR" sz="1600" b="1" noProof="0" dirty="0">
                <a:solidFill>
                  <a:srgbClr val="E751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– </a:t>
            </a:r>
            <a:r>
              <a:rPr lang="fr-FR" sz="1600" b="1" dirty="0">
                <a:solidFill>
                  <a:srgbClr val="E7511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Scénario Hybride</a:t>
            </a:r>
            <a:endParaRPr lang="fr-FR" sz="1600" b="1" noProof="0" dirty="0">
              <a:solidFill>
                <a:srgbClr val="E7511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75000"/>
              </a:lnSpc>
              <a:spcAft>
                <a:spcPts val="200"/>
              </a:spcAft>
              <a:buSzPct val="80000"/>
              <a:buBlip>
                <a:blip r:embed="rId7"/>
              </a:buBlip>
              <a:defRPr/>
            </a:pPr>
            <a:r>
              <a:rPr lang="fr-FR" sz="16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171450" indent="-171450" algn="just">
              <a:lnSpc>
                <a:spcPct val="75000"/>
              </a:lnSpc>
              <a:spcAft>
                <a:spcPts val="200"/>
              </a:spcAft>
              <a:buSzPct val="80000"/>
              <a:buBlip>
                <a:blip r:embed="rId7"/>
              </a:buBlip>
              <a:defRPr/>
            </a:pPr>
            <a:endParaRPr lang="fr-FR" sz="1600" b="1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75000"/>
              </a:lnSpc>
              <a:spcAft>
                <a:spcPts val="200"/>
              </a:spcAft>
              <a:buSzPct val="80000"/>
              <a:defRPr/>
            </a:pPr>
            <a:endParaRPr lang="fr-FR" sz="1600" b="1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75000"/>
              </a:lnSpc>
              <a:spcAft>
                <a:spcPts val="200"/>
              </a:spcAft>
              <a:buSzPct val="80000"/>
              <a:defRPr/>
            </a:pPr>
            <a:r>
              <a:rPr lang="fr-FR" sz="1600" b="1" dirty="0">
                <a:solidFill>
                  <a:srgbClr val="F9AE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n°3 : MAKE – Développer la solution avec notre stack technologique</a:t>
            </a:r>
          </a:p>
          <a:p>
            <a:pPr marL="171450" indent="-171450" algn="just">
              <a:lnSpc>
                <a:spcPct val="75000"/>
              </a:lnSpc>
              <a:spcAft>
                <a:spcPts val="200"/>
              </a:spcAft>
              <a:buSzPct val="80000"/>
              <a:buBlip>
                <a:blip r:embed="rId8"/>
              </a:buBlip>
              <a:defRPr/>
            </a:pPr>
            <a:r>
              <a:rPr lang="fr-FR" sz="16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628650" lvl="1" indent="-171450" algn="just">
              <a:lnSpc>
                <a:spcPct val="75000"/>
              </a:lnSpc>
              <a:spcAft>
                <a:spcPts val="200"/>
              </a:spcAft>
              <a:buSzPct val="80000"/>
              <a:buBlip>
                <a:blip r:embed="rId8"/>
              </a:buBlip>
              <a:defRPr/>
            </a:pPr>
            <a:r>
              <a:rPr lang="fr-FR" sz="16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Scénario 3.1 : …</a:t>
            </a:r>
          </a:p>
          <a:p>
            <a:pPr marL="628650" lvl="1" indent="-171450" algn="just">
              <a:lnSpc>
                <a:spcPct val="75000"/>
              </a:lnSpc>
              <a:spcAft>
                <a:spcPts val="200"/>
              </a:spcAft>
              <a:buSzPct val="80000"/>
              <a:buBlip>
                <a:blip r:embed="rId8"/>
              </a:buBlip>
              <a:defRPr/>
            </a:pPr>
            <a:r>
              <a:rPr lang="fr-FR" sz="16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Scénario 3.2 : …</a:t>
            </a:r>
          </a:p>
          <a:p>
            <a:pPr marL="628650" lvl="1" indent="-171450" algn="just">
              <a:lnSpc>
                <a:spcPct val="75000"/>
              </a:lnSpc>
              <a:spcAft>
                <a:spcPts val="200"/>
              </a:spcAft>
              <a:buSzPct val="80000"/>
              <a:buBlip>
                <a:blip r:embed="rId8"/>
              </a:buBlip>
              <a:defRPr/>
            </a:pPr>
            <a:r>
              <a:rPr lang="fr-FR" sz="16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Scénario 3.3 : …</a:t>
            </a:r>
            <a:endParaRPr lang="fr-FR" sz="1600" b="1" dirty="0">
              <a:solidFill>
                <a:srgbClr val="00898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B4B8333-6693-0AA8-C0E3-996FB17EAB1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11798" y="2310989"/>
            <a:ext cx="1739351" cy="223136"/>
          </a:xfrm>
          <a:prstGeom prst="roundRect">
            <a:avLst>
              <a:gd name="adj" fmla="val 13436"/>
            </a:avLst>
          </a:prstGeom>
          <a:solidFill>
            <a:srgbClr val="6B8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SCENARIOS</a:t>
            </a:r>
          </a:p>
        </p:txBody>
      </p:sp>
    </p:spTree>
    <p:extLst>
      <p:ext uri="{BB962C8B-B14F-4D97-AF65-F5344CB8AC3E}">
        <p14:creationId xmlns:p14="http://schemas.microsoft.com/office/powerpoint/2010/main" val="1378882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8B32-AA77-E5A3-DFC4-727167F0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A8295-3AAC-5D5A-DD56-66DF0618E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95" y="338788"/>
            <a:ext cx="5375394" cy="369332"/>
          </a:xfrm>
        </p:spPr>
        <p:txBody>
          <a:bodyPr/>
          <a:lstStyle/>
          <a:p>
            <a:r>
              <a:rPr lang="fr-FR"/>
              <a:t>ARCHITECTURE APPLICATIVE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1D28A8-2E20-0FEC-4BFE-0E554D25A1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539" y="790043"/>
            <a:ext cx="2954655" cy="286232"/>
          </a:xfrm>
        </p:spPr>
        <p:txBody>
          <a:bodyPr/>
          <a:lstStyle/>
          <a:p>
            <a:r>
              <a:rPr lang="fr-FR"/>
              <a:t>Description des scénarios à l’étude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FDC62F-A580-4029-86E5-633AB840C7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FAB92E"/>
                </a:solidFill>
              </a:rPr>
              <a:t>03</a:t>
            </a:r>
          </a:p>
        </p:txBody>
      </p:sp>
      <p:graphicFrame>
        <p:nvGraphicFramePr>
          <p:cNvPr id="9" name="Tableau 3">
            <a:extLst>
              <a:ext uri="{FF2B5EF4-FFF2-40B4-BE49-F238E27FC236}">
                <a16:creationId xmlns:a16="http://schemas.microsoft.com/office/drawing/2014/main" id="{1CE0DD38-2285-F78F-DAD4-F7E083B6FC24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6718458"/>
              </p:ext>
            </p:extLst>
          </p:nvPr>
        </p:nvGraphicFramePr>
        <p:xfrm>
          <a:off x="278027" y="1158198"/>
          <a:ext cx="11406949" cy="46978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9497">
                  <a:extLst>
                    <a:ext uri="{9D8B030D-6E8A-4147-A177-3AD203B41FA5}">
                      <a16:colId xmlns:a16="http://schemas.microsoft.com/office/drawing/2014/main" val="1701024074"/>
                    </a:ext>
                  </a:extLst>
                </a:gridCol>
                <a:gridCol w="3392484">
                  <a:extLst>
                    <a:ext uri="{9D8B030D-6E8A-4147-A177-3AD203B41FA5}">
                      <a16:colId xmlns:a16="http://schemas.microsoft.com/office/drawing/2014/main" val="1224835592"/>
                    </a:ext>
                  </a:extLst>
                </a:gridCol>
                <a:gridCol w="3392484">
                  <a:extLst>
                    <a:ext uri="{9D8B030D-6E8A-4147-A177-3AD203B41FA5}">
                      <a16:colId xmlns:a16="http://schemas.microsoft.com/office/drawing/2014/main" val="3006677995"/>
                    </a:ext>
                  </a:extLst>
                </a:gridCol>
                <a:gridCol w="1696242">
                  <a:extLst>
                    <a:ext uri="{9D8B030D-6E8A-4147-A177-3AD203B41FA5}">
                      <a16:colId xmlns:a16="http://schemas.microsoft.com/office/drawing/2014/main" val="2900948006"/>
                    </a:ext>
                  </a:extLst>
                </a:gridCol>
                <a:gridCol w="1696242">
                  <a:extLst>
                    <a:ext uri="{9D8B030D-6E8A-4147-A177-3AD203B41FA5}">
                      <a16:colId xmlns:a16="http://schemas.microsoft.com/office/drawing/2014/main" val="2263398244"/>
                    </a:ext>
                  </a:extLst>
                </a:gridCol>
              </a:tblGrid>
              <a:tr h="278954">
                <a:tc rowSpan="2">
                  <a:txBody>
                    <a:bodyPr/>
                    <a:lstStyle/>
                    <a:p>
                      <a:endParaRPr lang="fr-FR" sz="1200"/>
                    </a:p>
                  </a:txBody>
                  <a:tcPr vert="vert270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Scénario 1</a:t>
                      </a:r>
                    </a:p>
                    <a:p>
                      <a:pPr algn="ctr"/>
                      <a:r>
                        <a:rPr lang="fr-FR" sz="1400" b="0">
                          <a:latin typeface="Arial" pitchFamily="34" charset="0"/>
                        </a:rPr>
                        <a:t>Libellé du scénario 1</a:t>
                      </a:r>
                      <a:endParaRPr lang="fr-FR" sz="1400" b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Scénario 2</a:t>
                      </a:r>
                    </a:p>
                    <a:p>
                      <a:pPr marL="0" marR="0" lvl="0" indent="0" algn="ctr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>
                          <a:latin typeface="Arial" pitchFamily="34" charset="0"/>
                        </a:rPr>
                        <a:t>Libellé du scénario 2</a:t>
                      </a:r>
                      <a:endParaRPr lang="fr-FR" sz="1400" b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/>
                        <a:t>Scénario 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34750"/>
                  </a:ext>
                </a:extLst>
              </a:tr>
              <a:tr h="36264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Variante 3.a</a:t>
                      </a:r>
                    </a:p>
                    <a:p>
                      <a:pPr marL="0" marR="0" lvl="0" indent="0" algn="ctr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Libellé du scénario </a:t>
                      </a:r>
                      <a:endParaRPr lang="fr-FR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Variante 3.b</a:t>
                      </a:r>
                    </a:p>
                    <a:p>
                      <a:pPr marL="0" marR="0" lvl="0" indent="0" algn="ctr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Libellé du scénario</a:t>
                      </a:r>
                      <a:endParaRPr lang="fr-FR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41970"/>
                  </a:ext>
                </a:extLst>
              </a:tr>
              <a:tr h="999203">
                <a:tc>
                  <a:txBody>
                    <a:bodyPr/>
                    <a:lstStyle/>
                    <a:p>
                      <a:pPr algn="ctr"/>
                      <a:r>
                        <a:rPr lang="fr-FR" sz="1000"/>
                        <a:t>Approches et hypothèses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sz="1000" i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918172"/>
                  </a:ext>
                </a:extLst>
              </a:tr>
              <a:tr h="999203">
                <a:tc>
                  <a:txBody>
                    <a:bodyPr/>
                    <a:lstStyle/>
                    <a:p>
                      <a:pPr algn="ctr"/>
                      <a:r>
                        <a:rPr lang="fr-FR" sz="1000"/>
                        <a:t>Réponse fonctionnelle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sz="1000" i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684916"/>
                  </a:ext>
                </a:extLst>
              </a:tr>
              <a:tr h="999203">
                <a:tc>
                  <a:txBody>
                    <a:bodyPr/>
                    <a:lstStyle/>
                    <a:p>
                      <a:pPr algn="ctr"/>
                      <a:r>
                        <a:rPr lang="fr-FR" sz="1000"/>
                        <a:t>Réponse 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i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069577"/>
                  </a:ext>
                </a:extLst>
              </a:tr>
              <a:tr h="999203">
                <a:tc>
                  <a:txBody>
                    <a:bodyPr/>
                    <a:lstStyle/>
                    <a:p>
                      <a:pPr algn="ctr"/>
                      <a:r>
                        <a:rPr lang="fr-FR" sz="1000"/>
                        <a:t>Urbanisation et </a:t>
                      </a:r>
                    </a:p>
                    <a:p>
                      <a:pPr algn="ctr"/>
                      <a:r>
                        <a:rPr lang="fr-FR" sz="100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i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/>
                      <a:endParaRPr lang="fr-FR" i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746152"/>
                  </a:ext>
                </a:extLst>
              </a:tr>
            </a:tbl>
          </a:graphicData>
        </a:graphic>
      </p:graphicFrame>
      <p:sp>
        <p:nvSpPr>
          <p:cNvPr id="10" name="Rectangle à coins arrondis 10">
            <a:extLst>
              <a:ext uri="{FF2B5EF4-FFF2-40B4-BE49-F238E27FC236}">
                <a16:creationId xmlns:a16="http://schemas.microsoft.com/office/drawing/2014/main" id="{36337309-1B90-F259-AB77-50604C73CDA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921513" y="1982694"/>
            <a:ext cx="2878432" cy="238363"/>
          </a:xfrm>
          <a:prstGeom prst="wedgeRoundRectCallout">
            <a:avLst>
              <a:gd name="adj1" fmla="val -54896"/>
              <a:gd name="adj2" fmla="val 22864"/>
              <a:gd name="adj3" fmla="val 16667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fr-FR" sz="140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Segoe UI Symbol" panose="020B0502040204020203" pitchFamily="34" charset="0"/>
                <a:sym typeface="Webdings" panose="05030102010509060703" pitchFamily="18" charset="2"/>
              </a:rPr>
              <a:t></a:t>
            </a:r>
            <a:r>
              <a:rPr lang="fr-FR" sz="1000" i="1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sym typeface="Webdings" panose="05030102010509060703" pitchFamily="18" charset="2"/>
              </a:rPr>
              <a:t> Présentation du scénario et des hypothèses associées</a:t>
            </a:r>
          </a:p>
        </p:txBody>
      </p:sp>
      <p:sp>
        <p:nvSpPr>
          <p:cNvPr id="11" name="Rectangle à coins arrondis 10">
            <a:extLst>
              <a:ext uri="{FF2B5EF4-FFF2-40B4-BE49-F238E27FC236}">
                <a16:creationId xmlns:a16="http://schemas.microsoft.com/office/drawing/2014/main" id="{33170E17-072E-2096-1BC2-6A5C54AAEFA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921512" y="3052798"/>
            <a:ext cx="2878432" cy="408623"/>
          </a:xfrm>
          <a:prstGeom prst="wedgeRoundRectCallout">
            <a:avLst>
              <a:gd name="adj1" fmla="val -54896"/>
              <a:gd name="adj2" fmla="val 22864"/>
              <a:gd name="adj3" fmla="val 16667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fr-FR" sz="140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Segoe UI Symbol" panose="020B0502040204020203" pitchFamily="34" charset="0"/>
                <a:sym typeface="Webdings" panose="05030102010509060703" pitchFamily="18" charset="2"/>
              </a:rPr>
              <a:t></a:t>
            </a:r>
            <a:r>
              <a:rPr lang="fr-FR" sz="1000" i="1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sym typeface="Webdings" panose="05030102010509060703" pitchFamily="18" charset="2"/>
              </a:rPr>
              <a:t> Évaluer si le scénario couvre les besoins fonctionnels (apport métier, mutualisation, pérennité, …)</a:t>
            </a:r>
          </a:p>
        </p:txBody>
      </p:sp>
      <p:sp>
        <p:nvSpPr>
          <p:cNvPr id="12" name="Rectangle à coins arrondis 10">
            <a:extLst>
              <a:ext uri="{FF2B5EF4-FFF2-40B4-BE49-F238E27FC236}">
                <a16:creationId xmlns:a16="http://schemas.microsoft.com/office/drawing/2014/main" id="{A8960208-CCFC-CED6-4005-D24F457A47A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21511" y="4122902"/>
            <a:ext cx="2878432" cy="578882"/>
          </a:xfrm>
          <a:prstGeom prst="wedgeRoundRectCallout">
            <a:avLst>
              <a:gd name="adj1" fmla="val -54896"/>
              <a:gd name="adj2" fmla="val 22864"/>
              <a:gd name="adj3" fmla="val 16667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fr-FR" sz="140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Segoe UI Symbol" panose="020B0502040204020203" pitchFamily="34" charset="0"/>
                <a:sym typeface="Webdings" panose="05030102010509060703" pitchFamily="18" charset="2"/>
              </a:rPr>
              <a:t></a:t>
            </a:r>
            <a:r>
              <a:rPr lang="fr-FR" sz="1000" i="1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sym typeface="Webdings" panose="05030102010509060703" pitchFamily="18" charset="2"/>
              </a:rPr>
              <a:t> Évaluer si les besoins / impacts du scénario sur le périmètre technique du projet (infrastructure, mutualisation, pérennité, …)</a:t>
            </a:r>
          </a:p>
        </p:txBody>
      </p:sp>
      <p:sp>
        <p:nvSpPr>
          <p:cNvPr id="13" name="Rectangle à coins arrondis 10">
            <a:extLst>
              <a:ext uri="{FF2B5EF4-FFF2-40B4-BE49-F238E27FC236}">
                <a16:creationId xmlns:a16="http://schemas.microsoft.com/office/drawing/2014/main" id="{C82E37B5-035A-5970-2F33-A6AF86B1A1D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921510" y="4973931"/>
            <a:ext cx="2878432" cy="749141"/>
          </a:xfrm>
          <a:prstGeom prst="wedgeRoundRectCallout">
            <a:avLst>
              <a:gd name="adj1" fmla="val -54896"/>
              <a:gd name="adj2" fmla="val 22864"/>
              <a:gd name="adj3" fmla="val 16667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fr-FR" sz="140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ea typeface="Segoe UI Symbol" panose="020B0502040204020203" pitchFamily="34" charset="0"/>
                <a:sym typeface="Webdings" panose="05030102010509060703" pitchFamily="18" charset="2"/>
              </a:rPr>
              <a:t></a:t>
            </a:r>
            <a:r>
              <a:rPr lang="fr-FR" sz="1000" i="1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  <a:sym typeface="Webdings" panose="05030102010509060703" pitchFamily="18" charset="2"/>
              </a:rPr>
              <a:t> Évaluation du scénario en termes de conformité avec les principes et bonnes pratiques d’urbanisation et d’architecture (cadre de référence, doctrine cloud, doctrine data…). </a:t>
            </a:r>
          </a:p>
        </p:txBody>
      </p:sp>
    </p:spTree>
    <p:extLst>
      <p:ext uri="{BB962C8B-B14F-4D97-AF65-F5344CB8AC3E}">
        <p14:creationId xmlns:p14="http://schemas.microsoft.com/office/powerpoint/2010/main" val="327660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D3AB-75CB-D536-AEC8-5F183171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23F256F1-B3F0-B8A9-49EA-40080140B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FAB92E"/>
                </a:solidFill>
              </a:rPr>
              <a:t>03</a:t>
            </a:r>
            <a:endParaRPr lang="fr-FR"/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96E5CBFC-4BC5-ED80-2D8E-3D6B14055943}"/>
              </a:ext>
            </a:extLst>
          </p:cNvPr>
          <p:cNvSpPr txBox="1">
            <a:spLocks/>
          </p:cNvSpPr>
          <p:nvPr/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000" b="1" kern="1200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r>
              <a:rPr lang="fr-FR"/>
              <a:t>ARCHITECTURE APPLICATIVE CIBLE</a:t>
            </a:r>
            <a:endParaRPr lang="fr-FR" sz="1200"/>
          </a:p>
        </p:txBody>
      </p:sp>
      <p:sp>
        <p:nvSpPr>
          <p:cNvPr id="9" name="Titre 4">
            <a:extLst>
              <a:ext uri="{FF2B5EF4-FFF2-40B4-BE49-F238E27FC236}">
                <a16:creationId xmlns:a16="http://schemas.microsoft.com/office/drawing/2014/main" id="{173AAECF-AD1E-A92D-4161-18CDB28BACF8}"/>
              </a:ext>
            </a:extLst>
          </p:cNvPr>
          <p:cNvSpPr txBox="1">
            <a:spLocks/>
          </p:cNvSpPr>
          <p:nvPr/>
        </p:nvSpPr>
        <p:spPr>
          <a:xfrm>
            <a:off x="147405" y="1089114"/>
            <a:ext cx="3378887" cy="56369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300" b="1" u="sng">
                <a:latin typeface="Avenir Next LT Pro" panose="020B0504020202020204" pitchFamily="34" charset="0"/>
              </a:rPr>
              <a:t>Architecture </a:t>
            </a:r>
            <a:r>
              <a:rPr lang="fr-FR" sz="1300" b="1" u="sng" err="1">
                <a:latin typeface="Avenir Next LT Pro" panose="020B0504020202020204" pitchFamily="34" charset="0"/>
              </a:rPr>
              <a:t>Microservice</a:t>
            </a:r>
            <a:r>
              <a:rPr lang="fr-FR" sz="1300" b="1" u="sng">
                <a:latin typeface="Avenir Next LT Pro" panose="020B0504020202020204" pitchFamily="34" charset="0"/>
              </a:rPr>
              <a:t> :</a:t>
            </a:r>
            <a:endParaRPr lang="fr-FR" sz="1300" u="sng">
              <a:latin typeface="Avenir Next LT Pro" panose="020B0504020202020204" pitchFamily="34" charset="0"/>
            </a:endParaRPr>
          </a:p>
          <a:p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L'architecture est segmentée en deux </a:t>
            </a:r>
            <a:r>
              <a:rPr lang="fr-FR" sz="1300" err="1">
                <a:solidFill>
                  <a:schemeClr val="accent6"/>
                </a:solidFill>
                <a:latin typeface="Avenir Next LT Pro" panose="020B0504020202020204" pitchFamily="34" charset="0"/>
              </a:rPr>
              <a:t>microservices</a:t>
            </a: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 principaux, chacun responsable d'une fonction métier spécifique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300" b="1" u="sng" err="1">
                <a:solidFill>
                  <a:schemeClr val="tx1"/>
                </a:solidFill>
                <a:latin typeface="Avenir Next LT Pro" panose="020B0504020202020204" pitchFamily="34" charset="0"/>
              </a:rPr>
              <a:t>Microservice</a:t>
            </a:r>
            <a:r>
              <a:rPr lang="fr-FR" sz="1300" b="1" u="sng">
                <a:solidFill>
                  <a:schemeClr val="tx1"/>
                </a:solidFill>
                <a:latin typeface="Avenir Next LT Pro" panose="020B0504020202020204" pitchFamily="34" charset="0"/>
              </a:rPr>
              <a:t> Central :</a:t>
            </a:r>
            <a:r>
              <a:rPr lang="fr-FR" sz="1300" b="1">
                <a:solidFill>
                  <a:schemeClr val="tx1"/>
                </a:solidFill>
                <a:latin typeface="Avenir Next LT Pro" panose="020B0504020202020204" pitchFamily="34" charset="0"/>
              </a:rPr>
              <a:t> </a:t>
            </a: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Assure la gestion des </a:t>
            </a:r>
            <a:r>
              <a:rPr lang="fr-FR" sz="1300" b="1">
                <a:solidFill>
                  <a:schemeClr val="accent6"/>
                </a:solidFill>
                <a:latin typeface="Avenir Next LT Pro" panose="020B0504020202020204" pitchFamily="34" charset="0"/>
              </a:rPr>
              <a:t>Modèles</a:t>
            </a: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 et des </a:t>
            </a:r>
            <a:r>
              <a:rPr lang="fr-FR" sz="1300" b="1">
                <a:solidFill>
                  <a:schemeClr val="accent6"/>
                </a:solidFill>
                <a:latin typeface="Avenir Next LT Pro" panose="020B0504020202020204" pitchFamily="34" charset="0"/>
              </a:rPr>
              <a:t>Métadonnées</a:t>
            </a: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 d'instance locale.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300" b="1" u="sng" err="1">
                <a:solidFill>
                  <a:schemeClr val="tx1"/>
                </a:solidFill>
                <a:latin typeface="Avenir Next LT Pro" panose="020B0504020202020204" pitchFamily="34" charset="0"/>
              </a:rPr>
              <a:t>Microservice</a:t>
            </a:r>
            <a:r>
              <a:rPr lang="fr-FR" sz="1300" b="1" u="sng">
                <a:solidFill>
                  <a:schemeClr val="tx1"/>
                </a:solidFill>
                <a:latin typeface="Avenir Next LT Pro" panose="020B0504020202020204" pitchFamily="34" charset="0"/>
              </a:rPr>
              <a:t> Local :</a:t>
            </a:r>
            <a:r>
              <a:rPr lang="fr-FR" sz="1300">
                <a:solidFill>
                  <a:schemeClr val="accent5"/>
                </a:solidFill>
                <a:latin typeface="Avenir Next LT Pro" panose="020B0504020202020204" pitchFamily="34" charset="0"/>
              </a:rPr>
              <a:t> </a:t>
            </a: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Assure la gestion des </a:t>
            </a:r>
            <a:r>
              <a:rPr lang="fr-FR" sz="1300" b="1">
                <a:solidFill>
                  <a:schemeClr val="accent6"/>
                </a:solidFill>
                <a:latin typeface="Avenir Next LT Pro" panose="020B0504020202020204" pitchFamily="34" charset="0"/>
              </a:rPr>
              <a:t>Enveloppes</a:t>
            </a: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 et des </a:t>
            </a:r>
            <a:r>
              <a:rPr lang="fr-FR" sz="1300" b="1">
                <a:solidFill>
                  <a:schemeClr val="accent6"/>
                </a:solidFill>
                <a:latin typeface="Avenir Next LT Pro" panose="020B0504020202020204" pitchFamily="34" charset="0"/>
              </a:rPr>
              <a:t>Objets</a:t>
            </a: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 d'instance locale, ainsi que de leurs interactions spécifiques. Il inclut également la validation selon les schémas de modèles.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300">
                <a:solidFill>
                  <a:schemeClr val="accent6"/>
                </a:solidFill>
                <a:latin typeface="Avenir Next LT Pro" panose="020B0504020202020204" pitchFamily="34" charset="0"/>
              </a:rPr>
              <a:t>Analyse de Conformité automatique par IA.</a:t>
            </a:r>
          </a:p>
          <a:p>
            <a:endParaRPr lang="fr-FR" sz="1300">
              <a:solidFill>
                <a:schemeClr val="accent6"/>
              </a:solidFill>
              <a:latin typeface="Avenir Next LT Pro" panose="020B0504020202020204" pitchFamily="34" charset="0"/>
            </a:endParaRPr>
          </a:p>
          <a:p>
            <a:r>
              <a:rPr lang="fr-FR" sz="1300" b="1" u="sng">
                <a:latin typeface="Avenir Next LT Pro" panose="020B0504020202020204" pitchFamily="34" charset="0"/>
              </a:rPr>
              <a:t>Stratégie de déploiement</a:t>
            </a:r>
            <a:r>
              <a:rPr lang="fr-FR" sz="1300" b="1">
                <a:latin typeface="Avenir Next LT Pro" panose="020B0504020202020204" pitchFamily="34" charset="0"/>
              </a:rPr>
              <a:t>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300" b="1" u="sng">
                <a:solidFill>
                  <a:schemeClr val="tx1"/>
                </a:solidFill>
                <a:latin typeface="Avenir Next LT Pro" panose="020B0504020202020204" pitchFamily="34" charset="0"/>
              </a:rPr>
              <a:t>Architecture Multi-</a:t>
            </a:r>
            <a:r>
              <a:rPr lang="fr-FR" sz="1300" b="1" u="sng" err="1">
                <a:solidFill>
                  <a:schemeClr val="tx1"/>
                </a:solidFill>
                <a:latin typeface="Avenir Next LT Pro" panose="020B0504020202020204" pitchFamily="34" charset="0"/>
              </a:rPr>
              <a:t>Database</a:t>
            </a:r>
            <a:r>
              <a:rPr lang="fr-FR" sz="1300" b="1" u="sng">
                <a:solidFill>
                  <a:schemeClr val="tx1"/>
                </a:solidFill>
                <a:latin typeface="Avenir Next LT Pro" panose="020B0504020202020204" pitchFamily="34" charset="0"/>
              </a:rPr>
              <a:t> :</a:t>
            </a:r>
            <a:r>
              <a:rPr lang="fr-FR" sz="1300">
                <a:solidFill>
                  <a:schemeClr val="accent5"/>
                </a:solidFill>
                <a:latin typeface="Avenir Next LT Pro" panose="020B0504020202020204" pitchFamily="34" charset="0"/>
              </a:rPr>
              <a:t> 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Elle se compose d'une </a:t>
            </a:r>
            <a:r>
              <a:rPr lang="fr-FR" sz="1300" b="1">
                <a:solidFill>
                  <a:schemeClr val="tx1"/>
                </a:solidFill>
                <a:latin typeface="Avenir Next LT Pro" panose="020B0504020202020204" pitchFamily="34" charset="0"/>
              </a:rPr>
              <a:t>instance centrale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, d'une </a:t>
            </a:r>
            <a:r>
              <a:rPr lang="fr-FR" sz="1300" b="1">
                <a:solidFill>
                  <a:schemeClr val="tx1"/>
                </a:solidFill>
                <a:latin typeface="Avenir Next LT Pro" panose="020B0504020202020204" pitchFamily="34" charset="0"/>
              </a:rPr>
              <a:t>instance locale 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et d'une ou plusieurs </a:t>
            </a:r>
            <a:r>
              <a:rPr lang="fr-FR" sz="1300" b="1">
                <a:solidFill>
                  <a:schemeClr val="tx1"/>
                </a:solidFill>
                <a:latin typeface="Avenir Next LT Pro" panose="020B0504020202020204" pitchFamily="34" charset="0"/>
              </a:rPr>
              <a:t>bases de données locales 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connectées à l'instance locale.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300" b="1" u="sng">
                <a:solidFill>
                  <a:schemeClr val="tx1"/>
                </a:solidFill>
                <a:latin typeface="Avenir Next LT Pro" panose="020B0504020202020204" pitchFamily="34" charset="0"/>
              </a:rPr>
              <a:t>Mécanisme de synchronisation :</a:t>
            </a:r>
            <a:r>
              <a:rPr lang="fr-FR" sz="1300">
                <a:solidFill>
                  <a:schemeClr val="accent5"/>
                </a:solidFill>
                <a:latin typeface="Avenir Next LT Pro" panose="020B0504020202020204" pitchFamily="34" charset="0"/>
              </a:rPr>
              <a:t> 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Les </a:t>
            </a:r>
            <a:r>
              <a:rPr lang="fr-FR" sz="1300" b="1">
                <a:solidFill>
                  <a:schemeClr val="tx1"/>
                </a:solidFill>
                <a:latin typeface="Avenir Next LT Pro" panose="020B0504020202020204" pitchFamily="34" charset="0"/>
              </a:rPr>
              <a:t>Modèles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 sont répliqués de manière </a:t>
            </a:r>
            <a:r>
              <a:rPr lang="fr-FR" sz="1300" b="1">
                <a:solidFill>
                  <a:schemeClr val="tx1"/>
                </a:solidFill>
                <a:latin typeface="Avenir Next LT Pro" panose="020B0504020202020204" pitchFamily="34" charset="0"/>
              </a:rPr>
              <a:t>unidirectionnelle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 (Central 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  <a:sym typeface="Wingdings" panose="05000000000000000000" pitchFamily="2" charset="2"/>
              </a:rPr>
              <a:t> 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Local) en utilisant la </a:t>
            </a:r>
            <a:r>
              <a:rPr lang="fr-FR" sz="1300" b="1" i="1">
                <a:solidFill>
                  <a:schemeClr val="tx1"/>
                </a:solidFill>
                <a:latin typeface="Avenir Next LT Pro" panose="020B0504020202020204" pitchFamily="34" charset="0"/>
              </a:rPr>
              <a:t>Réplication Transactionnelle </a:t>
            </a:r>
            <a:r>
              <a:rPr lang="fr-FR" sz="1300" i="1">
                <a:solidFill>
                  <a:schemeClr val="tx1"/>
                </a:solidFill>
                <a:latin typeface="Avenir Next LT Pro" panose="020B0504020202020204" pitchFamily="34" charset="0"/>
              </a:rPr>
              <a:t>(</a:t>
            </a:r>
            <a:r>
              <a:rPr lang="fr-FR" sz="1300" i="1" err="1">
                <a:solidFill>
                  <a:schemeClr val="tx1"/>
                </a:solidFill>
                <a:latin typeface="Avenir Next LT Pro" panose="020B0504020202020204" pitchFamily="34" charset="0"/>
              </a:rPr>
              <a:t>Logical</a:t>
            </a:r>
            <a:r>
              <a:rPr lang="fr-FR" sz="1300" i="1">
                <a:solidFill>
                  <a:schemeClr val="tx1"/>
                </a:solidFill>
                <a:latin typeface="Avenir Next LT Pro" panose="020B0504020202020204" pitchFamily="34" charset="0"/>
              </a:rPr>
              <a:t> </a:t>
            </a:r>
            <a:r>
              <a:rPr lang="fr-FR" sz="1300" i="1" err="1">
                <a:solidFill>
                  <a:schemeClr val="tx1"/>
                </a:solidFill>
                <a:latin typeface="Avenir Next LT Pro" panose="020B0504020202020204" pitchFamily="34" charset="0"/>
              </a:rPr>
              <a:t>Replication</a:t>
            </a:r>
            <a:r>
              <a:rPr lang="fr-FR" sz="1300" i="1">
                <a:solidFill>
                  <a:schemeClr val="tx1"/>
                </a:solidFill>
                <a:latin typeface="Avenir Next LT Pro" panose="020B0504020202020204" pitchFamily="34" charset="0"/>
              </a:rPr>
              <a:t>) </a:t>
            </a:r>
            <a:r>
              <a:rPr lang="fr-FR" sz="1300">
                <a:solidFill>
                  <a:schemeClr val="tx1"/>
                </a:solidFill>
                <a:latin typeface="Avenir Next LT Pro" panose="020B0504020202020204" pitchFamily="34" charset="0"/>
              </a:rPr>
              <a:t>de la base centrale vers la/les bases locales.</a:t>
            </a:r>
          </a:p>
          <a:p>
            <a:endParaRPr lang="fr-FR" sz="1200">
              <a:solidFill>
                <a:schemeClr val="tx1"/>
              </a:solidFill>
              <a:latin typeface="Avenir Next LT Pro" panose="020B0504020202020204" pitchFamily="34" charset="0"/>
            </a:endParaRPr>
          </a:p>
          <a:p>
            <a:pPr marL="10800">
              <a:lnSpc>
                <a:spcPct val="85000"/>
              </a:lnSpc>
              <a:spcAft>
                <a:spcPts val="600"/>
              </a:spcAft>
              <a:buSzPct val="80000"/>
            </a:pPr>
            <a:endParaRPr lang="fr-FR" sz="1200">
              <a:ln w="0">
                <a:noFill/>
              </a:ln>
              <a:solidFill>
                <a:srgbClr val="59595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410FA30D-FCA1-23D2-1C72-6A5493C1C0C7}"/>
              </a:ext>
            </a:extLst>
          </p:cNvPr>
          <p:cNvSpPr txBox="1">
            <a:spLocks/>
          </p:cNvSpPr>
          <p:nvPr/>
        </p:nvSpPr>
        <p:spPr>
          <a:xfrm>
            <a:off x="839874" y="755501"/>
            <a:ext cx="11166197" cy="2862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400" kern="1200" dirty="0" smtClean="0">
                <a:solidFill>
                  <a:srgbClr val="096D6D"/>
                </a:solidFill>
                <a:latin typeface="Avenir Book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Avenir Book"/>
                <a:cs typeface="Avenir Book"/>
              </a:rPr>
              <a:t>Scénario 3.2 : MAKE -Solution </a:t>
            </a:r>
            <a:r>
              <a:rPr lang="fr-FR" b="1" dirty="0">
                <a:latin typeface="Avenir Book"/>
                <a:cs typeface="Avenir Book"/>
              </a:rPr>
              <a:t>développement spécifique</a:t>
            </a:r>
            <a:r>
              <a:rPr lang="fr-FR" dirty="0">
                <a:latin typeface="Avenir Book"/>
                <a:cs typeface="Avenir Book"/>
              </a:rPr>
              <a:t> – Architecture </a:t>
            </a:r>
            <a:r>
              <a:rPr lang="fr-FR" dirty="0" err="1">
                <a:latin typeface="Avenir Book"/>
                <a:cs typeface="Avenir Book"/>
              </a:rPr>
              <a:t>Microservice</a:t>
            </a:r>
            <a:r>
              <a:rPr lang="fr-FR" dirty="0">
                <a:latin typeface="Avenir Book"/>
                <a:cs typeface="Avenir Book"/>
              </a:rPr>
              <a:t> (Multi-</a:t>
            </a:r>
            <a:r>
              <a:rPr lang="fr-FR" dirty="0" err="1">
                <a:latin typeface="Avenir Book"/>
                <a:cs typeface="Avenir Book"/>
              </a:rPr>
              <a:t>Database</a:t>
            </a:r>
            <a:r>
              <a:rPr lang="fr-FR" dirty="0">
                <a:latin typeface="Avenir Book"/>
                <a:cs typeface="Avenir Book"/>
              </a:rPr>
              <a:t>) avec synchronisation des données</a:t>
            </a:r>
            <a:endParaRPr lang="fr-FR" b="1" i="1" u="sng" dirty="0">
              <a:cs typeface="Avenir Book" panose="02000503020000020003" pitchFamily="2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60BF6E8-1AD1-70D8-0499-15E10DB04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37" y="990430"/>
            <a:ext cx="8232413" cy="5705290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6BA813F-3B5D-3B8B-B457-DC06B48BE3C5}"/>
              </a:ext>
            </a:extLst>
          </p:cNvPr>
          <p:cNvSpPr/>
          <p:nvPr/>
        </p:nvSpPr>
        <p:spPr>
          <a:xfrm>
            <a:off x="3438425" y="2144674"/>
            <a:ext cx="5505650" cy="2897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Architecture applicative</a:t>
            </a:r>
          </a:p>
        </p:txBody>
      </p:sp>
    </p:spTree>
    <p:extLst>
      <p:ext uri="{BB962C8B-B14F-4D97-AF65-F5344CB8AC3E}">
        <p14:creationId xmlns:p14="http://schemas.microsoft.com/office/powerpoint/2010/main" val="267755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FF8A-4A0D-880E-63B1-845CA2CA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A3189F09-7008-0B39-C848-C022E7CE82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FAB92E"/>
                </a:solidFill>
              </a:rPr>
              <a:t>03</a:t>
            </a:r>
            <a:endParaRPr lang="fr-FR"/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016F40F3-61F2-D0D0-EC98-D01568FE9E1A}"/>
              </a:ext>
            </a:extLst>
          </p:cNvPr>
          <p:cNvSpPr txBox="1">
            <a:spLocks/>
          </p:cNvSpPr>
          <p:nvPr/>
        </p:nvSpPr>
        <p:spPr>
          <a:xfrm>
            <a:off x="838595" y="338788"/>
            <a:ext cx="537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000" b="1" kern="1200" cap="all" baseline="0">
                <a:solidFill>
                  <a:srgbClr val="102031"/>
                </a:solidFill>
                <a:latin typeface="Avenir Black" panose="02000503020000020003" pitchFamily="2" charset="0"/>
                <a:ea typeface="+mn-ea"/>
                <a:cs typeface="+mn-cs"/>
              </a:defRPr>
            </a:lvl1pPr>
          </a:lstStyle>
          <a:p>
            <a:r>
              <a:rPr lang="fr-FR"/>
              <a:t>ARCHITECTURE APPLICATIVE CIBLE</a:t>
            </a:r>
            <a:endParaRPr lang="fr-FR" sz="1200"/>
          </a:p>
        </p:txBody>
      </p:sp>
      <p:sp>
        <p:nvSpPr>
          <p:cNvPr id="7" name="Titre 4">
            <a:extLst>
              <a:ext uri="{FF2B5EF4-FFF2-40B4-BE49-F238E27FC236}">
                <a16:creationId xmlns:a16="http://schemas.microsoft.com/office/drawing/2014/main" id="{62B4F748-88DD-FDF2-3A2A-25653F2B5576}"/>
              </a:ext>
            </a:extLst>
          </p:cNvPr>
          <p:cNvSpPr txBox="1">
            <a:spLocks/>
          </p:cNvSpPr>
          <p:nvPr/>
        </p:nvSpPr>
        <p:spPr>
          <a:xfrm>
            <a:off x="9791272" y="825912"/>
            <a:ext cx="2198670" cy="18374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>
                <a:solidFill>
                  <a:schemeClr val="tx1"/>
                </a:solidFill>
                <a:latin typeface="Avenir Next LT Pro" panose="020B0504020202020204" pitchFamily="34" charset="0"/>
              </a:rPr>
              <a:t>En fonction de la feuille de route du projet, le déploiement de l'application s'effectuera soit sur la </a:t>
            </a:r>
            <a:r>
              <a:rPr lang="fr-FR" sz="1400" b="1">
                <a:solidFill>
                  <a:schemeClr val="tx1"/>
                </a:solidFill>
                <a:latin typeface="Avenir Next LT Pro" panose="020B0504020202020204" pitchFamily="34" charset="0"/>
              </a:rPr>
              <a:t>LZA</a:t>
            </a:r>
            <a:r>
              <a:rPr lang="fr-FR" sz="1400">
                <a:solidFill>
                  <a:schemeClr val="tx1"/>
                </a:solidFill>
                <a:latin typeface="Avenir Next LT Pro" panose="020B0504020202020204" pitchFamily="34" charset="0"/>
              </a:rPr>
              <a:t>, soit sur la </a:t>
            </a:r>
            <a:r>
              <a:rPr lang="fr-FR" sz="1400" b="1">
                <a:solidFill>
                  <a:schemeClr val="tx1"/>
                </a:solidFill>
                <a:latin typeface="Avenir Next LT Pro" panose="020B0504020202020204" pitchFamily="34" charset="0"/>
              </a:rPr>
              <a:t>future plateforme cloud pilotée par "Enabler Cloud".</a:t>
            </a:r>
            <a:endParaRPr lang="fr-FR" sz="1200" b="1">
              <a:ln w="0">
                <a:noFill/>
              </a:ln>
              <a:solidFill>
                <a:srgbClr val="59595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64F29D-4853-8593-1B71-208A57AB0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69ED784-E955-64D6-6999-D7F5284CB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95" y="660312"/>
            <a:ext cx="8880165" cy="5858900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C37FD54-6B85-AAC5-DF10-530551A2A42C}"/>
              </a:ext>
            </a:extLst>
          </p:cNvPr>
          <p:cNvSpPr/>
          <p:nvPr/>
        </p:nvSpPr>
        <p:spPr>
          <a:xfrm>
            <a:off x="3438425" y="2144674"/>
            <a:ext cx="5505650" cy="2897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Architecture applicative</a:t>
            </a:r>
          </a:p>
        </p:txBody>
      </p:sp>
    </p:spTree>
    <p:extLst>
      <p:ext uri="{BB962C8B-B14F-4D97-AF65-F5344CB8AC3E}">
        <p14:creationId xmlns:p14="http://schemas.microsoft.com/office/powerpoint/2010/main" val="1511779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9B3674-F34D-3170-5016-F068E647A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34400" b="1">
                <a:solidFill>
                  <a:srgbClr val="6B8DE7"/>
                </a:solidFill>
                <a:latin typeface="Avenir Black" panose="02000503020000020003" pitchFamily="2" charset="0"/>
              </a:rPr>
              <a:t>4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6BCB8A4-2423-2538-4366-F25155D354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FontTx/>
            </a:pPr>
            <a:r>
              <a:rPr lang="fr-FR" sz="4400" b="1">
                <a:solidFill>
                  <a:srgbClr val="102031"/>
                </a:solidFill>
                <a:latin typeface="Avenir Black" panose="02000503020000020003" pitchFamily="2" charset="0"/>
              </a:rPr>
              <a:t>ARCHITECTURE DECISION RECORD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8B74E76-3231-1980-E18A-7E49B26C21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3400"/>
              </a:spcBef>
            </a:pPr>
            <a:r>
              <a:rPr lang="fr-FR" sz="2400" b="1">
                <a:solidFill>
                  <a:srgbClr val="6B8DE7"/>
                </a:solidFill>
                <a:highlight>
                  <a:srgbClr val="102031"/>
                </a:highlight>
                <a:latin typeface="Avenir Light" panose="020B0402020203020204" pitchFamily="34" charset="77"/>
              </a:rPr>
              <a:t>CONCLUSION ET ADR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49F42FD-F866-F71E-4D67-B7825B57F157}"/>
              </a:ext>
            </a:extLst>
          </p:cNvPr>
          <p:cNvSpPr txBox="1"/>
          <p:nvPr/>
        </p:nvSpPr>
        <p:spPr>
          <a:xfrm>
            <a:off x="2619375" y="3444359"/>
            <a:ext cx="638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spc="0">
                <a:ln w="12700">
                  <a:solidFill>
                    <a:srgbClr val="6B8DE7"/>
                  </a:solidFill>
                </a:ln>
                <a:solidFill>
                  <a:srgbClr val="6B8DE7"/>
                </a:solidFill>
              </a:rPr>
              <a:t>5 min.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03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7A4D-A95B-9348-39BC-D2E895EC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63D74-04FE-0287-A7A8-EF61500C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95" y="338788"/>
            <a:ext cx="5375394" cy="377026"/>
          </a:xfrm>
        </p:spPr>
        <p:txBody>
          <a:bodyPr/>
          <a:lstStyle/>
          <a:p>
            <a:r>
              <a:rPr lang="fr-FR"/>
              <a:t>ARCHITECTURE DECISION RECORD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AD0A8A-374F-87AD-6451-E60E8AF7BE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6B8DE7"/>
                </a:solidFill>
              </a:rPr>
              <a:t>04</a:t>
            </a:r>
            <a:endParaRPr lang="fr-FR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63F4EB57-75A8-2F29-6D8C-034F6E2BB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539" y="790043"/>
            <a:ext cx="846707" cy="286232"/>
          </a:xfrm>
        </p:spPr>
        <p:txBody>
          <a:bodyPr/>
          <a:lstStyle/>
          <a:p>
            <a:r>
              <a:rPr lang="fr-FR"/>
              <a:t>L’ADR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ABCA1C-C461-85CF-09B4-95487ED0438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041476" y="1158200"/>
            <a:ext cx="6333545" cy="738966"/>
          </a:xfrm>
          <a:prstGeom prst="rect">
            <a:avLst/>
          </a:prstGeom>
          <a:solidFill>
            <a:srgbClr val="F5C56F">
              <a:alpha val="2000"/>
            </a:srgbClr>
          </a:solidFill>
          <a:ln w="6350">
            <a:solidFill>
              <a:srgbClr val="F5C56F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venir Book" panose="02000503020000020003"/>
                <a:ea typeface="+mn-ea"/>
                <a:cs typeface="+mn-cs"/>
              </a:rPr>
              <a:t>Template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6B8FAD-20DB-13F3-AA9B-D9E5D83B61F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28736" y="1158198"/>
            <a:ext cx="1373706" cy="223136"/>
          </a:xfrm>
          <a:prstGeom prst="roundRect">
            <a:avLst>
              <a:gd name="adj" fmla="val 13436"/>
            </a:avLst>
          </a:prstGeom>
          <a:solidFill>
            <a:srgbClr val="F5C5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ADR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D73B82-4374-FE14-2A95-9D780A4FC6EA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041476" y="1971728"/>
            <a:ext cx="1790525" cy="661467"/>
          </a:xfrm>
          <a:prstGeom prst="rect">
            <a:avLst/>
          </a:prstGeom>
          <a:solidFill>
            <a:srgbClr val="E65012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ctr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cours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BC70682-52A5-68F1-C750-9F1A8AB237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28736" y="1971726"/>
            <a:ext cx="1373706" cy="223136"/>
          </a:xfrm>
          <a:prstGeom prst="roundRect">
            <a:avLst>
              <a:gd name="adj" fmla="val 13436"/>
            </a:avLst>
          </a:prstGeom>
          <a:solidFill>
            <a:srgbClr val="E6501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102031">
                    <a:lumMod val="75000"/>
                    <a:lumOff val="25000"/>
                  </a:srgbClr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STATUT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ACAE4F-A061-10C1-DAD3-5C2438EDB97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898794" y="1975306"/>
            <a:ext cx="1790525" cy="661467"/>
          </a:xfrm>
          <a:prstGeom prst="rect">
            <a:avLst/>
          </a:prstGeom>
          <a:solidFill>
            <a:srgbClr val="E65012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décembre 2025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60BA1C8-98B4-E79E-685C-A773355485E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100946" y="1971726"/>
            <a:ext cx="1373706" cy="223136"/>
          </a:xfrm>
          <a:prstGeom prst="roundRect">
            <a:avLst>
              <a:gd name="adj" fmla="val 13436"/>
            </a:avLst>
          </a:prstGeom>
          <a:solidFill>
            <a:srgbClr val="E6501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102031">
                    <a:lumMod val="75000"/>
                    <a:lumOff val="25000"/>
                  </a:srgbClr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DATE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3DA647-84CC-5BFE-DCFA-DDCA137E820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041476" y="2674872"/>
            <a:ext cx="6333545" cy="1171342"/>
          </a:xfrm>
          <a:prstGeom prst="rect">
            <a:avLst/>
          </a:prstGeom>
          <a:solidFill>
            <a:srgbClr val="A2B969">
              <a:alpha val="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just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F16A033-87FA-8DB2-E9A5-FCB3BCEC5E1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228736" y="2674872"/>
            <a:ext cx="1373706" cy="223136"/>
          </a:xfrm>
          <a:prstGeom prst="roundRect">
            <a:avLst>
              <a:gd name="adj" fmla="val 13436"/>
            </a:avLst>
          </a:prstGeom>
          <a:solidFill>
            <a:srgbClr val="93C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CONTEXTE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D9D821-ACE0-9958-624F-25CC1257123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041476" y="3846214"/>
            <a:ext cx="6333545" cy="1716385"/>
          </a:xfrm>
          <a:prstGeom prst="rect">
            <a:avLst/>
          </a:prstGeom>
          <a:solidFill>
            <a:srgbClr val="6B8DE7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just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541C180-C5B5-0771-67DD-63253C7E23C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228736" y="3926975"/>
            <a:ext cx="1373706" cy="223136"/>
          </a:xfrm>
          <a:prstGeom prst="roundRect">
            <a:avLst>
              <a:gd name="adj" fmla="val 13436"/>
            </a:avLst>
          </a:prstGeom>
          <a:solidFill>
            <a:srgbClr val="6B8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DECISION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B3A132-44F2-BB1C-16E2-2AF40A103060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041476" y="5707246"/>
            <a:ext cx="6333545" cy="811966"/>
          </a:xfrm>
          <a:prstGeom prst="rect">
            <a:avLst/>
          </a:prstGeom>
          <a:solidFill>
            <a:schemeClr val="bg1">
              <a:lumMod val="85000"/>
              <a:alpha val="5000"/>
            </a:schemeClr>
          </a:solidFill>
          <a:ln w="127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7472ACB-7CCB-2D27-D132-0E9BF5E1334B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228736" y="5723386"/>
            <a:ext cx="1373706" cy="223136"/>
          </a:xfrm>
          <a:prstGeom prst="roundRect">
            <a:avLst>
              <a:gd name="adj" fmla="val 1343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CONSEQUENCES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C1CE12-ABC8-9455-28F5-0F6CA2595CB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758366" y="1974612"/>
            <a:ext cx="2616655" cy="870760"/>
          </a:xfrm>
          <a:prstGeom prst="rect">
            <a:avLst/>
          </a:prstGeom>
          <a:solidFill>
            <a:srgbClr val="E65012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 VERBRUGGE, C. FASTER, L. VOVK, J. TULMETS, A. BASLEY, T. DU POUGET, C. LE COMPAGNON, M. CHASTELOUX, N. HO BICH, K. LETOURNEUR, S. BRENNE, B. PINAULT, 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6C5EB09-80FD-4D29-CCD5-927DB09BFBA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402349" y="1971726"/>
            <a:ext cx="1373706" cy="223136"/>
          </a:xfrm>
          <a:prstGeom prst="roundRect">
            <a:avLst>
              <a:gd name="adj" fmla="val 13436"/>
            </a:avLst>
          </a:prstGeom>
          <a:solidFill>
            <a:srgbClr val="E6501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102031">
                    <a:lumMod val="75000"/>
                    <a:lumOff val="25000"/>
                  </a:srgbClr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PARTICIPANTS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80EEDD-0887-682F-D172-CB946119D1B1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7755151" y="1158198"/>
            <a:ext cx="4141574" cy="1073913"/>
          </a:xfrm>
          <a:prstGeom prst="rect">
            <a:avLst/>
          </a:prstGeom>
          <a:solidFill>
            <a:schemeClr val="bg1">
              <a:lumMod val="85000"/>
              <a:alpha val="5000"/>
            </a:schemeClr>
          </a:solidFill>
          <a:ln w="127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ECF9249-37D5-2697-A565-4E76224645C0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868817" y="1160530"/>
            <a:ext cx="1530000" cy="223136"/>
          </a:xfrm>
          <a:prstGeom prst="roundRect">
            <a:avLst>
              <a:gd name="adj" fmla="val 1343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CONTRAINTES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FC830E-33C3-BD4B-95BB-1EA45A70E06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>
          <a:xfrm>
            <a:off x="7755151" y="2298066"/>
            <a:ext cx="4141574" cy="1073913"/>
          </a:xfrm>
          <a:prstGeom prst="rect">
            <a:avLst/>
          </a:prstGeom>
          <a:solidFill>
            <a:schemeClr val="bg1">
              <a:lumMod val="85000"/>
              <a:alpha val="5000"/>
            </a:schemeClr>
          </a:solidFill>
          <a:ln w="127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88000" rIns="180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724FEE2-2C4C-8378-8493-5C3E92FBB131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868817" y="2298066"/>
            <a:ext cx="1530000" cy="223136"/>
          </a:xfrm>
          <a:prstGeom prst="roundRect">
            <a:avLst>
              <a:gd name="adj" fmla="val 1343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HYPOTHESES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E3011-2BCB-535F-917B-F57BFF42780F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>
          <a:xfrm>
            <a:off x="7755151" y="3403394"/>
            <a:ext cx="4141574" cy="1073913"/>
          </a:xfrm>
          <a:prstGeom prst="rect">
            <a:avLst/>
          </a:prstGeom>
          <a:solidFill>
            <a:schemeClr val="bg1">
              <a:lumMod val="85000"/>
              <a:alpha val="5000"/>
            </a:schemeClr>
          </a:solidFill>
          <a:ln w="127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6DD4B28-DAF5-8F24-FACC-2D540A4D776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868817" y="3443061"/>
            <a:ext cx="1530000" cy="223136"/>
          </a:xfrm>
          <a:prstGeom prst="roundRect">
            <a:avLst>
              <a:gd name="adj" fmla="val 1343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OPTIONS ENVISAGEES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730639-4723-18C9-66D4-812B68D6B615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>
          <a:xfrm>
            <a:off x="7755151" y="4585724"/>
            <a:ext cx="4141574" cy="1073913"/>
          </a:xfrm>
          <a:prstGeom prst="rect">
            <a:avLst/>
          </a:prstGeom>
          <a:solidFill>
            <a:schemeClr val="bg1">
              <a:lumMod val="85000"/>
              <a:alpha val="5000"/>
            </a:schemeClr>
          </a:solidFill>
          <a:ln w="127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0" rIns="180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 Book" panose="02000503020000020003"/>
              <a:ea typeface="+mn-ea"/>
              <a:cs typeface="+mn-c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EF3CEC1C-2B77-DBA3-812C-2AB508B1A80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868818" y="4588056"/>
            <a:ext cx="1530000" cy="223136"/>
          </a:xfrm>
          <a:prstGeom prst="roundRect">
            <a:avLst>
              <a:gd name="adj" fmla="val 1343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CRITERES D’EVALUATION</a:t>
            </a:r>
          </a:p>
        </p:txBody>
      </p:sp>
    </p:spTree>
    <p:extLst>
      <p:ext uri="{BB962C8B-B14F-4D97-AF65-F5344CB8AC3E}">
        <p14:creationId xmlns:p14="http://schemas.microsoft.com/office/powerpoint/2010/main" val="1595609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8097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heme/theme1.xml><?xml version="1.0" encoding="utf-8"?>
<a:theme xmlns:a="http://schemas.openxmlformats.org/drawingml/2006/main" name="Présentation bureautique">
  <a:themeElements>
    <a:clrScheme name="Bouygues_colors">
      <a:dk1>
        <a:srgbClr val="102031"/>
      </a:dk1>
      <a:lt1>
        <a:srgbClr val="FFFFFF"/>
      </a:lt1>
      <a:dk2>
        <a:srgbClr val="FACA00"/>
      </a:dk2>
      <a:lt2>
        <a:srgbClr val="FACA00"/>
      </a:lt2>
      <a:accent1>
        <a:srgbClr val="00A885"/>
      </a:accent1>
      <a:accent2>
        <a:srgbClr val="F1A500"/>
      </a:accent2>
      <a:accent3>
        <a:srgbClr val="E65012"/>
      </a:accent3>
      <a:accent4>
        <a:srgbClr val="00B7B5"/>
      </a:accent4>
      <a:accent5>
        <a:srgbClr val="93C52A"/>
      </a:accent5>
      <a:accent6>
        <a:srgbClr val="4A4A49"/>
      </a:accent6>
      <a:hlink>
        <a:srgbClr val="102031"/>
      </a:hlink>
      <a:folHlink>
        <a:srgbClr val="1C2959"/>
      </a:folHlink>
    </a:clrScheme>
    <a:fontScheme name="Personnalisé Calibri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C2959"/>
        </a:solidFill>
        <a:ln w="1266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ésentation1" id="{0A38A2D6-6E90-4A21-8F80-28C6C580E71B}" vid="{D4FBEBBA-6767-4A20-BFF9-9EB14473DDF6}"/>
    </a:ext>
  </a:extLst>
</a:theme>
</file>

<file path=ppt/theme/theme2.xml><?xml version="1.0" encoding="utf-8"?>
<a:theme xmlns:a="http://schemas.openxmlformats.org/drawingml/2006/main" name="1_Présentation bureautique">
  <a:themeElements>
    <a:clrScheme name="Bouygues_colors">
      <a:dk1>
        <a:srgbClr val="102031"/>
      </a:dk1>
      <a:lt1>
        <a:srgbClr val="FFFFFF"/>
      </a:lt1>
      <a:dk2>
        <a:srgbClr val="FACA00"/>
      </a:dk2>
      <a:lt2>
        <a:srgbClr val="FACA00"/>
      </a:lt2>
      <a:accent1>
        <a:srgbClr val="00A885"/>
      </a:accent1>
      <a:accent2>
        <a:srgbClr val="F1A500"/>
      </a:accent2>
      <a:accent3>
        <a:srgbClr val="E65012"/>
      </a:accent3>
      <a:accent4>
        <a:srgbClr val="00B7B5"/>
      </a:accent4>
      <a:accent5>
        <a:srgbClr val="93C52A"/>
      </a:accent5>
      <a:accent6>
        <a:srgbClr val="4A4A49"/>
      </a:accent6>
      <a:hlink>
        <a:srgbClr val="102031"/>
      </a:hlink>
      <a:folHlink>
        <a:srgbClr val="1C2959"/>
      </a:folHlink>
    </a:clrScheme>
    <a:fontScheme name="Personnalisé Calibri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C2959"/>
        </a:solidFill>
        <a:ln w="1266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ésentation1" id="{0A38A2D6-6E90-4A21-8F80-28C6C580E71B}" vid="{D4FBEBBA-6767-4A20-BFF9-9EB14473DDF6}"/>
    </a:ext>
  </a:extLst>
</a:theme>
</file>

<file path=ppt/theme/theme3.xml><?xml version="1.0" encoding="utf-8"?>
<a:theme xmlns:a="http://schemas.openxmlformats.org/drawingml/2006/main" name="Architecture_Section">
  <a:themeElements>
    <a:clrScheme name="Personnalisé 5">
      <a:dk1>
        <a:srgbClr val="102031"/>
      </a:dk1>
      <a:lt1>
        <a:srgbClr val="FFFFFF"/>
      </a:lt1>
      <a:dk2>
        <a:srgbClr val="FACA00"/>
      </a:dk2>
      <a:lt2>
        <a:srgbClr val="FACA00"/>
      </a:lt2>
      <a:accent1>
        <a:srgbClr val="00A885"/>
      </a:accent1>
      <a:accent2>
        <a:srgbClr val="F1A500"/>
      </a:accent2>
      <a:accent3>
        <a:srgbClr val="E65012"/>
      </a:accent3>
      <a:accent4>
        <a:srgbClr val="00B7B5"/>
      </a:accent4>
      <a:accent5>
        <a:srgbClr val="93C52A"/>
      </a:accent5>
      <a:accent6>
        <a:srgbClr val="4A4A49"/>
      </a:accent6>
      <a:hlink>
        <a:srgbClr val="102031"/>
      </a:hlink>
      <a:folHlink>
        <a:srgbClr val="1C2959"/>
      </a:folHlink>
    </a:clrScheme>
    <a:fontScheme name="Personnalisé 1">
      <a:majorFont>
        <a:latin typeface="Avenir Book"/>
        <a:ea typeface=""/>
        <a:cs typeface=""/>
      </a:majorFont>
      <a:minorFont>
        <a:latin typeface="Avenir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Architecture_masque">
  <a:themeElements>
    <a:clrScheme name="Personnalisé 5">
      <a:dk1>
        <a:srgbClr val="102031"/>
      </a:dk1>
      <a:lt1>
        <a:srgbClr val="FFFFFF"/>
      </a:lt1>
      <a:dk2>
        <a:srgbClr val="FACA00"/>
      </a:dk2>
      <a:lt2>
        <a:srgbClr val="FACA00"/>
      </a:lt2>
      <a:accent1>
        <a:srgbClr val="00A885"/>
      </a:accent1>
      <a:accent2>
        <a:srgbClr val="F1A500"/>
      </a:accent2>
      <a:accent3>
        <a:srgbClr val="E65012"/>
      </a:accent3>
      <a:accent4>
        <a:srgbClr val="00B7B5"/>
      </a:accent4>
      <a:accent5>
        <a:srgbClr val="93C52A"/>
      </a:accent5>
      <a:accent6>
        <a:srgbClr val="4A4A49"/>
      </a:accent6>
      <a:hlink>
        <a:srgbClr val="102031"/>
      </a:hlink>
      <a:folHlink>
        <a:srgbClr val="1C2959"/>
      </a:folHlink>
    </a:clrScheme>
    <a:fontScheme name="Personnalisé 1">
      <a:majorFont>
        <a:latin typeface="Avenir Book"/>
        <a:ea typeface=""/>
        <a:cs typeface=""/>
      </a:majorFont>
      <a:minorFont>
        <a:latin typeface="Avenir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smtClean="0">
            <a:ln w="9525">
              <a:solidFill>
                <a:srgbClr val="FF5A28">
                  <a:alpha val="50000"/>
                </a:srgbClr>
              </a:solidFill>
            </a:ln>
            <a:solidFill>
              <a:srgbClr val="E65012">
                <a:alpha val="50000"/>
              </a:srgbClr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Word BYCN" ma:contentTypeID="0x01010004BBCBFDEBB3864BA0EFED7044CA4B2801004C8FE6902124594285FC1C1285DCF30B" ma:contentTypeVersion="2" ma:contentTypeDescription="Create a new document." ma:contentTypeScope="" ma:versionID="cba14106897622cce5411786e151298a">
  <xsd:schema xmlns:xsd="http://www.w3.org/2001/XMLSchema" xmlns:xs="http://www.w3.org/2001/XMLSchema" xmlns:p="http://schemas.microsoft.com/office/2006/metadata/properties" xmlns:ns2="95235cfd-2d18-42eb-8ffc-01f090d3b392" xmlns:ns3="55b30ecb-2f58-4ebc-8d15-16073e63dc56" targetNamespace="http://schemas.microsoft.com/office/2006/metadata/properties" ma:root="true" ma:fieldsID="adb7f4a743284970ec4576142d1c3640" ns2:_="" ns3:_="">
    <xsd:import namespace="95235cfd-2d18-42eb-8ffc-01f090d3b392"/>
    <xsd:import namespace="55b30ecb-2f58-4ebc-8d15-16073e63dc56"/>
    <xsd:element name="properties">
      <xsd:complexType>
        <xsd:sequence>
          <xsd:element name="documentManagement">
            <xsd:complexType>
              <xsd:all>
                <xsd:element ref="ns2:b7665f99c0fe44919cb3218cc8e5302c" minOccurs="0"/>
                <xsd:element ref="ns2:TaxCatchAll" minOccurs="0"/>
                <xsd:element ref="ns2:TaxCatchAllLabel" minOccurs="0"/>
                <xsd:element ref="ns2:ComUnityFolder" minOccurs="0"/>
                <xsd:element ref="ns2:bc25f8494e694b549ba275b5de656855" minOccurs="0"/>
                <xsd:element ref="ns2:b1c94e71d43e47329629adb2299a7407" minOccurs="0"/>
                <xsd:element ref="ns2:n052ae6ce5fe48d585b4ce219bb73d0e" minOccurs="0"/>
                <xsd:element ref="ns2:aa574486944c4b4183531de588537b4d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35cfd-2d18-42eb-8ffc-01f090d3b392" elementFormDefault="qualified">
    <xsd:import namespace="http://schemas.microsoft.com/office/2006/documentManagement/types"/>
    <xsd:import namespace="http://schemas.microsoft.com/office/infopath/2007/PartnerControls"/>
    <xsd:element name="b7665f99c0fe44919cb3218cc8e5302c" ma:index="8" nillable="true" ma:taxonomy="true" ma:internalName="b7665f99c0fe44919cb3218cc8e5302c" ma:taxonomyFieldName="ArchiveClassificationPlan" ma:displayName="Archive Classification Plan" ma:default="1;#00 00 A classer|06ef1ee2-e7bf-4474-9d1e-c5fbf4f3b42b" ma:fieldId="{b7665f99-c0fe-4491-9cb3-218cc8e5302c}" ma:sspId="18ace0e7-60a4-4acf-87da-1c47a991bb86" ma:termSetId="26353664-7461-4f07-87dd-daa2874ea8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e85c52b0-9dc1-4b7d-8333-5b994c516a88}" ma:internalName="TaxCatchAll" ma:showField="CatchAllData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e85c52b0-9dc1-4b7d-8333-5b994c516a88}" ma:internalName="TaxCatchAllLabel" ma:readOnly="true" ma:showField="CatchAllDataLabel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mUnityFolder" ma:index="12" nillable="true" ma:displayName="Folder" ma:internalName="ComUnityFolder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c25f8494e694b549ba275b5de656855" ma:index="13" nillable="true" ma:taxonomy="true" ma:internalName="bc25f8494e694b549ba275b5de656855" ma:taxonomyFieldName="Organisation" ma:displayName="Organisation" ma:fieldId="{bc25f849-4e69-4b54-9ba2-75b5de656855}" ma:sspId="18ace0e7-60a4-4acf-87da-1c47a991bb86" ma:termSetId="45cd4057-b767-4ebf-98f6-4028b8e5be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c94e71d43e47329629adb2299a7407" ma:index="15" nillable="true" ma:taxonomy="true" ma:internalName="b1c94e71d43e47329629adb2299a7407" ma:taxonomyFieldName="WorkspaceClassification" ma:displayName="Workspace classification" ma:fieldId="{b1c94e71-d43e-4732-9629-adb2299a7407}" ma:sspId="18ace0e7-60a4-4acf-87da-1c47a991bb86" ma:termSetId="22f1860e-f59a-4db1-b21a-a41c5c8ed1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2ae6ce5fe48d585b4ce219bb73d0e" ma:index="17" nillable="true" ma:taxonomy="true" ma:internalName="n052ae6ce5fe48d585b4ce219bb73d0e" ma:taxonomyFieldName="SupportServices" ma:displayName="Support services" ma:fieldId="{7052ae6c-e5fe-48d5-85b4-ce219bb73d0e}" ma:sspId="18ace0e7-60a4-4acf-87da-1c47a991bb86" ma:termSetId="813098a9-32ee-4127-b4ec-488cb7a254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574486944c4b4183531de588537b4d" ma:index="19" nillable="true" ma:taxonomy="true" ma:internalName="aa574486944c4b4183531de588537b4d" ma:taxonomyFieldName="ClassificationLevel" ma:displayName="Classification level" ma:fieldId="{aa574486-944c-4b41-8353-1de588537b4d}" ma:sspId="18ace0e7-60a4-4acf-87da-1c47a991bb86" ma:termSetId="b84a82df-7dfe-42a8-9650-82042eeb9fd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30ecb-2f58-4ebc-8d15-16073e63dc56" elementFormDefault="qualified">
    <xsd:import namespace="http://schemas.microsoft.com/office/2006/documentManagement/types"/>
    <xsd:import namespace="http://schemas.microsoft.com/office/infopath/2007/PartnerControls"/>
    <xsd:element name="_dlc_DocId" ma:index="21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052ae6ce5fe48d585b4ce219bb73d0e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Information system</TermName>
          <TermId xmlns="http://schemas.microsoft.com/office/infopath/2007/PartnerControls">8b8e0a5c-68c6-49a0-9a87-082189b363f2</TermId>
        </TermInfo>
      </Terms>
    </n052ae6ce5fe48d585b4ce219bb73d0e>
    <b7665f99c0fe44919cb3218cc8e5302c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00 00 A classer</TermName>
          <TermId xmlns="http://schemas.microsoft.com/office/infopath/2007/PartnerControls">06ef1ee2-e7bf-4474-9d1e-c5fbf4f3b42b</TermId>
        </TermInfo>
      </Terms>
    </b7665f99c0fe44919cb3218cc8e5302c>
    <TaxCatchAll xmlns="95235cfd-2d18-42eb-8ffc-01f090d3b392">
      <Value>5</Value>
      <Value>22</Value>
      <Value>3</Value>
      <Value>1</Value>
      <Value>4</Value>
    </TaxCatchAll>
    <ComUnityFolder xmlns="95235cfd-2d18-42eb-8ffc-01f090d3b392">
      <Url xsi:nil="true"/>
      <Description xsi:nil="true"/>
    </ComUnityFolder>
    <b1c94e71d43e47329629adb2299a7407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Team</TermName>
          <TermId xmlns="http://schemas.microsoft.com/office/infopath/2007/PartnerControls">bc73f5d6-c9a9-432f-8ea2-31c33c131b8b</TermId>
        </TermInfo>
      </Terms>
    </b1c94e71d43e47329629adb2299a7407>
    <aa574486944c4b4183531de588537b4d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</TermName>
          <TermId xmlns="http://schemas.microsoft.com/office/infopath/2007/PartnerControls">86d58d27-cc8e-4bfd-a785-ea3ef4347509</TermId>
        </TermInfo>
      </Terms>
    </aa574486944c4b4183531de588537b4d>
    <bc25f8494e694b549ba275b5de656855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BYCN IT</TermName>
          <TermId xmlns="http://schemas.microsoft.com/office/infopath/2007/PartnerControls">5d3357b4-3368-461d-bd54-7eef5bc1db4c</TermId>
        </TermInfo>
      </Terms>
    </bc25f8494e694b549ba275b5de656855>
    <_dlc_DocId xmlns="55b30ecb-2f58-4ebc-8d15-16073e63dc56">CWKSP-501984039-27119</_dlc_DocId>
    <_dlc_DocIdUrl xmlns="55b30ecb-2f58-4ebc-8d15-16073e63dc56">
      <Url>https://bouyguesconstruction.sharepoint.com/sites/bycnitarchitecture/_layouts/15/DocIdRedir.aspx?ID=CWKSP-501984039-27119</Url>
      <Description>CWKSP-501984039-27119</Description>
    </_dlc_DocIdUrl>
  </documentManagement>
</p:properties>
</file>

<file path=customXml/item5.xml><?xml version="1.0" encoding="utf-8"?>
<?mso-contentType ?>
<SharedContentType xmlns="Microsoft.SharePoint.Taxonomy.ContentTypeSync" SourceId="18ace0e7-60a4-4acf-87da-1c47a991bb86" ContentTypeId="0x01010004BBCBFDEBB3864BA0EFED7044CA4B2801" PreviousValue="false" LastSyncTimeStamp="2019-08-12T06:53:30.573Z"/>
</file>

<file path=customXml/itemProps1.xml><?xml version="1.0" encoding="utf-8"?>
<ds:datastoreItem xmlns:ds="http://schemas.openxmlformats.org/officeDocument/2006/customXml" ds:itemID="{9E6EFAB8-9944-4A3F-8538-928D499327FD}"/>
</file>

<file path=customXml/itemProps2.xml><?xml version="1.0" encoding="utf-8"?>
<ds:datastoreItem xmlns:ds="http://schemas.openxmlformats.org/officeDocument/2006/customXml" ds:itemID="{346DE41C-3602-4721-913D-2997D0BA434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B94D24F-5CAD-425E-BED8-874C8780952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A26F58D-9022-4CC1-86B8-F3575418F088}">
  <ds:schemaRefs>
    <ds:schemaRef ds:uri="55b30ecb-2f58-4ebc-8d15-16073e63dc56"/>
    <ds:schemaRef ds:uri="95235cfd-2d18-42eb-8ffc-01f090d3b39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F55C20C9-5B1F-4992-A5E5-7208351F6434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30bf8dd8-0e1a-4c8f-b6c1-bc28bc4c2a10}" enabled="0" method="" siteId="{30bf8dd8-0e1a-4c8f-b6c1-bc28bc4c2a10}" removed="1"/>
  <clbl:label id="{af3cd2ba-39fc-428b-a333-80f7eb18b18d}" enabled="1" method="Standard" siteId="{e8b88f3d-222b-4ce5-b9d1-46b0ff9466a0}" removed="0"/>
  <clbl:label id="{dfdd9a14-7b84-416b-97e8-b834b0f98713}" enabled="1" method="Standard" siteId="{4a3d9983-e936-4837-9552-9d9126a92eb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1055</Words>
  <Application>Microsoft Office PowerPoint</Application>
  <PresentationFormat>Grand écran</PresentationFormat>
  <Paragraphs>226</Paragraphs>
  <Slides>18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18</vt:i4>
      </vt:variant>
    </vt:vector>
  </HeadingPairs>
  <TitlesOfParts>
    <vt:vector size="36" baseType="lpstr">
      <vt:lpstr>Calibri Light</vt:lpstr>
      <vt:lpstr>Arial</vt:lpstr>
      <vt:lpstr>Aptos</vt:lpstr>
      <vt:lpstr>Avenir Book</vt:lpstr>
      <vt:lpstr>Verdana (Corps)</vt:lpstr>
      <vt:lpstr>Avenir Black</vt:lpstr>
      <vt:lpstr>Avenir Next</vt:lpstr>
      <vt:lpstr>Avenir Light</vt:lpstr>
      <vt:lpstr>Source Sans Pro</vt:lpstr>
      <vt:lpstr>Avenir Next LT Pro</vt:lpstr>
      <vt:lpstr>Barlow Black</vt:lpstr>
      <vt:lpstr>Calibri</vt:lpstr>
      <vt:lpstr>Arial Narrow</vt:lpstr>
      <vt:lpstr>Présentation bureautique</vt:lpstr>
      <vt:lpstr>1_Présentation bureautique</vt:lpstr>
      <vt:lpstr>Architecture_Section</vt:lpstr>
      <vt:lpstr>Architecture_masque</vt:lpstr>
      <vt:lpstr>Conception personnalisée</vt:lpstr>
      <vt:lpstr>Présentation PowerPoint</vt:lpstr>
      <vt:lpstr>Synthèse de l’étude d’architecture</vt:lpstr>
      <vt:lpstr>Sommaire</vt:lpstr>
      <vt:lpstr>Présentation PowerPoint</vt:lpstr>
      <vt:lpstr>Introduction &amp; objectifs</vt:lpstr>
      <vt:lpstr>Présentation PowerPoint</vt:lpstr>
      <vt:lpstr>Détail du positionnement fonctionnel</vt:lpstr>
      <vt:lpstr>Présentation PowerPoint</vt:lpstr>
      <vt:lpstr>ARCHITECTURE FONCTIONNELLE</vt:lpstr>
      <vt:lpstr>Présentation PowerPoint</vt:lpstr>
      <vt:lpstr>Présentation PowerPoint</vt:lpstr>
      <vt:lpstr>ARCHITECTURE APPLICATIVE</vt:lpstr>
      <vt:lpstr>ARCHITECTURE APPLICATIVE</vt:lpstr>
      <vt:lpstr>Présentation PowerPoint</vt:lpstr>
      <vt:lpstr>Présentation PowerPoint</vt:lpstr>
      <vt:lpstr>Présentation PowerPoint</vt:lpstr>
      <vt:lpstr>ARCHITECTURE DECISION RECORD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d'architecture - Accueil chantier</dc:title>
  <dc:creator>thibaut willemant</dc:creator>
  <cp:lastModifiedBy>PINAULT, Benoit (ONEPOINT)</cp:lastModifiedBy>
  <cp:revision>1</cp:revision>
  <dcterms:created xsi:type="dcterms:W3CDTF">2023-02-07T08:31:07Z</dcterms:created>
  <dcterms:modified xsi:type="dcterms:W3CDTF">2025-12-16T14:31:44Z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0x01010004BBCBFDEBB3864BA0EFED7044CA4B2801004C8FE6902124594285FC1C1285DCF30B</vt:lpwstr>
  </property>
  <property fmtid="{D5CDD505-2E9C-101B-9397-08002B2CF9AE}" pid="4" name="ClassificationLevel">
    <vt:lpwstr>5;#Internal|86d58d27-cc8e-4bfd-a785-ea3ef4347509</vt:lpwstr>
  </property>
  <property fmtid="{D5CDD505-2E9C-101B-9397-08002B2CF9AE}" pid="5" name="SupportServices">
    <vt:lpwstr>4;#Information system|8b8e0a5c-68c6-49a0-9a87-082189b363f2</vt:lpwstr>
  </property>
  <property fmtid="{D5CDD505-2E9C-101B-9397-08002B2CF9AE}" pid="6" name="Organisation">
    <vt:lpwstr>3;#BYCN IT|5d3357b4-3368-461d-bd54-7eef5bc1db4c</vt:lpwstr>
  </property>
  <property fmtid="{D5CDD505-2E9C-101B-9397-08002B2CF9AE}" pid="7" name="lcf76f155ced4ddcb4097134ff3c332f">
    <vt:lpwstr/>
  </property>
  <property fmtid="{D5CDD505-2E9C-101B-9397-08002B2CF9AE}" pid="8" name="WorkspaceClassification">
    <vt:lpwstr>22;#Team|bc73f5d6-c9a9-432f-8ea2-31c33c131b8b</vt:lpwstr>
  </property>
  <property fmtid="{D5CDD505-2E9C-101B-9397-08002B2CF9AE}" pid="9" name="ArchiveClassificationPlan">
    <vt:lpwstr>1;#00 00 A classer|06ef1ee2-e7bf-4474-9d1e-c5fbf4f3b42b</vt:lpwstr>
  </property>
  <property fmtid="{D5CDD505-2E9C-101B-9397-08002B2CF9AE}" pid="10" name="Order">
    <vt:lpwstr>667200.000000000</vt:lpwstr>
  </property>
  <property fmtid="{D5CDD505-2E9C-101B-9397-08002B2CF9AE}" pid="11" name="ArchiverLinkFileType">
    <vt:lpwstr/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URL">
    <vt:lpwstr/>
  </property>
  <property fmtid="{D5CDD505-2E9C-101B-9397-08002B2CF9AE}" pid="18" name="xd_Signature">
    <vt:lpwstr/>
  </property>
  <property fmtid="{D5CDD505-2E9C-101B-9397-08002B2CF9AE}" pid="19" name="SharedWithUsers">
    <vt:lpwstr/>
  </property>
  <property fmtid="{D5CDD505-2E9C-101B-9397-08002B2CF9AE}" pid="20" name="aa574486944c4b4183531de588537b4d">
    <vt:lpwstr>Internal|86d58d27-cc8e-4bfd-a785-ea3ef4347509</vt:lpwstr>
  </property>
  <property fmtid="{D5CDD505-2E9C-101B-9397-08002B2CF9AE}" pid="21" name="_dlc_DocId">
    <vt:lpwstr>CWKSP-1572697757-1123</vt:lpwstr>
  </property>
  <property fmtid="{D5CDD505-2E9C-101B-9397-08002B2CF9AE}" pid="22" name="ComUnityFolder">
    <vt:lpwstr>, </vt:lpwstr>
  </property>
  <property fmtid="{D5CDD505-2E9C-101B-9397-08002B2CF9AE}" pid="23" name="b1c94e71d43e47329629adb2299a7407">
    <vt:lpwstr>Team|bc73f5d6-c9a9-432f-8ea2-31c33c131b8b</vt:lpwstr>
  </property>
  <property fmtid="{D5CDD505-2E9C-101B-9397-08002B2CF9AE}" pid="24" name="n052ae6ce5fe48d585b4ce219bb73d0e">
    <vt:lpwstr>Information system|8b8e0a5c-68c6-49a0-9a87-082189b363f2</vt:lpwstr>
  </property>
  <property fmtid="{D5CDD505-2E9C-101B-9397-08002B2CF9AE}" pid="25" name="b7665f99c0fe44919cb3218cc8e5302c">
    <vt:lpwstr>00 00 A classer|06ef1ee2-e7bf-4474-9d1e-c5fbf4f3b42b</vt:lpwstr>
  </property>
  <property fmtid="{D5CDD505-2E9C-101B-9397-08002B2CF9AE}" pid="26" name="bc25f8494e694b549ba275b5de656855">
    <vt:lpwstr>BYCN IT|5d3357b4-3368-461d-bd54-7eef5bc1db4c</vt:lpwstr>
  </property>
  <property fmtid="{D5CDD505-2E9C-101B-9397-08002B2CF9AE}" pid="27" name="_dlc_DocIdUrl">
    <vt:lpwstr>https://bouyguesconstruction.sharepoint.com/sites/bycnitbycnitdacdsarchitecture/_layouts/15/DocIdRedir.aspx?ID=CWKSP-1572697757-1123, CWKSP-1572697757-1123</vt:lpwstr>
  </property>
  <property fmtid="{D5CDD505-2E9C-101B-9397-08002B2CF9AE}" pid="28" name="_dlc_DocIdItemGuid">
    <vt:lpwstr>adac2469-2d87-4fcd-a5e4-f8d94692437f</vt:lpwstr>
  </property>
</Properties>
</file>