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5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custom.xml" ContentType="application/vnd.openxmlformats-officedocument.custom-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707" r:id="rId5"/>
    <p:sldMasterId id="2147483689" r:id="rId6"/>
  </p:sldMasterIdLst>
  <p:notesMasterIdLst>
    <p:notesMasterId r:id="rId24"/>
  </p:notesMasterIdLst>
  <p:handoutMasterIdLst>
    <p:handoutMasterId r:id="rId25"/>
  </p:handoutMasterIdLst>
  <p:sldIdLst>
    <p:sldId id="272" r:id="rId7"/>
    <p:sldId id="274" r:id="rId8"/>
    <p:sldId id="2147471172" r:id="rId9"/>
    <p:sldId id="2147471170" r:id="rId10"/>
    <p:sldId id="2147471154" r:id="rId11"/>
    <p:sldId id="2147471168" r:id="rId12"/>
    <p:sldId id="2147471162" r:id="rId13"/>
    <p:sldId id="2147471164" r:id="rId14"/>
    <p:sldId id="2147471163" r:id="rId15"/>
    <p:sldId id="2147471169" r:id="rId16"/>
    <p:sldId id="2147471167" r:id="rId17"/>
    <p:sldId id="2147471165" r:id="rId18"/>
    <p:sldId id="2147471007" r:id="rId19"/>
    <p:sldId id="2147471166" r:id="rId20"/>
    <p:sldId id="2147471171" r:id="rId21"/>
    <p:sldId id="2147471148" r:id="rId22"/>
    <p:sldId id="2147471149" r:id="rId23"/>
  </p:sldIdLst>
  <p:sldSz cx="12192000" cy="6858000"/>
  <p:notesSz cx="6797675" cy="9926638"/>
  <p:embeddedFontLst>
    <p:embeddedFont>
      <p:font typeface="Avenir Next LT Pro" panose="020B0504020202020204" pitchFamily="34" charset="0"/>
      <p:regular r:id="rId26"/>
      <p:bold r:id="rId27"/>
      <p:italic r:id="rId28"/>
      <p:boldItalic r:id="rId29"/>
    </p:embeddedFont>
    <p:embeddedFont>
      <p:font typeface="Avenir Next LT Pro Demi" panose="020B0704020202020204" pitchFamily="34" charset="0"/>
      <p:bold r:id="rId30"/>
      <p:boldItalic r:id="rId31"/>
    </p:embeddedFont>
    <p:embeddedFont>
      <p:font typeface="Barlow Condensed" panose="00000506000000000000" pitchFamily="2" charset="0"/>
      <p:regular r:id="rId32"/>
      <p:bold r:id="rId33"/>
      <p:italic r:id="rId34"/>
      <p:boldItalic r:id="rId3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E1DD4B-C292-9BCA-59EF-5D3DFC3B6F94}" name="Emmanuel JAVAY" initials="EJ" userId="S::emmanuel.javay@springfive.com::31abbfef-c91f-4f02-aa52-d33191190fc7" providerId="AD"/>
  <p188:author id="{1F0E1470-530A-9356-B8D2-34A7A30C962F}" name="VROMONT, Frédéric" initials="VF" userId="S::f.vromont@bouygues-construction.com::80e39947-4729-4f4c-a05b-1276f94b52dd" providerId="AD"/>
  <p188:author id="{6EAF71D1-2439-D263-36B7-948707A7339D}" name="TULMETS, Johan" initials="JT" userId="S::j.tulmets@bouygues-construction.com::13c87520-6d73-4849-8612-608b3bd51a49" providerId="AD"/>
  <p188:author id="{9A0F2DFC-CC99-EFAC-C755-6008C8A46018}" name="TULMETS, Johan" initials="TJ" userId="S::J.TULMETS@bouygues-construction.com::13c87520-6d73-4849-8612-608b3bd51a4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BERON-VALENTI, Brigitte" initials="BB" lastIdx="54" clrIdx="0">
    <p:extLst>
      <p:ext uri="{19B8F6BF-5375-455C-9EA6-DF929625EA0E}">
        <p15:presenceInfo xmlns:p15="http://schemas.microsoft.com/office/powerpoint/2012/main" userId="S::b.biberon-valenti@bouygues-construction.com::eea9d74a-6827-43e7-8dae-ad820b4420be" providerId="AD"/>
      </p:ext>
    </p:extLst>
  </p:cmAuthor>
  <p:cmAuthor id="2" name="NGUYEN DOAN TO, Uyen" initials="NDTU" lastIdx="7" clrIdx="1">
    <p:extLst>
      <p:ext uri="{19B8F6BF-5375-455C-9EA6-DF929625EA0E}">
        <p15:presenceInfo xmlns:p15="http://schemas.microsoft.com/office/powerpoint/2012/main" userId="S::u.nguyendoanto@bouygues-construction.com::a385e6be-db54-40cb-b60c-8919e6b1242b" providerId="AD"/>
      </p:ext>
    </p:extLst>
  </p:cmAuthor>
  <p:cmAuthor id="3" name="VO THUY, Nhung" initials="VTN" lastIdx="5" clrIdx="2">
    <p:extLst>
      <p:ext uri="{19B8F6BF-5375-455C-9EA6-DF929625EA0E}">
        <p15:presenceInfo xmlns:p15="http://schemas.microsoft.com/office/powerpoint/2012/main" userId="S::n.vothuy@bouygues-construction.com::30f1177b-8532-4b5f-8c34-a42dd68e2ec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A28"/>
    <a:srgbClr val="24BB69"/>
    <a:srgbClr val="EC8A6D"/>
    <a:srgbClr val="368AA5"/>
    <a:srgbClr val="19B861"/>
    <a:srgbClr val="C49C48"/>
    <a:srgbClr val="80B7CC"/>
    <a:srgbClr val="B6DE73"/>
    <a:srgbClr val="22A08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21" Type="http://schemas.openxmlformats.org/officeDocument/2006/relationships/slide" Target="slides/slide15.xml"/><Relationship Id="rId34" Type="http://schemas.openxmlformats.org/officeDocument/2006/relationships/font" Target="fonts/font9.fntdata"/><Relationship Id="rId42" Type="http://schemas.openxmlformats.org/officeDocument/2006/relationships/customXml" Target="../customXml/item4.xml"/><Relationship Id="rId7" Type="http://schemas.openxmlformats.org/officeDocument/2006/relationships/slide" Target="slides/slide1.xml"/><Relationship Id="rId41" Type="http://schemas.microsoft.com/office/2018/10/relationships/authors" Target="authors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font" Target="fonts/font3.fntdata"/><Relationship Id="rId36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6.fntdata"/><Relationship Id="rId44" Type="http://schemas.openxmlformats.org/officeDocument/2006/relationships/customXml" Target="../customXml/item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customXml" Target="../customXml/item6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878D898-0363-4E75-94C9-EA80FDCFDC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A64ED47-07DF-4AD7-8AA3-A3CFED84F2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B1F4E-93AB-41B3-9FEB-53ED0D663473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1B981C-5774-4886-BB9F-B20A2F9AB2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96CCC0-C1BB-4023-B7A2-957794E516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289963-78C8-4ED6-9104-31FBB11769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4823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32373D-CE9B-441E-91F2-DB7390C4A646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E9EB8-660F-45CA-BB8B-8F6DBBA2DF5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9309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538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25E4A6-C060-4206-92E7-A41EFB3E249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735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383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133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4309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4E9EB8-660F-45CA-BB8B-8F6DBBA2DF53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07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5584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150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4639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13918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7950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4040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03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Avec cas d’usage</a:t>
            </a:r>
          </a:p>
          <a:p>
            <a:r>
              <a:rPr lang="fr-FR"/>
              <a:t>Ingénieurs avant vente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8995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Avec cas d’usage</a:t>
            </a:r>
          </a:p>
          <a:p>
            <a:r>
              <a:rPr lang="fr-FR"/>
              <a:t>Ingénieurs avant vente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8005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8097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814A-0157-B753-CA6E-1F3B3CA6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06ED0D5-DFCE-0C27-46DA-CF868E559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2D6DBF-0521-A19F-6614-36301B47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8C2FDE-0B6A-C6C5-B17C-7214C5DB4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9EB8-660F-45CA-BB8B-8F6DBBA2DF53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8269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www.instagram.com/bouygues_construction/" TargetMode="External"/><Relationship Id="rId7" Type="http://schemas.openxmlformats.org/officeDocument/2006/relationships/hyperlink" Target="https://twitter.com/Bouygues_C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hyperlink" Target="http://www.bouygues-construction.com/" TargetMode="External"/><Relationship Id="rId5" Type="http://schemas.openxmlformats.org/officeDocument/2006/relationships/hyperlink" Target="https://www.linkedin.com/company/bouygues-construction/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hyperlink" Target="https://www.facebook.com/Bouygues.Construction/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www.instagram.com/bouygues_construction/" TargetMode="External"/><Relationship Id="rId7" Type="http://schemas.openxmlformats.org/officeDocument/2006/relationships/hyperlink" Target="https://twitter.com/Bouygues_C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png"/><Relationship Id="rId11" Type="http://schemas.openxmlformats.org/officeDocument/2006/relationships/hyperlink" Target="http://www.bouygues-construction.com/" TargetMode="External"/><Relationship Id="rId5" Type="http://schemas.openxmlformats.org/officeDocument/2006/relationships/hyperlink" Target="https://www.linkedin.com/company/bouygues-construction/" TargetMode="External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hyperlink" Target="https://www.facebook.com/Bouygues.Construction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EC22640-EAAE-4A91-85DC-735549484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5760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AU"/>
              <a:t>Click on the icon to replace the image.</a:t>
            </a:r>
            <a:endParaRPr lang="fr-FR"/>
          </a:p>
        </p:txBody>
      </p:sp>
      <p:pic>
        <p:nvPicPr>
          <p:cNvPr id="7" name="Image 5">
            <a:extLst>
              <a:ext uri="{FF2B5EF4-FFF2-40B4-BE49-F238E27FC236}">
                <a16:creationId xmlns:a16="http://schemas.microsoft.com/office/drawing/2014/main" id="{679C24F3-AD00-4C7D-A204-011CCD859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7948" y="6068778"/>
            <a:ext cx="2354974" cy="504000"/>
          </a:xfrm>
          <a:prstGeom prst="rect">
            <a:avLst/>
          </a:prstGeom>
        </p:spPr>
      </p:pic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D60FAD20-828C-4AC3-9151-1BC5C5669D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808000"/>
            <a:ext cx="5820748" cy="1692000"/>
          </a:xfrm>
          <a:custGeom>
            <a:avLst/>
            <a:gdLst>
              <a:gd name="connsiteX0" fmla="*/ 0 w 5940000"/>
              <a:gd name="connsiteY0" fmla="*/ 119252 h 1692000"/>
              <a:gd name="connsiteX1" fmla="*/ 119252 w 5940000"/>
              <a:gd name="connsiteY1" fmla="*/ 0 h 1692000"/>
              <a:gd name="connsiteX2" fmla="*/ 5820748 w 5940000"/>
              <a:gd name="connsiteY2" fmla="*/ 0 h 1692000"/>
              <a:gd name="connsiteX3" fmla="*/ 5940000 w 5940000"/>
              <a:gd name="connsiteY3" fmla="*/ 119252 h 1692000"/>
              <a:gd name="connsiteX4" fmla="*/ 5940000 w 5940000"/>
              <a:gd name="connsiteY4" fmla="*/ 1572748 h 1692000"/>
              <a:gd name="connsiteX5" fmla="*/ 5820748 w 5940000"/>
              <a:gd name="connsiteY5" fmla="*/ 1692000 h 1692000"/>
              <a:gd name="connsiteX6" fmla="*/ 119252 w 5940000"/>
              <a:gd name="connsiteY6" fmla="*/ 1692000 h 1692000"/>
              <a:gd name="connsiteX7" fmla="*/ 0 w 5940000"/>
              <a:gd name="connsiteY7" fmla="*/ 1572748 h 1692000"/>
              <a:gd name="connsiteX8" fmla="*/ 0 w 5940000"/>
              <a:gd name="connsiteY8" fmla="*/ 119252 h 1692000"/>
              <a:gd name="connsiteX0" fmla="*/ 0 w 5940000"/>
              <a:gd name="connsiteY0" fmla="*/ 119252 h 1692000"/>
              <a:gd name="connsiteX1" fmla="*/ 119252 w 5940000"/>
              <a:gd name="connsiteY1" fmla="*/ 0 h 1692000"/>
              <a:gd name="connsiteX2" fmla="*/ 5820748 w 5940000"/>
              <a:gd name="connsiteY2" fmla="*/ 0 h 1692000"/>
              <a:gd name="connsiteX3" fmla="*/ 5940000 w 5940000"/>
              <a:gd name="connsiteY3" fmla="*/ 119252 h 1692000"/>
              <a:gd name="connsiteX4" fmla="*/ 5940000 w 5940000"/>
              <a:gd name="connsiteY4" fmla="*/ 1572748 h 1692000"/>
              <a:gd name="connsiteX5" fmla="*/ 5820748 w 5940000"/>
              <a:gd name="connsiteY5" fmla="*/ 1692000 h 1692000"/>
              <a:gd name="connsiteX6" fmla="*/ 119252 w 5940000"/>
              <a:gd name="connsiteY6" fmla="*/ 1692000 h 1692000"/>
              <a:gd name="connsiteX7" fmla="*/ 0 w 5940000"/>
              <a:gd name="connsiteY7" fmla="*/ 1572748 h 1692000"/>
              <a:gd name="connsiteX8" fmla="*/ 91440 w 5940000"/>
              <a:gd name="connsiteY8" fmla="*/ 210692 h 1692000"/>
              <a:gd name="connsiteX0" fmla="*/ 119252 w 5940000"/>
              <a:gd name="connsiteY0" fmla="*/ 0 h 1692000"/>
              <a:gd name="connsiteX1" fmla="*/ 5820748 w 5940000"/>
              <a:gd name="connsiteY1" fmla="*/ 0 h 1692000"/>
              <a:gd name="connsiteX2" fmla="*/ 5940000 w 5940000"/>
              <a:gd name="connsiteY2" fmla="*/ 119252 h 1692000"/>
              <a:gd name="connsiteX3" fmla="*/ 5940000 w 5940000"/>
              <a:gd name="connsiteY3" fmla="*/ 1572748 h 1692000"/>
              <a:gd name="connsiteX4" fmla="*/ 5820748 w 5940000"/>
              <a:gd name="connsiteY4" fmla="*/ 1692000 h 1692000"/>
              <a:gd name="connsiteX5" fmla="*/ 119252 w 5940000"/>
              <a:gd name="connsiteY5" fmla="*/ 1692000 h 1692000"/>
              <a:gd name="connsiteX6" fmla="*/ 0 w 5940000"/>
              <a:gd name="connsiteY6" fmla="*/ 1572748 h 1692000"/>
              <a:gd name="connsiteX7" fmla="*/ 91440 w 5940000"/>
              <a:gd name="connsiteY7" fmla="*/ 210692 h 1692000"/>
              <a:gd name="connsiteX0" fmla="*/ 430403 w 6251151"/>
              <a:gd name="connsiteY0" fmla="*/ 0 h 1692000"/>
              <a:gd name="connsiteX1" fmla="*/ 6131899 w 6251151"/>
              <a:gd name="connsiteY1" fmla="*/ 0 h 1692000"/>
              <a:gd name="connsiteX2" fmla="*/ 6251151 w 6251151"/>
              <a:gd name="connsiteY2" fmla="*/ 119252 h 1692000"/>
              <a:gd name="connsiteX3" fmla="*/ 6251151 w 6251151"/>
              <a:gd name="connsiteY3" fmla="*/ 1572748 h 1692000"/>
              <a:gd name="connsiteX4" fmla="*/ 6131899 w 6251151"/>
              <a:gd name="connsiteY4" fmla="*/ 1692000 h 1692000"/>
              <a:gd name="connsiteX5" fmla="*/ 430403 w 6251151"/>
              <a:gd name="connsiteY5" fmla="*/ 1692000 h 1692000"/>
              <a:gd name="connsiteX6" fmla="*/ 402591 w 6251151"/>
              <a:gd name="connsiteY6" fmla="*/ 210692 h 1692000"/>
              <a:gd name="connsiteX0" fmla="*/ 0 w 5820748"/>
              <a:gd name="connsiteY0" fmla="*/ 0 h 1692000"/>
              <a:gd name="connsiteX1" fmla="*/ 5701496 w 5820748"/>
              <a:gd name="connsiteY1" fmla="*/ 0 h 1692000"/>
              <a:gd name="connsiteX2" fmla="*/ 5820748 w 5820748"/>
              <a:gd name="connsiteY2" fmla="*/ 119252 h 1692000"/>
              <a:gd name="connsiteX3" fmla="*/ 5820748 w 5820748"/>
              <a:gd name="connsiteY3" fmla="*/ 1572748 h 1692000"/>
              <a:gd name="connsiteX4" fmla="*/ 5701496 w 5820748"/>
              <a:gd name="connsiteY4" fmla="*/ 1692000 h 1692000"/>
              <a:gd name="connsiteX5" fmla="*/ 0 w 5820748"/>
              <a:gd name="connsiteY5" fmla="*/ 1692000 h 16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20748" h="1692000">
                <a:moveTo>
                  <a:pt x="0" y="0"/>
                </a:moveTo>
                <a:lnTo>
                  <a:pt x="5701496" y="0"/>
                </a:lnTo>
                <a:cubicBezTo>
                  <a:pt x="5767357" y="0"/>
                  <a:pt x="5820748" y="53391"/>
                  <a:pt x="5820748" y="119252"/>
                </a:cubicBezTo>
                <a:lnTo>
                  <a:pt x="5820748" y="1572748"/>
                </a:lnTo>
                <a:cubicBezTo>
                  <a:pt x="5820748" y="1638609"/>
                  <a:pt x="5767357" y="1692000"/>
                  <a:pt x="5701496" y="1692000"/>
                </a:cubicBezTo>
                <a:lnTo>
                  <a:pt x="0" y="1692000"/>
                </a:lnTo>
              </a:path>
            </a:pathLst>
          </a:custGeom>
          <a:solidFill>
            <a:schemeClr val="tx2"/>
          </a:solidFill>
        </p:spPr>
        <p:txBody>
          <a:bodyPr lIns="432000" tIns="72000" rIns="108000" bIns="72000" anchor="ctr"/>
          <a:lstStyle>
            <a:lvl1pPr>
              <a:lnSpc>
                <a:spcPct val="90000"/>
              </a:lnSpc>
              <a:defRPr sz="3700" b="1" cap="all" baseline="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 sz="150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654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28314CC-9789-4545-A5C2-AA8BBE818E58}"/>
              </a:ext>
            </a:extLst>
          </p:cNvPr>
          <p:cNvSpPr/>
          <p:nvPr userDrawn="1"/>
        </p:nvSpPr>
        <p:spPr>
          <a:xfrm>
            <a:off x="2639616" y="0"/>
            <a:ext cx="9552384" cy="6858000"/>
          </a:xfrm>
          <a:prstGeom prst="rect">
            <a:avLst/>
          </a:prstGeom>
          <a:solidFill>
            <a:srgbClr val="F2F2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2">
            <a:extLst>
              <a:ext uri="{FF2B5EF4-FFF2-40B4-BE49-F238E27FC236}">
                <a16:creationId xmlns:a16="http://schemas.microsoft.com/office/drawing/2014/main" id="{065F1541-7C7B-4BCC-AD7D-8A11678C0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836712"/>
            <a:ext cx="3009900" cy="2222500"/>
          </a:xfrm>
          <a:prstGeom prst="rect">
            <a:avLst/>
          </a:prstGeom>
        </p:spPr>
      </p:pic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574C372B-A728-47C2-8C50-2A439719A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56658" y="980728"/>
            <a:ext cx="5111750" cy="5148610"/>
          </a:xfrm>
        </p:spPr>
        <p:txBody>
          <a:bodyPr/>
          <a:lstStyle>
            <a:lvl1pPr marL="288000" indent="-288000" defTabSz="914400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+mj-lt"/>
              <a:buAutoNum type="romanUcPeriod"/>
              <a:tabLst>
                <a:tab pos="4660900" algn="r"/>
              </a:tabLst>
              <a:defRPr sz="2000" b="1" cap="all" baseline="0">
                <a:solidFill>
                  <a:schemeClr val="tx2"/>
                </a:solidFill>
                <a:latin typeface="+mj-lt"/>
              </a:defRPr>
            </a:lvl1pPr>
            <a:lvl2pPr marL="288000" indent="0">
              <a:lnSpc>
                <a:spcPct val="120000"/>
              </a:lnSpc>
              <a:spcBef>
                <a:spcPts val="0"/>
              </a:spcBef>
              <a:tabLst>
                <a:tab pos="4660900" algn="r"/>
              </a:tabLst>
              <a:defRPr sz="1250"/>
            </a:lvl2pPr>
            <a:lvl3pPr marL="360000">
              <a:defRPr sz="1250"/>
            </a:lvl3pPr>
            <a:lvl4pPr marL="360000">
              <a:defRPr sz="1250"/>
            </a:lvl4pPr>
            <a:lvl5pPr marL="360000">
              <a:defRPr sz="1250"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149B9BAD-04F8-4FEE-B15E-E55F48A5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A5E45E29-23C4-4BFF-B80D-47BC3FEAA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17429" y="6563656"/>
            <a:ext cx="298285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3482242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coule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D95553EA-BEEF-45BE-A909-EDE99CAD31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1345" y="116632"/>
            <a:ext cx="1539451" cy="3096344"/>
          </a:xfrm>
        </p:spPr>
        <p:txBody>
          <a:bodyPr wrap="none">
            <a:noAutofit/>
          </a:bodyPr>
          <a:lstStyle>
            <a:lvl1pPr>
              <a:lnSpc>
                <a:spcPct val="90000"/>
              </a:lnSpc>
              <a:defRPr sz="26000" b="1">
                <a:ln w="19050">
                  <a:solidFill>
                    <a:schemeClr val="bg1"/>
                  </a:solidFill>
                </a:ln>
                <a:noFill/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604D0FC3-3FFB-4C5D-9591-F005C5BC7A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8628" y="3501317"/>
            <a:ext cx="7920000" cy="2339951"/>
          </a:xfrm>
        </p:spPr>
        <p:txBody>
          <a:bodyPr/>
          <a:lstStyle>
            <a:lvl1pPr mar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5000" cap="all" baseline="0">
                <a:solidFill>
                  <a:schemeClr val="bg1"/>
                </a:solidFill>
                <a:latin typeface="+mj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buFontTx/>
              <a:buNone/>
              <a:defRPr sz="2100" b="0">
                <a:solidFill>
                  <a:schemeClr val="bg1"/>
                </a:solidFill>
                <a:latin typeface="Barlow Condensed Medium" panose="00000606000000000000" pitchFamily="2" charset="0"/>
              </a:defRPr>
            </a:lvl2pPr>
            <a:lvl3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A11FA100-F020-4B52-82F3-896D76328A2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3151188" cy="6858000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AU"/>
              <a:t>Click on the icon to replace the image</a:t>
            </a:r>
          </a:p>
        </p:txBody>
      </p:sp>
    </p:spTree>
    <p:extLst>
      <p:ext uri="{BB962C8B-B14F-4D97-AF65-F5344CB8AC3E}">
        <p14:creationId xmlns:p14="http://schemas.microsoft.com/office/powerpoint/2010/main" val="218052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3">
            <a:extLst>
              <a:ext uri="{FF2B5EF4-FFF2-40B4-BE49-F238E27FC236}">
                <a16:creationId xmlns:a16="http://schemas.microsoft.com/office/drawing/2014/main" id="{5955EAE4-6E73-4690-8661-EE40A08FB93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3151188" cy="6858000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AU"/>
              <a:t>Click on the icon to replace the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71D0C-D517-4A8D-ADC4-AC76464EBAB9}"/>
              </a:ext>
            </a:extLst>
          </p:cNvPr>
          <p:cNvSpPr/>
          <p:nvPr userDrawn="1"/>
        </p:nvSpPr>
        <p:spPr>
          <a:xfrm>
            <a:off x="3148776" y="0"/>
            <a:ext cx="21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FFB6E175-CD18-451A-A787-95CB636218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1345" y="116632"/>
            <a:ext cx="1539451" cy="3096344"/>
          </a:xfrm>
        </p:spPr>
        <p:txBody>
          <a:bodyPr wrap="none">
            <a:noAutofit/>
          </a:bodyPr>
          <a:lstStyle>
            <a:lvl1pPr>
              <a:lnSpc>
                <a:spcPct val="90000"/>
              </a:lnSpc>
              <a:defRPr sz="26000" b="1">
                <a:ln w="19050">
                  <a:solidFill>
                    <a:schemeClr val="tx2"/>
                  </a:solidFill>
                </a:ln>
                <a:noFill/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EC9F6E88-867C-4516-AA0E-6FDF480C2A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8628" y="3501317"/>
            <a:ext cx="7920000" cy="2339951"/>
          </a:xfrm>
        </p:spPr>
        <p:txBody>
          <a:bodyPr/>
          <a:lstStyle>
            <a:lvl1pPr mar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5000" cap="all" baseline="0">
                <a:solidFill>
                  <a:schemeClr val="tx2"/>
                </a:solidFill>
                <a:latin typeface="+mj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buFontTx/>
              <a:buNone/>
              <a:defRPr sz="2100" b="0">
                <a:solidFill>
                  <a:schemeClr val="tx2"/>
                </a:solidFill>
                <a:latin typeface="Barlow Condensed Medium" panose="00000606000000000000" pitchFamily="2" charset="0"/>
              </a:defRPr>
            </a:lvl2pPr>
            <a:lvl3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22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20551DE4-BAAD-4DBE-9978-B42194A93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9145587" cy="609398"/>
          </a:xfrm>
        </p:spPr>
        <p:txBody>
          <a:bodyPr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E0025F08-B58E-406E-8C79-C9CC877B26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1736812"/>
            <a:ext cx="9145587" cy="4392526"/>
          </a:xfrm>
        </p:spPr>
        <p:txBody>
          <a:bodyPr/>
          <a:lstStyle/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5660EE-5C9C-44EC-84FC-C50BF6DEB99E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AE8CC98A-0A7D-4549-90CB-B05D31CB80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6E1FACEF-2325-49D4-B962-8DBCF09C4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09265" y="663388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396750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61CB34F0-DFDE-4039-9CF3-4EB54E7FF4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9145587" cy="609398"/>
          </a:xfrm>
        </p:spPr>
        <p:txBody>
          <a:bodyPr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5BEC86-73F9-4BF1-A740-66E4E7D6E185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6B3780-C8AA-4A4D-AE87-67CEBE8EB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FE0746A3-14CE-4D38-B6E7-FFF8E25B6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09265" y="663388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1764778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Visuel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9">
            <a:extLst>
              <a:ext uri="{FF2B5EF4-FFF2-40B4-BE49-F238E27FC236}">
                <a16:creationId xmlns:a16="http://schemas.microsoft.com/office/drawing/2014/main" id="{8B68EC11-D40B-4734-BD53-11C8E89AADB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540000" y="0"/>
            <a:ext cx="5652000" cy="6858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ADD1285-404C-4B71-92FB-5A9C94EF99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4968714" cy="1296144"/>
          </a:xfrm>
        </p:spPr>
        <p:txBody>
          <a:bodyPr anchor="t"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1CDFDA-BBF9-47E0-871B-19CC24F86232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62DE7F9B-359D-4996-8D37-871E0BB7FD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240868"/>
            <a:ext cx="4969321" cy="3384376"/>
          </a:xfrm>
        </p:spPr>
        <p:txBody>
          <a:bodyPr/>
          <a:lstStyle>
            <a:lvl1pPr>
              <a:defRPr sz="1800" b="1"/>
            </a:lvl1pPr>
            <a:lvl2pPr>
              <a:spcBef>
                <a:spcPts val="1000"/>
              </a:spcBef>
              <a:defRPr/>
            </a:lvl2pPr>
            <a:lvl3pPr marL="180000">
              <a:defRPr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AF06F7F4-14EA-4BA1-9EB7-5D6BCCFB01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6061" y="5820639"/>
            <a:ext cx="1404000" cy="396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algn="ctr">
              <a:lnSpc>
                <a:spcPct val="100000"/>
              </a:lnSpc>
              <a:defRPr sz="17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Section</a:t>
            </a:r>
          </a:p>
        </p:txBody>
      </p:sp>
      <p:sp>
        <p:nvSpPr>
          <p:cNvPr id="18" name="Espace réservé du texte 11">
            <a:extLst>
              <a:ext uri="{FF2B5EF4-FFF2-40B4-BE49-F238E27FC236}">
                <a16:creationId xmlns:a16="http://schemas.microsoft.com/office/drawing/2014/main" id="{C6FB84C7-FF69-426E-AAF3-AE723CF78A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489878" y="5820639"/>
            <a:ext cx="2057950" cy="396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wrap="none" anchor="ctr"/>
          <a:lstStyle>
            <a:lvl1pPr algn="ctr">
              <a:lnSpc>
                <a:spcPct val="100000"/>
              </a:lnSpc>
              <a:defRPr sz="17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Section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DFF37FDB-37D9-4B4B-B11F-F6B0CC5C54C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8897CAFC-CA96-4BBF-9E4A-BE2C1732F4A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9428672" y="6594434"/>
            <a:ext cx="2371608" cy="1231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3027908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Visuel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10">
            <a:extLst>
              <a:ext uri="{FF2B5EF4-FFF2-40B4-BE49-F238E27FC236}">
                <a16:creationId xmlns:a16="http://schemas.microsoft.com/office/drawing/2014/main" id="{49F1269B-3C7E-42B9-9F67-FCB9866FF3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186531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400" b="0" baseline="0">
                <a:solidFill>
                  <a:schemeClr val="tx1"/>
                </a:solidFill>
              </a:defRPr>
            </a:lvl1pPr>
          </a:lstStyle>
          <a:p>
            <a:r>
              <a:rPr lang="en-AU"/>
              <a:t>Click on the icon to replace the image.</a:t>
            </a:r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9E30D954-6161-41FB-9999-92D7CE1BD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2384884"/>
            <a:ext cx="9145588" cy="609398"/>
          </a:xfrm>
        </p:spPr>
        <p:txBody>
          <a:bodyPr anchor="t">
            <a:noAutofit/>
          </a:bodyPr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0B3D82-ACCB-4535-BC05-53F4D5F8BB19}"/>
              </a:ext>
            </a:extLst>
          </p:cNvPr>
          <p:cNvSpPr/>
          <p:nvPr userDrawn="1"/>
        </p:nvSpPr>
        <p:spPr>
          <a:xfrm>
            <a:off x="0" y="2420940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66BEE403-1959-49C8-A96A-DC0B2A8FF7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3212976"/>
            <a:ext cx="9145588" cy="2916362"/>
          </a:xfrm>
        </p:spPr>
        <p:txBody>
          <a:bodyPr/>
          <a:lstStyle>
            <a:lvl1pPr>
              <a:defRPr sz="1800" b="1"/>
            </a:lvl1pPr>
            <a:lvl2pPr>
              <a:spcBef>
                <a:spcPts val="1000"/>
              </a:spcBef>
              <a:defRPr/>
            </a:lvl2pPr>
            <a:lvl3pPr marL="180000">
              <a:defRPr b="0"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D3BC78F-4673-41B0-AAF5-B273540B5D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800A7426-669B-427B-A09F-10109561A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3870153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9ADB65-D3DA-4096-81CD-B545582EE224}"/>
              </a:ext>
            </a:extLst>
          </p:cNvPr>
          <p:cNvSpPr/>
          <p:nvPr userDrawn="1"/>
        </p:nvSpPr>
        <p:spPr>
          <a:xfrm>
            <a:off x="-1" y="0"/>
            <a:ext cx="468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3F3C4AEC-EAD9-4404-9413-DB5A8FD1E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3457153" cy="1296144"/>
          </a:xfrm>
        </p:spPr>
        <p:txBody>
          <a:bodyPr anchor="t"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30C28B-9F72-4F4E-ABB1-B2EB8859E484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B2EECF05-5001-4CD9-9923-92B4CF5BB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240868"/>
            <a:ext cx="3457575" cy="3888470"/>
          </a:xfrm>
        </p:spPr>
        <p:txBody>
          <a:bodyPr/>
          <a:lstStyle>
            <a:lvl1pPr>
              <a:lnSpc>
                <a:spcPct val="100000"/>
              </a:lnSpc>
              <a:defRPr sz="1800" b="1"/>
            </a:lvl1pPr>
            <a:lvl3pPr marL="180000">
              <a:defRPr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6" name="Espace réservé du tableau 10">
            <a:extLst>
              <a:ext uri="{FF2B5EF4-FFF2-40B4-BE49-F238E27FC236}">
                <a16:creationId xmlns:a16="http://schemas.microsoft.com/office/drawing/2014/main" id="{74F1FB47-5D02-4CE8-BB26-14F155AB8A28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159375" y="1736725"/>
            <a:ext cx="6553200" cy="3492500"/>
          </a:xfrm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AU"/>
              <a:t>Click on the icon to add a table</a:t>
            </a:r>
            <a:endParaRPr lang="fr-FR"/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1633ADE2-84B2-45DC-8689-29A150D13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5" y="5481228"/>
            <a:ext cx="6553200" cy="400110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1" cap="all" baseline="0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  <a:latin typeface="+mn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CF8BB3DF-DB89-4DE4-926F-56346BBFB1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EB1B2C45-C152-40F9-8F54-ACC315173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162156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9A9F532-F7BE-4D67-8A2E-3FCFEF1965B2}"/>
              </a:ext>
            </a:extLst>
          </p:cNvPr>
          <p:cNvSpPr/>
          <p:nvPr userDrawn="1"/>
        </p:nvSpPr>
        <p:spPr>
          <a:xfrm>
            <a:off x="-1" y="0"/>
            <a:ext cx="468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F595E19F-673E-4E33-9330-1BC69FD25A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3457153" cy="1296144"/>
          </a:xfrm>
        </p:spPr>
        <p:txBody>
          <a:bodyPr anchor="t"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1FEA5C-4155-464D-BAE9-B24475ACBED6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84E1149B-5608-40CF-AED1-783D0F7A41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240868"/>
            <a:ext cx="3457575" cy="3888470"/>
          </a:xfrm>
        </p:spPr>
        <p:txBody>
          <a:bodyPr/>
          <a:lstStyle>
            <a:lvl1pPr>
              <a:defRPr sz="1800" b="1"/>
            </a:lvl1pPr>
            <a:lvl3pPr marL="180000">
              <a:defRPr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810620C3-C26F-4949-9825-A1C547A1E7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5" y="5481228"/>
            <a:ext cx="6553200" cy="400110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1" cap="all" baseline="0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  <a:latin typeface="+mn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7" name="Espace réservé du graphique 7">
            <a:extLst>
              <a:ext uri="{FF2B5EF4-FFF2-40B4-BE49-F238E27FC236}">
                <a16:creationId xmlns:a16="http://schemas.microsoft.com/office/drawing/2014/main" id="{057D0C7F-B509-43A3-B73C-5E3501A48900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5154324" y="1736700"/>
            <a:ext cx="6553200" cy="3492500"/>
          </a:xfrm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AU"/>
              <a:t>Click on the icon to add a graph</a:t>
            </a:r>
            <a:endParaRPr lang="fr-FR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838EF161-A9D8-4AD1-82CB-90B62CCBE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6390904C-A44E-4702-921E-883D3CC2B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9742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6">
            <a:extLst>
              <a:ext uri="{FF2B5EF4-FFF2-40B4-BE49-F238E27FC236}">
                <a16:creationId xmlns:a16="http://schemas.microsoft.com/office/drawing/2014/main" id="{A974A924-711A-443C-804D-AA6D4BA244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3746646C-2683-4895-A255-21F05517D7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4172" y="2096852"/>
            <a:ext cx="3744416" cy="2436599"/>
          </a:xfrm>
        </p:spPr>
        <p:txBody>
          <a:bodyPr/>
          <a:lstStyle>
            <a:lvl1pPr>
              <a:defRPr sz="1800" b="1"/>
            </a:lvl1pPr>
            <a:lvl3pPr marL="180000">
              <a:defRPr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CE859172-6D8C-4D9E-9B2A-6CAC12D2D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5301208"/>
            <a:ext cx="5905425" cy="400110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1" cap="all" baseline="0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  <a:latin typeface="+mn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6" name="Espace réservé du graphique 7">
            <a:extLst>
              <a:ext uri="{FF2B5EF4-FFF2-40B4-BE49-F238E27FC236}">
                <a16:creationId xmlns:a16="http://schemas.microsoft.com/office/drawing/2014/main" id="{F4EB34C6-FD28-4161-8E63-2DEAB5ECC28C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982663" y="1747495"/>
            <a:ext cx="5905425" cy="3492500"/>
          </a:xfrm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AU"/>
              <a:t>Click on the icon to add a graph</a:t>
            </a:r>
            <a:endParaRPr lang="fr-FR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EBD1ADDF-1DC8-4466-8F21-CF08C1910C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5710" y="671342"/>
            <a:ext cx="5220580" cy="6426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>
            <a:lvl1pPr algn="ctr"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TITLE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6D766833-B2C6-4AFA-B970-C9A82D1E1A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26170" y="4689140"/>
            <a:ext cx="3762418" cy="1224136"/>
          </a:xfrm>
        </p:spPr>
        <p:txBody>
          <a:bodyPr/>
          <a:lstStyle>
            <a:lvl1pPr>
              <a:lnSpc>
                <a:spcPct val="90000"/>
              </a:lnSpc>
              <a:defRPr sz="5000" b="1">
                <a:ln w="12700">
                  <a:solidFill>
                    <a:schemeClr val="tx2"/>
                  </a:solidFill>
                </a:ln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 b="1" cap="all" baseline="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000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48D8009D-CCAD-4360-B748-FC633C3BD5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C1024BF-EF87-465F-B3C6-F6D2FFCE4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3382698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4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AU"/>
              <a:t>To replace the image, bring it to the foreground (right click | "Bring to front") to access the insert image icon.</a:t>
            </a:r>
          </a:p>
          <a:p>
            <a:r>
              <a:rPr lang="en-AU"/>
              <a:t>Then put it back in the background to make the title reappear.</a:t>
            </a:r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800708"/>
            <a:ext cx="10488488" cy="5256024"/>
          </a:xfrm>
          <a:custGeom>
            <a:avLst/>
            <a:gdLst>
              <a:gd name="connsiteX0" fmla="*/ 0 w 10585176"/>
              <a:gd name="connsiteY0" fmla="*/ 2520000 h 5040000"/>
              <a:gd name="connsiteX1" fmla="*/ 2520000 w 10585176"/>
              <a:gd name="connsiteY1" fmla="*/ 0 h 5040000"/>
              <a:gd name="connsiteX2" fmla="*/ 8065176 w 10585176"/>
              <a:gd name="connsiteY2" fmla="*/ 0 h 5040000"/>
              <a:gd name="connsiteX3" fmla="*/ 10585176 w 10585176"/>
              <a:gd name="connsiteY3" fmla="*/ 2520000 h 5040000"/>
              <a:gd name="connsiteX4" fmla="*/ 10585176 w 10585176"/>
              <a:gd name="connsiteY4" fmla="*/ 2520000 h 5040000"/>
              <a:gd name="connsiteX5" fmla="*/ 8065176 w 10585176"/>
              <a:gd name="connsiteY5" fmla="*/ 5040000 h 5040000"/>
              <a:gd name="connsiteX6" fmla="*/ 2520000 w 10585176"/>
              <a:gd name="connsiteY6" fmla="*/ 5040000 h 5040000"/>
              <a:gd name="connsiteX7" fmla="*/ 0 w 10585176"/>
              <a:gd name="connsiteY7" fmla="*/ 2520000 h 5040000"/>
              <a:gd name="connsiteX0" fmla="*/ 0 w 10585176"/>
              <a:gd name="connsiteY0" fmla="*/ 2520000 h 5040000"/>
              <a:gd name="connsiteX1" fmla="*/ 2520000 w 10585176"/>
              <a:gd name="connsiteY1" fmla="*/ 0 h 5040000"/>
              <a:gd name="connsiteX2" fmla="*/ 8065176 w 10585176"/>
              <a:gd name="connsiteY2" fmla="*/ 0 h 5040000"/>
              <a:gd name="connsiteX3" fmla="*/ 10585176 w 10585176"/>
              <a:gd name="connsiteY3" fmla="*/ 2520000 h 5040000"/>
              <a:gd name="connsiteX4" fmla="*/ 10585176 w 10585176"/>
              <a:gd name="connsiteY4" fmla="*/ 2520000 h 5040000"/>
              <a:gd name="connsiteX5" fmla="*/ 8065176 w 10585176"/>
              <a:gd name="connsiteY5" fmla="*/ 5040000 h 5040000"/>
              <a:gd name="connsiteX6" fmla="*/ 2520000 w 10585176"/>
              <a:gd name="connsiteY6" fmla="*/ 5040000 h 5040000"/>
              <a:gd name="connsiteX7" fmla="*/ 0 w 10585176"/>
              <a:gd name="connsiteY7" fmla="*/ 2520000 h 5040000"/>
              <a:gd name="connsiteX0" fmla="*/ 2520000 w 10585176"/>
              <a:gd name="connsiteY0" fmla="*/ 0 h 5040000"/>
              <a:gd name="connsiteX1" fmla="*/ 8065176 w 10585176"/>
              <a:gd name="connsiteY1" fmla="*/ 0 h 5040000"/>
              <a:gd name="connsiteX2" fmla="*/ 10585176 w 10585176"/>
              <a:gd name="connsiteY2" fmla="*/ 2520000 h 5040000"/>
              <a:gd name="connsiteX3" fmla="*/ 10585176 w 10585176"/>
              <a:gd name="connsiteY3" fmla="*/ 2520000 h 5040000"/>
              <a:gd name="connsiteX4" fmla="*/ 8065176 w 10585176"/>
              <a:gd name="connsiteY4" fmla="*/ 5040000 h 5040000"/>
              <a:gd name="connsiteX5" fmla="*/ 2520000 w 10585176"/>
              <a:gd name="connsiteY5" fmla="*/ 5040000 h 5040000"/>
              <a:gd name="connsiteX6" fmla="*/ 0 w 10585176"/>
              <a:gd name="connsiteY6" fmla="*/ 2520000 h 5040000"/>
              <a:gd name="connsiteX7" fmla="*/ 2611440 w 10585176"/>
              <a:gd name="connsiteY7" fmla="*/ 91440 h 5040000"/>
              <a:gd name="connsiteX0" fmla="*/ 2520000 w 10585176"/>
              <a:gd name="connsiteY0" fmla="*/ 0 h 5040000"/>
              <a:gd name="connsiteX1" fmla="*/ 8065176 w 10585176"/>
              <a:gd name="connsiteY1" fmla="*/ 0 h 5040000"/>
              <a:gd name="connsiteX2" fmla="*/ 10585176 w 10585176"/>
              <a:gd name="connsiteY2" fmla="*/ 2520000 h 5040000"/>
              <a:gd name="connsiteX3" fmla="*/ 10585176 w 10585176"/>
              <a:gd name="connsiteY3" fmla="*/ 2520000 h 5040000"/>
              <a:gd name="connsiteX4" fmla="*/ 8065176 w 10585176"/>
              <a:gd name="connsiteY4" fmla="*/ 5040000 h 5040000"/>
              <a:gd name="connsiteX5" fmla="*/ 2520000 w 10585176"/>
              <a:gd name="connsiteY5" fmla="*/ 5040000 h 5040000"/>
              <a:gd name="connsiteX6" fmla="*/ 0 w 10585176"/>
              <a:gd name="connsiteY6" fmla="*/ 2520000 h 5040000"/>
              <a:gd name="connsiteX0" fmla="*/ 0 w 8065176"/>
              <a:gd name="connsiteY0" fmla="*/ 0 h 5040000"/>
              <a:gd name="connsiteX1" fmla="*/ 5545176 w 8065176"/>
              <a:gd name="connsiteY1" fmla="*/ 0 h 5040000"/>
              <a:gd name="connsiteX2" fmla="*/ 8065176 w 8065176"/>
              <a:gd name="connsiteY2" fmla="*/ 2520000 h 5040000"/>
              <a:gd name="connsiteX3" fmla="*/ 8065176 w 8065176"/>
              <a:gd name="connsiteY3" fmla="*/ 2520000 h 5040000"/>
              <a:gd name="connsiteX4" fmla="*/ 5545176 w 8065176"/>
              <a:gd name="connsiteY4" fmla="*/ 5040000 h 5040000"/>
              <a:gd name="connsiteX5" fmla="*/ 0 w 8065176"/>
              <a:gd name="connsiteY5" fmla="*/ 5040000 h 5040000"/>
              <a:gd name="connsiteX0" fmla="*/ 0 w 8065176"/>
              <a:gd name="connsiteY0" fmla="*/ 0 h 5040000"/>
              <a:gd name="connsiteX1" fmla="*/ 5545176 w 8065176"/>
              <a:gd name="connsiteY1" fmla="*/ 0 h 5040000"/>
              <a:gd name="connsiteX2" fmla="*/ 8065176 w 8065176"/>
              <a:gd name="connsiteY2" fmla="*/ 2520000 h 5040000"/>
              <a:gd name="connsiteX3" fmla="*/ 8065176 w 8065176"/>
              <a:gd name="connsiteY3" fmla="*/ 2520000 h 5040000"/>
              <a:gd name="connsiteX4" fmla="*/ 5545176 w 8065176"/>
              <a:gd name="connsiteY4" fmla="*/ 5040000 h 5040000"/>
              <a:gd name="connsiteX5" fmla="*/ 0 w 8065176"/>
              <a:gd name="connsiteY5" fmla="*/ 5040000 h 5040000"/>
              <a:gd name="connsiteX6" fmla="*/ 0 w 8065176"/>
              <a:gd name="connsiteY6" fmla="*/ 0 h 5040000"/>
              <a:gd name="connsiteX0" fmla="*/ 0 w 8065176"/>
              <a:gd name="connsiteY0" fmla="*/ 0 h 5040000"/>
              <a:gd name="connsiteX1" fmla="*/ 5875564 w 8065176"/>
              <a:gd name="connsiteY1" fmla="*/ 10564 h 5040000"/>
              <a:gd name="connsiteX2" fmla="*/ 8065176 w 8065176"/>
              <a:gd name="connsiteY2" fmla="*/ 2520000 h 5040000"/>
              <a:gd name="connsiteX3" fmla="*/ 8065176 w 8065176"/>
              <a:gd name="connsiteY3" fmla="*/ 2520000 h 5040000"/>
              <a:gd name="connsiteX4" fmla="*/ 5545176 w 8065176"/>
              <a:gd name="connsiteY4" fmla="*/ 5040000 h 5040000"/>
              <a:gd name="connsiteX5" fmla="*/ 0 w 8065176"/>
              <a:gd name="connsiteY5" fmla="*/ 5040000 h 5040000"/>
              <a:gd name="connsiteX6" fmla="*/ 0 w 8065176"/>
              <a:gd name="connsiteY6" fmla="*/ 0 h 5040000"/>
              <a:gd name="connsiteX0" fmla="*/ 0 w 8065176"/>
              <a:gd name="connsiteY0" fmla="*/ 0 h 5040000"/>
              <a:gd name="connsiteX1" fmla="*/ 5875564 w 8065176"/>
              <a:gd name="connsiteY1" fmla="*/ 10564 h 5040000"/>
              <a:gd name="connsiteX2" fmla="*/ 8065176 w 8065176"/>
              <a:gd name="connsiteY2" fmla="*/ 2520000 h 5040000"/>
              <a:gd name="connsiteX3" fmla="*/ 8065176 w 8065176"/>
              <a:gd name="connsiteY3" fmla="*/ 2520000 h 5040000"/>
              <a:gd name="connsiteX4" fmla="*/ 5867093 w 8065176"/>
              <a:gd name="connsiteY4" fmla="*/ 5040000 h 5040000"/>
              <a:gd name="connsiteX5" fmla="*/ 0 w 8065176"/>
              <a:gd name="connsiteY5" fmla="*/ 5040000 h 5040000"/>
              <a:gd name="connsiteX6" fmla="*/ 0 w 8065176"/>
              <a:gd name="connsiteY6" fmla="*/ 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65176" h="5040000">
                <a:moveTo>
                  <a:pt x="0" y="0"/>
                </a:moveTo>
                <a:lnTo>
                  <a:pt x="5875564" y="10564"/>
                </a:lnTo>
                <a:cubicBezTo>
                  <a:pt x="7267322" y="10564"/>
                  <a:pt x="8065176" y="1128242"/>
                  <a:pt x="8065176" y="2520000"/>
                </a:cubicBezTo>
                <a:lnTo>
                  <a:pt x="8065176" y="2520000"/>
                </a:lnTo>
                <a:cubicBezTo>
                  <a:pt x="8065176" y="3911758"/>
                  <a:pt x="7258851" y="5040000"/>
                  <a:pt x="5867093" y="5040000"/>
                </a:cubicBezTo>
                <a:lnTo>
                  <a:pt x="0" y="504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64000" tIns="684000" rIns="540000" bIns="72000" anchor="t"/>
          <a:lstStyle>
            <a:lvl1pPr>
              <a:lnSpc>
                <a:spcPct val="90000"/>
              </a:lnSpc>
              <a:defRPr sz="4400" b="1" cap="all" baseline="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800"/>
              </a:spcBef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7CB53284-E905-4D94-9417-EE489C88F3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424" y="4421573"/>
            <a:ext cx="2160240" cy="1224136"/>
          </a:xfrm>
        </p:spPr>
        <p:txBody>
          <a:bodyPr/>
          <a:lstStyle>
            <a:lvl1pPr>
              <a:lnSpc>
                <a:spcPct val="90000"/>
              </a:lnSpc>
              <a:defRPr sz="5000" b="1">
                <a:ln w="12700">
                  <a:solidFill>
                    <a:schemeClr val="tx2"/>
                  </a:solidFill>
                </a:ln>
                <a:noFill/>
                <a:latin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000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C91355EF-87B5-4B49-AE3D-35727F4D8F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02" y="4421573"/>
            <a:ext cx="2160240" cy="1224136"/>
          </a:xfrm>
        </p:spPr>
        <p:txBody>
          <a:bodyPr/>
          <a:lstStyle>
            <a:lvl1pPr>
              <a:lnSpc>
                <a:spcPct val="90000"/>
              </a:lnSpc>
              <a:defRPr sz="5000" b="1">
                <a:ln w="12700">
                  <a:solidFill>
                    <a:schemeClr val="tx2"/>
                  </a:solidFill>
                </a:ln>
                <a:noFill/>
                <a:latin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000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3F033233-965E-4F69-BCFB-6773F48002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15980" y="4421573"/>
            <a:ext cx="2160240" cy="1224136"/>
          </a:xfrm>
        </p:spPr>
        <p:txBody>
          <a:bodyPr/>
          <a:lstStyle>
            <a:lvl1pPr>
              <a:lnSpc>
                <a:spcPct val="90000"/>
              </a:lnSpc>
              <a:defRPr sz="5000" b="1">
                <a:ln w="12700">
                  <a:solidFill>
                    <a:schemeClr val="tx2"/>
                  </a:solidFill>
                </a:ln>
                <a:noFill/>
                <a:latin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000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C2C8B570-B231-41C9-A716-C32129880C0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7F7BEF3F-FDA0-4547-AB5A-223F1F19FC7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9428672" y="6594434"/>
            <a:ext cx="2371608" cy="1231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3822001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bat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4">
            <a:extLst>
              <a:ext uri="{FF2B5EF4-FFF2-40B4-BE49-F238E27FC236}">
                <a16:creationId xmlns:a16="http://schemas.microsoft.com/office/drawing/2014/main" id="{25C945D0-BB3D-44E2-9517-898166ECB1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AU"/>
              <a:t>To replace the image, bring it to the foreground (right click | "Bring to front")</a:t>
            </a:r>
          </a:p>
          <a:p>
            <a:r>
              <a:rPr lang="en-AU"/>
              <a:t>to access the insert image icon.</a:t>
            </a:r>
          </a:p>
          <a:p>
            <a:r>
              <a:rPr lang="en-AU"/>
              <a:t>Then put it back in the background to make the title reappear.</a:t>
            </a:r>
            <a:endParaRPr lang="fr-FR"/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9EE0E67A-9DE7-4AE5-9559-80F520041A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000" y="908720"/>
            <a:ext cx="9720000" cy="5040560"/>
          </a:xfrm>
          <a:prstGeom prst="roundRect">
            <a:avLst>
              <a:gd name="adj" fmla="val 50000"/>
            </a:avLst>
          </a:prstGeom>
          <a:solidFill>
            <a:srgbClr val="FFDB97">
              <a:alpha val="89804"/>
            </a:srgbClr>
          </a:solidFill>
          <a:ln>
            <a:noFill/>
          </a:ln>
        </p:spPr>
        <p:txBody>
          <a:bodyPr anchor="ctr"/>
          <a:lstStyle>
            <a:lvl1pPr marL="0" algn="ctr">
              <a:lnSpc>
                <a:spcPct val="120000"/>
              </a:lnSpc>
              <a:spcBef>
                <a:spcPts val="0"/>
              </a:spcBef>
              <a:buFontTx/>
              <a:buNone/>
              <a:tabLst>
                <a:tab pos="1255713" algn="l"/>
              </a:tabLst>
              <a:defRPr sz="2500" b="0" i="1">
                <a:solidFill>
                  <a:schemeClr val="tx1"/>
                </a:solidFill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buFontTx/>
              <a:buNone/>
              <a:defRPr sz="20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b="0"/>
            </a:lvl3pPr>
            <a:lvl4pPr marL="0" indent="0">
              <a:spcBef>
                <a:spcPts val="0"/>
              </a:spcBef>
              <a:buFontTx/>
              <a:buNone/>
              <a:defRPr b="0"/>
            </a:lvl4pPr>
            <a:lvl5pPr marL="0">
              <a:spcBef>
                <a:spcPts val="0"/>
              </a:spcBef>
              <a:buFontTx/>
              <a:buNone/>
              <a:defRPr b="0"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0" name="Espace réservé pour une image  15">
            <a:extLst>
              <a:ext uri="{FF2B5EF4-FFF2-40B4-BE49-F238E27FC236}">
                <a16:creationId xmlns:a16="http://schemas.microsoft.com/office/drawing/2014/main" id="{AE4781CB-754B-4F3E-BD58-4BEFE00FEC2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90000" y="4941145"/>
            <a:ext cx="612000" cy="4176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 sz="900" b="0"/>
            </a:lvl1pPr>
          </a:lstStyle>
          <a:p>
            <a:r>
              <a:rPr lang="fr-FR"/>
              <a:t> </a:t>
            </a:r>
          </a:p>
        </p:txBody>
      </p:sp>
      <p:sp>
        <p:nvSpPr>
          <p:cNvPr id="21" name="Espace réservé pour une image  15">
            <a:extLst>
              <a:ext uri="{FF2B5EF4-FFF2-40B4-BE49-F238E27FC236}">
                <a16:creationId xmlns:a16="http://schemas.microsoft.com/office/drawing/2014/main" id="{F4A82F10-A633-4AE0-9138-9F23F33FAF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96093" y="1453078"/>
            <a:ext cx="612000" cy="417600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 sz="900" b="0"/>
            </a:lvl1pPr>
          </a:lstStyle>
          <a:p>
            <a:r>
              <a:rPr lang="fr-FR"/>
              <a:t> 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AEEE3B71-D344-43A8-BD9B-F8961AD8B8E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F8D13439-CAA5-4387-803B-4E03B673A6F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9428672" y="6594434"/>
            <a:ext cx="2371608" cy="1231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1776645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9">
            <a:extLst>
              <a:ext uri="{FF2B5EF4-FFF2-40B4-BE49-F238E27FC236}">
                <a16:creationId xmlns:a16="http://schemas.microsoft.com/office/drawing/2014/main" id="{C271E718-F53D-4C4D-9E59-26059D7C6C0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80132" y="3798000"/>
            <a:ext cx="3492388" cy="3060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0" name="Espace réservé pour une image  9">
            <a:extLst>
              <a:ext uri="{FF2B5EF4-FFF2-40B4-BE49-F238E27FC236}">
                <a16:creationId xmlns:a16="http://schemas.microsoft.com/office/drawing/2014/main" id="{855A396B-E50F-4605-A094-93022EAA0953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405091" y="4086000"/>
            <a:ext cx="3492388" cy="2772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1" name="Espace réservé pour une image  9">
            <a:extLst>
              <a:ext uri="{FF2B5EF4-FFF2-40B4-BE49-F238E27FC236}">
                <a16:creationId xmlns:a16="http://schemas.microsoft.com/office/drawing/2014/main" id="{E145D38F-132A-47D0-87D9-B2464D57F5C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220236" y="2546596"/>
            <a:ext cx="3492388" cy="3582742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2" name="Espace réservé pour une image  9">
            <a:extLst>
              <a:ext uri="{FF2B5EF4-FFF2-40B4-BE49-F238E27FC236}">
                <a16:creationId xmlns:a16="http://schemas.microsoft.com/office/drawing/2014/main" id="{7DAFF92E-2874-4E7E-9582-DE96C8923FE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222794" y="0"/>
            <a:ext cx="3492388" cy="2376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3" name="Espace réservé pour une image  9">
            <a:extLst>
              <a:ext uri="{FF2B5EF4-FFF2-40B4-BE49-F238E27FC236}">
                <a16:creationId xmlns:a16="http://schemas.microsoft.com/office/drawing/2014/main" id="{B6ADD71E-3373-46FF-B3D6-EE725571AFE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405091" y="0"/>
            <a:ext cx="3492388" cy="2880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4" name="Espace réservé pour une image  9">
            <a:extLst>
              <a:ext uri="{FF2B5EF4-FFF2-40B4-BE49-F238E27FC236}">
                <a16:creationId xmlns:a16="http://schemas.microsoft.com/office/drawing/2014/main" id="{841C1B18-B2D8-43DD-A2EE-3D170C81703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87388" y="836712"/>
            <a:ext cx="3492388" cy="27003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28B5047D-C12E-41D3-875B-9F064DE2DD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3792" y="3159026"/>
            <a:ext cx="3744416" cy="609398"/>
          </a:xfrm>
        </p:spPr>
        <p:txBody>
          <a:bodyPr/>
          <a:lstStyle>
            <a:lvl1pPr algn="ctr">
              <a:defRPr sz="4600"/>
            </a:lvl1pPr>
          </a:lstStyle>
          <a:p>
            <a:r>
              <a:rPr lang="fr-FR"/>
              <a:t>TITLE</a:t>
            </a:r>
          </a:p>
        </p:txBody>
      </p:sp>
      <p:sp>
        <p:nvSpPr>
          <p:cNvPr id="26" name="Espace réservé du texte 10">
            <a:extLst>
              <a:ext uri="{FF2B5EF4-FFF2-40B4-BE49-F238E27FC236}">
                <a16:creationId xmlns:a16="http://schemas.microsoft.com/office/drawing/2014/main" id="{708747BC-7AAA-44C8-81FD-9E9B3796A5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88" y="2799026"/>
            <a:ext cx="1796999" cy="665978"/>
          </a:xfrm>
          <a:custGeom>
            <a:avLst/>
            <a:gdLst>
              <a:gd name="connsiteX0" fmla="*/ 0 w 1872208"/>
              <a:gd name="connsiteY0" fmla="*/ 75209 h 665978"/>
              <a:gd name="connsiteX1" fmla="*/ 75209 w 1872208"/>
              <a:gd name="connsiteY1" fmla="*/ 0 h 665978"/>
              <a:gd name="connsiteX2" fmla="*/ 1796999 w 1872208"/>
              <a:gd name="connsiteY2" fmla="*/ 0 h 665978"/>
              <a:gd name="connsiteX3" fmla="*/ 1872208 w 1872208"/>
              <a:gd name="connsiteY3" fmla="*/ 75209 h 665978"/>
              <a:gd name="connsiteX4" fmla="*/ 1872208 w 1872208"/>
              <a:gd name="connsiteY4" fmla="*/ 590769 h 665978"/>
              <a:gd name="connsiteX5" fmla="*/ 1796999 w 1872208"/>
              <a:gd name="connsiteY5" fmla="*/ 665978 h 665978"/>
              <a:gd name="connsiteX6" fmla="*/ 75209 w 1872208"/>
              <a:gd name="connsiteY6" fmla="*/ 665978 h 665978"/>
              <a:gd name="connsiteX7" fmla="*/ 0 w 1872208"/>
              <a:gd name="connsiteY7" fmla="*/ 590769 h 665978"/>
              <a:gd name="connsiteX8" fmla="*/ 0 w 1872208"/>
              <a:gd name="connsiteY8" fmla="*/ 75209 h 665978"/>
              <a:gd name="connsiteX0" fmla="*/ 0 w 1872208"/>
              <a:gd name="connsiteY0" fmla="*/ 75209 h 665978"/>
              <a:gd name="connsiteX1" fmla="*/ 75209 w 1872208"/>
              <a:gd name="connsiteY1" fmla="*/ 0 h 665978"/>
              <a:gd name="connsiteX2" fmla="*/ 1796999 w 1872208"/>
              <a:gd name="connsiteY2" fmla="*/ 0 h 665978"/>
              <a:gd name="connsiteX3" fmla="*/ 1872208 w 1872208"/>
              <a:gd name="connsiteY3" fmla="*/ 75209 h 665978"/>
              <a:gd name="connsiteX4" fmla="*/ 1872208 w 1872208"/>
              <a:gd name="connsiteY4" fmla="*/ 590769 h 665978"/>
              <a:gd name="connsiteX5" fmla="*/ 1796999 w 1872208"/>
              <a:gd name="connsiteY5" fmla="*/ 665978 h 665978"/>
              <a:gd name="connsiteX6" fmla="*/ 75209 w 1872208"/>
              <a:gd name="connsiteY6" fmla="*/ 665978 h 665978"/>
              <a:gd name="connsiteX7" fmla="*/ 0 w 1872208"/>
              <a:gd name="connsiteY7" fmla="*/ 590769 h 665978"/>
              <a:gd name="connsiteX8" fmla="*/ 91440 w 1872208"/>
              <a:gd name="connsiteY8" fmla="*/ 166649 h 665978"/>
              <a:gd name="connsiteX0" fmla="*/ 0 w 1872208"/>
              <a:gd name="connsiteY0" fmla="*/ 75209 h 665978"/>
              <a:gd name="connsiteX1" fmla="*/ 75209 w 1872208"/>
              <a:gd name="connsiteY1" fmla="*/ 0 h 665978"/>
              <a:gd name="connsiteX2" fmla="*/ 1796999 w 1872208"/>
              <a:gd name="connsiteY2" fmla="*/ 0 h 665978"/>
              <a:gd name="connsiteX3" fmla="*/ 1872208 w 1872208"/>
              <a:gd name="connsiteY3" fmla="*/ 75209 h 665978"/>
              <a:gd name="connsiteX4" fmla="*/ 1872208 w 1872208"/>
              <a:gd name="connsiteY4" fmla="*/ 590769 h 665978"/>
              <a:gd name="connsiteX5" fmla="*/ 1796999 w 1872208"/>
              <a:gd name="connsiteY5" fmla="*/ 665978 h 665978"/>
              <a:gd name="connsiteX6" fmla="*/ 75209 w 1872208"/>
              <a:gd name="connsiteY6" fmla="*/ 665978 h 665978"/>
              <a:gd name="connsiteX7" fmla="*/ 0 w 1872208"/>
              <a:gd name="connsiteY7" fmla="*/ 590769 h 665978"/>
              <a:gd name="connsiteX0" fmla="*/ 75209 w 1872208"/>
              <a:gd name="connsiteY0" fmla="*/ 0 h 665978"/>
              <a:gd name="connsiteX1" fmla="*/ 1796999 w 1872208"/>
              <a:gd name="connsiteY1" fmla="*/ 0 h 665978"/>
              <a:gd name="connsiteX2" fmla="*/ 1872208 w 1872208"/>
              <a:gd name="connsiteY2" fmla="*/ 75209 h 665978"/>
              <a:gd name="connsiteX3" fmla="*/ 1872208 w 1872208"/>
              <a:gd name="connsiteY3" fmla="*/ 590769 h 665978"/>
              <a:gd name="connsiteX4" fmla="*/ 1796999 w 1872208"/>
              <a:gd name="connsiteY4" fmla="*/ 665978 h 665978"/>
              <a:gd name="connsiteX5" fmla="*/ 75209 w 1872208"/>
              <a:gd name="connsiteY5" fmla="*/ 665978 h 665978"/>
              <a:gd name="connsiteX6" fmla="*/ 0 w 1872208"/>
              <a:gd name="connsiteY6" fmla="*/ 590769 h 665978"/>
              <a:gd name="connsiteX0" fmla="*/ 0 w 1796999"/>
              <a:gd name="connsiteY0" fmla="*/ 0 h 665978"/>
              <a:gd name="connsiteX1" fmla="*/ 1721790 w 1796999"/>
              <a:gd name="connsiteY1" fmla="*/ 0 h 665978"/>
              <a:gd name="connsiteX2" fmla="*/ 1796999 w 1796999"/>
              <a:gd name="connsiteY2" fmla="*/ 75209 h 665978"/>
              <a:gd name="connsiteX3" fmla="*/ 1796999 w 1796999"/>
              <a:gd name="connsiteY3" fmla="*/ 590769 h 665978"/>
              <a:gd name="connsiteX4" fmla="*/ 1721790 w 1796999"/>
              <a:gd name="connsiteY4" fmla="*/ 665978 h 665978"/>
              <a:gd name="connsiteX5" fmla="*/ 0 w 1796999"/>
              <a:gd name="connsiteY5" fmla="*/ 665978 h 665978"/>
              <a:gd name="connsiteX0" fmla="*/ 0 w 1796999"/>
              <a:gd name="connsiteY0" fmla="*/ 0 h 665978"/>
              <a:gd name="connsiteX1" fmla="*/ 1721790 w 1796999"/>
              <a:gd name="connsiteY1" fmla="*/ 0 h 665978"/>
              <a:gd name="connsiteX2" fmla="*/ 1796999 w 1796999"/>
              <a:gd name="connsiteY2" fmla="*/ 75209 h 665978"/>
              <a:gd name="connsiteX3" fmla="*/ 1796999 w 1796999"/>
              <a:gd name="connsiteY3" fmla="*/ 590769 h 665978"/>
              <a:gd name="connsiteX4" fmla="*/ 1721790 w 1796999"/>
              <a:gd name="connsiteY4" fmla="*/ 665978 h 665978"/>
              <a:gd name="connsiteX5" fmla="*/ 0 w 1796999"/>
              <a:gd name="connsiteY5" fmla="*/ 665978 h 665978"/>
              <a:gd name="connsiteX6" fmla="*/ 0 w 1796999"/>
              <a:gd name="connsiteY6" fmla="*/ 0 h 66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6999" h="665978">
                <a:moveTo>
                  <a:pt x="0" y="0"/>
                </a:moveTo>
                <a:lnTo>
                  <a:pt x="1721790" y="0"/>
                </a:lnTo>
                <a:cubicBezTo>
                  <a:pt x="1763327" y="0"/>
                  <a:pt x="1796999" y="33672"/>
                  <a:pt x="1796999" y="75209"/>
                </a:cubicBezTo>
                <a:lnTo>
                  <a:pt x="1796999" y="590769"/>
                </a:lnTo>
                <a:cubicBezTo>
                  <a:pt x="1796999" y="632306"/>
                  <a:pt x="1763327" y="665978"/>
                  <a:pt x="1721790" y="665978"/>
                </a:cubicBezTo>
                <a:lnTo>
                  <a:pt x="0" y="665978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36000" bIns="0" anchor="ctr">
            <a:noAutofit/>
          </a:bodyPr>
          <a:lstStyle>
            <a:lvl1pPr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7" name="Espace réservé du texte 10">
            <a:extLst>
              <a:ext uri="{FF2B5EF4-FFF2-40B4-BE49-F238E27FC236}">
                <a16:creationId xmlns:a16="http://schemas.microsoft.com/office/drawing/2014/main" id="{A45416E8-44A6-4564-B754-6F4FEC1762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091" y="657971"/>
            <a:ext cx="1919375" cy="538781"/>
          </a:xfrm>
          <a:custGeom>
            <a:avLst/>
            <a:gdLst>
              <a:gd name="connsiteX0" fmla="*/ 0 w 1980220"/>
              <a:gd name="connsiteY0" fmla="*/ 60845 h 538781"/>
              <a:gd name="connsiteX1" fmla="*/ 60845 w 1980220"/>
              <a:gd name="connsiteY1" fmla="*/ 0 h 538781"/>
              <a:gd name="connsiteX2" fmla="*/ 1919375 w 1980220"/>
              <a:gd name="connsiteY2" fmla="*/ 0 h 538781"/>
              <a:gd name="connsiteX3" fmla="*/ 1980220 w 1980220"/>
              <a:gd name="connsiteY3" fmla="*/ 60845 h 538781"/>
              <a:gd name="connsiteX4" fmla="*/ 1980220 w 1980220"/>
              <a:gd name="connsiteY4" fmla="*/ 477936 h 538781"/>
              <a:gd name="connsiteX5" fmla="*/ 1919375 w 1980220"/>
              <a:gd name="connsiteY5" fmla="*/ 538781 h 538781"/>
              <a:gd name="connsiteX6" fmla="*/ 60845 w 1980220"/>
              <a:gd name="connsiteY6" fmla="*/ 538781 h 538781"/>
              <a:gd name="connsiteX7" fmla="*/ 0 w 1980220"/>
              <a:gd name="connsiteY7" fmla="*/ 477936 h 538781"/>
              <a:gd name="connsiteX8" fmla="*/ 0 w 1980220"/>
              <a:gd name="connsiteY8" fmla="*/ 60845 h 538781"/>
              <a:gd name="connsiteX0" fmla="*/ 0 w 1980220"/>
              <a:gd name="connsiteY0" fmla="*/ 60845 h 538781"/>
              <a:gd name="connsiteX1" fmla="*/ 60845 w 1980220"/>
              <a:gd name="connsiteY1" fmla="*/ 0 h 538781"/>
              <a:gd name="connsiteX2" fmla="*/ 1919375 w 1980220"/>
              <a:gd name="connsiteY2" fmla="*/ 0 h 538781"/>
              <a:gd name="connsiteX3" fmla="*/ 1980220 w 1980220"/>
              <a:gd name="connsiteY3" fmla="*/ 60845 h 538781"/>
              <a:gd name="connsiteX4" fmla="*/ 1980220 w 1980220"/>
              <a:gd name="connsiteY4" fmla="*/ 477936 h 538781"/>
              <a:gd name="connsiteX5" fmla="*/ 1919375 w 1980220"/>
              <a:gd name="connsiteY5" fmla="*/ 538781 h 538781"/>
              <a:gd name="connsiteX6" fmla="*/ 60845 w 1980220"/>
              <a:gd name="connsiteY6" fmla="*/ 538781 h 538781"/>
              <a:gd name="connsiteX7" fmla="*/ 0 w 1980220"/>
              <a:gd name="connsiteY7" fmla="*/ 477936 h 538781"/>
              <a:gd name="connsiteX8" fmla="*/ 91440 w 1980220"/>
              <a:gd name="connsiteY8" fmla="*/ 152285 h 538781"/>
              <a:gd name="connsiteX0" fmla="*/ 60845 w 1980220"/>
              <a:gd name="connsiteY0" fmla="*/ 0 h 538781"/>
              <a:gd name="connsiteX1" fmla="*/ 1919375 w 1980220"/>
              <a:gd name="connsiteY1" fmla="*/ 0 h 538781"/>
              <a:gd name="connsiteX2" fmla="*/ 1980220 w 1980220"/>
              <a:gd name="connsiteY2" fmla="*/ 60845 h 538781"/>
              <a:gd name="connsiteX3" fmla="*/ 1980220 w 1980220"/>
              <a:gd name="connsiteY3" fmla="*/ 477936 h 538781"/>
              <a:gd name="connsiteX4" fmla="*/ 1919375 w 1980220"/>
              <a:gd name="connsiteY4" fmla="*/ 538781 h 538781"/>
              <a:gd name="connsiteX5" fmla="*/ 60845 w 1980220"/>
              <a:gd name="connsiteY5" fmla="*/ 538781 h 538781"/>
              <a:gd name="connsiteX6" fmla="*/ 0 w 1980220"/>
              <a:gd name="connsiteY6" fmla="*/ 477936 h 538781"/>
              <a:gd name="connsiteX7" fmla="*/ 91440 w 1980220"/>
              <a:gd name="connsiteY7" fmla="*/ 152285 h 538781"/>
              <a:gd name="connsiteX0" fmla="*/ 60845 w 1980220"/>
              <a:gd name="connsiteY0" fmla="*/ 0 h 538781"/>
              <a:gd name="connsiteX1" fmla="*/ 1919375 w 1980220"/>
              <a:gd name="connsiteY1" fmla="*/ 0 h 538781"/>
              <a:gd name="connsiteX2" fmla="*/ 1980220 w 1980220"/>
              <a:gd name="connsiteY2" fmla="*/ 60845 h 538781"/>
              <a:gd name="connsiteX3" fmla="*/ 1980220 w 1980220"/>
              <a:gd name="connsiteY3" fmla="*/ 477936 h 538781"/>
              <a:gd name="connsiteX4" fmla="*/ 1919375 w 1980220"/>
              <a:gd name="connsiteY4" fmla="*/ 538781 h 538781"/>
              <a:gd name="connsiteX5" fmla="*/ 60845 w 1980220"/>
              <a:gd name="connsiteY5" fmla="*/ 538781 h 538781"/>
              <a:gd name="connsiteX6" fmla="*/ 0 w 1980220"/>
              <a:gd name="connsiteY6" fmla="*/ 477936 h 538781"/>
              <a:gd name="connsiteX0" fmla="*/ 0 w 1919375"/>
              <a:gd name="connsiteY0" fmla="*/ 0 h 538781"/>
              <a:gd name="connsiteX1" fmla="*/ 1858530 w 1919375"/>
              <a:gd name="connsiteY1" fmla="*/ 0 h 538781"/>
              <a:gd name="connsiteX2" fmla="*/ 1919375 w 1919375"/>
              <a:gd name="connsiteY2" fmla="*/ 60845 h 538781"/>
              <a:gd name="connsiteX3" fmla="*/ 1919375 w 1919375"/>
              <a:gd name="connsiteY3" fmla="*/ 477936 h 538781"/>
              <a:gd name="connsiteX4" fmla="*/ 1858530 w 1919375"/>
              <a:gd name="connsiteY4" fmla="*/ 538781 h 538781"/>
              <a:gd name="connsiteX5" fmla="*/ 0 w 1919375"/>
              <a:gd name="connsiteY5" fmla="*/ 538781 h 538781"/>
              <a:gd name="connsiteX0" fmla="*/ 0 w 1919375"/>
              <a:gd name="connsiteY0" fmla="*/ 0 h 538781"/>
              <a:gd name="connsiteX1" fmla="*/ 1858530 w 1919375"/>
              <a:gd name="connsiteY1" fmla="*/ 0 h 538781"/>
              <a:gd name="connsiteX2" fmla="*/ 1919375 w 1919375"/>
              <a:gd name="connsiteY2" fmla="*/ 60845 h 538781"/>
              <a:gd name="connsiteX3" fmla="*/ 1919375 w 1919375"/>
              <a:gd name="connsiteY3" fmla="*/ 477936 h 538781"/>
              <a:gd name="connsiteX4" fmla="*/ 1858530 w 1919375"/>
              <a:gd name="connsiteY4" fmla="*/ 538781 h 538781"/>
              <a:gd name="connsiteX5" fmla="*/ 0 w 1919375"/>
              <a:gd name="connsiteY5" fmla="*/ 538781 h 538781"/>
              <a:gd name="connsiteX6" fmla="*/ 0 w 1919375"/>
              <a:gd name="connsiteY6" fmla="*/ 0 h 53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9375" h="538781">
                <a:moveTo>
                  <a:pt x="0" y="0"/>
                </a:moveTo>
                <a:lnTo>
                  <a:pt x="1858530" y="0"/>
                </a:lnTo>
                <a:cubicBezTo>
                  <a:pt x="1892134" y="0"/>
                  <a:pt x="1919375" y="27241"/>
                  <a:pt x="1919375" y="60845"/>
                </a:cubicBezTo>
                <a:lnTo>
                  <a:pt x="1919375" y="477936"/>
                </a:lnTo>
                <a:cubicBezTo>
                  <a:pt x="1919375" y="511540"/>
                  <a:pt x="1892134" y="538781"/>
                  <a:pt x="1858530" y="538781"/>
                </a:cubicBezTo>
                <a:lnTo>
                  <a:pt x="0" y="5387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36000" bIns="0" anchor="ctr">
            <a:noAutofit/>
          </a:bodyPr>
          <a:lstStyle>
            <a:lvl1pPr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8" name="Espace réservé du texte 10">
            <a:extLst>
              <a:ext uri="{FF2B5EF4-FFF2-40B4-BE49-F238E27FC236}">
                <a16:creationId xmlns:a16="http://schemas.microsoft.com/office/drawing/2014/main" id="{AD929F19-FE6D-44B3-A3A1-3F3BCE7E87C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54087" y="170734"/>
            <a:ext cx="2661095" cy="665978"/>
          </a:xfrm>
          <a:custGeom>
            <a:avLst/>
            <a:gdLst>
              <a:gd name="connsiteX0" fmla="*/ 0 w 2736304"/>
              <a:gd name="connsiteY0" fmla="*/ 75209 h 665978"/>
              <a:gd name="connsiteX1" fmla="*/ 75209 w 2736304"/>
              <a:gd name="connsiteY1" fmla="*/ 0 h 665978"/>
              <a:gd name="connsiteX2" fmla="*/ 2661095 w 2736304"/>
              <a:gd name="connsiteY2" fmla="*/ 0 h 665978"/>
              <a:gd name="connsiteX3" fmla="*/ 2736304 w 2736304"/>
              <a:gd name="connsiteY3" fmla="*/ 75209 h 665978"/>
              <a:gd name="connsiteX4" fmla="*/ 2736304 w 2736304"/>
              <a:gd name="connsiteY4" fmla="*/ 590769 h 665978"/>
              <a:gd name="connsiteX5" fmla="*/ 2661095 w 2736304"/>
              <a:gd name="connsiteY5" fmla="*/ 665978 h 665978"/>
              <a:gd name="connsiteX6" fmla="*/ 75209 w 2736304"/>
              <a:gd name="connsiteY6" fmla="*/ 665978 h 665978"/>
              <a:gd name="connsiteX7" fmla="*/ 0 w 2736304"/>
              <a:gd name="connsiteY7" fmla="*/ 590769 h 665978"/>
              <a:gd name="connsiteX8" fmla="*/ 0 w 2736304"/>
              <a:gd name="connsiteY8" fmla="*/ 75209 h 665978"/>
              <a:gd name="connsiteX0" fmla="*/ 2736304 w 2827744"/>
              <a:gd name="connsiteY0" fmla="*/ 75209 h 665978"/>
              <a:gd name="connsiteX1" fmla="*/ 2736304 w 2827744"/>
              <a:gd name="connsiteY1" fmla="*/ 590769 h 665978"/>
              <a:gd name="connsiteX2" fmla="*/ 2661095 w 2827744"/>
              <a:gd name="connsiteY2" fmla="*/ 665978 h 665978"/>
              <a:gd name="connsiteX3" fmla="*/ 75209 w 2827744"/>
              <a:gd name="connsiteY3" fmla="*/ 665978 h 665978"/>
              <a:gd name="connsiteX4" fmla="*/ 0 w 2827744"/>
              <a:gd name="connsiteY4" fmla="*/ 590769 h 665978"/>
              <a:gd name="connsiteX5" fmla="*/ 0 w 2827744"/>
              <a:gd name="connsiteY5" fmla="*/ 75209 h 665978"/>
              <a:gd name="connsiteX6" fmla="*/ 75209 w 2827744"/>
              <a:gd name="connsiteY6" fmla="*/ 0 h 665978"/>
              <a:gd name="connsiteX7" fmla="*/ 2661095 w 2827744"/>
              <a:gd name="connsiteY7" fmla="*/ 0 h 665978"/>
              <a:gd name="connsiteX8" fmla="*/ 2827744 w 2827744"/>
              <a:gd name="connsiteY8" fmla="*/ 166649 h 665978"/>
              <a:gd name="connsiteX0" fmla="*/ 2736304 w 2736304"/>
              <a:gd name="connsiteY0" fmla="*/ 75209 h 665978"/>
              <a:gd name="connsiteX1" fmla="*/ 2736304 w 2736304"/>
              <a:gd name="connsiteY1" fmla="*/ 590769 h 665978"/>
              <a:gd name="connsiteX2" fmla="*/ 2661095 w 2736304"/>
              <a:gd name="connsiteY2" fmla="*/ 665978 h 665978"/>
              <a:gd name="connsiteX3" fmla="*/ 75209 w 2736304"/>
              <a:gd name="connsiteY3" fmla="*/ 665978 h 665978"/>
              <a:gd name="connsiteX4" fmla="*/ 0 w 2736304"/>
              <a:gd name="connsiteY4" fmla="*/ 590769 h 665978"/>
              <a:gd name="connsiteX5" fmla="*/ 0 w 2736304"/>
              <a:gd name="connsiteY5" fmla="*/ 75209 h 665978"/>
              <a:gd name="connsiteX6" fmla="*/ 75209 w 2736304"/>
              <a:gd name="connsiteY6" fmla="*/ 0 h 665978"/>
              <a:gd name="connsiteX7" fmla="*/ 2661095 w 2736304"/>
              <a:gd name="connsiteY7" fmla="*/ 0 h 665978"/>
              <a:gd name="connsiteX0" fmla="*/ 2736304 w 2736304"/>
              <a:gd name="connsiteY0" fmla="*/ 590769 h 665978"/>
              <a:gd name="connsiteX1" fmla="*/ 2661095 w 2736304"/>
              <a:gd name="connsiteY1" fmla="*/ 665978 h 665978"/>
              <a:gd name="connsiteX2" fmla="*/ 75209 w 2736304"/>
              <a:gd name="connsiteY2" fmla="*/ 665978 h 665978"/>
              <a:gd name="connsiteX3" fmla="*/ 0 w 2736304"/>
              <a:gd name="connsiteY3" fmla="*/ 590769 h 665978"/>
              <a:gd name="connsiteX4" fmla="*/ 0 w 2736304"/>
              <a:gd name="connsiteY4" fmla="*/ 75209 h 665978"/>
              <a:gd name="connsiteX5" fmla="*/ 75209 w 2736304"/>
              <a:gd name="connsiteY5" fmla="*/ 0 h 665978"/>
              <a:gd name="connsiteX6" fmla="*/ 2661095 w 2736304"/>
              <a:gd name="connsiteY6" fmla="*/ 0 h 665978"/>
              <a:gd name="connsiteX0" fmla="*/ 2661095 w 2661095"/>
              <a:gd name="connsiteY0" fmla="*/ 665978 h 665978"/>
              <a:gd name="connsiteX1" fmla="*/ 75209 w 2661095"/>
              <a:gd name="connsiteY1" fmla="*/ 665978 h 665978"/>
              <a:gd name="connsiteX2" fmla="*/ 0 w 2661095"/>
              <a:gd name="connsiteY2" fmla="*/ 590769 h 665978"/>
              <a:gd name="connsiteX3" fmla="*/ 0 w 2661095"/>
              <a:gd name="connsiteY3" fmla="*/ 75209 h 665978"/>
              <a:gd name="connsiteX4" fmla="*/ 75209 w 2661095"/>
              <a:gd name="connsiteY4" fmla="*/ 0 h 665978"/>
              <a:gd name="connsiteX5" fmla="*/ 2661095 w 2661095"/>
              <a:gd name="connsiteY5" fmla="*/ 0 h 665978"/>
              <a:gd name="connsiteX0" fmla="*/ 2661095 w 2661095"/>
              <a:gd name="connsiteY0" fmla="*/ 665978 h 665978"/>
              <a:gd name="connsiteX1" fmla="*/ 75209 w 2661095"/>
              <a:gd name="connsiteY1" fmla="*/ 665978 h 665978"/>
              <a:gd name="connsiteX2" fmla="*/ 0 w 2661095"/>
              <a:gd name="connsiteY2" fmla="*/ 590769 h 665978"/>
              <a:gd name="connsiteX3" fmla="*/ 0 w 2661095"/>
              <a:gd name="connsiteY3" fmla="*/ 75209 h 665978"/>
              <a:gd name="connsiteX4" fmla="*/ 75209 w 2661095"/>
              <a:gd name="connsiteY4" fmla="*/ 0 h 665978"/>
              <a:gd name="connsiteX5" fmla="*/ 2661095 w 2661095"/>
              <a:gd name="connsiteY5" fmla="*/ 0 h 665978"/>
              <a:gd name="connsiteX6" fmla="*/ 2661095 w 2661095"/>
              <a:gd name="connsiteY6" fmla="*/ 665978 h 66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1095" h="665978">
                <a:moveTo>
                  <a:pt x="2661095" y="665978"/>
                </a:moveTo>
                <a:lnTo>
                  <a:pt x="75209" y="665978"/>
                </a:lnTo>
                <a:cubicBezTo>
                  <a:pt x="33672" y="665978"/>
                  <a:pt x="0" y="632306"/>
                  <a:pt x="0" y="590769"/>
                </a:cubicBezTo>
                <a:lnTo>
                  <a:pt x="0" y="75209"/>
                </a:lnTo>
                <a:cubicBezTo>
                  <a:pt x="0" y="33672"/>
                  <a:pt x="33672" y="0"/>
                  <a:pt x="75209" y="0"/>
                </a:cubicBezTo>
                <a:lnTo>
                  <a:pt x="2661095" y="0"/>
                </a:lnTo>
                <a:lnTo>
                  <a:pt x="2661095" y="665978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144000" bIns="0" anchor="ctr">
            <a:noAutofit/>
          </a:bodyPr>
          <a:lstStyle>
            <a:lvl1pPr algn="r"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 algn="r"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9" name="Espace réservé du texte 10">
            <a:extLst>
              <a:ext uri="{FF2B5EF4-FFF2-40B4-BE49-F238E27FC236}">
                <a16:creationId xmlns:a16="http://schemas.microsoft.com/office/drawing/2014/main" id="{346D49FF-27FC-4544-90F2-3067C935DE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51529" y="4974021"/>
            <a:ext cx="2661095" cy="665978"/>
          </a:xfrm>
          <a:custGeom>
            <a:avLst/>
            <a:gdLst>
              <a:gd name="connsiteX0" fmla="*/ 0 w 2736304"/>
              <a:gd name="connsiteY0" fmla="*/ 75209 h 665978"/>
              <a:gd name="connsiteX1" fmla="*/ 75209 w 2736304"/>
              <a:gd name="connsiteY1" fmla="*/ 0 h 665978"/>
              <a:gd name="connsiteX2" fmla="*/ 2661095 w 2736304"/>
              <a:gd name="connsiteY2" fmla="*/ 0 h 665978"/>
              <a:gd name="connsiteX3" fmla="*/ 2736304 w 2736304"/>
              <a:gd name="connsiteY3" fmla="*/ 75209 h 665978"/>
              <a:gd name="connsiteX4" fmla="*/ 2736304 w 2736304"/>
              <a:gd name="connsiteY4" fmla="*/ 590769 h 665978"/>
              <a:gd name="connsiteX5" fmla="*/ 2661095 w 2736304"/>
              <a:gd name="connsiteY5" fmla="*/ 665978 h 665978"/>
              <a:gd name="connsiteX6" fmla="*/ 75209 w 2736304"/>
              <a:gd name="connsiteY6" fmla="*/ 665978 h 665978"/>
              <a:gd name="connsiteX7" fmla="*/ 0 w 2736304"/>
              <a:gd name="connsiteY7" fmla="*/ 590769 h 665978"/>
              <a:gd name="connsiteX8" fmla="*/ 0 w 2736304"/>
              <a:gd name="connsiteY8" fmla="*/ 75209 h 665978"/>
              <a:gd name="connsiteX0" fmla="*/ 2736304 w 2827744"/>
              <a:gd name="connsiteY0" fmla="*/ 75209 h 665978"/>
              <a:gd name="connsiteX1" fmla="*/ 2736304 w 2827744"/>
              <a:gd name="connsiteY1" fmla="*/ 590769 h 665978"/>
              <a:gd name="connsiteX2" fmla="*/ 2661095 w 2827744"/>
              <a:gd name="connsiteY2" fmla="*/ 665978 h 665978"/>
              <a:gd name="connsiteX3" fmla="*/ 75209 w 2827744"/>
              <a:gd name="connsiteY3" fmla="*/ 665978 h 665978"/>
              <a:gd name="connsiteX4" fmla="*/ 0 w 2827744"/>
              <a:gd name="connsiteY4" fmla="*/ 590769 h 665978"/>
              <a:gd name="connsiteX5" fmla="*/ 0 w 2827744"/>
              <a:gd name="connsiteY5" fmla="*/ 75209 h 665978"/>
              <a:gd name="connsiteX6" fmla="*/ 75209 w 2827744"/>
              <a:gd name="connsiteY6" fmla="*/ 0 h 665978"/>
              <a:gd name="connsiteX7" fmla="*/ 2661095 w 2827744"/>
              <a:gd name="connsiteY7" fmla="*/ 0 h 665978"/>
              <a:gd name="connsiteX8" fmla="*/ 2827744 w 2827744"/>
              <a:gd name="connsiteY8" fmla="*/ 166649 h 665978"/>
              <a:gd name="connsiteX0" fmla="*/ 2736304 w 2736304"/>
              <a:gd name="connsiteY0" fmla="*/ 75209 h 665978"/>
              <a:gd name="connsiteX1" fmla="*/ 2736304 w 2736304"/>
              <a:gd name="connsiteY1" fmla="*/ 590769 h 665978"/>
              <a:gd name="connsiteX2" fmla="*/ 2661095 w 2736304"/>
              <a:gd name="connsiteY2" fmla="*/ 665978 h 665978"/>
              <a:gd name="connsiteX3" fmla="*/ 75209 w 2736304"/>
              <a:gd name="connsiteY3" fmla="*/ 665978 h 665978"/>
              <a:gd name="connsiteX4" fmla="*/ 0 w 2736304"/>
              <a:gd name="connsiteY4" fmla="*/ 590769 h 665978"/>
              <a:gd name="connsiteX5" fmla="*/ 0 w 2736304"/>
              <a:gd name="connsiteY5" fmla="*/ 75209 h 665978"/>
              <a:gd name="connsiteX6" fmla="*/ 75209 w 2736304"/>
              <a:gd name="connsiteY6" fmla="*/ 0 h 665978"/>
              <a:gd name="connsiteX7" fmla="*/ 2661095 w 2736304"/>
              <a:gd name="connsiteY7" fmla="*/ 0 h 665978"/>
              <a:gd name="connsiteX0" fmla="*/ 2736304 w 2736304"/>
              <a:gd name="connsiteY0" fmla="*/ 590769 h 665978"/>
              <a:gd name="connsiteX1" fmla="*/ 2661095 w 2736304"/>
              <a:gd name="connsiteY1" fmla="*/ 665978 h 665978"/>
              <a:gd name="connsiteX2" fmla="*/ 75209 w 2736304"/>
              <a:gd name="connsiteY2" fmla="*/ 665978 h 665978"/>
              <a:gd name="connsiteX3" fmla="*/ 0 w 2736304"/>
              <a:gd name="connsiteY3" fmla="*/ 590769 h 665978"/>
              <a:gd name="connsiteX4" fmla="*/ 0 w 2736304"/>
              <a:gd name="connsiteY4" fmla="*/ 75209 h 665978"/>
              <a:gd name="connsiteX5" fmla="*/ 75209 w 2736304"/>
              <a:gd name="connsiteY5" fmla="*/ 0 h 665978"/>
              <a:gd name="connsiteX6" fmla="*/ 2661095 w 2736304"/>
              <a:gd name="connsiteY6" fmla="*/ 0 h 665978"/>
              <a:gd name="connsiteX0" fmla="*/ 2661095 w 2661095"/>
              <a:gd name="connsiteY0" fmla="*/ 665978 h 665978"/>
              <a:gd name="connsiteX1" fmla="*/ 75209 w 2661095"/>
              <a:gd name="connsiteY1" fmla="*/ 665978 h 665978"/>
              <a:gd name="connsiteX2" fmla="*/ 0 w 2661095"/>
              <a:gd name="connsiteY2" fmla="*/ 590769 h 665978"/>
              <a:gd name="connsiteX3" fmla="*/ 0 w 2661095"/>
              <a:gd name="connsiteY3" fmla="*/ 75209 h 665978"/>
              <a:gd name="connsiteX4" fmla="*/ 75209 w 2661095"/>
              <a:gd name="connsiteY4" fmla="*/ 0 h 665978"/>
              <a:gd name="connsiteX5" fmla="*/ 2661095 w 2661095"/>
              <a:gd name="connsiteY5" fmla="*/ 0 h 665978"/>
              <a:gd name="connsiteX0" fmla="*/ 2661095 w 2661095"/>
              <a:gd name="connsiteY0" fmla="*/ 665978 h 665978"/>
              <a:gd name="connsiteX1" fmla="*/ 75209 w 2661095"/>
              <a:gd name="connsiteY1" fmla="*/ 665978 h 665978"/>
              <a:gd name="connsiteX2" fmla="*/ 0 w 2661095"/>
              <a:gd name="connsiteY2" fmla="*/ 590769 h 665978"/>
              <a:gd name="connsiteX3" fmla="*/ 0 w 2661095"/>
              <a:gd name="connsiteY3" fmla="*/ 75209 h 665978"/>
              <a:gd name="connsiteX4" fmla="*/ 75209 w 2661095"/>
              <a:gd name="connsiteY4" fmla="*/ 0 h 665978"/>
              <a:gd name="connsiteX5" fmla="*/ 2661095 w 2661095"/>
              <a:gd name="connsiteY5" fmla="*/ 0 h 665978"/>
              <a:gd name="connsiteX6" fmla="*/ 2661095 w 2661095"/>
              <a:gd name="connsiteY6" fmla="*/ 665978 h 66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1095" h="665978">
                <a:moveTo>
                  <a:pt x="2661095" y="665978"/>
                </a:moveTo>
                <a:lnTo>
                  <a:pt x="75209" y="665978"/>
                </a:lnTo>
                <a:cubicBezTo>
                  <a:pt x="33672" y="665978"/>
                  <a:pt x="0" y="632306"/>
                  <a:pt x="0" y="590769"/>
                </a:cubicBezTo>
                <a:lnTo>
                  <a:pt x="0" y="75209"/>
                </a:lnTo>
                <a:cubicBezTo>
                  <a:pt x="0" y="33672"/>
                  <a:pt x="33672" y="0"/>
                  <a:pt x="75209" y="0"/>
                </a:cubicBezTo>
                <a:lnTo>
                  <a:pt x="2661095" y="0"/>
                </a:lnTo>
                <a:lnTo>
                  <a:pt x="2661095" y="665978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144000" bIns="0" anchor="ctr">
            <a:noAutofit/>
          </a:bodyPr>
          <a:lstStyle>
            <a:lvl1pPr algn="r"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 algn="r"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30" name="Espace réservé du texte 10">
            <a:extLst>
              <a:ext uri="{FF2B5EF4-FFF2-40B4-BE49-F238E27FC236}">
                <a16:creationId xmlns:a16="http://schemas.microsoft.com/office/drawing/2014/main" id="{BA7AFCF5-C790-4BFA-9280-7EC79606B1B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5091" y="5363086"/>
            <a:ext cx="1570930" cy="766252"/>
          </a:xfrm>
          <a:custGeom>
            <a:avLst/>
            <a:gdLst>
              <a:gd name="connsiteX0" fmla="*/ 0 w 1657463"/>
              <a:gd name="connsiteY0" fmla="*/ 86533 h 766252"/>
              <a:gd name="connsiteX1" fmla="*/ 86533 w 1657463"/>
              <a:gd name="connsiteY1" fmla="*/ 0 h 766252"/>
              <a:gd name="connsiteX2" fmla="*/ 1570930 w 1657463"/>
              <a:gd name="connsiteY2" fmla="*/ 0 h 766252"/>
              <a:gd name="connsiteX3" fmla="*/ 1657463 w 1657463"/>
              <a:gd name="connsiteY3" fmla="*/ 86533 h 766252"/>
              <a:gd name="connsiteX4" fmla="*/ 1657463 w 1657463"/>
              <a:gd name="connsiteY4" fmla="*/ 679719 h 766252"/>
              <a:gd name="connsiteX5" fmla="*/ 1570930 w 1657463"/>
              <a:gd name="connsiteY5" fmla="*/ 766252 h 766252"/>
              <a:gd name="connsiteX6" fmla="*/ 86533 w 1657463"/>
              <a:gd name="connsiteY6" fmla="*/ 766252 h 766252"/>
              <a:gd name="connsiteX7" fmla="*/ 0 w 1657463"/>
              <a:gd name="connsiteY7" fmla="*/ 679719 h 766252"/>
              <a:gd name="connsiteX8" fmla="*/ 0 w 1657463"/>
              <a:gd name="connsiteY8" fmla="*/ 86533 h 766252"/>
              <a:gd name="connsiteX0" fmla="*/ 0 w 1657463"/>
              <a:gd name="connsiteY0" fmla="*/ 86533 h 766252"/>
              <a:gd name="connsiteX1" fmla="*/ 86533 w 1657463"/>
              <a:gd name="connsiteY1" fmla="*/ 0 h 766252"/>
              <a:gd name="connsiteX2" fmla="*/ 1570930 w 1657463"/>
              <a:gd name="connsiteY2" fmla="*/ 0 h 766252"/>
              <a:gd name="connsiteX3" fmla="*/ 1657463 w 1657463"/>
              <a:gd name="connsiteY3" fmla="*/ 86533 h 766252"/>
              <a:gd name="connsiteX4" fmla="*/ 1657463 w 1657463"/>
              <a:gd name="connsiteY4" fmla="*/ 679719 h 766252"/>
              <a:gd name="connsiteX5" fmla="*/ 1570930 w 1657463"/>
              <a:gd name="connsiteY5" fmla="*/ 766252 h 766252"/>
              <a:gd name="connsiteX6" fmla="*/ 86533 w 1657463"/>
              <a:gd name="connsiteY6" fmla="*/ 766252 h 766252"/>
              <a:gd name="connsiteX7" fmla="*/ 0 w 1657463"/>
              <a:gd name="connsiteY7" fmla="*/ 679719 h 766252"/>
              <a:gd name="connsiteX8" fmla="*/ 91440 w 1657463"/>
              <a:gd name="connsiteY8" fmla="*/ 177973 h 766252"/>
              <a:gd name="connsiteX0" fmla="*/ 86533 w 1657463"/>
              <a:gd name="connsiteY0" fmla="*/ 0 h 766252"/>
              <a:gd name="connsiteX1" fmla="*/ 1570930 w 1657463"/>
              <a:gd name="connsiteY1" fmla="*/ 0 h 766252"/>
              <a:gd name="connsiteX2" fmla="*/ 1657463 w 1657463"/>
              <a:gd name="connsiteY2" fmla="*/ 86533 h 766252"/>
              <a:gd name="connsiteX3" fmla="*/ 1657463 w 1657463"/>
              <a:gd name="connsiteY3" fmla="*/ 679719 h 766252"/>
              <a:gd name="connsiteX4" fmla="*/ 1570930 w 1657463"/>
              <a:gd name="connsiteY4" fmla="*/ 766252 h 766252"/>
              <a:gd name="connsiteX5" fmla="*/ 86533 w 1657463"/>
              <a:gd name="connsiteY5" fmla="*/ 766252 h 766252"/>
              <a:gd name="connsiteX6" fmla="*/ 0 w 1657463"/>
              <a:gd name="connsiteY6" fmla="*/ 679719 h 766252"/>
              <a:gd name="connsiteX7" fmla="*/ 91440 w 1657463"/>
              <a:gd name="connsiteY7" fmla="*/ 177973 h 766252"/>
              <a:gd name="connsiteX0" fmla="*/ 86533 w 1657463"/>
              <a:gd name="connsiteY0" fmla="*/ 0 h 766252"/>
              <a:gd name="connsiteX1" fmla="*/ 1570930 w 1657463"/>
              <a:gd name="connsiteY1" fmla="*/ 0 h 766252"/>
              <a:gd name="connsiteX2" fmla="*/ 1657463 w 1657463"/>
              <a:gd name="connsiteY2" fmla="*/ 86533 h 766252"/>
              <a:gd name="connsiteX3" fmla="*/ 1657463 w 1657463"/>
              <a:gd name="connsiteY3" fmla="*/ 679719 h 766252"/>
              <a:gd name="connsiteX4" fmla="*/ 1570930 w 1657463"/>
              <a:gd name="connsiteY4" fmla="*/ 766252 h 766252"/>
              <a:gd name="connsiteX5" fmla="*/ 86533 w 1657463"/>
              <a:gd name="connsiteY5" fmla="*/ 766252 h 766252"/>
              <a:gd name="connsiteX6" fmla="*/ 0 w 1657463"/>
              <a:gd name="connsiteY6" fmla="*/ 679719 h 766252"/>
              <a:gd name="connsiteX0" fmla="*/ 0 w 1570930"/>
              <a:gd name="connsiteY0" fmla="*/ 0 h 766252"/>
              <a:gd name="connsiteX1" fmla="*/ 1484397 w 1570930"/>
              <a:gd name="connsiteY1" fmla="*/ 0 h 766252"/>
              <a:gd name="connsiteX2" fmla="*/ 1570930 w 1570930"/>
              <a:gd name="connsiteY2" fmla="*/ 86533 h 766252"/>
              <a:gd name="connsiteX3" fmla="*/ 1570930 w 1570930"/>
              <a:gd name="connsiteY3" fmla="*/ 679719 h 766252"/>
              <a:gd name="connsiteX4" fmla="*/ 1484397 w 1570930"/>
              <a:gd name="connsiteY4" fmla="*/ 766252 h 766252"/>
              <a:gd name="connsiteX5" fmla="*/ 0 w 1570930"/>
              <a:gd name="connsiteY5" fmla="*/ 766252 h 766252"/>
              <a:gd name="connsiteX0" fmla="*/ 0 w 1570930"/>
              <a:gd name="connsiteY0" fmla="*/ 0 h 766252"/>
              <a:gd name="connsiteX1" fmla="*/ 1484397 w 1570930"/>
              <a:gd name="connsiteY1" fmla="*/ 0 h 766252"/>
              <a:gd name="connsiteX2" fmla="*/ 1570930 w 1570930"/>
              <a:gd name="connsiteY2" fmla="*/ 86533 h 766252"/>
              <a:gd name="connsiteX3" fmla="*/ 1570930 w 1570930"/>
              <a:gd name="connsiteY3" fmla="*/ 679719 h 766252"/>
              <a:gd name="connsiteX4" fmla="*/ 1484397 w 1570930"/>
              <a:gd name="connsiteY4" fmla="*/ 766252 h 766252"/>
              <a:gd name="connsiteX5" fmla="*/ 0 w 1570930"/>
              <a:gd name="connsiteY5" fmla="*/ 766252 h 766252"/>
              <a:gd name="connsiteX6" fmla="*/ 0 w 1570930"/>
              <a:gd name="connsiteY6" fmla="*/ 0 h 76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0930" h="766252">
                <a:moveTo>
                  <a:pt x="0" y="0"/>
                </a:moveTo>
                <a:lnTo>
                  <a:pt x="1484397" y="0"/>
                </a:lnTo>
                <a:cubicBezTo>
                  <a:pt x="1532188" y="0"/>
                  <a:pt x="1570930" y="38742"/>
                  <a:pt x="1570930" y="86533"/>
                </a:cubicBezTo>
                <a:lnTo>
                  <a:pt x="1570930" y="679719"/>
                </a:lnTo>
                <a:cubicBezTo>
                  <a:pt x="1570930" y="727510"/>
                  <a:pt x="1532188" y="766252"/>
                  <a:pt x="1484397" y="766252"/>
                </a:cubicBezTo>
                <a:lnTo>
                  <a:pt x="0" y="76625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36000" bIns="0" anchor="ctr">
            <a:noAutofit/>
          </a:bodyPr>
          <a:lstStyle>
            <a:lvl1pPr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2B204E70-39E5-48B5-8367-603820CC76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0132" y="5859366"/>
            <a:ext cx="2812367" cy="665978"/>
          </a:xfrm>
          <a:custGeom>
            <a:avLst/>
            <a:gdLst>
              <a:gd name="connsiteX0" fmla="*/ 0 w 2887576"/>
              <a:gd name="connsiteY0" fmla="*/ 75209 h 665978"/>
              <a:gd name="connsiteX1" fmla="*/ 75209 w 2887576"/>
              <a:gd name="connsiteY1" fmla="*/ 0 h 665978"/>
              <a:gd name="connsiteX2" fmla="*/ 2812367 w 2887576"/>
              <a:gd name="connsiteY2" fmla="*/ 0 h 665978"/>
              <a:gd name="connsiteX3" fmla="*/ 2887576 w 2887576"/>
              <a:gd name="connsiteY3" fmla="*/ 75209 h 665978"/>
              <a:gd name="connsiteX4" fmla="*/ 2887576 w 2887576"/>
              <a:gd name="connsiteY4" fmla="*/ 590769 h 665978"/>
              <a:gd name="connsiteX5" fmla="*/ 2812367 w 2887576"/>
              <a:gd name="connsiteY5" fmla="*/ 665978 h 665978"/>
              <a:gd name="connsiteX6" fmla="*/ 75209 w 2887576"/>
              <a:gd name="connsiteY6" fmla="*/ 665978 h 665978"/>
              <a:gd name="connsiteX7" fmla="*/ 0 w 2887576"/>
              <a:gd name="connsiteY7" fmla="*/ 590769 h 665978"/>
              <a:gd name="connsiteX8" fmla="*/ 0 w 2887576"/>
              <a:gd name="connsiteY8" fmla="*/ 75209 h 665978"/>
              <a:gd name="connsiteX0" fmla="*/ 0 w 2887576"/>
              <a:gd name="connsiteY0" fmla="*/ 75209 h 665978"/>
              <a:gd name="connsiteX1" fmla="*/ 75209 w 2887576"/>
              <a:gd name="connsiteY1" fmla="*/ 0 h 665978"/>
              <a:gd name="connsiteX2" fmla="*/ 2812367 w 2887576"/>
              <a:gd name="connsiteY2" fmla="*/ 0 h 665978"/>
              <a:gd name="connsiteX3" fmla="*/ 2887576 w 2887576"/>
              <a:gd name="connsiteY3" fmla="*/ 75209 h 665978"/>
              <a:gd name="connsiteX4" fmla="*/ 2887576 w 2887576"/>
              <a:gd name="connsiteY4" fmla="*/ 590769 h 665978"/>
              <a:gd name="connsiteX5" fmla="*/ 2812367 w 2887576"/>
              <a:gd name="connsiteY5" fmla="*/ 665978 h 665978"/>
              <a:gd name="connsiteX6" fmla="*/ 75209 w 2887576"/>
              <a:gd name="connsiteY6" fmla="*/ 665978 h 665978"/>
              <a:gd name="connsiteX7" fmla="*/ 0 w 2887576"/>
              <a:gd name="connsiteY7" fmla="*/ 590769 h 665978"/>
              <a:gd name="connsiteX8" fmla="*/ 91440 w 2887576"/>
              <a:gd name="connsiteY8" fmla="*/ 166649 h 665978"/>
              <a:gd name="connsiteX0" fmla="*/ 75209 w 2887576"/>
              <a:gd name="connsiteY0" fmla="*/ 0 h 665978"/>
              <a:gd name="connsiteX1" fmla="*/ 2812367 w 2887576"/>
              <a:gd name="connsiteY1" fmla="*/ 0 h 665978"/>
              <a:gd name="connsiteX2" fmla="*/ 2887576 w 2887576"/>
              <a:gd name="connsiteY2" fmla="*/ 75209 h 665978"/>
              <a:gd name="connsiteX3" fmla="*/ 2887576 w 2887576"/>
              <a:gd name="connsiteY3" fmla="*/ 590769 h 665978"/>
              <a:gd name="connsiteX4" fmla="*/ 2812367 w 2887576"/>
              <a:gd name="connsiteY4" fmla="*/ 665978 h 665978"/>
              <a:gd name="connsiteX5" fmla="*/ 75209 w 2887576"/>
              <a:gd name="connsiteY5" fmla="*/ 665978 h 665978"/>
              <a:gd name="connsiteX6" fmla="*/ 0 w 2887576"/>
              <a:gd name="connsiteY6" fmla="*/ 590769 h 665978"/>
              <a:gd name="connsiteX7" fmla="*/ 91440 w 2887576"/>
              <a:gd name="connsiteY7" fmla="*/ 166649 h 665978"/>
              <a:gd name="connsiteX0" fmla="*/ 75209 w 2887576"/>
              <a:gd name="connsiteY0" fmla="*/ 0 h 665978"/>
              <a:gd name="connsiteX1" fmla="*/ 2812367 w 2887576"/>
              <a:gd name="connsiteY1" fmla="*/ 0 h 665978"/>
              <a:gd name="connsiteX2" fmla="*/ 2887576 w 2887576"/>
              <a:gd name="connsiteY2" fmla="*/ 75209 h 665978"/>
              <a:gd name="connsiteX3" fmla="*/ 2887576 w 2887576"/>
              <a:gd name="connsiteY3" fmla="*/ 590769 h 665978"/>
              <a:gd name="connsiteX4" fmla="*/ 2812367 w 2887576"/>
              <a:gd name="connsiteY4" fmla="*/ 665978 h 665978"/>
              <a:gd name="connsiteX5" fmla="*/ 75209 w 2887576"/>
              <a:gd name="connsiteY5" fmla="*/ 665978 h 665978"/>
              <a:gd name="connsiteX6" fmla="*/ 0 w 2887576"/>
              <a:gd name="connsiteY6" fmla="*/ 590769 h 665978"/>
              <a:gd name="connsiteX0" fmla="*/ 0 w 2812367"/>
              <a:gd name="connsiteY0" fmla="*/ 0 h 665978"/>
              <a:gd name="connsiteX1" fmla="*/ 2737158 w 2812367"/>
              <a:gd name="connsiteY1" fmla="*/ 0 h 665978"/>
              <a:gd name="connsiteX2" fmla="*/ 2812367 w 2812367"/>
              <a:gd name="connsiteY2" fmla="*/ 75209 h 665978"/>
              <a:gd name="connsiteX3" fmla="*/ 2812367 w 2812367"/>
              <a:gd name="connsiteY3" fmla="*/ 590769 h 665978"/>
              <a:gd name="connsiteX4" fmla="*/ 2737158 w 2812367"/>
              <a:gd name="connsiteY4" fmla="*/ 665978 h 665978"/>
              <a:gd name="connsiteX5" fmla="*/ 0 w 2812367"/>
              <a:gd name="connsiteY5" fmla="*/ 665978 h 665978"/>
              <a:gd name="connsiteX0" fmla="*/ 0 w 2812367"/>
              <a:gd name="connsiteY0" fmla="*/ 0 h 665978"/>
              <a:gd name="connsiteX1" fmla="*/ 2737158 w 2812367"/>
              <a:gd name="connsiteY1" fmla="*/ 0 h 665978"/>
              <a:gd name="connsiteX2" fmla="*/ 2812367 w 2812367"/>
              <a:gd name="connsiteY2" fmla="*/ 75209 h 665978"/>
              <a:gd name="connsiteX3" fmla="*/ 2812367 w 2812367"/>
              <a:gd name="connsiteY3" fmla="*/ 590769 h 665978"/>
              <a:gd name="connsiteX4" fmla="*/ 2737158 w 2812367"/>
              <a:gd name="connsiteY4" fmla="*/ 665978 h 665978"/>
              <a:gd name="connsiteX5" fmla="*/ 0 w 2812367"/>
              <a:gd name="connsiteY5" fmla="*/ 665978 h 665978"/>
              <a:gd name="connsiteX6" fmla="*/ 0 w 2812367"/>
              <a:gd name="connsiteY6" fmla="*/ 0 h 66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367" h="665978">
                <a:moveTo>
                  <a:pt x="0" y="0"/>
                </a:moveTo>
                <a:lnTo>
                  <a:pt x="2737158" y="0"/>
                </a:lnTo>
                <a:cubicBezTo>
                  <a:pt x="2778695" y="0"/>
                  <a:pt x="2812367" y="33672"/>
                  <a:pt x="2812367" y="75209"/>
                </a:cubicBezTo>
                <a:lnTo>
                  <a:pt x="2812367" y="590769"/>
                </a:lnTo>
                <a:cubicBezTo>
                  <a:pt x="2812367" y="632306"/>
                  <a:pt x="2778695" y="665978"/>
                  <a:pt x="2737158" y="665978"/>
                </a:cubicBezTo>
                <a:lnTo>
                  <a:pt x="0" y="665978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36000" bIns="0" anchor="ctr">
            <a:noAutofit/>
          </a:bodyPr>
          <a:lstStyle>
            <a:lvl1pPr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34" name="Espace réservé du numéro de diapositive 5">
            <a:extLst>
              <a:ext uri="{FF2B5EF4-FFF2-40B4-BE49-F238E27FC236}">
                <a16:creationId xmlns:a16="http://schemas.microsoft.com/office/drawing/2014/main" id="{6695DED6-5065-4AD3-A64E-0559BE312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35" name="Espace réservé du pied de page 4">
            <a:extLst>
              <a:ext uri="{FF2B5EF4-FFF2-40B4-BE49-F238E27FC236}">
                <a16:creationId xmlns:a16="http://schemas.microsoft.com/office/drawing/2014/main" id="{4F7F6138-276C-4BB1-BA1A-3A78DE5C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2137900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ôture sans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5">
            <a:extLst>
              <a:ext uri="{FF2B5EF4-FFF2-40B4-BE49-F238E27FC236}">
                <a16:creationId xmlns:a16="http://schemas.microsoft.com/office/drawing/2014/main" id="{6FFE60A9-DC57-442B-820E-3A2AB36497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7948" y="6068778"/>
            <a:ext cx="2354974" cy="504000"/>
          </a:xfrm>
          <a:prstGeom prst="rect">
            <a:avLst/>
          </a:prstGeom>
        </p:spPr>
      </p:pic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99D79A34-A518-4210-A2A3-83A7FFC469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384" y="368660"/>
            <a:ext cx="4068452" cy="1384995"/>
          </a:xfrm>
        </p:spPr>
        <p:txBody>
          <a:bodyPr wrap="square" anchor="b">
            <a:spAutoFit/>
          </a:bodyPr>
          <a:lstStyle>
            <a:lvl1pPr>
              <a:lnSpc>
                <a:spcPct val="90000"/>
              </a:lnSpc>
              <a:defRPr sz="10000" b="1">
                <a:ln w="19050">
                  <a:solidFill>
                    <a:schemeClr val="bg1"/>
                  </a:solidFill>
                </a:ln>
                <a:noFill/>
                <a:latin typeface="+mj-lt"/>
              </a:defRPr>
            </a:lvl1pPr>
            <a:lvl2pPr>
              <a:lnSpc>
                <a:spcPct val="90000"/>
              </a:lnSpc>
              <a:defRPr sz="1400" b="0" cap="all" baseline="0">
                <a:solidFill>
                  <a:schemeClr val="bg1"/>
                </a:solidFill>
                <a:latin typeface="Barlow Condensed SemiBold" panose="00000706000000000000" pitchFamily="2" charset="0"/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  <a:latin typeface="+mj-lt"/>
              </a:defRPr>
            </a:lvl3pPr>
          </a:lstStyle>
          <a:p>
            <a:pPr lvl="0"/>
            <a:r>
              <a:rPr lang="fr-FR"/>
              <a:t>END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C9104AC9-2780-4D3D-81CD-2B13403AF3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454" y="5008547"/>
            <a:ext cx="4032448" cy="432048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100" b="1" cap="none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900" b="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900" b="0">
                <a:solidFill>
                  <a:schemeClr val="bg1"/>
                </a:solidFill>
              </a:defRPr>
            </a:lvl3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pic>
        <p:nvPicPr>
          <p:cNvPr id="36" name="Image 9">
            <a:hlinkClick r:id="rId3"/>
            <a:extLst>
              <a:ext uri="{FF2B5EF4-FFF2-40B4-BE49-F238E27FC236}">
                <a16:creationId xmlns:a16="http://schemas.microsoft.com/office/drawing/2014/main" id="{7FBEBC84-99BE-4958-93D4-D1E5240C68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6742" y="4077546"/>
            <a:ext cx="438750" cy="324000"/>
          </a:xfrm>
          <a:prstGeom prst="rect">
            <a:avLst/>
          </a:prstGeom>
        </p:spPr>
      </p:pic>
      <p:pic>
        <p:nvPicPr>
          <p:cNvPr id="37" name="Image 10">
            <a:hlinkClick r:id="rId5"/>
            <a:extLst>
              <a:ext uri="{FF2B5EF4-FFF2-40B4-BE49-F238E27FC236}">
                <a16:creationId xmlns:a16="http://schemas.microsoft.com/office/drawing/2014/main" id="{90BEB977-B54A-4B76-9EFF-E54A3162F90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1504" y="4077546"/>
            <a:ext cx="438750" cy="324000"/>
          </a:xfrm>
          <a:prstGeom prst="rect">
            <a:avLst/>
          </a:prstGeom>
        </p:spPr>
      </p:pic>
      <p:pic>
        <p:nvPicPr>
          <p:cNvPr id="38" name="Image 11">
            <a:hlinkClick r:id="rId7"/>
            <a:extLst>
              <a:ext uri="{FF2B5EF4-FFF2-40B4-BE49-F238E27FC236}">
                <a16:creationId xmlns:a16="http://schemas.microsoft.com/office/drawing/2014/main" id="{358AEE44-DBAB-41D7-8E04-4543B9A75C3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980" y="4077546"/>
            <a:ext cx="438750" cy="324000"/>
          </a:xfrm>
          <a:prstGeom prst="rect">
            <a:avLst/>
          </a:prstGeom>
        </p:spPr>
      </p:pic>
      <p:pic>
        <p:nvPicPr>
          <p:cNvPr id="39" name="Image 12">
            <a:hlinkClick r:id="rId9"/>
            <a:extLst>
              <a:ext uri="{FF2B5EF4-FFF2-40B4-BE49-F238E27FC236}">
                <a16:creationId xmlns:a16="http://schemas.microsoft.com/office/drawing/2014/main" id="{4F2A6A5D-FC85-4687-BAB4-545593A54A1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218" y="4077546"/>
            <a:ext cx="438750" cy="324000"/>
          </a:xfrm>
          <a:prstGeom prst="rect">
            <a:avLst/>
          </a:prstGeom>
        </p:spPr>
      </p:pic>
      <p:cxnSp>
        <p:nvCxnSpPr>
          <p:cNvPr id="40" name="Connecteur droit 13">
            <a:extLst>
              <a:ext uri="{FF2B5EF4-FFF2-40B4-BE49-F238E27FC236}">
                <a16:creationId xmlns:a16="http://schemas.microsoft.com/office/drawing/2014/main" id="{DB83288E-A914-4C1E-A7E0-32CC9E233216}"/>
              </a:ext>
            </a:extLst>
          </p:cNvPr>
          <p:cNvCxnSpPr>
            <a:cxnSpLocks/>
          </p:cNvCxnSpPr>
          <p:nvPr userDrawn="1"/>
        </p:nvCxnSpPr>
        <p:spPr>
          <a:xfrm>
            <a:off x="623392" y="3728907"/>
            <a:ext cx="216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hlinkClick r:id="rId11"/>
            <a:extLst>
              <a:ext uri="{FF2B5EF4-FFF2-40B4-BE49-F238E27FC236}">
                <a16:creationId xmlns:a16="http://schemas.microsoft.com/office/drawing/2014/main" id="{6D81397D-BCC2-4E17-B77F-DA001C6023D4}"/>
              </a:ext>
            </a:extLst>
          </p:cNvPr>
          <p:cNvSpPr/>
          <p:nvPr userDrawn="1"/>
        </p:nvSpPr>
        <p:spPr>
          <a:xfrm>
            <a:off x="567218" y="4761148"/>
            <a:ext cx="1503036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space réservé du texte 1">
            <a:extLst>
              <a:ext uri="{FF2B5EF4-FFF2-40B4-BE49-F238E27FC236}">
                <a16:creationId xmlns:a16="http://schemas.microsoft.com/office/drawing/2014/main" id="{B0A65613-144E-4359-BD85-B39ADAE10B19}"/>
              </a:ext>
            </a:extLst>
          </p:cNvPr>
          <p:cNvSpPr>
            <a:spLocks noGrp="1"/>
          </p:cNvSpPr>
          <p:nvPr userDrawn="1"/>
        </p:nvSpPr>
        <p:spPr>
          <a:xfrm>
            <a:off x="598818" y="3368423"/>
            <a:ext cx="2580858" cy="1644754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  <a:defRPr sz="2000" b="1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Tx/>
              <a:buNone/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9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324000" indent="-142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STAY CONNECTED</a:t>
            </a:r>
          </a:p>
          <a:p>
            <a:pPr lvl="1"/>
            <a:r>
              <a:rPr lang="en-AU"/>
              <a:t>Find us on social media</a:t>
            </a:r>
            <a:endParaRPr lang="fr-FR"/>
          </a:p>
          <a:p>
            <a:pPr lvl="2"/>
            <a:endParaRPr lang="fr-FR"/>
          </a:p>
          <a:p>
            <a:pPr lvl="2"/>
            <a:endParaRPr lang="fr-FR"/>
          </a:p>
          <a:p>
            <a:pPr marL="0" marR="0" lvl="1" indent="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err="1"/>
              <a:t>Visit</a:t>
            </a:r>
            <a:r>
              <a:rPr lang="fr-FR"/>
              <a:t> </a:t>
            </a:r>
            <a:r>
              <a:rPr lang="fr-FR" err="1"/>
              <a:t>our</a:t>
            </a:r>
            <a:r>
              <a:rPr lang="fr-FR"/>
              <a:t> </a:t>
            </a:r>
            <a:r>
              <a:rPr lang="fr-FR" err="1"/>
              <a:t>website</a:t>
            </a:r>
            <a:endParaRPr lang="fr-FR"/>
          </a:p>
          <a:p>
            <a:pPr lvl="2"/>
            <a:r>
              <a:rPr lang="fr-FR"/>
              <a:t>bouygues-construction.com</a:t>
            </a:r>
          </a:p>
        </p:txBody>
      </p:sp>
    </p:spTree>
    <p:extLst>
      <p:ext uri="{BB962C8B-B14F-4D97-AF65-F5344CB8AC3E}">
        <p14:creationId xmlns:p14="http://schemas.microsoft.com/office/powerpoint/2010/main" val="3621934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&amp;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13130" y="463966"/>
            <a:ext cx="10755975" cy="476720"/>
          </a:xfrm>
          <a:prstGeom prst="rect">
            <a:avLst/>
          </a:prstGeom>
        </p:spPr>
        <p:txBody>
          <a:bodyPr/>
          <a:lstStyle>
            <a:lvl1pPr>
              <a:defRPr sz="2903"/>
            </a:lvl1pPr>
          </a:lstStyle>
          <a:p>
            <a:r>
              <a:rPr lang="en-US" noProof="0" err="1"/>
              <a:t>Modifiez</a:t>
            </a:r>
            <a:r>
              <a:rPr lang="en-US" noProof="0"/>
              <a:t> le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4467C-7738-462A-B9F1-EC21CD23C430}"/>
              </a:ext>
            </a:extLst>
          </p:cNvPr>
          <p:cNvSpPr/>
          <p:nvPr userDrawn="1"/>
        </p:nvSpPr>
        <p:spPr>
          <a:xfrm>
            <a:off x="1" y="469460"/>
            <a:ext cx="707096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F0283BD-8415-4D80-9A23-5D2B8D101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3129" y="981498"/>
            <a:ext cx="10755975" cy="422650"/>
          </a:xfrm>
          <a:prstGeom prst="rect">
            <a:avLst/>
          </a:prstGeom>
        </p:spPr>
        <p:txBody>
          <a:bodyPr/>
          <a:lstStyle>
            <a:lvl1pPr>
              <a:defRPr sz="1814">
                <a:solidFill>
                  <a:srgbClr val="7F7F7F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err="1"/>
              <a:t>Modifiez</a:t>
            </a:r>
            <a:r>
              <a:rPr lang="en-US"/>
              <a:t> le sous-</a:t>
            </a:r>
            <a:r>
              <a:rPr lang="en-US" err="1"/>
              <a:t>titre</a:t>
            </a:r>
            <a:endParaRPr lang="en-US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AF7FF5F-77CB-42BD-B81B-AE08A2B28E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12817" y="6593125"/>
            <a:ext cx="487152" cy="197474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US"/>
              <a:t>| </a:t>
            </a:r>
            <a:fld id="{C2EBF694-A8F9-4F06-8F8E-D09447FAA2D5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5F31B68-DC27-444D-AB2D-85339C073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34337" y="6661030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02/10/2023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567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296878-04C5-2516-741D-E1B430E01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3CFB704-D976-BB80-EE28-BADC77FCA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8D50C3-B984-A394-A3ED-1649433D7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A660B6-0B06-AEDE-2834-8B209C59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839C50-FC71-7BF7-300F-664B4750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69564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4F1390-F254-6BF9-7705-0AB0AD6FE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D57CFA-A189-A6D4-5D1C-F3F494742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2FBC61-27BC-82BD-1615-A24D7E00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9F9C2B-194B-8A33-33E1-4AB876D8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0D1DFD-B260-A9D3-F54B-8E95155E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00605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237A8B-CA18-6472-38A7-C4E54EDD1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C38F50-406D-018C-3FE6-487B5299F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3ADDD3-D4B8-B887-C164-4CD5F294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12A60E-FC5B-745C-5575-B8EF4640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FBEFF7-F5EC-71F1-D7E9-3C1162A6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798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604B4F-5B3D-58C5-05DA-624BFBBB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7EF2F1-5487-F3E4-6DD4-3A711D628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CA592F-E023-E6C0-60EF-A76AF7FE4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D9E69E-41C6-89FE-A8B2-FBB1A9953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26D2A7-6CB4-8336-8D46-F66A045D6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F8EA33-E46F-35AB-D878-73B1D8E7B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0812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6CED96-5C9D-1F2C-B143-640E73233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FAF77F-2E3A-4E22-BA5C-E99A597F0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48B0EC-98FD-0A37-C3A9-1166C6635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6131429-9960-966A-A7CE-BFFF6B154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D471BD4-B8D7-F593-078E-3D85AB77B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1AA0BAD-FA46-8FC0-A0AA-E8CDEAE2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23FC193-C04A-F2DC-CDF9-7635F68C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AA2B4ED-B3D9-445A-A6E0-474699C6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785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CFF7C-DE09-F280-642D-70DB334B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4D72DC-B47D-E7B7-78AB-878DF72D2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2F7488-C8FE-4FDA-5730-C0CD44BEA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408E81-3F0B-4263-7634-A02562DC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6603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E5B61D-274E-14AA-F00B-93B265C6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EF05E3B-032B-D283-1A68-3B1004DE5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FFAD03-CBC8-08E9-466E-9D75721E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57851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0019E-433B-DF20-02CA-BDF735BDA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259BC4-B41C-B2D3-0093-20A977105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DFD711-D63E-D262-D7A6-1D43441B4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382A31-0684-85A2-4C3E-B87B07AC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E80F9C3-3E22-82CA-A2F8-20367048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BE6D51-8FF7-21DE-C1B3-F93353620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87160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BC62F9-3DF6-72CB-A4D3-BA1BECB9B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23A487-DA9A-4D63-92A6-EFA133436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0930A7-6197-F09E-9E24-24A3219CE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9B1B6F-C856-714B-DC71-AA329BCE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8F3FFB-C38A-8CA3-862B-A666826B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3FB069-3FB6-EB7B-04B1-3FC1519E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8557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28D726-C601-D017-2537-EC6E19871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9A84005-7CC4-0384-DF90-F57ED244C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AF58FE9-8261-57F2-FA2A-C31BFDD4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B7A97A-D33A-ADE3-67C2-E957F29F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BAADEA-99C6-C6DB-D990-2329AE95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098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B996423-D334-12D5-F5A9-F758E0F72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6D95C3-AC5B-9E03-4FAB-FBDD2BFB0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C7DD23-7907-A30E-A23E-14A10EB9C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1062DD-EFDD-A287-C816-909441382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F1FF56-959F-ED63-383D-2F94C5129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326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EC22640-EAAE-4A91-85DC-735549484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5760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AU"/>
              <a:t>Click on the icon to replace the image.</a:t>
            </a:r>
            <a:endParaRPr lang="fr-FR"/>
          </a:p>
        </p:txBody>
      </p:sp>
      <p:pic>
        <p:nvPicPr>
          <p:cNvPr id="7" name="Image 5">
            <a:extLst>
              <a:ext uri="{FF2B5EF4-FFF2-40B4-BE49-F238E27FC236}">
                <a16:creationId xmlns:a16="http://schemas.microsoft.com/office/drawing/2014/main" id="{679C24F3-AD00-4C7D-A204-011CCD8592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7948" y="6068778"/>
            <a:ext cx="2354974" cy="504000"/>
          </a:xfrm>
          <a:prstGeom prst="rect">
            <a:avLst/>
          </a:prstGeom>
        </p:spPr>
      </p:pic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D60FAD20-828C-4AC3-9151-1BC5C5669D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808000"/>
            <a:ext cx="5820748" cy="1692000"/>
          </a:xfrm>
          <a:custGeom>
            <a:avLst/>
            <a:gdLst>
              <a:gd name="connsiteX0" fmla="*/ 0 w 5940000"/>
              <a:gd name="connsiteY0" fmla="*/ 119252 h 1692000"/>
              <a:gd name="connsiteX1" fmla="*/ 119252 w 5940000"/>
              <a:gd name="connsiteY1" fmla="*/ 0 h 1692000"/>
              <a:gd name="connsiteX2" fmla="*/ 5820748 w 5940000"/>
              <a:gd name="connsiteY2" fmla="*/ 0 h 1692000"/>
              <a:gd name="connsiteX3" fmla="*/ 5940000 w 5940000"/>
              <a:gd name="connsiteY3" fmla="*/ 119252 h 1692000"/>
              <a:gd name="connsiteX4" fmla="*/ 5940000 w 5940000"/>
              <a:gd name="connsiteY4" fmla="*/ 1572748 h 1692000"/>
              <a:gd name="connsiteX5" fmla="*/ 5820748 w 5940000"/>
              <a:gd name="connsiteY5" fmla="*/ 1692000 h 1692000"/>
              <a:gd name="connsiteX6" fmla="*/ 119252 w 5940000"/>
              <a:gd name="connsiteY6" fmla="*/ 1692000 h 1692000"/>
              <a:gd name="connsiteX7" fmla="*/ 0 w 5940000"/>
              <a:gd name="connsiteY7" fmla="*/ 1572748 h 1692000"/>
              <a:gd name="connsiteX8" fmla="*/ 0 w 5940000"/>
              <a:gd name="connsiteY8" fmla="*/ 119252 h 1692000"/>
              <a:gd name="connsiteX0" fmla="*/ 0 w 5940000"/>
              <a:gd name="connsiteY0" fmla="*/ 119252 h 1692000"/>
              <a:gd name="connsiteX1" fmla="*/ 119252 w 5940000"/>
              <a:gd name="connsiteY1" fmla="*/ 0 h 1692000"/>
              <a:gd name="connsiteX2" fmla="*/ 5820748 w 5940000"/>
              <a:gd name="connsiteY2" fmla="*/ 0 h 1692000"/>
              <a:gd name="connsiteX3" fmla="*/ 5940000 w 5940000"/>
              <a:gd name="connsiteY3" fmla="*/ 119252 h 1692000"/>
              <a:gd name="connsiteX4" fmla="*/ 5940000 w 5940000"/>
              <a:gd name="connsiteY4" fmla="*/ 1572748 h 1692000"/>
              <a:gd name="connsiteX5" fmla="*/ 5820748 w 5940000"/>
              <a:gd name="connsiteY5" fmla="*/ 1692000 h 1692000"/>
              <a:gd name="connsiteX6" fmla="*/ 119252 w 5940000"/>
              <a:gd name="connsiteY6" fmla="*/ 1692000 h 1692000"/>
              <a:gd name="connsiteX7" fmla="*/ 0 w 5940000"/>
              <a:gd name="connsiteY7" fmla="*/ 1572748 h 1692000"/>
              <a:gd name="connsiteX8" fmla="*/ 91440 w 5940000"/>
              <a:gd name="connsiteY8" fmla="*/ 210692 h 1692000"/>
              <a:gd name="connsiteX0" fmla="*/ 119252 w 5940000"/>
              <a:gd name="connsiteY0" fmla="*/ 0 h 1692000"/>
              <a:gd name="connsiteX1" fmla="*/ 5820748 w 5940000"/>
              <a:gd name="connsiteY1" fmla="*/ 0 h 1692000"/>
              <a:gd name="connsiteX2" fmla="*/ 5940000 w 5940000"/>
              <a:gd name="connsiteY2" fmla="*/ 119252 h 1692000"/>
              <a:gd name="connsiteX3" fmla="*/ 5940000 w 5940000"/>
              <a:gd name="connsiteY3" fmla="*/ 1572748 h 1692000"/>
              <a:gd name="connsiteX4" fmla="*/ 5820748 w 5940000"/>
              <a:gd name="connsiteY4" fmla="*/ 1692000 h 1692000"/>
              <a:gd name="connsiteX5" fmla="*/ 119252 w 5940000"/>
              <a:gd name="connsiteY5" fmla="*/ 1692000 h 1692000"/>
              <a:gd name="connsiteX6" fmla="*/ 0 w 5940000"/>
              <a:gd name="connsiteY6" fmla="*/ 1572748 h 1692000"/>
              <a:gd name="connsiteX7" fmla="*/ 91440 w 5940000"/>
              <a:gd name="connsiteY7" fmla="*/ 210692 h 1692000"/>
              <a:gd name="connsiteX0" fmla="*/ 430403 w 6251151"/>
              <a:gd name="connsiteY0" fmla="*/ 0 h 1692000"/>
              <a:gd name="connsiteX1" fmla="*/ 6131899 w 6251151"/>
              <a:gd name="connsiteY1" fmla="*/ 0 h 1692000"/>
              <a:gd name="connsiteX2" fmla="*/ 6251151 w 6251151"/>
              <a:gd name="connsiteY2" fmla="*/ 119252 h 1692000"/>
              <a:gd name="connsiteX3" fmla="*/ 6251151 w 6251151"/>
              <a:gd name="connsiteY3" fmla="*/ 1572748 h 1692000"/>
              <a:gd name="connsiteX4" fmla="*/ 6131899 w 6251151"/>
              <a:gd name="connsiteY4" fmla="*/ 1692000 h 1692000"/>
              <a:gd name="connsiteX5" fmla="*/ 430403 w 6251151"/>
              <a:gd name="connsiteY5" fmla="*/ 1692000 h 1692000"/>
              <a:gd name="connsiteX6" fmla="*/ 402591 w 6251151"/>
              <a:gd name="connsiteY6" fmla="*/ 210692 h 1692000"/>
              <a:gd name="connsiteX0" fmla="*/ 0 w 5820748"/>
              <a:gd name="connsiteY0" fmla="*/ 0 h 1692000"/>
              <a:gd name="connsiteX1" fmla="*/ 5701496 w 5820748"/>
              <a:gd name="connsiteY1" fmla="*/ 0 h 1692000"/>
              <a:gd name="connsiteX2" fmla="*/ 5820748 w 5820748"/>
              <a:gd name="connsiteY2" fmla="*/ 119252 h 1692000"/>
              <a:gd name="connsiteX3" fmla="*/ 5820748 w 5820748"/>
              <a:gd name="connsiteY3" fmla="*/ 1572748 h 1692000"/>
              <a:gd name="connsiteX4" fmla="*/ 5701496 w 5820748"/>
              <a:gd name="connsiteY4" fmla="*/ 1692000 h 1692000"/>
              <a:gd name="connsiteX5" fmla="*/ 0 w 5820748"/>
              <a:gd name="connsiteY5" fmla="*/ 1692000 h 16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20748" h="1692000">
                <a:moveTo>
                  <a:pt x="0" y="0"/>
                </a:moveTo>
                <a:lnTo>
                  <a:pt x="5701496" y="0"/>
                </a:lnTo>
                <a:cubicBezTo>
                  <a:pt x="5767357" y="0"/>
                  <a:pt x="5820748" y="53391"/>
                  <a:pt x="5820748" y="119252"/>
                </a:cubicBezTo>
                <a:lnTo>
                  <a:pt x="5820748" y="1572748"/>
                </a:lnTo>
                <a:cubicBezTo>
                  <a:pt x="5820748" y="1638609"/>
                  <a:pt x="5767357" y="1692000"/>
                  <a:pt x="5701496" y="1692000"/>
                </a:cubicBezTo>
                <a:lnTo>
                  <a:pt x="0" y="1692000"/>
                </a:lnTo>
              </a:path>
            </a:pathLst>
          </a:custGeom>
          <a:solidFill>
            <a:schemeClr val="tx2"/>
          </a:solidFill>
        </p:spPr>
        <p:txBody>
          <a:bodyPr lIns="432000" tIns="72000" rIns="108000" bIns="72000" anchor="ctr"/>
          <a:lstStyle>
            <a:lvl1pPr>
              <a:lnSpc>
                <a:spcPct val="90000"/>
              </a:lnSpc>
              <a:defRPr sz="3700" b="1" cap="all" baseline="0">
                <a:solidFill>
                  <a:schemeClr val="bg1"/>
                </a:solidFill>
                <a:latin typeface="+mj-lt"/>
              </a:defRPr>
            </a:lvl1pPr>
            <a:lvl2pPr>
              <a:spcBef>
                <a:spcPts val="0"/>
              </a:spcBef>
              <a:defRPr sz="150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664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28314CC-9789-4545-A5C2-AA8BBE818E58}"/>
              </a:ext>
            </a:extLst>
          </p:cNvPr>
          <p:cNvSpPr/>
          <p:nvPr userDrawn="1"/>
        </p:nvSpPr>
        <p:spPr>
          <a:xfrm>
            <a:off x="2639616" y="0"/>
            <a:ext cx="9552384" cy="6858000"/>
          </a:xfrm>
          <a:prstGeom prst="rect">
            <a:avLst/>
          </a:prstGeom>
          <a:solidFill>
            <a:srgbClr val="F2F2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Image 2">
            <a:extLst>
              <a:ext uri="{FF2B5EF4-FFF2-40B4-BE49-F238E27FC236}">
                <a16:creationId xmlns:a16="http://schemas.microsoft.com/office/drawing/2014/main" id="{065F1541-7C7B-4BCC-AD7D-8A11678C0B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448" y="836712"/>
            <a:ext cx="3009900" cy="2222500"/>
          </a:xfrm>
          <a:prstGeom prst="rect">
            <a:avLst/>
          </a:prstGeom>
        </p:spPr>
      </p:pic>
      <p:sp>
        <p:nvSpPr>
          <p:cNvPr id="15" name="Espace réservé du texte 3">
            <a:extLst>
              <a:ext uri="{FF2B5EF4-FFF2-40B4-BE49-F238E27FC236}">
                <a16:creationId xmlns:a16="http://schemas.microsoft.com/office/drawing/2014/main" id="{574C372B-A728-47C2-8C50-2A439719A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56658" y="980728"/>
            <a:ext cx="5111750" cy="5148610"/>
          </a:xfrm>
        </p:spPr>
        <p:txBody>
          <a:bodyPr/>
          <a:lstStyle>
            <a:lvl1pPr marL="288000" indent="-288000" defTabSz="914400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+mj-lt"/>
              <a:buAutoNum type="romanUcPeriod"/>
              <a:tabLst>
                <a:tab pos="4660900" algn="r"/>
              </a:tabLst>
              <a:defRPr sz="2000" b="1" cap="all" baseline="0">
                <a:solidFill>
                  <a:schemeClr val="tx2"/>
                </a:solidFill>
                <a:latin typeface="+mj-lt"/>
              </a:defRPr>
            </a:lvl1pPr>
            <a:lvl2pPr marL="288000" indent="0">
              <a:lnSpc>
                <a:spcPct val="120000"/>
              </a:lnSpc>
              <a:spcBef>
                <a:spcPts val="0"/>
              </a:spcBef>
              <a:tabLst>
                <a:tab pos="4660900" algn="r"/>
              </a:tabLst>
              <a:defRPr sz="1250"/>
            </a:lvl2pPr>
            <a:lvl3pPr marL="360000">
              <a:defRPr sz="1250"/>
            </a:lvl3pPr>
            <a:lvl4pPr marL="360000">
              <a:defRPr sz="1250"/>
            </a:lvl4pPr>
            <a:lvl5pPr marL="360000">
              <a:defRPr sz="1250"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149B9BAD-04F8-4FEE-B15E-E55F48A57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A5E45E29-23C4-4BFF-B80D-47BC3FEAA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17429" y="6563656"/>
            <a:ext cx="298285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32831021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coule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12">
            <a:extLst>
              <a:ext uri="{FF2B5EF4-FFF2-40B4-BE49-F238E27FC236}">
                <a16:creationId xmlns:a16="http://schemas.microsoft.com/office/drawing/2014/main" id="{D95553EA-BEEF-45BE-A909-EDE99CAD31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1345" y="116632"/>
            <a:ext cx="1539451" cy="3096344"/>
          </a:xfrm>
        </p:spPr>
        <p:txBody>
          <a:bodyPr wrap="none">
            <a:noAutofit/>
          </a:bodyPr>
          <a:lstStyle>
            <a:lvl1pPr>
              <a:lnSpc>
                <a:spcPct val="90000"/>
              </a:lnSpc>
              <a:defRPr sz="26000" b="1">
                <a:ln w="19050">
                  <a:solidFill>
                    <a:schemeClr val="bg1"/>
                  </a:solidFill>
                </a:ln>
                <a:noFill/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604D0FC3-3FFB-4C5D-9591-F005C5BC7A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8628" y="3501317"/>
            <a:ext cx="7920000" cy="2339951"/>
          </a:xfrm>
        </p:spPr>
        <p:txBody>
          <a:bodyPr/>
          <a:lstStyle>
            <a:lvl1pPr mar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5000" cap="all" baseline="0">
                <a:solidFill>
                  <a:schemeClr val="bg1"/>
                </a:solidFill>
                <a:latin typeface="+mj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buFontTx/>
              <a:buNone/>
              <a:defRPr sz="2100" b="0">
                <a:solidFill>
                  <a:schemeClr val="bg1"/>
                </a:solidFill>
                <a:latin typeface="Barlow Condensed Medium" panose="00000606000000000000" pitchFamily="2" charset="0"/>
              </a:defRPr>
            </a:lvl2pPr>
            <a:lvl3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id="{A11FA100-F020-4B52-82F3-896D76328A2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3151188" cy="6858000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AU"/>
              <a:t>Click on the icon to replace the image</a:t>
            </a:r>
          </a:p>
        </p:txBody>
      </p:sp>
    </p:spTree>
    <p:extLst>
      <p:ext uri="{BB962C8B-B14F-4D97-AF65-F5344CB8AC3E}">
        <p14:creationId xmlns:p14="http://schemas.microsoft.com/office/powerpoint/2010/main" val="2344073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3">
            <a:extLst>
              <a:ext uri="{FF2B5EF4-FFF2-40B4-BE49-F238E27FC236}">
                <a16:creationId xmlns:a16="http://schemas.microsoft.com/office/drawing/2014/main" id="{5955EAE4-6E73-4690-8661-EE40A08FB93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0" y="0"/>
            <a:ext cx="3151188" cy="6858000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AU"/>
              <a:t>Click on the icon to replace the image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971D0C-D517-4A8D-ADC4-AC76464EBAB9}"/>
              </a:ext>
            </a:extLst>
          </p:cNvPr>
          <p:cNvSpPr/>
          <p:nvPr userDrawn="1"/>
        </p:nvSpPr>
        <p:spPr>
          <a:xfrm>
            <a:off x="3148776" y="0"/>
            <a:ext cx="21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FFB6E175-CD18-451A-A787-95CB636218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1345" y="116632"/>
            <a:ext cx="1539451" cy="3096344"/>
          </a:xfrm>
        </p:spPr>
        <p:txBody>
          <a:bodyPr wrap="none">
            <a:noAutofit/>
          </a:bodyPr>
          <a:lstStyle>
            <a:lvl1pPr>
              <a:lnSpc>
                <a:spcPct val="90000"/>
              </a:lnSpc>
              <a:defRPr sz="26000" b="1">
                <a:ln w="19050">
                  <a:solidFill>
                    <a:schemeClr val="tx2"/>
                  </a:solidFill>
                </a:ln>
                <a:noFill/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</a:t>
            </a:r>
          </a:p>
        </p:txBody>
      </p:sp>
      <p:sp>
        <p:nvSpPr>
          <p:cNvPr id="12" name="Espace réservé du texte 8">
            <a:extLst>
              <a:ext uri="{FF2B5EF4-FFF2-40B4-BE49-F238E27FC236}">
                <a16:creationId xmlns:a16="http://schemas.microsoft.com/office/drawing/2014/main" id="{EC9F6E88-867C-4516-AA0E-6FDF480C2A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8628" y="3501317"/>
            <a:ext cx="7920000" cy="2339951"/>
          </a:xfrm>
        </p:spPr>
        <p:txBody>
          <a:bodyPr/>
          <a:lstStyle>
            <a:lvl1pPr mar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5000" cap="all" baseline="0">
                <a:solidFill>
                  <a:schemeClr val="tx2"/>
                </a:solidFill>
                <a:latin typeface="+mj-lt"/>
              </a:defRPr>
            </a:lvl1pPr>
            <a:lvl2pPr marL="0">
              <a:lnSpc>
                <a:spcPct val="120000"/>
              </a:lnSpc>
              <a:spcBef>
                <a:spcPts val="0"/>
              </a:spcBef>
              <a:buFontTx/>
              <a:buNone/>
              <a:defRPr sz="2100" b="0">
                <a:solidFill>
                  <a:schemeClr val="tx2"/>
                </a:solidFill>
                <a:latin typeface="Barlow Condensed Medium" panose="00000606000000000000" pitchFamily="2" charset="0"/>
              </a:defRPr>
            </a:lvl2pPr>
            <a:lvl3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4pPr>
            <a:lvl5pPr marL="0">
              <a:spcBef>
                <a:spcPts val="0"/>
              </a:spcBef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8752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20551DE4-BAAD-4DBE-9978-B42194A93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9145587" cy="609398"/>
          </a:xfrm>
        </p:spPr>
        <p:txBody>
          <a:bodyPr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E0025F08-B58E-406E-8C79-C9CC877B26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1736812"/>
            <a:ext cx="9145587" cy="4392526"/>
          </a:xfrm>
        </p:spPr>
        <p:txBody>
          <a:bodyPr/>
          <a:lstStyle/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5660EE-5C9C-44EC-84FC-C50BF6DEB99E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AE8CC98A-0A7D-4549-90CB-B05D31CB80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6E1FACEF-2325-49D4-B962-8DBCF09C4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09265" y="663388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4612935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61CB34F0-DFDE-4039-9CF3-4EB54E7FF4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9145587" cy="609398"/>
          </a:xfrm>
        </p:spPr>
        <p:txBody>
          <a:bodyPr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5BEC86-73F9-4BF1-A740-66E4E7D6E185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6B3780-C8AA-4A4D-AE87-67CEBE8EB8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FE0746A3-14CE-4D38-B6E7-FFF8E25B6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09265" y="663388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12980419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13129" y="463966"/>
            <a:ext cx="10766281" cy="476720"/>
          </a:xfrm>
          <a:prstGeom prst="rect">
            <a:avLst/>
          </a:prstGeom>
        </p:spPr>
        <p:txBody>
          <a:bodyPr/>
          <a:lstStyle>
            <a:lvl1pPr>
              <a:defRPr sz="2903"/>
            </a:lvl1pPr>
          </a:lstStyle>
          <a:p>
            <a:r>
              <a:rPr lang="en-US" noProof="0" err="1"/>
              <a:t>Modifiez</a:t>
            </a:r>
            <a:r>
              <a:rPr lang="en-US" noProof="0"/>
              <a:t> le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4467C-7738-462A-B9F1-EC21CD23C430}"/>
              </a:ext>
            </a:extLst>
          </p:cNvPr>
          <p:cNvSpPr/>
          <p:nvPr userDrawn="1"/>
        </p:nvSpPr>
        <p:spPr>
          <a:xfrm>
            <a:off x="1" y="469460"/>
            <a:ext cx="707096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noProof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F0283BD-8415-4D80-9A23-5D2B8D101F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8855" y="951333"/>
            <a:ext cx="10760249" cy="457968"/>
          </a:xfrm>
          <a:prstGeom prst="rect">
            <a:avLst/>
          </a:prstGeom>
        </p:spPr>
        <p:txBody>
          <a:bodyPr/>
          <a:lstStyle>
            <a:lvl1pPr>
              <a:defRPr sz="1814">
                <a:solidFill>
                  <a:srgbClr val="7F7F7F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err="1"/>
              <a:t>Modifiez</a:t>
            </a:r>
            <a:r>
              <a:rPr lang="en-US"/>
              <a:t> le sous-</a:t>
            </a:r>
            <a:r>
              <a:rPr lang="en-US" err="1"/>
              <a:t>titre</a:t>
            </a: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3F2DF8-B47E-401F-AD92-1A43588E58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7" name="Espace réservé du pied de page 4">
            <a:extLst>
              <a:ext uri="{FF2B5EF4-FFF2-40B4-BE49-F238E27FC236}">
                <a16:creationId xmlns:a16="http://schemas.microsoft.com/office/drawing/2014/main" id="{ABBE500F-5DAD-4454-957F-3BBB5C245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09265" y="663388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32884428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Visuel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9">
            <a:extLst>
              <a:ext uri="{FF2B5EF4-FFF2-40B4-BE49-F238E27FC236}">
                <a16:creationId xmlns:a16="http://schemas.microsoft.com/office/drawing/2014/main" id="{8B68EC11-D40B-4734-BD53-11C8E89AADB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540000" y="0"/>
            <a:ext cx="5652000" cy="6858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ADD1285-404C-4B71-92FB-5A9C94EF99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4968714" cy="1296144"/>
          </a:xfrm>
        </p:spPr>
        <p:txBody>
          <a:bodyPr anchor="t"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1CDFDA-BBF9-47E0-871B-19CC24F86232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62DE7F9B-359D-4996-8D37-871E0BB7FD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240868"/>
            <a:ext cx="4969321" cy="3384376"/>
          </a:xfrm>
        </p:spPr>
        <p:txBody>
          <a:bodyPr/>
          <a:lstStyle>
            <a:lvl1pPr>
              <a:defRPr sz="1800" b="1"/>
            </a:lvl1pPr>
            <a:lvl2pPr>
              <a:spcBef>
                <a:spcPts val="1000"/>
              </a:spcBef>
              <a:defRPr/>
            </a:lvl2pPr>
            <a:lvl3pPr marL="180000">
              <a:defRPr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AF06F7F4-14EA-4BA1-9EB7-5D6BCCFB01F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6061" y="5820639"/>
            <a:ext cx="1404000" cy="396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algn="ctr">
              <a:lnSpc>
                <a:spcPct val="100000"/>
              </a:lnSpc>
              <a:defRPr sz="17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Section</a:t>
            </a:r>
          </a:p>
        </p:txBody>
      </p:sp>
      <p:sp>
        <p:nvSpPr>
          <p:cNvPr id="18" name="Espace réservé du texte 11">
            <a:extLst>
              <a:ext uri="{FF2B5EF4-FFF2-40B4-BE49-F238E27FC236}">
                <a16:creationId xmlns:a16="http://schemas.microsoft.com/office/drawing/2014/main" id="{C6FB84C7-FF69-426E-AAF3-AE723CF78A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489878" y="5820639"/>
            <a:ext cx="2057950" cy="396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wrap="none" anchor="ctr"/>
          <a:lstStyle>
            <a:lvl1pPr algn="ctr">
              <a:lnSpc>
                <a:spcPct val="100000"/>
              </a:lnSpc>
              <a:defRPr sz="1700" b="1" cap="none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fr-FR"/>
              <a:t>Section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DFF37FDB-37D9-4B4B-B11F-F6B0CC5C54C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8897CAFC-CA96-4BBF-9E4A-BE2C1732F4A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9428672" y="6594434"/>
            <a:ext cx="2371608" cy="1231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6255363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Visuel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10">
            <a:extLst>
              <a:ext uri="{FF2B5EF4-FFF2-40B4-BE49-F238E27FC236}">
                <a16:creationId xmlns:a16="http://schemas.microsoft.com/office/drawing/2014/main" id="{49F1269B-3C7E-42B9-9F67-FCB9866FF3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186531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400" b="0" baseline="0">
                <a:solidFill>
                  <a:schemeClr val="tx1"/>
                </a:solidFill>
              </a:defRPr>
            </a:lvl1pPr>
          </a:lstStyle>
          <a:p>
            <a:r>
              <a:rPr lang="en-AU"/>
              <a:t>Click on the icon to replace the image.</a:t>
            </a:r>
            <a:endParaRPr lang="fr-FR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9E30D954-6161-41FB-9999-92D7CE1BD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2384884"/>
            <a:ext cx="9145588" cy="609398"/>
          </a:xfrm>
        </p:spPr>
        <p:txBody>
          <a:bodyPr anchor="t">
            <a:noAutofit/>
          </a:bodyPr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0B3D82-ACCB-4535-BC05-53F4D5F8BB19}"/>
              </a:ext>
            </a:extLst>
          </p:cNvPr>
          <p:cNvSpPr/>
          <p:nvPr userDrawn="1"/>
        </p:nvSpPr>
        <p:spPr>
          <a:xfrm>
            <a:off x="0" y="2420940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space réservé du texte 8">
            <a:extLst>
              <a:ext uri="{FF2B5EF4-FFF2-40B4-BE49-F238E27FC236}">
                <a16:creationId xmlns:a16="http://schemas.microsoft.com/office/drawing/2014/main" id="{66BEE403-1959-49C8-A96A-DC0B2A8FF7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3212976"/>
            <a:ext cx="9145588" cy="2916362"/>
          </a:xfrm>
        </p:spPr>
        <p:txBody>
          <a:bodyPr/>
          <a:lstStyle>
            <a:lvl1pPr>
              <a:defRPr sz="1800" b="1"/>
            </a:lvl1pPr>
            <a:lvl2pPr>
              <a:spcBef>
                <a:spcPts val="1000"/>
              </a:spcBef>
              <a:defRPr/>
            </a:lvl2pPr>
            <a:lvl3pPr marL="180000">
              <a:defRPr b="0"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2D3BC78F-4673-41B0-AAF5-B273540B5D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800A7426-669B-427B-A09F-10109561A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6080148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9ADB65-D3DA-4096-81CD-B545582EE224}"/>
              </a:ext>
            </a:extLst>
          </p:cNvPr>
          <p:cNvSpPr/>
          <p:nvPr userDrawn="1"/>
        </p:nvSpPr>
        <p:spPr>
          <a:xfrm>
            <a:off x="-1" y="0"/>
            <a:ext cx="468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3F3C4AEC-EAD9-4404-9413-DB5A8FD1E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3457153" cy="1296144"/>
          </a:xfrm>
        </p:spPr>
        <p:txBody>
          <a:bodyPr anchor="t"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30C28B-9F72-4F4E-ABB1-B2EB8859E484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B2EECF05-5001-4CD9-9923-92B4CF5BB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240868"/>
            <a:ext cx="3457575" cy="3888470"/>
          </a:xfrm>
        </p:spPr>
        <p:txBody>
          <a:bodyPr/>
          <a:lstStyle>
            <a:lvl1pPr>
              <a:lnSpc>
                <a:spcPct val="100000"/>
              </a:lnSpc>
              <a:defRPr sz="1800" b="1"/>
            </a:lvl1pPr>
            <a:lvl3pPr marL="180000">
              <a:defRPr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6" name="Espace réservé du tableau 10">
            <a:extLst>
              <a:ext uri="{FF2B5EF4-FFF2-40B4-BE49-F238E27FC236}">
                <a16:creationId xmlns:a16="http://schemas.microsoft.com/office/drawing/2014/main" id="{74F1FB47-5D02-4CE8-BB26-14F155AB8A28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159375" y="1736725"/>
            <a:ext cx="6553200" cy="3492500"/>
          </a:xfrm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AU"/>
              <a:t>Click on the icon to add a table</a:t>
            </a:r>
            <a:endParaRPr lang="fr-FR"/>
          </a:p>
        </p:txBody>
      </p:sp>
      <p:sp>
        <p:nvSpPr>
          <p:cNvPr id="17" name="Espace réservé du texte 5">
            <a:extLst>
              <a:ext uri="{FF2B5EF4-FFF2-40B4-BE49-F238E27FC236}">
                <a16:creationId xmlns:a16="http://schemas.microsoft.com/office/drawing/2014/main" id="{1633ADE2-84B2-45DC-8689-29A150D13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5" y="5481228"/>
            <a:ext cx="6553200" cy="400110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1" cap="all" baseline="0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  <a:latin typeface="+mn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CF8BB3DF-DB89-4DE4-926F-56346BBFB1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EB1B2C45-C152-40F9-8F54-ACC315173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24793342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9A9F532-F7BE-4D67-8A2E-3FCFEF1965B2}"/>
              </a:ext>
            </a:extLst>
          </p:cNvPr>
          <p:cNvSpPr/>
          <p:nvPr userDrawn="1"/>
        </p:nvSpPr>
        <p:spPr>
          <a:xfrm>
            <a:off x="-1" y="0"/>
            <a:ext cx="468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F595E19F-673E-4E33-9330-1BC69FD25A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2663" y="692696"/>
            <a:ext cx="3457153" cy="1296144"/>
          </a:xfrm>
        </p:spPr>
        <p:txBody>
          <a:bodyPr anchor="t"/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1FEA5C-4155-464D-BAE9-B24475ACBED6}"/>
              </a:ext>
            </a:extLst>
          </p:cNvPr>
          <p:cNvSpPr/>
          <p:nvPr userDrawn="1"/>
        </p:nvSpPr>
        <p:spPr>
          <a:xfrm>
            <a:off x="0" y="728752"/>
            <a:ext cx="720000" cy="4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texte 8">
            <a:extLst>
              <a:ext uri="{FF2B5EF4-FFF2-40B4-BE49-F238E27FC236}">
                <a16:creationId xmlns:a16="http://schemas.microsoft.com/office/drawing/2014/main" id="{84E1149B-5608-40CF-AED1-783D0F7A41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2663" y="2240868"/>
            <a:ext cx="3457575" cy="3888470"/>
          </a:xfrm>
        </p:spPr>
        <p:txBody>
          <a:bodyPr/>
          <a:lstStyle>
            <a:lvl1pPr>
              <a:defRPr sz="1800" b="1"/>
            </a:lvl1pPr>
            <a:lvl3pPr marL="180000">
              <a:defRPr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810620C3-C26F-4949-9825-A1C547A1E7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5" y="5481228"/>
            <a:ext cx="6553200" cy="400110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1" cap="all" baseline="0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  <a:latin typeface="+mn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7" name="Espace réservé du graphique 7">
            <a:extLst>
              <a:ext uri="{FF2B5EF4-FFF2-40B4-BE49-F238E27FC236}">
                <a16:creationId xmlns:a16="http://schemas.microsoft.com/office/drawing/2014/main" id="{057D0C7F-B509-43A3-B73C-5E3501A48900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5154324" y="1736700"/>
            <a:ext cx="6553200" cy="3492500"/>
          </a:xfrm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AU"/>
              <a:t>Click on the icon to add a graph</a:t>
            </a:r>
            <a:endParaRPr lang="fr-FR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838EF161-A9D8-4AD1-82CB-90B62CCBE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6390904C-A44E-4702-921E-883D3CC2B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29060112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qu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6">
            <a:extLst>
              <a:ext uri="{FF2B5EF4-FFF2-40B4-BE49-F238E27FC236}">
                <a16:creationId xmlns:a16="http://schemas.microsoft.com/office/drawing/2014/main" id="{A974A924-711A-443C-804D-AA6D4BA244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Espace réservé du texte 8">
            <a:extLst>
              <a:ext uri="{FF2B5EF4-FFF2-40B4-BE49-F238E27FC236}">
                <a16:creationId xmlns:a16="http://schemas.microsoft.com/office/drawing/2014/main" id="{3746646C-2683-4895-A255-21F05517D7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4172" y="2096852"/>
            <a:ext cx="3744416" cy="2436599"/>
          </a:xfrm>
        </p:spPr>
        <p:txBody>
          <a:bodyPr/>
          <a:lstStyle>
            <a:lvl1pPr>
              <a:defRPr sz="1800" b="1"/>
            </a:lvl1pPr>
            <a:lvl3pPr marL="180000">
              <a:defRPr/>
            </a:lvl3pPr>
            <a:lvl4pPr marL="324000">
              <a:defRPr/>
            </a:lvl4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CE859172-6D8C-4D9E-9B2A-6CAC12D2D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2663" y="5301208"/>
            <a:ext cx="5905425" cy="400110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00" b="1" cap="all" baseline="0">
                <a:solidFill>
                  <a:schemeClr val="tx2"/>
                </a:solidFill>
                <a:latin typeface="+mn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  <a:latin typeface="+mn-lt"/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6" name="Espace réservé du graphique 7">
            <a:extLst>
              <a:ext uri="{FF2B5EF4-FFF2-40B4-BE49-F238E27FC236}">
                <a16:creationId xmlns:a16="http://schemas.microsoft.com/office/drawing/2014/main" id="{F4EB34C6-FD28-4161-8E63-2DEAB5ECC28C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982663" y="1747495"/>
            <a:ext cx="5905425" cy="3492500"/>
          </a:xfrm>
        </p:spPr>
        <p:txBody>
          <a:bodyPr anchor="ctr"/>
          <a:lstStyle>
            <a:lvl1pPr algn="ctr">
              <a:defRPr sz="1200" b="0"/>
            </a:lvl1pPr>
          </a:lstStyle>
          <a:p>
            <a:r>
              <a:rPr lang="en-AU"/>
              <a:t>Click on the icon to add a graph</a:t>
            </a:r>
            <a:endParaRPr lang="fr-FR"/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EBD1ADDF-1DC8-4466-8F21-CF08C1910C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5710" y="671342"/>
            <a:ext cx="5220580" cy="64269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>
            <a:lvl1pPr algn="ctr"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TITLE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6D766833-B2C6-4AFA-B970-C9A82D1E1A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26170" y="4689140"/>
            <a:ext cx="3762418" cy="1224136"/>
          </a:xfrm>
        </p:spPr>
        <p:txBody>
          <a:bodyPr/>
          <a:lstStyle>
            <a:lvl1pPr>
              <a:lnSpc>
                <a:spcPct val="90000"/>
              </a:lnSpc>
              <a:defRPr sz="5000" b="1">
                <a:ln w="12700">
                  <a:solidFill>
                    <a:schemeClr val="tx2"/>
                  </a:solidFill>
                </a:ln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 b="1" cap="all" baseline="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000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48D8009D-CCAD-4360-B748-FC633C3BD5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C1024BF-EF87-465F-B3C6-F6D2FFCE4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27947955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pour une image  4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AU"/>
              <a:t>To replace the image, bring it to the foreground (right click | "Bring to front") to access the insert image icon.</a:t>
            </a:r>
          </a:p>
          <a:p>
            <a:r>
              <a:rPr lang="en-AU"/>
              <a:t>Then put it back in the background to make the title reappear.</a:t>
            </a:r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8" hasCustomPrompt="1"/>
          </p:nvPr>
        </p:nvSpPr>
        <p:spPr>
          <a:xfrm>
            <a:off x="0" y="800708"/>
            <a:ext cx="10488488" cy="5256024"/>
          </a:xfrm>
          <a:custGeom>
            <a:avLst/>
            <a:gdLst>
              <a:gd name="connsiteX0" fmla="*/ 0 w 10585176"/>
              <a:gd name="connsiteY0" fmla="*/ 2520000 h 5040000"/>
              <a:gd name="connsiteX1" fmla="*/ 2520000 w 10585176"/>
              <a:gd name="connsiteY1" fmla="*/ 0 h 5040000"/>
              <a:gd name="connsiteX2" fmla="*/ 8065176 w 10585176"/>
              <a:gd name="connsiteY2" fmla="*/ 0 h 5040000"/>
              <a:gd name="connsiteX3" fmla="*/ 10585176 w 10585176"/>
              <a:gd name="connsiteY3" fmla="*/ 2520000 h 5040000"/>
              <a:gd name="connsiteX4" fmla="*/ 10585176 w 10585176"/>
              <a:gd name="connsiteY4" fmla="*/ 2520000 h 5040000"/>
              <a:gd name="connsiteX5" fmla="*/ 8065176 w 10585176"/>
              <a:gd name="connsiteY5" fmla="*/ 5040000 h 5040000"/>
              <a:gd name="connsiteX6" fmla="*/ 2520000 w 10585176"/>
              <a:gd name="connsiteY6" fmla="*/ 5040000 h 5040000"/>
              <a:gd name="connsiteX7" fmla="*/ 0 w 10585176"/>
              <a:gd name="connsiteY7" fmla="*/ 2520000 h 5040000"/>
              <a:gd name="connsiteX0" fmla="*/ 0 w 10585176"/>
              <a:gd name="connsiteY0" fmla="*/ 2520000 h 5040000"/>
              <a:gd name="connsiteX1" fmla="*/ 2520000 w 10585176"/>
              <a:gd name="connsiteY1" fmla="*/ 0 h 5040000"/>
              <a:gd name="connsiteX2" fmla="*/ 8065176 w 10585176"/>
              <a:gd name="connsiteY2" fmla="*/ 0 h 5040000"/>
              <a:gd name="connsiteX3" fmla="*/ 10585176 w 10585176"/>
              <a:gd name="connsiteY3" fmla="*/ 2520000 h 5040000"/>
              <a:gd name="connsiteX4" fmla="*/ 10585176 w 10585176"/>
              <a:gd name="connsiteY4" fmla="*/ 2520000 h 5040000"/>
              <a:gd name="connsiteX5" fmla="*/ 8065176 w 10585176"/>
              <a:gd name="connsiteY5" fmla="*/ 5040000 h 5040000"/>
              <a:gd name="connsiteX6" fmla="*/ 2520000 w 10585176"/>
              <a:gd name="connsiteY6" fmla="*/ 5040000 h 5040000"/>
              <a:gd name="connsiteX7" fmla="*/ 0 w 10585176"/>
              <a:gd name="connsiteY7" fmla="*/ 2520000 h 5040000"/>
              <a:gd name="connsiteX0" fmla="*/ 2520000 w 10585176"/>
              <a:gd name="connsiteY0" fmla="*/ 0 h 5040000"/>
              <a:gd name="connsiteX1" fmla="*/ 8065176 w 10585176"/>
              <a:gd name="connsiteY1" fmla="*/ 0 h 5040000"/>
              <a:gd name="connsiteX2" fmla="*/ 10585176 w 10585176"/>
              <a:gd name="connsiteY2" fmla="*/ 2520000 h 5040000"/>
              <a:gd name="connsiteX3" fmla="*/ 10585176 w 10585176"/>
              <a:gd name="connsiteY3" fmla="*/ 2520000 h 5040000"/>
              <a:gd name="connsiteX4" fmla="*/ 8065176 w 10585176"/>
              <a:gd name="connsiteY4" fmla="*/ 5040000 h 5040000"/>
              <a:gd name="connsiteX5" fmla="*/ 2520000 w 10585176"/>
              <a:gd name="connsiteY5" fmla="*/ 5040000 h 5040000"/>
              <a:gd name="connsiteX6" fmla="*/ 0 w 10585176"/>
              <a:gd name="connsiteY6" fmla="*/ 2520000 h 5040000"/>
              <a:gd name="connsiteX7" fmla="*/ 2611440 w 10585176"/>
              <a:gd name="connsiteY7" fmla="*/ 91440 h 5040000"/>
              <a:gd name="connsiteX0" fmla="*/ 2520000 w 10585176"/>
              <a:gd name="connsiteY0" fmla="*/ 0 h 5040000"/>
              <a:gd name="connsiteX1" fmla="*/ 8065176 w 10585176"/>
              <a:gd name="connsiteY1" fmla="*/ 0 h 5040000"/>
              <a:gd name="connsiteX2" fmla="*/ 10585176 w 10585176"/>
              <a:gd name="connsiteY2" fmla="*/ 2520000 h 5040000"/>
              <a:gd name="connsiteX3" fmla="*/ 10585176 w 10585176"/>
              <a:gd name="connsiteY3" fmla="*/ 2520000 h 5040000"/>
              <a:gd name="connsiteX4" fmla="*/ 8065176 w 10585176"/>
              <a:gd name="connsiteY4" fmla="*/ 5040000 h 5040000"/>
              <a:gd name="connsiteX5" fmla="*/ 2520000 w 10585176"/>
              <a:gd name="connsiteY5" fmla="*/ 5040000 h 5040000"/>
              <a:gd name="connsiteX6" fmla="*/ 0 w 10585176"/>
              <a:gd name="connsiteY6" fmla="*/ 2520000 h 5040000"/>
              <a:gd name="connsiteX0" fmla="*/ 0 w 8065176"/>
              <a:gd name="connsiteY0" fmla="*/ 0 h 5040000"/>
              <a:gd name="connsiteX1" fmla="*/ 5545176 w 8065176"/>
              <a:gd name="connsiteY1" fmla="*/ 0 h 5040000"/>
              <a:gd name="connsiteX2" fmla="*/ 8065176 w 8065176"/>
              <a:gd name="connsiteY2" fmla="*/ 2520000 h 5040000"/>
              <a:gd name="connsiteX3" fmla="*/ 8065176 w 8065176"/>
              <a:gd name="connsiteY3" fmla="*/ 2520000 h 5040000"/>
              <a:gd name="connsiteX4" fmla="*/ 5545176 w 8065176"/>
              <a:gd name="connsiteY4" fmla="*/ 5040000 h 5040000"/>
              <a:gd name="connsiteX5" fmla="*/ 0 w 8065176"/>
              <a:gd name="connsiteY5" fmla="*/ 5040000 h 5040000"/>
              <a:gd name="connsiteX0" fmla="*/ 0 w 8065176"/>
              <a:gd name="connsiteY0" fmla="*/ 0 h 5040000"/>
              <a:gd name="connsiteX1" fmla="*/ 5545176 w 8065176"/>
              <a:gd name="connsiteY1" fmla="*/ 0 h 5040000"/>
              <a:gd name="connsiteX2" fmla="*/ 8065176 w 8065176"/>
              <a:gd name="connsiteY2" fmla="*/ 2520000 h 5040000"/>
              <a:gd name="connsiteX3" fmla="*/ 8065176 w 8065176"/>
              <a:gd name="connsiteY3" fmla="*/ 2520000 h 5040000"/>
              <a:gd name="connsiteX4" fmla="*/ 5545176 w 8065176"/>
              <a:gd name="connsiteY4" fmla="*/ 5040000 h 5040000"/>
              <a:gd name="connsiteX5" fmla="*/ 0 w 8065176"/>
              <a:gd name="connsiteY5" fmla="*/ 5040000 h 5040000"/>
              <a:gd name="connsiteX6" fmla="*/ 0 w 8065176"/>
              <a:gd name="connsiteY6" fmla="*/ 0 h 5040000"/>
              <a:gd name="connsiteX0" fmla="*/ 0 w 8065176"/>
              <a:gd name="connsiteY0" fmla="*/ 0 h 5040000"/>
              <a:gd name="connsiteX1" fmla="*/ 5875564 w 8065176"/>
              <a:gd name="connsiteY1" fmla="*/ 10564 h 5040000"/>
              <a:gd name="connsiteX2" fmla="*/ 8065176 w 8065176"/>
              <a:gd name="connsiteY2" fmla="*/ 2520000 h 5040000"/>
              <a:gd name="connsiteX3" fmla="*/ 8065176 w 8065176"/>
              <a:gd name="connsiteY3" fmla="*/ 2520000 h 5040000"/>
              <a:gd name="connsiteX4" fmla="*/ 5545176 w 8065176"/>
              <a:gd name="connsiteY4" fmla="*/ 5040000 h 5040000"/>
              <a:gd name="connsiteX5" fmla="*/ 0 w 8065176"/>
              <a:gd name="connsiteY5" fmla="*/ 5040000 h 5040000"/>
              <a:gd name="connsiteX6" fmla="*/ 0 w 8065176"/>
              <a:gd name="connsiteY6" fmla="*/ 0 h 5040000"/>
              <a:gd name="connsiteX0" fmla="*/ 0 w 8065176"/>
              <a:gd name="connsiteY0" fmla="*/ 0 h 5040000"/>
              <a:gd name="connsiteX1" fmla="*/ 5875564 w 8065176"/>
              <a:gd name="connsiteY1" fmla="*/ 10564 h 5040000"/>
              <a:gd name="connsiteX2" fmla="*/ 8065176 w 8065176"/>
              <a:gd name="connsiteY2" fmla="*/ 2520000 h 5040000"/>
              <a:gd name="connsiteX3" fmla="*/ 8065176 w 8065176"/>
              <a:gd name="connsiteY3" fmla="*/ 2520000 h 5040000"/>
              <a:gd name="connsiteX4" fmla="*/ 5867093 w 8065176"/>
              <a:gd name="connsiteY4" fmla="*/ 5040000 h 5040000"/>
              <a:gd name="connsiteX5" fmla="*/ 0 w 8065176"/>
              <a:gd name="connsiteY5" fmla="*/ 5040000 h 5040000"/>
              <a:gd name="connsiteX6" fmla="*/ 0 w 8065176"/>
              <a:gd name="connsiteY6" fmla="*/ 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65176" h="5040000">
                <a:moveTo>
                  <a:pt x="0" y="0"/>
                </a:moveTo>
                <a:lnTo>
                  <a:pt x="5875564" y="10564"/>
                </a:lnTo>
                <a:cubicBezTo>
                  <a:pt x="7267322" y="10564"/>
                  <a:pt x="8065176" y="1128242"/>
                  <a:pt x="8065176" y="2520000"/>
                </a:cubicBezTo>
                <a:lnTo>
                  <a:pt x="8065176" y="2520000"/>
                </a:lnTo>
                <a:cubicBezTo>
                  <a:pt x="8065176" y="3911758"/>
                  <a:pt x="7258851" y="5040000"/>
                  <a:pt x="5867093" y="5040000"/>
                </a:cubicBezTo>
                <a:lnTo>
                  <a:pt x="0" y="504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64000" tIns="684000" rIns="540000" bIns="72000" anchor="t"/>
          <a:lstStyle>
            <a:lvl1pPr>
              <a:lnSpc>
                <a:spcPct val="90000"/>
              </a:lnSpc>
              <a:defRPr sz="4400" b="1" cap="all" baseline="0">
                <a:solidFill>
                  <a:schemeClr val="tx2"/>
                </a:solidFill>
                <a:latin typeface="+mj-lt"/>
              </a:defRPr>
            </a:lvl1pPr>
            <a:lvl2pPr>
              <a:lnSpc>
                <a:spcPct val="120000"/>
              </a:lnSpc>
              <a:spcBef>
                <a:spcPts val="1800"/>
              </a:spcBef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7CB53284-E905-4D94-9417-EE489C88F3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424" y="4421573"/>
            <a:ext cx="2160240" cy="1224136"/>
          </a:xfrm>
        </p:spPr>
        <p:txBody>
          <a:bodyPr/>
          <a:lstStyle>
            <a:lvl1pPr>
              <a:lnSpc>
                <a:spcPct val="90000"/>
              </a:lnSpc>
              <a:defRPr sz="5000" b="1">
                <a:ln w="12700">
                  <a:solidFill>
                    <a:schemeClr val="tx2"/>
                  </a:solidFill>
                </a:ln>
                <a:noFill/>
                <a:latin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000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C91355EF-87B5-4B49-AE3D-35727F4D8F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02" y="4421573"/>
            <a:ext cx="2160240" cy="1224136"/>
          </a:xfrm>
        </p:spPr>
        <p:txBody>
          <a:bodyPr/>
          <a:lstStyle>
            <a:lvl1pPr>
              <a:lnSpc>
                <a:spcPct val="90000"/>
              </a:lnSpc>
              <a:defRPr sz="5000" b="1">
                <a:ln w="12700">
                  <a:solidFill>
                    <a:schemeClr val="tx2"/>
                  </a:solidFill>
                </a:ln>
                <a:noFill/>
                <a:latin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000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3F033233-965E-4F69-BCFB-6773F48002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15980" y="4421573"/>
            <a:ext cx="2160240" cy="1224136"/>
          </a:xfrm>
        </p:spPr>
        <p:txBody>
          <a:bodyPr/>
          <a:lstStyle>
            <a:lvl1pPr>
              <a:lnSpc>
                <a:spcPct val="90000"/>
              </a:lnSpc>
              <a:defRPr sz="5000" b="1">
                <a:ln w="12700">
                  <a:solidFill>
                    <a:schemeClr val="tx2"/>
                  </a:solidFill>
                </a:ln>
                <a:noFill/>
                <a:latin typeface="+mn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700" b="1" cap="all" baseline="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solidFill>
                  <a:schemeClr val="tx2"/>
                </a:solidFill>
                <a:latin typeface="+mn-lt"/>
              </a:defRPr>
            </a:lvl3pPr>
          </a:lstStyle>
          <a:p>
            <a:pPr lvl="0"/>
            <a:r>
              <a:rPr lang="fr-FR"/>
              <a:t>000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C2C8B570-B231-41C9-A716-C32129880C0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7F7BEF3F-FDA0-4547-AB5A-223F1F19FC7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9428672" y="6594434"/>
            <a:ext cx="2371608" cy="1231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41563316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bat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pour une image  4">
            <a:extLst>
              <a:ext uri="{FF2B5EF4-FFF2-40B4-BE49-F238E27FC236}">
                <a16:creationId xmlns:a16="http://schemas.microsoft.com/office/drawing/2014/main" id="{25C945D0-BB3D-44E2-9517-898166ECB1F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algn="l"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AU"/>
              <a:t>To replace the image, bring it to the foreground (right click | "Bring to front")</a:t>
            </a:r>
          </a:p>
          <a:p>
            <a:r>
              <a:rPr lang="en-AU"/>
              <a:t>to access the insert image icon.</a:t>
            </a:r>
          </a:p>
          <a:p>
            <a:r>
              <a:rPr lang="en-AU"/>
              <a:t>Then put it back in the background to make the title reappear.</a:t>
            </a:r>
            <a:endParaRPr lang="fr-FR"/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9EE0E67A-9DE7-4AE5-9559-80F520041A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000" y="908720"/>
            <a:ext cx="9720000" cy="5040560"/>
          </a:xfrm>
          <a:prstGeom prst="roundRect">
            <a:avLst>
              <a:gd name="adj" fmla="val 50000"/>
            </a:avLst>
          </a:prstGeom>
          <a:solidFill>
            <a:srgbClr val="FFDB97">
              <a:alpha val="89804"/>
            </a:srgbClr>
          </a:solidFill>
          <a:ln>
            <a:noFill/>
          </a:ln>
        </p:spPr>
        <p:txBody>
          <a:bodyPr anchor="ctr"/>
          <a:lstStyle>
            <a:lvl1pPr marL="0" algn="ctr">
              <a:lnSpc>
                <a:spcPct val="120000"/>
              </a:lnSpc>
              <a:spcBef>
                <a:spcPts val="0"/>
              </a:spcBef>
              <a:buFontTx/>
              <a:buNone/>
              <a:tabLst>
                <a:tab pos="1255713" algn="l"/>
              </a:tabLst>
              <a:defRPr sz="2500" b="0" i="1">
                <a:solidFill>
                  <a:schemeClr val="tx1"/>
                </a:solidFill>
              </a:defRPr>
            </a:lvl1pPr>
            <a:lvl2pPr marL="0" algn="ctr">
              <a:lnSpc>
                <a:spcPct val="120000"/>
              </a:lnSpc>
              <a:spcBef>
                <a:spcPts val="0"/>
              </a:spcBef>
              <a:buFontTx/>
              <a:buNone/>
              <a:defRPr sz="2000" b="1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b="0"/>
            </a:lvl3pPr>
            <a:lvl4pPr marL="0" indent="0">
              <a:spcBef>
                <a:spcPts val="0"/>
              </a:spcBef>
              <a:buFontTx/>
              <a:buNone/>
              <a:defRPr b="0"/>
            </a:lvl4pPr>
            <a:lvl5pPr marL="0">
              <a:spcBef>
                <a:spcPts val="0"/>
              </a:spcBef>
              <a:buFontTx/>
              <a:buNone/>
              <a:defRPr b="0"/>
            </a:lvl5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0" name="Espace réservé pour une image  15">
            <a:extLst>
              <a:ext uri="{FF2B5EF4-FFF2-40B4-BE49-F238E27FC236}">
                <a16:creationId xmlns:a16="http://schemas.microsoft.com/office/drawing/2014/main" id="{AE4781CB-754B-4F3E-BD58-4BEFE00FEC2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90000" y="4941145"/>
            <a:ext cx="612000" cy="4176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 sz="900" b="0"/>
            </a:lvl1pPr>
          </a:lstStyle>
          <a:p>
            <a:r>
              <a:rPr lang="fr-FR"/>
              <a:t> </a:t>
            </a:r>
          </a:p>
        </p:txBody>
      </p:sp>
      <p:sp>
        <p:nvSpPr>
          <p:cNvPr id="21" name="Espace réservé pour une image  15">
            <a:extLst>
              <a:ext uri="{FF2B5EF4-FFF2-40B4-BE49-F238E27FC236}">
                <a16:creationId xmlns:a16="http://schemas.microsoft.com/office/drawing/2014/main" id="{F4A82F10-A633-4AE0-9138-9F23F33FAF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96093" y="1453078"/>
            <a:ext cx="612000" cy="417600"/>
          </a:xfrm>
          <a:blipFill>
            <a:blip r:embed="rId4"/>
            <a:stretch>
              <a:fillRect/>
            </a:stretch>
          </a:blipFill>
        </p:spPr>
        <p:txBody>
          <a:bodyPr/>
          <a:lstStyle>
            <a:lvl1pPr>
              <a:defRPr sz="900" b="0"/>
            </a:lvl1pPr>
          </a:lstStyle>
          <a:p>
            <a:r>
              <a:rPr lang="fr-FR"/>
              <a:t> 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AEEE3B71-D344-43A8-BD9B-F8961AD8B8E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F8D13439-CAA5-4387-803B-4E03B673A6F7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>
          <a:xfrm>
            <a:off x="9428672" y="6594434"/>
            <a:ext cx="2371608" cy="12311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3329215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9">
            <a:extLst>
              <a:ext uri="{FF2B5EF4-FFF2-40B4-BE49-F238E27FC236}">
                <a16:creationId xmlns:a16="http://schemas.microsoft.com/office/drawing/2014/main" id="{C271E718-F53D-4C4D-9E59-26059D7C6C0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580132" y="3798000"/>
            <a:ext cx="3492388" cy="3060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0" name="Espace réservé pour une image  9">
            <a:extLst>
              <a:ext uri="{FF2B5EF4-FFF2-40B4-BE49-F238E27FC236}">
                <a16:creationId xmlns:a16="http://schemas.microsoft.com/office/drawing/2014/main" id="{855A396B-E50F-4605-A094-93022EAA0953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405091" y="4086000"/>
            <a:ext cx="3492388" cy="2772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1" name="Espace réservé pour une image  9">
            <a:extLst>
              <a:ext uri="{FF2B5EF4-FFF2-40B4-BE49-F238E27FC236}">
                <a16:creationId xmlns:a16="http://schemas.microsoft.com/office/drawing/2014/main" id="{E145D38F-132A-47D0-87D9-B2464D57F5C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220236" y="2546596"/>
            <a:ext cx="3492388" cy="3582742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2" name="Espace réservé pour une image  9">
            <a:extLst>
              <a:ext uri="{FF2B5EF4-FFF2-40B4-BE49-F238E27FC236}">
                <a16:creationId xmlns:a16="http://schemas.microsoft.com/office/drawing/2014/main" id="{7DAFF92E-2874-4E7E-9582-DE96C8923FE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222794" y="0"/>
            <a:ext cx="3492388" cy="2376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3" name="Espace réservé pour une image  9">
            <a:extLst>
              <a:ext uri="{FF2B5EF4-FFF2-40B4-BE49-F238E27FC236}">
                <a16:creationId xmlns:a16="http://schemas.microsoft.com/office/drawing/2014/main" id="{B6ADD71E-3373-46FF-B3D6-EE725571AFE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405091" y="0"/>
            <a:ext cx="3492388" cy="28800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4" name="Espace réservé pour une image  9">
            <a:extLst>
              <a:ext uri="{FF2B5EF4-FFF2-40B4-BE49-F238E27FC236}">
                <a16:creationId xmlns:a16="http://schemas.microsoft.com/office/drawing/2014/main" id="{841C1B18-B2D8-43DD-A2EE-3D170C81703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87388" y="836712"/>
            <a:ext cx="3492388" cy="2700300"/>
          </a:xfrm>
          <a:pattFill prst="open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t"/>
          <a:lstStyle>
            <a:lvl1pPr algn="ctr">
              <a:defRPr sz="1200" b="0" baseline="0"/>
            </a:lvl1pPr>
          </a:lstStyle>
          <a:p>
            <a:r>
              <a:rPr lang="en-AU"/>
              <a:t>Click on the icon to add an image</a:t>
            </a:r>
            <a:endParaRPr lang="fr-FR"/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28B5047D-C12E-41D3-875B-9F064DE2DD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3792" y="3159026"/>
            <a:ext cx="3744416" cy="609398"/>
          </a:xfrm>
        </p:spPr>
        <p:txBody>
          <a:bodyPr/>
          <a:lstStyle>
            <a:lvl1pPr algn="ctr">
              <a:defRPr sz="4600"/>
            </a:lvl1pPr>
          </a:lstStyle>
          <a:p>
            <a:r>
              <a:rPr lang="fr-FR"/>
              <a:t>TITLE</a:t>
            </a:r>
          </a:p>
        </p:txBody>
      </p:sp>
      <p:sp>
        <p:nvSpPr>
          <p:cNvPr id="26" name="Espace réservé du texte 10">
            <a:extLst>
              <a:ext uri="{FF2B5EF4-FFF2-40B4-BE49-F238E27FC236}">
                <a16:creationId xmlns:a16="http://schemas.microsoft.com/office/drawing/2014/main" id="{708747BC-7AAA-44C8-81FD-9E9B3796A5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88" y="2799026"/>
            <a:ext cx="1796999" cy="665978"/>
          </a:xfrm>
          <a:custGeom>
            <a:avLst/>
            <a:gdLst>
              <a:gd name="connsiteX0" fmla="*/ 0 w 1872208"/>
              <a:gd name="connsiteY0" fmla="*/ 75209 h 665978"/>
              <a:gd name="connsiteX1" fmla="*/ 75209 w 1872208"/>
              <a:gd name="connsiteY1" fmla="*/ 0 h 665978"/>
              <a:gd name="connsiteX2" fmla="*/ 1796999 w 1872208"/>
              <a:gd name="connsiteY2" fmla="*/ 0 h 665978"/>
              <a:gd name="connsiteX3" fmla="*/ 1872208 w 1872208"/>
              <a:gd name="connsiteY3" fmla="*/ 75209 h 665978"/>
              <a:gd name="connsiteX4" fmla="*/ 1872208 w 1872208"/>
              <a:gd name="connsiteY4" fmla="*/ 590769 h 665978"/>
              <a:gd name="connsiteX5" fmla="*/ 1796999 w 1872208"/>
              <a:gd name="connsiteY5" fmla="*/ 665978 h 665978"/>
              <a:gd name="connsiteX6" fmla="*/ 75209 w 1872208"/>
              <a:gd name="connsiteY6" fmla="*/ 665978 h 665978"/>
              <a:gd name="connsiteX7" fmla="*/ 0 w 1872208"/>
              <a:gd name="connsiteY7" fmla="*/ 590769 h 665978"/>
              <a:gd name="connsiteX8" fmla="*/ 0 w 1872208"/>
              <a:gd name="connsiteY8" fmla="*/ 75209 h 665978"/>
              <a:gd name="connsiteX0" fmla="*/ 0 w 1872208"/>
              <a:gd name="connsiteY0" fmla="*/ 75209 h 665978"/>
              <a:gd name="connsiteX1" fmla="*/ 75209 w 1872208"/>
              <a:gd name="connsiteY1" fmla="*/ 0 h 665978"/>
              <a:gd name="connsiteX2" fmla="*/ 1796999 w 1872208"/>
              <a:gd name="connsiteY2" fmla="*/ 0 h 665978"/>
              <a:gd name="connsiteX3" fmla="*/ 1872208 w 1872208"/>
              <a:gd name="connsiteY3" fmla="*/ 75209 h 665978"/>
              <a:gd name="connsiteX4" fmla="*/ 1872208 w 1872208"/>
              <a:gd name="connsiteY4" fmla="*/ 590769 h 665978"/>
              <a:gd name="connsiteX5" fmla="*/ 1796999 w 1872208"/>
              <a:gd name="connsiteY5" fmla="*/ 665978 h 665978"/>
              <a:gd name="connsiteX6" fmla="*/ 75209 w 1872208"/>
              <a:gd name="connsiteY6" fmla="*/ 665978 h 665978"/>
              <a:gd name="connsiteX7" fmla="*/ 0 w 1872208"/>
              <a:gd name="connsiteY7" fmla="*/ 590769 h 665978"/>
              <a:gd name="connsiteX8" fmla="*/ 91440 w 1872208"/>
              <a:gd name="connsiteY8" fmla="*/ 166649 h 665978"/>
              <a:gd name="connsiteX0" fmla="*/ 0 w 1872208"/>
              <a:gd name="connsiteY0" fmla="*/ 75209 h 665978"/>
              <a:gd name="connsiteX1" fmla="*/ 75209 w 1872208"/>
              <a:gd name="connsiteY1" fmla="*/ 0 h 665978"/>
              <a:gd name="connsiteX2" fmla="*/ 1796999 w 1872208"/>
              <a:gd name="connsiteY2" fmla="*/ 0 h 665978"/>
              <a:gd name="connsiteX3" fmla="*/ 1872208 w 1872208"/>
              <a:gd name="connsiteY3" fmla="*/ 75209 h 665978"/>
              <a:gd name="connsiteX4" fmla="*/ 1872208 w 1872208"/>
              <a:gd name="connsiteY4" fmla="*/ 590769 h 665978"/>
              <a:gd name="connsiteX5" fmla="*/ 1796999 w 1872208"/>
              <a:gd name="connsiteY5" fmla="*/ 665978 h 665978"/>
              <a:gd name="connsiteX6" fmla="*/ 75209 w 1872208"/>
              <a:gd name="connsiteY6" fmla="*/ 665978 h 665978"/>
              <a:gd name="connsiteX7" fmla="*/ 0 w 1872208"/>
              <a:gd name="connsiteY7" fmla="*/ 590769 h 665978"/>
              <a:gd name="connsiteX0" fmla="*/ 75209 w 1872208"/>
              <a:gd name="connsiteY0" fmla="*/ 0 h 665978"/>
              <a:gd name="connsiteX1" fmla="*/ 1796999 w 1872208"/>
              <a:gd name="connsiteY1" fmla="*/ 0 h 665978"/>
              <a:gd name="connsiteX2" fmla="*/ 1872208 w 1872208"/>
              <a:gd name="connsiteY2" fmla="*/ 75209 h 665978"/>
              <a:gd name="connsiteX3" fmla="*/ 1872208 w 1872208"/>
              <a:gd name="connsiteY3" fmla="*/ 590769 h 665978"/>
              <a:gd name="connsiteX4" fmla="*/ 1796999 w 1872208"/>
              <a:gd name="connsiteY4" fmla="*/ 665978 h 665978"/>
              <a:gd name="connsiteX5" fmla="*/ 75209 w 1872208"/>
              <a:gd name="connsiteY5" fmla="*/ 665978 h 665978"/>
              <a:gd name="connsiteX6" fmla="*/ 0 w 1872208"/>
              <a:gd name="connsiteY6" fmla="*/ 590769 h 665978"/>
              <a:gd name="connsiteX0" fmla="*/ 0 w 1796999"/>
              <a:gd name="connsiteY0" fmla="*/ 0 h 665978"/>
              <a:gd name="connsiteX1" fmla="*/ 1721790 w 1796999"/>
              <a:gd name="connsiteY1" fmla="*/ 0 h 665978"/>
              <a:gd name="connsiteX2" fmla="*/ 1796999 w 1796999"/>
              <a:gd name="connsiteY2" fmla="*/ 75209 h 665978"/>
              <a:gd name="connsiteX3" fmla="*/ 1796999 w 1796999"/>
              <a:gd name="connsiteY3" fmla="*/ 590769 h 665978"/>
              <a:gd name="connsiteX4" fmla="*/ 1721790 w 1796999"/>
              <a:gd name="connsiteY4" fmla="*/ 665978 h 665978"/>
              <a:gd name="connsiteX5" fmla="*/ 0 w 1796999"/>
              <a:gd name="connsiteY5" fmla="*/ 665978 h 665978"/>
              <a:gd name="connsiteX0" fmla="*/ 0 w 1796999"/>
              <a:gd name="connsiteY0" fmla="*/ 0 h 665978"/>
              <a:gd name="connsiteX1" fmla="*/ 1721790 w 1796999"/>
              <a:gd name="connsiteY1" fmla="*/ 0 h 665978"/>
              <a:gd name="connsiteX2" fmla="*/ 1796999 w 1796999"/>
              <a:gd name="connsiteY2" fmla="*/ 75209 h 665978"/>
              <a:gd name="connsiteX3" fmla="*/ 1796999 w 1796999"/>
              <a:gd name="connsiteY3" fmla="*/ 590769 h 665978"/>
              <a:gd name="connsiteX4" fmla="*/ 1721790 w 1796999"/>
              <a:gd name="connsiteY4" fmla="*/ 665978 h 665978"/>
              <a:gd name="connsiteX5" fmla="*/ 0 w 1796999"/>
              <a:gd name="connsiteY5" fmla="*/ 665978 h 665978"/>
              <a:gd name="connsiteX6" fmla="*/ 0 w 1796999"/>
              <a:gd name="connsiteY6" fmla="*/ 0 h 66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6999" h="665978">
                <a:moveTo>
                  <a:pt x="0" y="0"/>
                </a:moveTo>
                <a:lnTo>
                  <a:pt x="1721790" y="0"/>
                </a:lnTo>
                <a:cubicBezTo>
                  <a:pt x="1763327" y="0"/>
                  <a:pt x="1796999" y="33672"/>
                  <a:pt x="1796999" y="75209"/>
                </a:cubicBezTo>
                <a:lnTo>
                  <a:pt x="1796999" y="590769"/>
                </a:lnTo>
                <a:cubicBezTo>
                  <a:pt x="1796999" y="632306"/>
                  <a:pt x="1763327" y="665978"/>
                  <a:pt x="1721790" y="665978"/>
                </a:cubicBezTo>
                <a:lnTo>
                  <a:pt x="0" y="665978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36000" bIns="0" anchor="ctr">
            <a:noAutofit/>
          </a:bodyPr>
          <a:lstStyle>
            <a:lvl1pPr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7" name="Espace réservé du texte 10">
            <a:extLst>
              <a:ext uri="{FF2B5EF4-FFF2-40B4-BE49-F238E27FC236}">
                <a16:creationId xmlns:a16="http://schemas.microsoft.com/office/drawing/2014/main" id="{A45416E8-44A6-4564-B754-6F4FEC1762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05091" y="657971"/>
            <a:ext cx="1919375" cy="538781"/>
          </a:xfrm>
          <a:custGeom>
            <a:avLst/>
            <a:gdLst>
              <a:gd name="connsiteX0" fmla="*/ 0 w 1980220"/>
              <a:gd name="connsiteY0" fmla="*/ 60845 h 538781"/>
              <a:gd name="connsiteX1" fmla="*/ 60845 w 1980220"/>
              <a:gd name="connsiteY1" fmla="*/ 0 h 538781"/>
              <a:gd name="connsiteX2" fmla="*/ 1919375 w 1980220"/>
              <a:gd name="connsiteY2" fmla="*/ 0 h 538781"/>
              <a:gd name="connsiteX3" fmla="*/ 1980220 w 1980220"/>
              <a:gd name="connsiteY3" fmla="*/ 60845 h 538781"/>
              <a:gd name="connsiteX4" fmla="*/ 1980220 w 1980220"/>
              <a:gd name="connsiteY4" fmla="*/ 477936 h 538781"/>
              <a:gd name="connsiteX5" fmla="*/ 1919375 w 1980220"/>
              <a:gd name="connsiteY5" fmla="*/ 538781 h 538781"/>
              <a:gd name="connsiteX6" fmla="*/ 60845 w 1980220"/>
              <a:gd name="connsiteY6" fmla="*/ 538781 h 538781"/>
              <a:gd name="connsiteX7" fmla="*/ 0 w 1980220"/>
              <a:gd name="connsiteY7" fmla="*/ 477936 h 538781"/>
              <a:gd name="connsiteX8" fmla="*/ 0 w 1980220"/>
              <a:gd name="connsiteY8" fmla="*/ 60845 h 538781"/>
              <a:gd name="connsiteX0" fmla="*/ 0 w 1980220"/>
              <a:gd name="connsiteY0" fmla="*/ 60845 h 538781"/>
              <a:gd name="connsiteX1" fmla="*/ 60845 w 1980220"/>
              <a:gd name="connsiteY1" fmla="*/ 0 h 538781"/>
              <a:gd name="connsiteX2" fmla="*/ 1919375 w 1980220"/>
              <a:gd name="connsiteY2" fmla="*/ 0 h 538781"/>
              <a:gd name="connsiteX3" fmla="*/ 1980220 w 1980220"/>
              <a:gd name="connsiteY3" fmla="*/ 60845 h 538781"/>
              <a:gd name="connsiteX4" fmla="*/ 1980220 w 1980220"/>
              <a:gd name="connsiteY4" fmla="*/ 477936 h 538781"/>
              <a:gd name="connsiteX5" fmla="*/ 1919375 w 1980220"/>
              <a:gd name="connsiteY5" fmla="*/ 538781 h 538781"/>
              <a:gd name="connsiteX6" fmla="*/ 60845 w 1980220"/>
              <a:gd name="connsiteY6" fmla="*/ 538781 h 538781"/>
              <a:gd name="connsiteX7" fmla="*/ 0 w 1980220"/>
              <a:gd name="connsiteY7" fmla="*/ 477936 h 538781"/>
              <a:gd name="connsiteX8" fmla="*/ 91440 w 1980220"/>
              <a:gd name="connsiteY8" fmla="*/ 152285 h 538781"/>
              <a:gd name="connsiteX0" fmla="*/ 60845 w 1980220"/>
              <a:gd name="connsiteY0" fmla="*/ 0 h 538781"/>
              <a:gd name="connsiteX1" fmla="*/ 1919375 w 1980220"/>
              <a:gd name="connsiteY1" fmla="*/ 0 h 538781"/>
              <a:gd name="connsiteX2" fmla="*/ 1980220 w 1980220"/>
              <a:gd name="connsiteY2" fmla="*/ 60845 h 538781"/>
              <a:gd name="connsiteX3" fmla="*/ 1980220 w 1980220"/>
              <a:gd name="connsiteY3" fmla="*/ 477936 h 538781"/>
              <a:gd name="connsiteX4" fmla="*/ 1919375 w 1980220"/>
              <a:gd name="connsiteY4" fmla="*/ 538781 h 538781"/>
              <a:gd name="connsiteX5" fmla="*/ 60845 w 1980220"/>
              <a:gd name="connsiteY5" fmla="*/ 538781 h 538781"/>
              <a:gd name="connsiteX6" fmla="*/ 0 w 1980220"/>
              <a:gd name="connsiteY6" fmla="*/ 477936 h 538781"/>
              <a:gd name="connsiteX7" fmla="*/ 91440 w 1980220"/>
              <a:gd name="connsiteY7" fmla="*/ 152285 h 538781"/>
              <a:gd name="connsiteX0" fmla="*/ 60845 w 1980220"/>
              <a:gd name="connsiteY0" fmla="*/ 0 h 538781"/>
              <a:gd name="connsiteX1" fmla="*/ 1919375 w 1980220"/>
              <a:gd name="connsiteY1" fmla="*/ 0 h 538781"/>
              <a:gd name="connsiteX2" fmla="*/ 1980220 w 1980220"/>
              <a:gd name="connsiteY2" fmla="*/ 60845 h 538781"/>
              <a:gd name="connsiteX3" fmla="*/ 1980220 w 1980220"/>
              <a:gd name="connsiteY3" fmla="*/ 477936 h 538781"/>
              <a:gd name="connsiteX4" fmla="*/ 1919375 w 1980220"/>
              <a:gd name="connsiteY4" fmla="*/ 538781 h 538781"/>
              <a:gd name="connsiteX5" fmla="*/ 60845 w 1980220"/>
              <a:gd name="connsiteY5" fmla="*/ 538781 h 538781"/>
              <a:gd name="connsiteX6" fmla="*/ 0 w 1980220"/>
              <a:gd name="connsiteY6" fmla="*/ 477936 h 538781"/>
              <a:gd name="connsiteX0" fmla="*/ 0 w 1919375"/>
              <a:gd name="connsiteY0" fmla="*/ 0 h 538781"/>
              <a:gd name="connsiteX1" fmla="*/ 1858530 w 1919375"/>
              <a:gd name="connsiteY1" fmla="*/ 0 h 538781"/>
              <a:gd name="connsiteX2" fmla="*/ 1919375 w 1919375"/>
              <a:gd name="connsiteY2" fmla="*/ 60845 h 538781"/>
              <a:gd name="connsiteX3" fmla="*/ 1919375 w 1919375"/>
              <a:gd name="connsiteY3" fmla="*/ 477936 h 538781"/>
              <a:gd name="connsiteX4" fmla="*/ 1858530 w 1919375"/>
              <a:gd name="connsiteY4" fmla="*/ 538781 h 538781"/>
              <a:gd name="connsiteX5" fmla="*/ 0 w 1919375"/>
              <a:gd name="connsiteY5" fmla="*/ 538781 h 538781"/>
              <a:gd name="connsiteX0" fmla="*/ 0 w 1919375"/>
              <a:gd name="connsiteY0" fmla="*/ 0 h 538781"/>
              <a:gd name="connsiteX1" fmla="*/ 1858530 w 1919375"/>
              <a:gd name="connsiteY1" fmla="*/ 0 h 538781"/>
              <a:gd name="connsiteX2" fmla="*/ 1919375 w 1919375"/>
              <a:gd name="connsiteY2" fmla="*/ 60845 h 538781"/>
              <a:gd name="connsiteX3" fmla="*/ 1919375 w 1919375"/>
              <a:gd name="connsiteY3" fmla="*/ 477936 h 538781"/>
              <a:gd name="connsiteX4" fmla="*/ 1858530 w 1919375"/>
              <a:gd name="connsiteY4" fmla="*/ 538781 h 538781"/>
              <a:gd name="connsiteX5" fmla="*/ 0 w 1919375"/>
              <a:gd name="connsiteY5" fmla="*/ 538781 h 538781"/>
              <a:gd name="connsiteX6" fmla="*/ 0 w 1919375"/>
              <a:gd name="connsiteY6" fmla="*/ 0 h 53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9375" h="538781">
                <a:moveTo>
                  <a:pt x="0" y="0"/>
                </a:moveTo>
                <a:lnTo>
                  <a:pt x="1858530" y="0"/>
                </a:lnTo>
                <a:cubicBezTo>
                  <a:pt x="1892134" y="0"/>
                  <a:pt x="1919375" y="27241"/>
                  <a:pt x="1919375" y="60845"/>
                </a:cubicBezTo>
                <a:lnTo>
                  <a:pt x="1919375" y="477936"/>
                </a:lnTo>
                <a:cubicBezTo>
                  <a:pt x="1919375" y="511540"/>
                  <a:pt x="1892134" y="538781"/>
                  <a:pt x="1858530" y="538781"/>
                </a:cubicBezTo>
                <a:lnTo>
                  <a:pt x="0" y="5387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36000" bIns="0" anchor="ctr">
            <a:noAutofit/>
          </a:bodyPr>
          <a:lstStyle>
            <a:lvl1pPr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8" name="Espace réservé du texte 10">
            <a:extLst>
              <a:ext uri="{FF2B5EF4-FFF2-40B4-BE49-F238E27FC236}">
                <a16:creationId xmlns:a16="http://schemas.microsoft.com/office/drawing/2014/main" id="{AD929F19-FE6D-44B3-A3A1-3F3BCE7E87C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054087" y="170734"/>
            <a:ext cx="2661095" cy="665978"/>
          </a:xfrm>
          <a:custGeom>
            <a:avLst/>
            <a:gdLst>
              <a:gd name="connsiteX0" fmla="*/ 0 w 2736304"/>
              <a:gd name="connsiteY0" fmla="*/ 75209 h 665978"/>
              <a:gd name="connsiteX1" fmla="*/ 75209 w 2736304"/>
              <a:gd name="connsiteY1" fmla="*/ 0 h 665978"/>
              <a:gd name="connsiteX2" fmla="*/ 2661095 w 2736304"/>
              <a:gd name="connsiteY2" fmla="*/ 0 h 665978"/>
              <a:gd name="connsiteX3" fmla="*/ 2736304 w 2736304"/>
              <a:gd name="connsiteY3" fmla="*/ 75209 h 665978"/>
              <a:gd name="connsiteX4" fmla="*/ 2736304 w 2736304"/>
              <a:gd name="connsiteY4" fmla="*/ 590769 h 665978"/>
              <a:gd name="connsiteX5" fmla="*/ 2661095 w 2736304"/>
              <a:gd name="connsiteY5" fmla="*/ 665978 h 665978"/>
              <a:gd name="connsiteX6" fmla="*/ 75209 w 2736304"/>
              <a:gd name="connsiteY6" fmla="*/ 665978 h 665978"/>
              <a:gd name="connsiteX7" fmla="*/ 0 w 2736304"/>
              <a:gd name="connsiteY7" fmla="*/ 590769 h 665978"/>
              <a:gd name="connsiteX8" fmla="*/ 0 w 2736304"/>
              <a:gd name="connsiteY8" fmla="*/ 75209 h 665978"/>
              <a:gd name="connsiteX0" fmla="*/ 2736304 w 2827744"/>
              <a:gd name="connsiteY0" fmla="*/ 75209 h 665978"/>
              <a:gd name="connsiteX1" fmla="*/ 2736304 w 2827744"/>
              <a:gd name="connsiteY1" fmla="*/ 590769 h 665978"/>
              <a:gd name="connsiteX2" fmla="*/ 2661095 w 2827744"/>
              <a:gd name="connsiteY2" fmla="*/ 665978 h 665978"/>
              <a:gd name="connsiteX3" fmla="*/ 75209 w 2827744"/>
              <a:gd name="connsiteY3" fmla="*/ 665978 h 665978"/>
              <a:gd name="connsiteX4" fmla="*/ 0 w 2827744"/>
              <a:gd name="connsiteY4" fmla="*/ 590769 h 665978"/>
              <a:gd name="connsiteX5" fmla="*/ 0 w 2827744"/>
              <a:gd name="connsiteY5" fmla="*/ 75209 h 665978"/>
              <a:gd name="connsiteX6" fmla="*/ 75209 w 2827744"/>
              <a:gd name="connsiteY6" fmla="*/ 0 h 665978"/>
              <a:gd name="connsiteX7" fmla="*/ 2661095 w 2827744"/>
              <a:gd name="connsiteY7" fmla="*/ 0 h 665978"/>
              <a:gd name="connsiteX8" fmla="*/ 2827744 w 2827744"/>
              <a:gd name="connsiteY8" fmla="*/ 166649 h 665978"/>
              <a:gd name="connsiteX0" fmla="*/ 2736304 w 2736304"/>
              <a:gd name="connsiteY0" fmla="*/ 75209 h 665978"/>
              <a:gd name="connsiteX1" fmla="*/ 2736304 w 2736304"/>
              <a:gd name="connsiteY1" fmla="*/ 590769 h 665978"/>
              <a:gd name="connsiteX2" fmla="*/ 2661095 w 2736304"/>
              <a:gd name="connsiteY2" fmla="*/ 665978 h 665978"/>
              <a:gd name="connsiteX3" fmla="*/ 75209 w 2736304"/>
              <a:gd name="connsiteY3" fmla="*/ 665978 h 665978"/>
              <a:gd name="connsiteX4" fmla="*/ 0 w 2736304"/>
              <a:gd name="connsiteY4" fmla="*/ 590769 h 665978"/>
              <a:gd name="connsiteX5" fmla="*/ 0 w 2736304"/>
              <a:gd name="connsiteY5" fmla="*/ 75209 h 665978"/>
              <a:gd name="connsiteX6" fmla="*/ 75209 w 2736304"/>
              <a:gd name="connsiteY6" fmla="*/ 0 h 665978"/>
              <a:gd name="connsiteX7" fmla="*/ 2661095 w 2736304"/>
              <a:gd name="connsiteY7" fmla="*/ 0 h 665978"/>
              <a:gd name="connsiteX0" fmla="*/ 2736304 w 2736304"/>
              <a:gd name="connsiteY0" fmla="*/ 590769 h 665978"/>
              <a:gd name="connsiteX1" fmla="*/ 2661095 w 2736304"/>
              <a:gd name="connsiteY1" fmla="*/ 665978 h 665978"/>
              <a:gd name="connsiteX2" fmla="*/ 75209 w 2736304"/>
              <a:gd name="connsiteY2" fmla="*/ 665978 h 665978"/>
              <a:gd name="connsiteX3" fmla="*/ 0 w 2736304"/>
              <a:gd name="connsiteY3" fmla="*/ 590769 h 665978"/>
              <a:gd name="connsiteX4" fmla="*/ 0 w 2736304"/>
              <a:gd name="connsiteY4" fmla="*/ 75209 h 665978"/>
              <a:gd name="connsiteX5" fmla="*/ 75209 w 2736304"/>
              <a:gd name="connsiteY5" fmla="*/ 0 h 665978"/>
              <a:gd name="connsiteX6" fmla="*/ 2661095 w 2736304"/>
              <a:gd name="connsiteY6" fmla="*/ 0 h 665978"/>
              <a:gd name="connsiteX0" fmla="*/ 2661095 w 2661095"/>
              <a:gd name="connsiteY0" fmla="*/ 665978 h 665978"/>
              <a:gd name="connsiteX1" fmla="*/ 75209 w 2661095"/>
              <a:gd name="connsiteY1" fmla="*/ 665978 h 665978"/>
              <a:gd name="connsiteX2" fmla="*/ 0 w 2661095"/>
              <a:gd name="connsiteY2" fmla="*/ 590769 h 665978"/>
              <a:gd name="connsiteX3" fmla="*/ 0 w 2661095"/>
              <a:gd name="connsiteY3" fmla="*/ 75209 h 665978"/>
              <a:gd name="connsiteX4" fmla="*/ 75209 w 2661095"/>
              <a:gd name="connsiteY4" fmla="*/ 0 h 665978"/>
              <a:gd name="connsiteX5" fmla="*/ 2661095 w 2661095"/>
              <a:gd name="connsiteY5" fmla="*/ 0 h 665978"/>
              <a:gd name="connsiteX0" fmla="*/ 2661095 w 2661095"/>
              <a:gd name="connsiteY0" fmla="*/ 665978 h 665978"/>
              <a:gd name="connsiteX1" fmla="*/ 75209 w 2661095"/>
              <a:gd name="connsiteY1" fmla="*/ 665978 h 665978"/>
              <a:gd name="connsiteX2" fmla="*/ 0 w 2661095"/>
              <a:gd name="connsiteY2" fmla="*/ 590769 h 665978"/>
              <a:gd name="connsiteX3" fmla="*/ 0 w 2661095"/>
              <a:gd name="connsiteY3" fmla="*/ 75209 h 665978"/>
              <a:gd name="connsiteX4" fmla="*/ 75209 w 2661095"/>
              <a:gd name="connsiteY4" fmla="*/ 0 h 665978"/>
              <a:gd name="connsiteX5" fmla="*/ 2661095 w 2661095"/>
              <a:gd name="connsiteY5" fmla="*/ 0 h 665978"/>
              <a:gd name="connsiteX6" fmla="*/ 2661095 w 2661095"/>
              <a:gd name="connsiteY6" fmla="*/ 665978 h 66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1095" h="665978">
                <a:moveTo>
                  <a:pt x="2661095" y="665978"/>
                </a:moveTo>
                <a:lnTo>
                  <a:pt x="75209" y="665978"/>
                </a:lnTo>
                <a:cubicBezTo>
                  <a:pt x="33672" y="665978"/>
                  <a:pt x="0" y="632306"/>
                  <a:pt x="0" y="590769"/>
                </a:cubicBezTo>
                <a:lnTo>
                  <a:pt x="0" y="75209"/>
                </a:lnTo>
                <a:cubicBezTo>
                  <a:pt x="0" y="33672"/>
                  <a:pt x="33672" y="0"/>
                  <a:pt x="75209" y="0"/>
                </a:cubicBezTo>
                <a:lnTo>
                  <a:pt x="2661095" y="0"/>
                </a:lnTo>
                <a:lnTo>
                  <a:pt x="2661095" y="665978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144000" bIns="0" anchor="ctr">
            <a:noAutofit/>
          </a:bodyPr>
          <a:lstStyle>
            <a:lvl1pPr algn="r"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 algn="r"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9" name="Espace réservé du texte 10">
            <a:extLst>
              <a:ext uri="{FF2B5EF4-FFF2-40B4-BE49-F238E27FC236}">
                <a16:creationId xmlns:a16="http://schemas.microsoft.com/office/drawing/2014/main" id="{346D49FF-27FC-4544-90F2-3067C935DE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51529" y="4974021"/>
            <a:ext cx="2661095" cy="665978"/>
          </a:xfrm>
          <a:custGeom>
            <a:avLst/>
            <a:gdLst>
              <a:gd name="connsiteX0" fmla="*/ 0 w 2736304"/>
              <a:gd name="connsiteY0" fmla="*/ 75209 h 665978"/>
              <a:gd name="connsiteX1" fmla="*/ 75209 w 2736304"/>
              <a:gd name="connsiteY1" fmla="*/ 0 h 665978"/>
              <a:gd name="connsiteX2" fmla="*/ 2661095 w 2736304"/>
              <a:gd name="connsiteY2" fmla="*/ 0 h 665978"/>
              <a:gd name="connsiteX3" fmla="*/ 2736304 w 2736304"/>
              <a:gd name="connsiteY3" fmla="*/ 75209 h 665978"/>
              <a:gd name="connsiteX4" fmla="*/ 2736304 w 2736304"/>
              <a:gd name="connsiteY4" fmla="*/ 590769 h 665978"/>
              <a:gd name="connsiteX5" fmla="*/ 2661095 w 2736304"/>
              <a:gd name="connsiteY5" fmla="*/ 665978 h 665978"/>
              <a:gd name="connsiteX6" fmla="*/ 75209 w 2736304"/>
              <a:gd name="connsiteY6" fmla="*/ 665978 h 665978"/>
              <a:gd name="connsiteX7" fmla="*/ 0 w 2736304"/>
              <a:gd name="connsiteY7" fmla="*/ 590769 h 665978"/>
              <a:gd name="connsiteX8" fmla="*/ 0 w 2736304"/>
              <a:gd name="connsiteY8" fmla="*/ 75209 h 665978"/>
              <a:gd name="connsiteX0" fmla="*/ 2736304 w 2827744"/>
              <a:gd name="connsiteY0" fmla="*/ 75209 h 665978"/>
              <a:gd name="connsiteX1" fmla="*/ 2736304 w 2827744"/>
              <a:gd name="connsiteY1" fmla="*/ 590769 h 665978"/>
              <a:gd name="connsiteX2" fmla="*/ 2661095 w 2827744"/>
              <a:gd name="connsiteY2" fmla="*/ 665978 h 665978"/>
              <a:gd name="connsiteX3" fmla="*/ 75209 w 2827744"/>
              <a:gd name="connsiteY3" fmla="*/ 665978 h 665978"/>
              <a:gd name="connsiteX4" fmla="*/ 0 w 2827744"/>
              <a:gd name="connsiteY4" fmla="*/ 590769 h 665978"/>
              <a:gd name="connsiteX5" fmla="*/ 0 w 2827744"/>
              <a:gd name="connsiteY5" fmla="*/ 75209 h 665978"/>
              <a:gd name="connsiteX6" fmla="*/ 75209 w 2827744"/>
              <a:gd name="connsiteY6" fmla="*/ 0 h 665978"/>
              <a:gd name="connsiteX7" fmla="*/ 2661095 w 2827744"/>
              <a:gd name="connsiteY7" fmla="*/ 0 h 665978"/>
              <a:gd name="connsiteX8" fmla="*/ 2827744 w 2827744"/>
              <a:gd name="connsiteY8" fmla="*/ 166649 h 665978"/>
              <a:gd name="connsiteX0" fmla="*/ 2736304 w 2736304"/>
              <a:gd name="connsiteY0" fmla="*/ 75209 h 665978"/>
              <a:gd name="connsiteX1" fmla="*/ 2736304 w 2736304"/>
              <a:gd name="connsiteY1" fmla="*/ 590769 h 665978"/>
              <a:gd name="connsiteX2" fmla="*/ 2661095 w 2736304"/>
              <a:gd name="connsiteY2" fmla="*/ 665978 h 665978"/>
              <a:gd name="connsiteX3" fmla="*/ 75209 w 2736304"/>
              <a:gd name="connsiteY3" fmla="*/ 665978 h 665978"/>
              <a:gd name="connsiteX4" fmla="*/ 0 w 2736304"/>
              <a:gd name="connsiteY4" fmla="*/ 590769 h 665978"/>
              <a:gd name="connsiteX5" fmla="*/ 0 w 2736304"/>
              <a:gd name="connsiteY5" fmla="*/ 75209 h 665978"/>
              <a:gd name="connsiteX6" fmla="*/ 75209 w 2736304"/>
              <a:gd name="connsiteY6" fmla="*/ 0 h 665978"/>
              <a:gd name="connsiteX7" fmla="*/ 2661095 w 2736304"/>
              <a:gd name="connsiteY7" fmla="*/ 0 h 665978"/>
              <a:gd name="connsiteX0" fmla="*/ 2736304 w 2736304"/>
              <a:gd name="connsiteY0" fmla="*/ 590769 h 665978"/>
              <a:gd name="connsiteX1" fmla="*/ 2661095 w 2736304"/>
              <a:gd name="connsiteY1" fmla="*/ 665978 h 665978"/>
              <a:gd name="connsiteX2" fmla="*/ 75209 w 2736304"/>
              <a:gd name="connsiteY2" fmla="*/ 665978 h 665978"/>
              <a:gd name="connsiteX3" fmla="*/ 0 w 2736304"/>
              <a:gd name="connsiteY3" fmla="*/ 590769 h 665978"/>
              <a:gd name="connsiteX4" fmla="*/ 0 w 2736304"/>
              <a:gd name="connsiteY4" fmla="*/ 75209 h 665978"/>
              <a:gd name="connsiteX5" fmla="*/ 75209 w 2736304"/>
              <a:gd name="connsiteY5" fmla="*/ 0 h 665978"/>
              <a:gd name="connsiteX6" fmla="*/ 2661095 w 2736304"/>
              <a:gd name="connsiteY6" fmla="*/ 0 h 665978"/>
              <a:gd name="connsiteX0" fmla="*/ 2661095 w 2661095"/>
              <a:gd name="connsiteY0" fmla="*/ 665978 h 665978"/>
              <a:gd name="connsiteX1" fmla="*/ 75209 w 2661095"/>
              <a:gd name="connsiteY1" fmla="*/ 665978 h 665978"/>
              <a:gd name="connsiteX2" fmla="*/ 0 w 2661095"/>
              <a:gd name="connsiteY2" fmla="*/ 590769 h 665978"/>
              <a:gd name="connsiteX3" fmla="*/ 0 w 2661095"/>
              <a:gd name="connsiteY3" fmla="*/ 75209 h 665978"/>
              <a:gd name="connsiteX4" fmla="*/ 75209 w 2661095"/>
              <a:gd name="connsiteY4" fmla="*/ 0 h 665978"/>
              <a:gd name="connsiteX5" fmla="*/ 2661095 w 2661095"/>
              <a:gd name="connsiteY5" fmla="*/ 0 h 665978"/>
              <a:gd name="connsiteX0" fmla="*/ 2661095 w 2661095"/>
              <a:gd name="connsiteY0" fmla="*/ 665978 h 665978"/>
              <a:gd name="connsiteX1" fmla="*/ 75209 w 2661095"/>
              <a:gd name="connsiteY1" fmla="*/ 665978 h 665978"/>
              <a:gd name="connsiteX2" fmla="*/ 0 w 2661095"/>
              <a:gd name="connsiteY2" fmla="*/ 590769 h 665978"/>
              <a:gd name="connsiteX3" fmla="*/ 0 w 2661095"/>
              <a:gd name="connsiteY3" fmla="*/ 75209 h 665978"/>
              <a:gd name="connsiteX4" fmla="*/ 75209 w 2661095"/>
              <a:gd name="connsiteY4" fmla="*/ 0 h 665978"/>
              <a:gd name="connsiteX5" fmla="*/ 2661095 w 2661095"/>
              <a:gd name="connsiteY5" fmla="*/ 0 h 665978"/>
              <a:gd name="connsiteX6" fmla="*/ 2661095 w 2661095"/>
              <a:gd name="connsiteY6" fmla="*/ 665978 h 66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61095" h="665978">
                <a:moveTo>
                  <a:pt x="2661095" y="665978"/>
                </a:moveTo>
                <a:lnTo>
                  <a:pt x="75209" y="665978"/>
                </a:lnTo>
                <a:cubicBezTo>
                  <a:pt x="33672" y="665978"/>
                  <a:pt x="0" y="632306"/>
                  <a:pt x="0" y="590769"/>
                </a:cubicBezTo>
                <a:lnTo>
                  <a:pt x="0" y="75209"/>
                </a:lnTo>
                <a:cubicBezTo>
                  <a:pt x="0" y="33672"/>
                  <a:pt x="33672" y="0"/>
                  <a:pt x="75209" y="0"/>
                </a:cubicBezTo>
                <a:lnTo>
                  <a:pt x="2661095" y="0"/>
                </a:lnTo>
                <a:lnTo>
                  <a:pt x="2661095" y="665978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144000" bIns="0" anchor="ctr">
            <a:noAutofit/>
          </a:bodyPr>
          <a:lstStyle>
            <a:lvl1pPr algn="r"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 algn="r"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30" name="Espace réservé du texte 10">
            <a:extLst>
              <a:ext uri="{FF2B5EF4-FFF2-40B4-BE49-F238E27FC236}">
                <a16:creationId xmlns:a16="http://schemas.microsoft.com/office/drawing/2014/main" id="{BA7AFCF5-C790-4BFA-9280-7EC79606B1B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5091" y="5363086"/>
            <a:ext cx="1570930" cy="766252"/>
          </a:xfrm>
          <a:custGeom>
            <a:avLst/>
            <a:gdLst>
              <a:gd name="connsiteX0" fmla="*/ 0 w 1657463"/>
              <a:gd name="connsiteY0" fmla="*/ 86533 h 766252"/>
              <a:gd name="connsiteX1" fmla="*/ 86533 w 1657463"/>
              <a:gd name="connsiteY1" fmla="*/ 0 h 766252"/>
              <a:gd name="connsiteX2" fmla="*/ 1570930 w 1657463"/>
              <a:gd name="connsiteY2" fmla="*/ 0 h 766252"/>
              <a:gd name="connsiteX3" fmla="*/ 1657463 w 1657463"/>
              <a:gd name="connsiteY3" fmla="*/ 86533 h 766252"/>
              <a:gd name="connsiteX4" fmla="*/ 1657463 w 1657463"/>
              <a:gd name="connsiteY4" fmla="*/ 679719 h 766252"/>
              <a:gd name="connsiteX5" fmla="*/ 1570930 w 1657463"/>
              <a:gd name="connsiteY5" fmla="*/ 766252 h 766252"/>
              <a:gd name="connsiteX6" fmla="*/ 86533 w 1657463"/>
              <a:gd name="connsiteY6" fmla="*/ 766252 h 766252"/>
              <a:gd name="connsiteX7" fmla="*/ 0 w 1657463"/>
              <a:gd name="connsiteY7" fmla="*/ 679719 h 766252"/>
              <a:gd name="connsiteX8" fmla="*/ 0 w 1657463"/>
              <a:gd name="connsiteY8" fmla="*/ 86533 h 766252"/>
              <a:gd name="connsiteX0" fmla="*/ 0 w 1657463"/>
              <a:gd name="connsiteY0" fmla="*/ 86533 h 766252"/>
              <a:gd name="connsiteX1" fmla="*/ 86533 w 1657463"/>
              <a:gd name="connsiteY1" fmla="*/ 0 h 766252"/>
              <a:gd name="connsiteX2" fmla="*/ 1570930 w 1657463"/>
              <a:gd name="connsiteY2" fmla="*/ 0 h 766252"/>
              <a:gd name="connsiteX3" fmla="*/ 1657463 w 1657463"/>
              <a:gd name="connsiteY3" fmla="*/ 86533 h 766252"/>
              <a:gd name="connsiteX4" fmla="*/ 1657463 w 1657463"/>
              <a:gd name="connsiteY4" fmla="*/ 679719 h 766252"/>
              <a:gd name="connsiteX5" fmla="*/ 1570930 w 1657463"/>
              <a:gd name="connsiteY5" fmla="*/ 766252 h 766252"/>
              <a:gd name="connsiteX6" fmla="*/ 86533 w 1657463"/>
              <a:gd name="connsiteY6" fmla="*/ 766252 h 766252"/>
              <a:gd name="connsiteX7" fmla="*/ 0 w 1657463"/>
              <a:gd name="connsiteY7" fmla="*/ 679719 h 766252"/>
              <a:gd name="connsiteX8" fmla="*/ 91440 w 1657463"/>
              <a:gd name="connsiteY8" fmla="*/ 177973 h 766252"/>
              <a:gd name="connsiteX0" fmla="*/ 86533 w 1657463"/>
              <a:gd name="connsiteY0" fmla="*/ 0 h 766252"/>
              <a:gd name="connsiteX1" fmla="*/ 1570930 w 1657463"/>
              <a:gd name="connsiteY1" fmla="*/ 0 h 766252"/>
              <a:gd name="connsiteX2" fmla="*/ 1657463 w 1657463"/>
              <a:gd name="connsiteY2" fmla="*/ 86533 h 766252"/>
              <a:gd name="connsiteX3" fmla="*/ 1657463 w 1657463"/>
              <a:gd name="connsiteY3" fmla="*/ 679719 h 766252"/>
              <a:gd name="connsiteX4" fmla="*/ 1570930 w 1657463"/>
              <a:gd name="connsiteY4" fmla="*/ 766252 h 766252"/>
              <a:gd name="connsiteX5" fmla="*/ 86533 w 1657463"/>
              <a:gd name="connsiteY5" fmla="*/ 766252 h 766252"/>
              <a:gd name="connsiteX6" fmla="*/ 0 w 1657463"/>
              <a:gd name="connsiteY6" fmla="*/ 679719 h 766252"/>
              <a:gd name="connsiteX7" fmla="*/ 91440 w 1657463"/>
              <a:gd name="connsiteY7" fmla="*/ 177973 h 766252"/>
              <a:gd name="connsiteX0" fmla="*/ 86533 w 1657463"/>
              <a:gd name="connsiteY0" fmla="*/ 0 h 766252"/>
              <a:gd name="connsiteX1" fmla="*/ 1570930 w 1657463"/>
              <a:gd name="connsiteY1" fmla="*/ 0 h 766252"/>
              <a:gd name="connsiteX2" fmla="*/ 1657463 w 1657463"/>
              <a:gd name="connsiteY2" fmla="*/ 86533 h 766252"/>
              <a:gd name="connsiteX3" fmla="*/ 1657463 w 1657463"/>
              <a:gd name="connsiteY3" fmla="*/ 679719 h 766252"/>
              <a:gd name="connsiteX4" fmla="*/ 1570930 w 1657463"/>
              <a:gd name="connsiteY4" fmla="*/ 766252 h 766252"/>
              <a:gd name="connsiteX5" fmla="*/ 86533 w 1657463"/>
              <a:gd name="connsiteY5" fmla="*/ 766252 h 766252"/>
              <a:gd name="connsiteX6" fmla="*/ 0 w 1657463"/>
              <a:gd name="connsiteY6" fmla="*/ 679719 h 766252"/>
              <a:gd name="connsiteX0" fmla="*/ 0 w 1570930"/>
              <a:gd name="connsiteY0" fmla="*/ 0 h 766252"/>
              <a:gd name="connsiteX1" fmla="*/ 1484397 w 1570930"/>
              <a:gd name="connsiteY1" fmla="*/ 0 h 766252"/>
              <a:gd name="connsiteX2" fmla="*/ 1570930 w 1570930"/>
              <a:gd name="connsiteY2" fmla="*/ 86533 h 766252"/>
              <a:gd name="connsiteX3" fmla="*/ 1570930 w 1570930"/>
              <a:gd name="connsiteY3" fmla="*/ 679719 h 766252"/>
              <a:gd name="connsiteX4" fmla="*/ 1484397 w 1570930"/>
              <a:gd name="connsiteY4" fmla="*/ 766252 h 766252"/>
              <a:gd name="connsiteX5" fmla="*/ 0 w 1570930"/>
              <a:gd name="connsiteY5" fmla="*/ 766252 h 766252"/>
              <a:gd name="connsiteX0" fmla="*/ 0 w 1570930"/>
              <a:gd name="connsiteY0" fmla="*/ 0 h 766252"/>
              <a:gd name="connsiteX1" fmla="*/ 1484397 w 1570930"/>
              <a:gd name="connsiteY1" fmla="*/ 0 h 766252"/>
              <a:gd name="connsiteX2" fmla="*/ 1570930 w 1570930"/>
              <a:gd name="connsiteY2" fmla="*/ 86533 h 766252"/>
              <a:gd name="connsiteX3" fmla="*/ 1570930 w 1570930"/>
              <a:gd name="connsiteY3" fmla="*/ 679719 h 766252"/>
              <a:gd name="connsiteX4" fmla="*/ 1484397 w 1570930"/>
              <a:gd name="connsiteY4" fmla="*/ 766252 h 766252"/>
              <a:gd name="connsiteX5" fmla="*/ 0 w 1570930"/>
              <a:gd name="connsiteY5" fmla="*/ 766252 h 766252"/>
              <a:gd name="connsiteX6" fmla="*/ 0 w 1570930"/>
              <a:gd name="connsiteY6" fmla="*/ 0 h 766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0930" h="766252">
                <a:moveTo>
                  <a:pt x="0" y="0"/>
                </a:moveTo>
                <a:lnTo>
                  <a:pt x="1484397" y="0"/>
                </a:lnTo>
                <a:cubicBezTo>
                  <a:pt x="1532188" y="0"/>
                  <a:pt x="1570930" y="38742"/>
                  <a:pt x="1570930" y="86533"/>
                </a:cubicBezTo>
                <a:lnTo>
                  <a:pt x="1570930" y="679719"/>
                </a:lnTo>
                <a:cubicBezTo>
                  <a:pt x="1570930" y="727510"/>
                  <a:pt x="1532188" y="766252"/>
                  <a:pt x="1484397" y="766252"/>
                </a:cubicBezTo>
                <a:lnTo>
                  <a:pt x="0" y="76625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36000" bIns="0" anchor="ctr">
            <a:noAutofit/>
          </a:bodyPr>
          <a:lstStyle>
            <a:lvl1pPr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2B204E70-39E5-48B5-8367-603820CC76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0132" y="5859366"/>
            <a:ext cx="2812367" cy="665978"/>
          </a:xfrm>
          <a:custGeom>
            <a:avLst/>
            <a:gdLst>
              <a:gd name="connsiteX0" fmla="*/ 0 w 2887576"/>
              <a:gd name="connsiteY0" fmla="*/ 75209 h 665978"/>
              <a:gd name="connsiteX1" fmla="*/ 75209 w 2887576"/>
              <a:gd name="connsiteY1" fmla="*/ 0 h 665978"/>
              <a:gd name="connsiteX2" fmla="*/ 2812367 w 2887576"/>
              <a:gd name="connsiteY2" fmla="*/ 0 h 665978"/>
              <a:gd name="connsiteX3" fmla="*/ 2887576 w 2887576"/>
              <a:gd name="connsiteY3" fmla="*/ 75209 h 665978"/>
              <a:gd name="connsiteX4" fmla="*/ 2887576 w 2887576"/>
              <a:gd name="connsiteY4" fmla="*/ 590769 h 665978"/>
              <a:gd name="connsiteX5" fmla="*/ 2812367 w 2887576"/>
              <a:gd name="connsiteY5" fmla="*/ 665978 h 665978"/>
              <a:gd name="connsiteX6" fmla="*/ 75209 w 2887576"/>
              <a:gd name="connsiteY6" fmla="*/ 665978 h 665978"/>
              <a:gd name="connsiteX7" fmla="*/ 0 w 2887576"/>
              <a:gd name="connsiteY7" fmla="*/ 590769 h 665978"/>
              <a:gd name="connsiteX8" fmla="*/ 0 w 2887576"/>
              <a:gd name="connsiteY8" fmla="*/ 75209 h 665978"/>
              <a:gd name="connsiteX0" fmla="*/ 0 w 2887576"/>
              <a:gd name="connsiteY0" fmla="*/ 75209 h 665978"/>
              <a:gd name="connsiteX1" fmla="*/ 75209 w 2887576"/>
              <a:gd name="connsiteY1" fmla="*/ 0 h 665978"/>
              <a:gd name="connsiteX2" fmla="*/ 2812367 w 2887576"/>
              <a:gd name="connsiteY2" fmla="*/ 0 h 665978"/>
              <a:gd name="connsiteX3" fmla="*/ 2887576 w 2887576"/>
              <a:gd name="connsiteY3" fmla="*/ 75209 h 665978"/>
              <a:gd name="connsiteX4" fmla="*/ 2887576 w 2887576"/>
              <a:gd name="connsiteY4" fmla="*/ 590769 h 665978"/>
              <a:gd name="connsiteX5" fmla="*/ 2812367 w 2887576"/>
              <a:gd name="connsiteY5" fmla="*/ 665978 h 665978"/>
              <a:gd name="connsiteX6" fmla="*/ 75209 w 2887576"/>
              <a:gd name="connsiteY6" fmla="*/ 665978 h 665978"/>
              <a:gd name="connsiteX7" fmla="*/ 0 w 2887576"/>
              <a:gd name="connsiteY7" fmla="*/ 590769 h 665978"/>
              <a:gd name="connsiteX8" fmla="*/ 91440 w 2887576"/>
              <a:gd name="connsiteY8" fmla="*/ 166649 h 665978"/>
              <a:gd name="connsiteX0" fmla="*/ 75209 w 2887576"/>
              <a:gd name="connsiteY0" fmla="*/ 0 h 665978"/>
              <a:gd name="connsiteX1" fmla="*/ 2812367 w 2887576"/>
              <a:gd name="connsiteY1" fmla="*/ 0 h 665978"/>
              <a:gd name="connsiteX2" fmla="*/ 2887576 w 2887576"/>
              <a:gd name="connsiteY2" fmla="*/ 75209 h 665978"/>
              <a:gd name="connsiteX3" fmla="*/ 2887576 w 2887576"/>
              <a:gd name="connsiteY3" fmla="*/ 590769 h 665978"/>
              <a:gd name="connsiteX4" fmla="*/ 2812367 w 2887576"/>
              <a:gd name="connsiteY4" fmla="*/ 665978 h 665978"/>
              <a:gd name="connsiteX5" fmla="*/ 75209 w 2887576"/>
              <a:gd name="connsiteY5" fmla="*/ 665978 h 665978"/>
              <a:gd name="connsiteX6" fmla="*/ 0 w 2887576"/>
              <a:gd name="connsiteY6" fmla="*/ 590769 h 665978"/>
              <a:gd name="connsiteX7" fmla="*/ 91440 w 2887576"/>
              <a:gd name="connsiteY7" fmla="*/ 166649 h 665978"/>
              <a:gd name="connsiteX0" fmla="*/ 75209 w 2887576"/>
              <a:gd name="connsiteY0" fmla="*/ 0 h 665978"/>
              <a:gd name="connsiteX1" fmla="*/ 2812367 w 2887576"/>
              <a:gd name="connsiteY1" fmla="*/ 0 h 665978"/>
              <a:gd name="connsiteX2" fmla="*/ 2887576 w 2887576"/>
              <a:gd name="connsiteY2" fmla="*/ 75209 h 665978"/>
              <a:gd name="connsiteX3" fmla="*/ 2887576 w 2887576"/>
              <a:gd name="connsiteY3" fmla="*/ 590769 h 665978"/>
              <a:gd name="connsiteX4" fmla="*/ 2812367 w 2887576"/>
              <a:gd name="connsiteY4" fmla="*/ 665978 h 665978"/>
              <a:gd name="connsiteX5" fmla="*/ 75209 w 2887576"/>
              <a:gd name="connsiteY5" fmla="*/ 665978 h 665978"/>
              <a:gd name="connsiteX6" fmla="*/ 0 w 2887576"/>
              <a:gd name="connsiteY6" fmla="*/ 590769 h 665978"/>
              <a:gd name="connsiteX0" fmla="*/ 0 w 2812367"/>
              <a:gd name="connsiteY0" fmla="*/ 0 h 665978"/>
              <a:gd name="connsiteX1" fmla="*/ 2737158 w 2812367"/>
              <a:gd name="connsiteY1" fmla="*/ 0 h 665978"/>
              <a:gd name="connsiteX2" fmla="*/ 2812367 w 2812367"/>
              <a:gd name="connsiteY2" fmla="*/ 75209 h 665978"/>
              <a:gd name="connsiteX3" fmla="*/ 2812367 w 2812367"/>
              <a:gd name="connsiteY3" fmla="*/ 590769 h 665978"/>
              <a:gd name="connsiteX4" fmla="*/ 2737158 w 2812367"/>
              <a:gd name="connsiteY4" fmla="*/ 665978 h 665978"/>
              <a:gd name="connsiteX5" fmla="*/ 0 w 2812367"/>
              <a:gd name="connsiteY5" fmla="*/ 665978 h 665978"/>
              <a:gd name="connsiteX0" fmla="*/ 0 w 2812367"/>
              <a:gd name="connsiteY0" fmla="*/ 0 h 665978"/>
              <a:gd name="connsiteX1" fmla="*/ 2737158 w 2812367"/>
              <a:gd name="connsiteY1" fmla="*/ 0 h 665978"/>
              <a:gd name="connsiteX2" fmla="*/ 2812367 w 2812367"/>
              <a:gd name="connsiteY2" fmla="*/ 75209 h 665978"/>
              <a:gd name="connsiteX3" fmla="*/ 2812367 w 2812367"/>
              <a:gd name="connsiteY3" fmla="*/ 590769 h 665978"/>
              <a:gd name="connsiteX4" fmla="*/ 2737158 w 2812367"/>
              <a:gd name="connsiteY4" fmla="*/ 665978 h 665978"/>
              <a:gd name="connsiteX5" fmla="*/ 0 w 2812367"/>
              <a:gd name="connsiteY5" fmla="*/ 665978 h 665978"/>
              <a:gd name="connsiteX6" fmla="*/ 0 w 2812367"/>
              <a:gd name="connsiteY6" fmla="*/ 0 h 665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367" h="665978">
                <a:moveTo>
                  <a:pt x="0" y="0"/>
                </a:moveTo>
                <a:lnTo>
                  <a:pt x="2737158" y="0"/>
                </a:lnTo>
                <a:cubicBezTo>
                  <a:pt x="2778695" y="0"/>
                  <a:pt x="2812367" y="33672"/>
                  <a:pt x="2812367" y="75209"/>
                </a:cubicBezTo>
                <a:lnTo>
                  <a:pt x="2812367" y="590769"/>
                </a:lnTo>
                <a:cubicBezTo>
                  <a:pt x="2812367" y="632306"/>
                  <a:pt x="2778695" y="665978"/>
                  <a:pt x="2737158" y="665978"/>
                </a:cubicBezTo>
                <a:lnTo>
                  <a:pt x="0" y="665978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</p:spPr>
        <p:txBody>
          <a:bodyPr lIns="108000" tIns="0" rIns="36000" bIns="0" anchor="ctr">
            <a:noAutofit/>
          </a:bodyPr>
          <a:lstStyle>
            <a:lvl1pPr>
              <a:lnSpc>
                <a:spcPct val="90000"/>
              </a:lnSpc>
              <a:defRPr sz="1600" b="1" cap="all" baseline="0">
                <a:solidFill>
                  <a:schemeClr val="bg1"/>
                </a:solidFill>
                <a:latin typeface="+mj-lt"/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85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TITLE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34" name="Espace réservé du numéro de diapositive 5">
            <a:extLst>
              <a:ext uri="{FF2B5EF4-FFF2-40B4-BE49-F238E27FC236}">
                <a16:creationId xmlns:a16="http://schemas.microsoft.com/office/drawing/2014/main" id="{6695DED6-5065-4AD3-A64E-0559BE312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35" name="Espace réservé du pied de page 4">
            <a:extLst>
              <a:ext uri="{FF2B5EF4-FFF2-40B4-BE49-F238E27FC236}">
                <a16:creationId xmlns:a16="http://schemas.microsoft.com/office/drawing/2014/main" id="{4F7F6138-276C-4BB1-BA1A-3A78DE5C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11419" y="6594433"/>
            <a:ext cx="2388861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40551606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ôture sans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5">
            <a:extLst>
              <a:ext uri="{FF2B5EF4-FFF2-40B4-BE49-F238E27FC236}">
                <a16:creationId xmlns:a16="http://schemas.microsoft.com/office/drawing/2014/main" id="{6FFE60A9-DC57-442B-820E-3A2AB36497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7948" y="6068778"/>
            <a:ext cx="2354974" cy="504000"/>
          </a:xfrm>
          <a:prstGeom prst="rect">
            <a:avLst/>
          </a:prstGeom>
        </p:spPr>
      </p:pic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99D79A34-A518-4210-A2A3-83A7FFC469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384" y="368660"/>
            <a:ext cx="4068452" cy="1384995"/>
          </a:xfrm>
        </p:spPr>
        <p:txBody>
          <a:bodyPr wrap="square" anchor="b">
            <a:spAutoFit/>
          </a:bodyPr>
          <a:lstStyle>
            <a:lvl1pPr>
              <a:lnSpc>
                <a:spcPct val="90000"/>
              </a:lnSpc>
              <a:defRPr sz="10000" b="1">
                <a:ln w="19050">
                  <a:solidFill>
                    <a:schemeClr val="bg1"/>
                  </a:solidFill>
                </a:ln>
                <a:noFill/>
                <a:latin typeface="+mj-lt"/>
              </a:defRPr>
            </a:lvl1pPr>
            <a:lvl2pPr>
              <a:lnSpc>
                <a:spcPct val="90000"/>
              </a:lnSpc>
              <a:defRPr sz="1400" b="0" cap="all" baseline="0">
                <a:solidFill>
                  <a:schemeClr val="bg1"/>
                </a:solidFill>
                <a:latin typeface="Barlow Condensed SemiBold" panose="00000706000000000000" pitchFamily="2" charset="0"/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  <a:latin typeface="+mj-lt"/>
              </a:defRPr>
            </a:lvl3pPr>
          </a:lstStyle>
          <a:p>
            <a:pPr lvl="0"/>
            <a:r>
              <a:rPr lang="fr-FR"/>
              <a:t>END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C9104AC9-2780-4D3D-81CD-2B13403AF3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454" y="5008547"/>
            <a:ext cx="4032448" cy="432048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100" b="1" cap="none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900" b="0">
                <a:solidFill>
                  <a:schemeClr val="bg1"/>
                </a:solidFill>
              </a:defRPr>
            </a:lvl2pPr>
            <a:lvl3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900" b="0">
                <a:solidFill>
                  <a:schemeClr val="bg1"/>
                </a:solidFill>
              </a:defRPr>
            </a:lvl3pPr>
          </a:lstStyle>
          <a:p>
            <a:pPr lvl="0"/>
            <a:r>
              <a:rPr lang="en-AU"/>
              <a:t>Click to change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</p:txBody>
      </p:sp>
      <p:pic>
        <p:nvPicPr>
          <p:cNvPr id="36" name="Image 9">
            <a:hlinkClick r:id="rId3"/>
            <a:extLst>
              <a:ext uri="{FF2B5EF4-FFF2-40B4-BE49-F238E27FC236}">
                <a16:creationId xmlns:a16="http://schemas.microsoft.com/office/drawing/2014/main" id="{7FBEBC84-99BE-4958-93D4-D1E5240C68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6742" y="4077546"/>
            <a:ext cx="438750" cy="324000"/>
          </a:xfrm>
          <a:prstGeom prst="rect">
            <a:avLst/>
          </a:prstGeom>
        </p:spPr>
      </p:pic>
      <p:pic>
        <p:nvPicPr>
          <p:cNvPr id="37" name="Image 10">
            <a:hlinkClick r:id="rId5"/>
            <a:extLst>
              <a:ext uri="{FF2B5EF4-FFF2-40B4-BE49-F238E27FC236}">
                <a16:creationId xmlns:a16="http://schemas.microsoft.com/office/drawing/2014/main" id="{90BEB977-B54A-4B76-9EFF-E54A3162F90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1504" y="4077546"/>
            <a:ext cx="438750" cy="324000"/>
          </a:xfrm>
          <a:prstGeom prst="rect">
            <a:avLst/>
          </a:prstGeom>
        </p:spPr>
      </p:pic>
      <p:pic>
        <p:nvPicPr>
          <p:cNvPr id="38" name="Image 11">
            <a:hlinkClick r:id="rId7"/>
            <a:extLst>
              <a:ext uri="{FF2B5EF4-FFF2-40B4-BE49-F238E27FC236}">
                <a16:creationId xmlns:a16="http://schemas.microsoft.com/office/drawing/2014/main" id="{358AEE44-DBAB-41D7-8E04-4543B9A75C3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980" y="4077546"/>
            <a:ext cx="438750" cy="324000"/>
          </a:xfrm>
          <a:prstGeom prst="rect">
            <a:avLst/>
          </a:prstGeom>
        </p:spPr>
      </p:pic>
      <p:pic>
        <p:nvPicPr>
          <p:cNvPr id="39" name="Image 12">
            <a:hlinkClick r:id="rId9"/>
            <a:extLst>
              <a:ext uri="{FF2B5EF4-FFF2-40B4-BE49-F238E27FC236}">
                <a16:creationId xmlns:a16="http://schemas.microsoft.com/office/drawing/2014/main" id="{4F2A6A5D-FC85-4687-BAB4-545593A54A1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218" y="4077546"/>
            <a:ext cx="438750" cy="324000"/>
          </a:xfrm>
          <a:prstGeom prst="rect">
            <a:avLst/>
          </a:prstGeom>
        </p:spPr>
      </p:pic>
      <p:cxnSp>
        <p:nvCxnSpPr>
          <p:cNvPr id="40" name="Connecteur droit 13">
            <a:extLst>
              <a:ext uri="{FF2B5EF4-FFF2-40B4-BE49-F238E27FC236}">
                <a16:creationId xmlns:a16="http://schemas.microsoft.com/office/drawing/2014/main" id="{DB83288E-A914-4C1E-A7E0-32CC9E233216}"/>
              </a:ext>
            </a:extLst>
          </p:cNvPr>
          <p:cNvCxnSpPr>
            <a:cxnSpLocks/>
          </p:cNvCxnSpPr>
          <p:nvPr userDrawn="1"/>
        </p:nvCxnSpPr>
        <p:spPr>
          <a:xfrm>
            <a:off x="623392" y="3728907"/>
            <a:ext cx="216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hlinkClick r:id="rId11"/>
            <a:extLst>
              <a:ext uri="{FF2B5EF4-FFF2-40B4-BE49-F238E27FC236}">
                <a16:creationId xmlns:a16="http://schemas.microsoft.com/office/drawing/2014/main" id="{6D81397D-BCC2-4E17-B77F-DA001C6023D4}"/>
              </a:ext>
            </a:extLst>
          </p:cNvPr>
          <p:cNvSpPr/>
          <p:nvPr userDrawn="1"/>
        </p:nvSpPr>
        <p:spPr>
          <a:xfrm>
            <a:off x="567218" y="4761148"/>
            <a:ext cx="1503036" cy="144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Espace réservé du texte 1">
            <a:extLst>
              <a:ext uri="{FF2B5EF4-FFF2-40B4-BE49-F238E27FC236}">
                <a16:creationId xmlns:a16="http://schemas.microsoft.com/office/drawing/2014/main" id="{B0A65613-144E-4359-BD85-B39ADAE10B19}"/>
              </a:ext>
            </a:extLst>
          </p:cNvPr>
          <p:cNvSpPr>
            <a:spLocks noGrp="1"/>
          </p:cNvSpPr>
          <p:nvPr userDrawn="1"/>
        </p:nvSpPr>
        <p:spPr>
          <a:xfrm>
            <a:off x="598818" y="3368423"/>
            <a:ext cx="2580858" cy="1644754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  <a:defRPr sz="2000" b="1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600"/>
              </a:spcBef>
              <a:buFontTx/>
              <a:buNone/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9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324000" indent="-142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STAY CONNECTED</a:t>
            </a:r>
          </a:p>
          <a:p>
            <a:pPr lvl="1"/>
            <a:r>
              <a:rPr lang="en-AU"/>
              <a:t>Find us on social media</a:t>
            </a:r>
            <a:endParaRPr lang="fr-FR"/>
          </a:p>
          <a:p>
            <a:pPr lvl="2"/>
            <a:endParaRPr lang="fr-FR"/>
          </a:p>
          <a:p>
            <a:pPr lvl="2"/>
            <a:endParaRPr lang="fr-FR"/>
          </a:p>
          <a:p>
            <a:pPr marL="0" marR="0" lvl="1" indent="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err="1"/>
              <a:t>Visit</a:t>
            </a:r>
            <a:r>
              <a:rPr lang="fr-FR"/>
              <a:t> </a:t>
            </a:r>
            <a:r>
              <a:rPr lang="fr-FR" err="1"/>
              <a:t>our</a:t>
            </a:r>
            <a:r>
              <a:rPr lang="fr-FR"/>
              <a:t> </a:t>
            </a:r>
            <a:r>
              <a:rPr lang="fr-FR" err="1"/>
              <a:t>website</a:t>
            </a:r>
            <a:endParaRPr lang="fr-FR"/>
          </a:p>
          <a:p>
            <a:pPr lvl="2"/>
            <a:r>
              <a:rPr lang="fr-FR"/>
              <a:t>bouygues-construction.com</a:t>
            </a:r>
          </a:p>
        </p:txBody>
      </p:sp>
    </p:spTree>
    <p:extLst>
      <p:ext uri="{BB962C8B-B14F-4D97-AF65-F5344CB8AC3E}">
        <p14:creationId xmlns:p14="http://schemas.microsoft.com/office/powerpoint/2010/main" val="4168287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982663" y="692696"/>
            <a:ext cx="9145587" cy="609398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9B2E7E4E-EEA0-456F-8F0D-AE8EBAA46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663" y="1736812"/>
            <a:ext cx="9145587" cy="4392526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en-US"/>
              <a:t>C</a:t>
            </a:r>
            <a:r>
              <a:rPr lang="en-AU" err="1"/>
              <a:t>hange</a:t>
            </a:r>
            <a:r>
              <a:rPr lang="en-AU"/>
              <a:t>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56BF41D7-C3FA-4B63-8BD1-42CAA5621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B107E941-D30B-4ED8-8A6D-B97161761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68170" y="6592426"/>
            <a:ext cx="3320159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2896932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6" r:id="rId3"/>
    <p:sldLayoutId id="2147483685" r:id="rId4"/>
    <p:sldLayoutId id="2147483676" r:id="rId5"/>
    <p:sldLayoutId id="2147483682" r:id="rId6"/>
    <p:sldLayoutId id="2147483680" r:id="rId7"/>
    <p:sldLayoutId id="2147483681" r:id="rId8"/>
    <p:sldLayoutId id="2147483677" r:id="rId9"/>
    <p:sldLayoutId id="2147483678" r:id="rId10"/>
    <p:sldLayoutId id="2147483679" r:id="rId11"/>
    <p:sldLayoutId id="2147483663" r:id="rId12"/>
    <p:sldLayoutId id="2147483683" r:id="rId13"/>
    <p:sldLayoutId id="2147483673" r:id="rId14"/>
    <p:sldLayoutId id="2147483687" r:id="rId15"/>
    <p:sldLayoutId id="2147483688" r:id="rId1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Symbol" panose="05050102010706020507" pitchFamily="18" charset="2"/>
        <a:buChar char="·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324000" indent="-142875" algn="l" defTabSz="914400" rtl="0" eaLnBrk="1" latinLnBrk="0" hangingPunct="1">
        <a:lnSpc>
          <a:spcPct val="100000"/>
        </a:lnSpc>
        <a:spcBef>
          <a:spcPts val="300"/>
        </a:spcBef>
        <a:buFont typeface="Calibri" panose="020F050202020403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6380" userDrawn="1">
          <p15:clr>
            <a:srgbClr val="F26B43"/>
          </p15:clr>
        </p15:guide>
        <p15:guide id="1" pos="619" userDrawn="1">
          <p15:clr>
            <a:srgbClr val="F26B43"/>
          </p15:clr>
        </p15:guide>
        <p15:guide id="2" orient="horz" pos="3861">
          <p15:clr>
            <a:srgbClr val="F26B43"/>
          </p15:clr>
        </p15:guide>
        <p15:guide id="3" orient="horz" pos="109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84B7564-9BA9-6FF1-0C13-A7EF37A3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6583B1-31CE-770E-63AB-612AFF88E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9936F8-37A4-7E17-0434-72E6968B9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4AE8D-1178-406E-A23A-A505EB91506F}" type="datetimeFigureOut">
              <a:rPr lang="fr-FR" smtClean="0"/>
              <a:t>13/11/2024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C7862-9560-2F40-3487-CEFC6F06A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B6C6E9-DAB8-BF5A-8C17-88A99B3CC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A0058-8190-420D-A329-8B38F0D7DE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3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982663" y="692696"/>
            <a:ext cx="9145587" cy="609398"/>
          </a:xfrm>
          <a:prstGeom prst="rect">
            <a:avLst/>
          </a:prstGeom>
        </p:spPr>
        <p:txBody>
          <a:bodyPr vert="horz" lIns="36000" tIns="0" rIns="36000" bIns="0" rtlCol="0" anchor="ctr">
            <a:noAutofit/>
          </a:bodyPr>
          <a:lstStyle/>
          <a:p>
            <a:r>
              <a:rPr lang="fr-FR"/>
              <a:t>Change the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9B2E7E4E-EEA0-456F-8F0D-AE8EBAA46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663" y="1736812"/>
            <a:ext cx="9145587" cy="4392526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/>
          <a:p>
            <a:pPr lvl="0"/>
            <a:r>
              <a:rPr lang="en-US"/>
              <a:t>C</a:t>
            </a:r>
            <a:r>
              <a:rPr lang="en-AU" err="1"/>
              <a:t>hange</a:t>
            </a:r>
            <a:r>
              <a:rPr lang="en-AU"/>
              <a:t> the text styles of the mask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56BF41D7-C3FA-4B63-8BD1-42CAA5621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5565" y="6594433"/>
            <a:ext cx="240450" cy="123111"/>
          </a:xfrm>
          <a:prstGeom prst="rect">
            <a:avLst/>
          </a:prstGeom>
        </p:spPr>
        <p:txBody>
          <a:bodyPr/>
          <a:lstStyle/>
          <a:p>
            <a:r>
              <a:rPr lang="fr-FR"/>
              <a:t>| </a:t>
            </a:r>
            <a:fld id="{C2EBF694-A8F9-4F06-8F8E-D09447FAA2D5}" type="slidenum">
              <a:rPr smtClean="0"/>
              <a:pPr/>
              <a:t>‹N°›</a:t>
            </a:fld>
            <a:endParaRPr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B107E941-D30B-4ED8-8A6D-B97161761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68170" y="6592426"/>
            <a:ext cx="3320159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lvl1pPr algn="r">
              <a:defRPr sz="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fr-FR"/>
              <a:t>Bouygues Construction | MDM Transformation Program|  09 2023</a:t>
            </a:r>
          </a:p>
        </p:txBody>
      </p:sp>
    </p:spTree>
    <p:extLst>
      <p:ext uri="{BB962C8B-B14F-4D97-AF65-F5344CB8AC3E}">
        <p14:creationId xmlns:p14="http://schemas.microsoft.com/office/powerpoint/2010/main" val="776819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9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79388" algn="l" defTabSz="914400" rtl="0" eaLnBrk="1" latinLnBrk="0" hangingPunct="1">
        <a:lnSpc>
          <a:spcPct val="100000"/>
        </a:lnSpc>
        <a:spcBef>
          <a:spcPts val="600"/>
        </a:spcBef>
        <a:buClr>
          <a:schemeClr val="tx2"/>
        </a:buClr>
        <a:buFont typeface="Symbol" panose="05050102010706020507" pitchFamily="18" charset="2"/>
        <a:buChar char="·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324000" indent="-142875" algn="l" defTabSz="914400" rtl="0" eaLnBrk="1" latinLnBrk="0" hangingPunct="1">
        <a:lnSpc>
          <a:spcPct val="100000"/>
        </a:lnSpc>
        <a:spcBef>
          <a:spcPts val="300"/>
        </a:spcBef>
        <a:buFont typeface="Calibri" panose="020F050202020403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6380">
          <p15:clr>
            <a:srgbClr val="F26B43"/>
          </p15:clr>
        </p15:guide>
        <p15:guide id="1" pos="619">
          <p15:clr>
            <a:srgbClr val="F26B43"/>
          </p15:clr>
        </p15:guide>
        <p15:guide id="2" orient="horz" pos="3861">
          <p15:clr>
            <a:srgbClr val="F26B43"/>
          </p15:clr>
        </p15:guide>
        <p15:guide id="3" orient="horz" pos="109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F1426C-C566-4481-B46F-96241114C9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-1" y="2753570"/>
            <a:ext cx="7119258" cy="1692000"/>
          </a:xfrm>
        </p:spPr>
        <p:txBody>
          <a:bodyPr/>
          <a:lstStyle/>
          <a:p>
            <a:r>
              <a:rPr lang="fr-FR"/>
              <a:t>DEMANDE COMPOSANT MOM</a:t>
            </a:r>
          </a:p>
          <a:p>
            <a:r>
              <a:rPr lang="fr-FR" sz="2800" b="0"/>
              <a:t>Comité de sélection GLOBALE/ENGAGEMENT TEMPS 1</a:t>
            </a:r>
          </a:p>
          <a:p>
            <a:r>
              <a:rPr lang="fr-FR" sz="2400" b="0"/>
              <a:t>02/08/2024</a:t>
            </a:r>
          </a:p>
        </p:txBody>
      </p:sp>
    </p:spTree>
    <p:extLst>
      <p:ext uri="{BB962C8B-B14F-4D97-AF65-F5344CB8AC3E}">
        <p14:creationId xmlns:p14="http://schemas.microsoft.com/office/powerpoint/2010/main" val="1445624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E8224890-1AC3-E8B7-923D-B5CB65143C22}"/>
              </a:ext>
            </a:extLst>
          </p:cNvPr>
          <p:cNvSpPr txBox="1">
            <a:spLocks/>
          </p:cNvSpPr>
          <p:nvPr/>
        </p:nvSpPr>
        <p:spPr>
          <a:xfrm>
            <a:off x="4729047" y="351804"/>
            <a:ext cx="7462953" cy="6208479"/>
          </a:xfrm>
          <a:prstGeom prst="rect">
            <a:avLst/>
          </a:prstGeom>
        </p:spPr>
        <p:txBody>
          <a:bodyPr vert="horz" lIns="36000" tIns="0" rIns="36000" bIns="0" rtlCol="0">
            <a:noAutofit/>
          </a:bodyPr>
          <a:lstStyle>
            <a:lvl1pPr marL="288000" indent="-2880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Font typeface="+mj-lt"/>
              <a:buAutoNum type="romanUcPeriod"/>
              <a:tabLst>
                <a:tab pos="4660900" algn="r"/>
              </a:tabLst>
              <a:defRPr sz="2000" b="1" kern="1200" cap="all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2880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Tx/>
              <a:buNone/>
              <a:tabLst>
                <a:tab pos="4660900" algn="r"/>
              </a:tabLst>
              <a:defRPr sz="12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79388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Symbol" panose="05050102010706020507" pitchFamily="18" charset="2"/>
              <a:buChar char="·"/>
              <a:defRPr sz="12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42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Font typeface="Calibri" panose="020F0502020204030204" pitchFamily="34" charset="0"/>
              <a:buChar char="-"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0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/>
              <a:t>INTRODUCTION</a:t>
            </a:r>
          </a:p>
          <a:p>
            <a:r>
              <a:rPr lang="fr-FR" sz="1800"/>
              <a:t>Valeurs attendues sous l’angle de l’architecture</a:t>
            </a:r>
          </a:p>
          <a:p>
            <a:r>
              <a:rPr lang="fr-FR" sz="1800"/>
              <a:t>Alignement avec la stratégie technologique</a:t>
            </a:r>
          </a:p>
          <a:p>
            <a:r>
              <a:rPr lang="fr-FR" sz="1800"/>
              <a:t>Démarche envisagée</a:t>
            </a:r>
          </a:p>
          <a:p>
            <a:r>
              <a:rPr lang="fr-FR" sz="1800"/>
              <a:t>Architecture MVP (temps 1)</a:t>
            </a:r>
          </a:p>
          <a:p>
            <a:r>
              <a:rPr lang="fr-FR" sz="1800"/>
              <a:t>Vérification valeurs</a:t>
            </a:r>
          </a:p>
          <a:p>
            <a:r>
              <a:rPr lang="fr-FR" sz="1800"/>
              <a:t>Architecture CIBLE (temps 2)</a:t>
            </a:r>
          </a:p>
          <a:p>
            <a:r>
              <a:rPr lang="fr-FR" sz="1800"/>
              <a:t>Cout d’usage AZURE</a:t>
            </a:r>
          </a:p>
          <a:p>
            <a:r>
              <a:rPr lang="fr-FR" sz="1800"/>
              <a:t>Planning</a:t>
            </a:r>
          </a:p>
          <a:p>
            <a:r>
              <a:rPr lang="fr-FR" sz="1800"/>
              <a:t>Ressources contributrices MVP (temps 1)</a:t>
            </a:r>
          </a:p>
          <a:p>
            <a:endParaRPr lang="fr-FR" sz="1800"/>
          </a:p>
          <a:p>
            <a:pPr marL="0" indent="0">
              <a:buNone/>
            </a:pPr>
            <a:r>
              <a:rPr lang="fr-FR" sz="1800" b="0"/>
              <a:t>ANNEXES</a:t>
            </a:r>
          </a:p>
          <a:p>
            <a:pPr marL="0" indent="0">
              <a:buNone/>
            </a:pPr>
            <a:r>
              <a:rPr lang="fr-FR" sz="1800"/>
              <a:t>CAS d’usage MVP</a:t>
            </a:r>
          </a:p>
          <a:p>
            <a:pPr marL="0" indent="0">
              <a:buNone/>
            </a:pPr>
            <a:r>
              <a:rPr lang="fr-FR" sz="1800"/>
              <a:t>PROTOCOLES supportés</a:t>
            </a:r>
          </a:p>
          <a:p>
            <a:pPr marL="0" indent="0">
              <a:buNone/>
            </a:pPr>
            <a:endParaRPr lang="fr-FR" sz="1800"/>
          </a:p>
        </p:txBody>
      </p:sp>
    </p:spTree>
    <p:extLst>
      <p:ext uri="{BB962C8B-B14F-4D97-AF65-F5344CB8AC3E}">
        <p14:creationId xmlns:p14="http://schemas.microsoft.com/office/powerpoint/2010/main" val="1376344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5BC96-402A-DCC9-B01C-47D013A7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introduction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6190BAE-3540-5C91-7F81-269675120B45}"/>
              </a:ext>
            </a:extLst>
          </p:cNvPr>
          <p:cNvSpPr txBox="1"/>
          <p:nvPr/>
        </p:nvSpPr>
        <p:spPr>
          <a:xfrm>
            <a:off x="713130" y="967823"/>
            <a:ext cx="1096231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1">
                <a:solidFill>
                  <a:srgbClr val="000000"/>
                </a:solidFill>
                <a:latin typeface="Barlow Condensed"/>
              </a:rPr>
              <a:t>Objectif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>
                <a:solidFill>
                  <a:srgbClr val="000000"/>
                </a:solidFill>
                <a:latin typeface="Barlow Condensed"/>
              </a:rPr>
              <a:t>Exposer </a:t>
            </a:r>
            <a:r>
              <a:rPr lang="fr-FR" b="1">
                <a:solidFill>
                  <a:srgbClr val="000000"/>
                </a:solidFill>
                <a:latin typeface="Barlow Condensed"/>
              </a:rPr>
              <a:t>les attendus d’un nouveau composant technique </a:t>
            </a:r>
            <a:br>
              <a:rPr lang="fr-FR">
                <a:solidFill>
                  <a:srgbClr val="000000"/>
                </a:solidFill>
                <a:latin typeface="Barlow Condensed"/>
              </a:rPr>
            </a:br>
            <a:r>
              <a:rPr lang="fr-FR" i="1">
                <a:solidFill>
                  <a:srgbClr val="000000"/>
                </a:solidFill>
                <a:latin typeface="Barlow Condensed"/>
              </a:rPr>
              <a:t>Ce nouveau composant technique sera la brique « </a:t>
            </a:r>
            <a:r>
              <a:rPr lang="fr-FR" b="1" i="1">
                <a:solidFill>
                  <a:srgbClr val="000000"/>
                </a:solidFill>
                <a:latin typeface="Barlow Condensed"/>
              </a:rPr>
              <a:t>M</a:t>
            </a:r>
            <a:r>
              <a:rPr lang="fr-FR" i="1">
                <a:solidFill>
                  <a:srgbClr val="000000"/>
                </a:solidFill>
                <a:latin typeface="Barlow Condensed"/>
              </a:rPr>
              <a:t>essage </a:t>
            </a:r>
            <a:r>
              <a:rPr lang="fr-FR" b="1" i="1" err="1">
                <a:solidFill>
                  <a:srgbClr val="000000"/>
                </a:solidFill>
                <a:latin typeface="Barlow Condensed"/>
              </a:rPr>
              <a:t>O</a:t>
            </a:r>
            <a:r>
              <a:rPr lang="fr-FR" i="1" err="1">
                <a:solidFill>
                  <a:srgbClr val="000000"/>
                </a:solidFill>
                <a:latin typeface="Barlow Condensed"/>
              </a:rPr>
              <a:t>riented</a:t>
            </a:r>
            <a:r>
              <a:rPr lang="fr-FR" i="1">
                <a:solidFill>
                  <a:srgbClr val="000000"/>
                </a:solidFill>
                <a:latin typeface="Barlow Condensed"/>
              </a:rPr>
              <a:t> </a:t>
            </a:r>
            <a:r>
              <a:rPr lang="fr-FR" b="1" i="1">
                <a:solidFill>
                  <a:srgbClr val="000000"/>
                </a:solidFill>
                <a:latin typeface="Barlow Condensed"/>
              </a:rPr>
              <a:t>M</a:t>
            </a:r>
            <a:r>
              <a:rPr lang="fr-FR" i="1">
                <a:solidFill>
                  <a:srgbClr val="000000"/>
                </a:solidFill>
                <a:latin typeface="Barlow Condensed"/>
              </a:rPr>
              <a:t>iddleware » (MOM)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>
                <a:solidFill>
                  <a:srgbClr val="000000"/>
                </a:solidFill>
                <a:latin typeface="Barlow Condensed"/>
              </a:rPr>
              <a:t>Présenter </a:t>
            </a:r>
            <a:r>
              <a:rPr lang="fr-FR" b="1">
                <a:solidFill>
                  <a:srgbClr val="000000"/>
                </a:solidFill>
                <a:latin typeface="Barlow Condensed"/>
              </a:rPr>
              <a:t>la démarche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>
                <a:solidFill>
                  <a:srgbClr val="000000"/>
                </a:solidFill>
                <a:latin typeface="Barlow Condensed"/>
              </a:rPr>
              <a:t>Exposer </a:t>
            </a:r>
            <a:r>
              <a:rPr lang="fr-FR" b="1">
                <a:solidFill>
                  <a:srgbClr val="000000"/>
                </a:solidFill>
                <a:latin typeface="Barlow Condensed"/>
              </a:rPr>
              <a:t>les moyens nécessaires </a:t>
            </a:r>
            <a:r>
              <a:rPr lang="fr-FR">
                <a:solidFill>
                  <a:srgbClr val="000000"/>
                </a:solidFill>
                <a:latin typeface="Barlow Condensed"/>
              </a:rPr>
              <a:t>à la mise en place de ce nouveau composant technique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fr-FR">
              <a:solidFill>
                <a:srgbClr val="000000"/>
              </a:solidFill>
              <a:latin typeface="Barlow Condensed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fr-FR" b="1" i="1">
              <a:solidFill>
                <a:srgbClr val="000000"/>
              </a:solidFill>
              <a:latin typeface="Barlow Condensed"/>
            </a:endParaRP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1">
                <a:solidFill>
                  <a:srgbClr val="000000"/>
                </a:solidFill>
                <a:latin typeface="Barlow Condensed"/>
              </a:rPr>
              <a:t>Contexte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i="1">
                <a:solidFill>
                  <a:schemeClr val="tx2"/>
                </a:solidFill>
                <a:latin typeface="Barlow Condensed"/>
              </a:rPr>
              <a:t>Ce nouveau composant sera </a:t>
            </a:r>
            <a:r>
              <a:rPr lang="fr-FR" b="1" i="1">
                <a:solidFill>
                  <a:schemeClr val="tx2"/>
                </a:solidFill>
                <a:latin typeface="Barlow Condensed"/>
              </a:rPr>
              <a:t>à usage de la médiation applicative.</a:t>
            </a:r>
          </a:p>
          <a:p>
            <a:pPr>
              <a:defRPr/>
            </a:pPr>
            <a:r>
              <a:rPr lang="fr-FR" i="1">
                <a:solidFill>
                  <a:schemeClr val="tx2"/>
                </a:solidFill>
                <a:latin typeface="Barlow Condensed"/>
              </a:rPr>
              <a:t>La cible est la multidiffusion et le découplage dans l'espace inter applicatif en général.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br>
              <a:rPr lang="fr-FR" i="1">
                <a:solidFill>
                  <a:schemeClr val="tx2"/>
                </a:solidFill>
                <a:latin typeface="Barlow Condensed"/>
              </a:rPr>
            </a:br>
            <a:r>
              <a:rPr lang="fr-FR" i="1">
                <a:solidFill>
                  <a:schemeClr val="tx2"/>
                </a:solidFill>
                <a:latin typeface="Barlow Condensed"/>
              </a:rPr>
              <a:t>Le premier contexte d’utilisation est lié au déploiement du MDM et 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i="1">
                <a:solidFill>
                  <a:schemeClr val="tx2"/>
                </a:solidFill>
                <a:latin typeface="Barlow Condensed"/>
              </a:rPr>
              <a:t>le </a:t>
            </a:r>
            <a:r>
              <a:rPr lang="fr-FR" b="1" i="1">
                <a:solidFill>
                  <a:schemeClr val="tx2"/>
                </a:solidFill>
                <a:latin typeface="Barlow Condensed"/>
              </a:rPr>
              <a:t>cas d’usage étudié en priorité sera la mise en relation entre le MDM et TOPSITE.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C0DB7DC9-512F-C622-14B7-A6DB4F192DE9}"/>
              </a:ext>
            </a:extLst>
          </p:cNvPr>
          <p:cNvSpPr/>
          <p:nvPr/>
        </p:nvSpPr>
        <p:spPr>
          <a:xfrm>
            <a:off x="3371182" y="5503145"/>
            <a:ext cx="1368000" cy="64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latin typeface="+mj-lt"/>
              </a:rPr>
              <a:t>PRODUCER</a:t>
            </a:r>
            <a:endParaRPr lang="fr-FR" sz="1400">
              <a:latin typeface="+mj-lt"/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D0E4746B-6962-34D2-9316-89580CD60AE8}"/>
              </a:ext>
            </a:extLst>
          </p:cNvPr>
          <p:cNvSpPr/>
          <p:nvPr/>
        </p:nvSpPr>
        <p:spPr>
          <a:xfrm>
            <a:off x="7268211" y="5503145"/>
            <a:ext cx="1368000" cy="648000"/>
          </a:xfrm>
          <a:prstGeom prst="rect">
            <a:avLst/>
          </a:prstGeom>
          <a:solidFill>
            <a:srgbClr val="00BC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latin typeface="+mj-lt"/>
              </a:rPr>
              <a:t>CONSUMER</a:t>
            </a:r>
            <a:endParaRPr lang="fr-FR" sz="140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12421C-2D3F-34F6-EF91-66216EB38B1D}"/>
              </a:ext>
            </a:extLst>
          </p:cNvPr>
          <p:cNvSpPr/>
          <p:nvPr/>
        </p:nvSpPr>
        <p:spPr>
          <a:xfrm>
            <a:off x="3087738" y="5088219"/>
            <a:ext cx="5842535" cy="147785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2FCA2243-DBB2-28EC-C203-1DCE194CDE8F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42EFF05D-6545-E49C-482E-7A803DBFC46A}"/>
              </a:ext>
            </a:extLst>
          </p:cNvPr>
          <p:cNvSpPr/>
          <p:nvPr/>
        </p:nvSpPr>
        <p:spPr>
          <a:xfrm>
            <a:off x="5076063" y="5557925"/>
            <a:ext cx="1968864" cy="648000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latin typeface="+mj-lt"/>
              </a:rPr>
              <a:t>Message </a:t>
            </a:r>
            <a:r>
              <a:rPr lang="fr-FR" sz="1200" err="1">
                <a:latin typeface="+mj-lt"/>
              </a:rPr>
              <a:t>Oriented</a:t>
            </a:r>
            <a:r>
              <a:rPr lang="fr-FR" sz="1200">
                <a:latin typeface="+mj-lt"/>
              </a:rPr>
              <a:t> Middleware ?</a:t>
            </a:r>
          </a:p>
        </p:txBody>
      </p:sp>
    </p:spTree>
    <p:extLst>
      <p:ext uri="{BB962C8B-B14F-4D97-AF65-F5344CB8AC3E}">
        <p14:creationId xmlns:p14="http://schemas.microsoft.com/office/powerpoint/2010/main" val="160975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0A9B441E-74E0-1C4B-5EAF-41ECD0F15D0E}"/>
              </a:ext>
            </a:extLst>
          </p:cNvPr>
          <p:cNvSpPr txBox="1"/>
          <p:nvPr/>
        </p:nvSpPr>
        <p:spPr>
          <a:xfrm>
            <a:off x="6476305" y="3870384"/>
            <a:ext cx="28316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400">
                <a:latin typeface="+mj-lt"/>
              </a:defRPr>
            </a:lvl1pPr>
          </a:lstStyle>
          <a:p>
            <a:r>
              <a:rPr lang="fr-FR" sz="1800">
                <a:ea typeface="Times New Roman" panose="02020603050405020304" pitchFamily="18" charset="0"/>
                <a:cs typeface="Aptos" panose="020B0004020202020204" pitchFamily="34" charset="0"/>
              </a:rPr>
              <a:t>C</a:t>
            </a:r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e composant prendra en charge les modèles de messagerie de publication/souscription, permettant aux éditeurs de diffuser des messages à un grand nombre de souscripteurs de manière efficace</a:t>
            </a:r>
            <a:endParaRPr lang="fr-FR" sz="180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D3B34B6-6D2F-6EA1-0575-37EF84CEF327}"/>
              </a:ext>
            </a:extLst>
          </p:cNvPr>
          <p:cNvSpPr txBox="1"/>
          <p:nvPr/>
        </p:nvSpPr>
        <p:spPr>
          <a:xfrm>
            <a:off x="2519259" y="3870384"/>
            <a:ext cx="26514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400">
                <a:latin typeface="+mj-lt"/>
              </a:defRPr>
            </a:lvl1pPr>
          </a:lstStyle>
          <a:p>
            <a:r>
              <a:rPr lang="fr-FR" sz="1800">
                <a:ea typeface="Times New Roman" panose="02020603050405020304" pitchFamily="18" charset="0"/>
                <a:cs typeface="Aptos" panose="020B0004020202020204" pitchFamily="34" charset="0"/>
              </a:rPr>
              <a:t>Ce composant sera utilisé</a:t>
            </a:r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pour la communication entre différentes applications, en permettant l'échange de messages de manière fiable et sécurisée</a:t>
            </a:r>
            <a:endParaRPr lang="fr-FR" sz="180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31" name="Titre 1">
            <a:extLst>
              <a:ext uri="{FF2B5EF4-FFF2-40B4-BE49-F238E27FC236}">
                <a16:creationId xmlns:a16="http://schemas.microsoft.com/office/drawing/2014/main" id="{18B4448B-D108-8EEA-7667-1D6E03F0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463550"/>
            <a:ext cx="10756900" cy="477838"/>
          </a:xfrm>
        </p:spPr>
        <p:txBody>
          <a:bodyPr/>
          <a:lstStyle/>
          <a:p>
            <a:r>
              <a:rPr lang="fr-FR"/>
              <a:t>valeurs attendues sous l’angle architecture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9DB83E3-F15A-6D01-A34B-9463D66C51B6}"/>
              </a:ext>
            </a:extLst>
          </p:cNvPr>
          <p:cNvSpPr txBox="1"/>
          <p:nvPr/>
        </p:nvSpPr>
        <p:spPr>
          <a:xfrm>
            <a:off x="6627502" y="3233654"/>
            <a:ext cx="2748953" cy="553998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>
            <a:defPPr>
              <a:defRPr lang="fr-FR"/>
            </a:defPPr>
            <a:lvl1pPr algn="ctr">
              <a:defRPr sz="1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Basée sur un modèle de publication/souscription</a:t>
            </a:r>
            <a:endParaRPr lang="fr-FR" sz="180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B4F090-53BA-A2C9-D917-2AD398C35C52}"/>
              </a:ext>
            </a:extLst>
          </p:cNvPr>
          <p:cNvSpPr txBox="1"/>
          <p:nvPr/>
        </p:nvSpPr>
        <p:spPr>
          <a:xfrm>
            <a:off x="2590801" y="3233654"/>
            <a:ext cx="2651456" cy="553998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>
            <a:defPPr>
              <a:defRPr lang="fr-FR"/>
            </a:defPPr>
            <a:lvl1pPr algn="ctr">
              <a:defRPr sz="1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sz="1800">
                <a:ea typeface="Times New Roman" panose="02020603050405020304" pitchFamily="18" charset="0"/>
                <a:cs typeface="Aptos" panose="020B0004020202020204" pitchFamily="34" charset="0"/>
              </a:rPr>
              <a:t>S</a:t>
            </a:r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ystème de messagerie entre applications</a:t>
            </a:r>
            <a:endParaRPr lang="fr-FR" sz="180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8918B86-05BD-1A54-BD1C-A4C158AFB90A}"/>
              </a:ext>
            </a:extLst>
          </p:cNvPr>
          <p:cNvSpPr txBox="1"/>
          <p:nvPr/>
        </p:nvSpPr>
        <p:spPr>
          <a:xfrm>
            <a:off x="713129" y="962799"/>
            <a:ext cx="11443065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>
                <a:latin typeface="+mj-lt"/>
              </a:rPr>
              <a:t>Dans le contexte MDM, l’important est de véhiculer et d’informer les applications des SI d’une action opérée sur un enregistrement de référence</a:t>
            </a:r>
          </a:p>
        </p:txBody>
      </p:sp>
      <p:pic>
        <p:nvPicPr>
          <p:cNvPr id="1026" name="Picture 2" descr="Application de messagerie - Icônes les communications gratuites">
            <a:extLst>
              <a:ext uri="{FF2B5EF4-FFF2-40B4-BE49-F238E27FC236}">
                <a16:creationId xmlns:a16="http://schemas.microsoft.com/office/drawing/2014/main" id="{ED0294B3-DAFB-9E29-F098-A7BCEC591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516" y="1711682"/>
            <a:ext cx="1118940" cy="111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'abonner - Icônes des médias sociaux gratuites">
            <a:extLst>
              <a:ext uri="{FF2B5EF4-FFF2-40B4-BE49-F238E27FC236}">
                <a16:creationId xmlns:a16="http://schemas.microsoft.com/office/drawing/2014/main" id="{1D68E0E6-46EC-BEBF-F91B-AC4060399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321" y="1463383"/>
            <a:ext cx="1754326" cy="175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0122FEF7-62F6-6170-46B0-2C6C188248B4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37911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re 1">
            <a:extLst>
              <a:ext uri="{FF2B5EF4-FFF2-40B4-BE49-F238E27FC236}">
                <a16:creationId xmlns:a16="http://schemas.microsoft.com/office/drawing/2014/main" id="{18B4448B-D108-8EEA-7667-1D6E03F0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463550"/>
            <a:ext cx="10756900" cy="477838"/>
          </a:xfrm>
        </p:spPr>
        <p:txBody>
          <a:bodyPr/>
          <a:lstStyle/>
          <a:p>
            <a:r>
              <a:rPr lang="fr-FR"/>
              <a:t>Alignement avec la stratégie technologique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2E56CDB-CDBA-E0F2-856D-50DEC77DC1C9}"/>
              </a:ext>
            </a:extLst>
          </p:cNvPr>
          <p:cNvSpPr txBox="1"/>
          <p:nvPr/>
        </p:nvSpPr>
        <p:spPr>
          <a:xfrm>
            <a:off x="722895" y="1323480"/>
            <a:ext cx="10755975" cy="1384995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>
                <a:latin typeface="+mj-lt"/>
              </a:rPr>
              <a:t>Privilégier l’usage PaaS et enrichir l’offre de service de la Landing Zone Azure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b="1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>
                <a:latin typeface="+mj-lt"/>
              </a:rPr>
              <a:t>Introduire de l’échange événementiel au sein du SI</a:t>
            </a:r>
          </a:p>
          <a:p>
            <a:endParaRPr lang="fr-FR">
              <a:latin typeface="+mj-lt"/>
            </a:endParaRPr>
          </a:p>
          <a:p>
            <a:endParaRPr lang="fr-FR">
              <a:latin typeface="+mj-lt"/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F8A30A9B-9706-3BA4-02E5-7B84A135F348}"/>
              </a:ext>
            </a:extLst>
          </p:cNvPr>
          <p:cNvGrpSpPr/>
          <p:nvPr/>
        </p:nvGrpSpPr>
        <p:grpSpPr>
          <a:xfrm>
            <a:off x="2563441" y="2416487"/>
            <a:ext cx="2725288" cy="3765225"/>
            <a:chOff x="292803" y="2244070"/>
            <a:chExt cx="2725288" cy="3765225"/>
          </a:xfrm>
        </p:grpSpPr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F64BCEE5-CACE-5659-2516-C97515E510AD}"/>
                </a:ext>
              </a:extLst>
            </p:cNvPr>
            <p:cNvSpPr/>
            <p:nvPr/>
          </p:nvSpPr>
          <p:spPr>
            <a:xfrm>
              <a:off x="292803" y="2244070"/>
              <a:ext cx="2725288" cy="3765225"/>
            </a:xfrm>
            <a:prstGeom prst="roundRect">
              <a:avLst>
                <a:gd name="adj" fmla="val 7580"/>
              </a:avLst>
            </a:prstGeom>
            <a:solidFill>
              <a:srgbClr val="FAB82F"/>
            </a:solidFill>
            <a:ln w="126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</a:endParaRPr>
            </a:p>
          </p:txBody>
        </p:sp>
        <p:sp>
          <p:nvSpPr>
            <p:cNvPr id="22" name="Espace réservé du texte 48">
              <a:extLst>
                <a:ext uri="{FF2B5EF4-FFF2-40B4-BE49-F238E27FC236}">
                  <a16:creationId xmlns:a16="http://schemas.microsoft.com/office/drawing/2014/main" id="{7220EDF5-8DFE-835E-96AF-FE5B92D53F60}"/>
                </a:ext>
              </a:extLst>
            </p:cNvPr>
            <p:cNvSpPr txBox="1">
              <a:spLocks/>
            </p:cNvSpPr>
            <p:nvPr/>
          </p:nvSpPr>
          <p:spPr>
            <a:xfrm>
              <a:off x="1262604" y="2528378"/>
              <a:ext cx="1437250" cy="27699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4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bg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rPr>
                <a:t>Cloud</a:t>
              </a:r>
            </a:p>
          </p:txBody>
        </p:sp>
        <p:sp>
          <p:nvSpPr>
            <p:cNvPr id="24" name="Espace réservé du texte 48">
              <a:extLst>
                <a:ext uri="{FF2B5EF4-FFF2-40B4-BE49-F238E27FC236}">
                  <a16:creationId xmlns:a16="http://schemas.microsoft.com/office/drawing/2014/main" id="{A451B948-5EBE-0195-8000-A3AE006EDE4F}"/>
                </a:ext>
              </a:extLst>
            </p:cNvPr>
            <p:cNvSpPr txBox="1">
              <a:spLocks/>
            </p:cNvSpPr>
            <p:nvPr/>
          </p:nvSpPr>
          <p:spPr>
            <a:xfrm>
              <a:off x="362654" y="3114261"/>
              <a:ext cx="2463777" cy="553998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4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marR="0" lvl="0" indent="-144000" algn="l" defTabSz="914400" rtl="0" eaLnBrk="1" fontAlgn="auto" latinLnBrk="0" hangingPunct="1">
                <a:lnSpc>
                  <a:spcPct val="100000"/>
                </a:lnSpc>
                <a:spcBef>
                  <a:spcPts val="3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2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Privilégier</a:t>
              </a: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 l’usage SaaS, </a:t>
              </a:r>
              <a:r>
                <a:rPr kumimoji="0" lang="fr-FR" sz="12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PaaS</a:t>
              </a: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 puis IaaS et </a:t>
              </a:r>
              <a:r>
                <a:rPr kumimoji="0" lang="fr-FR" sz="12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enrichir l’offre de service de la LZA (Azure)</a:t>
              </a:r>
            </a:p>
          </p:txBody>
        </p:sp>
        <p:sp>
          <p:nvSpPr>
            <p:cNvPr id="25" name="Espace réservé du texte 48">
              <a:extLst>
                <a:ext uri="{FF2B5EF4-FFF2-40B4-BE49-F238E27FC236}">
                  <a16:creationId xmlns:a16="http://schemas.microsoft.com/office/drawing/2014/main" id="{156564E7-328D-97B7-BD48-33E4EABB323A}"/>
                </a:ext>
              </a:extLst>
            </p:cNvPr>
            <p:cNvSpPr txBox="1">
              <a:spLocks/>
            </p:cNvSpPr>
            <p:nvPr/>
          </p:nvSpPr>
          <p:spPr>
            <a:xfrm>
              <a:off x="374083" y="3900814"/>
              <a:ext cx="2463777" cy="36933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4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marR="0" lvl="0" indent="-144000" algn="l" defTabSz="914400" rtl="0" eaLnBrk="1" fontAlgn="auto" latinLnBrk="0" hangingPunct="1">
                <a:lnSpc>
                  <a:spcPct val="100000"/>
                </a:lnSpc>
                <a:spcBef>
                  <a:spcPts val="3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Mettre en place un centre d’excellence opérationnel</a:t>
              </a:r>
            </a:p>
          </p:txBody>
        </p:sp>
        <p:sp>
          <p:nvSpPr>
            <p:cNvPr id="26" name="Espace réservé du texte 48">
              <a:extLst>
                <a:ext uri="{FF2B5EF4-FFF2-40B4-BE49-F238E27FC236}">
                  <a16:creationId xmlns:a16="http://schemas.microsoft.com/office/drawing/2014/main" id="{C5F79D66-6B6C-5A79-FB8F-44A2564A1B8B}"/>
                </a:ext>
              </a:extLst>
            </p:cNvPr>
            <p:cNvSpPr txBox="1">
              <a:spLocks/>
            </p:cNvSpPr>
            <p:nvPr/>
          </p:nvSpPr>
          <p:spPr>
            <a:xfrm>
              <a:off x="384296" y="4502701"/>
              <a:ext cx="2463777" cy="553998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4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marR="0" lvl="0" indent="-144000" algn="l" defTabSz="914400" rtl="0" eaLnBrk="1" fontAlgn="auto" latinLnBrk="0" hangingPunct="1">
                <a:lnSpc>
                  <a:spcPct val="100000"/>
                </a:lnSpc>
                <a:spcBef>
                  <a:spcPts val="3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Accompagner les métiers dans leur idéation, cadrage et application des cas d’utilisation</a:t>
              </a:r>
            </a:p>
          </p:txBody>
        </p:sp>
        <p:sp>
          <p:nvSpPr>
            <p:cNvPr id="27" name="Espace réservé du texte 48">
              <a:extLst>
                <a:ext uri="{FF2B5EF4-FFF2-40B4-BE49-F238E27FC236}">
                  <a16:creationId xmlns:a16="http://schemas.microsoft.com/office/drawing/2014/main" id="{6E59B6D1-35BB-72E7-C5F2-1707A64C37DF}"/>
                </a:ext>
              </a:extLst>
            </p:cNvPr>
            <p:cNvSpPr txBox="1">
              <a:spLocks/>
            </p:cNvSpPr>
            <p:nvPr/>
          </p:nvSpPr>
          <p:spPr>
            <a:xfrm>
              <a:off x="389570" y="5289253"/>
              <a:ext cx="2463777" cy="36933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4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marR="0" lvl="0" indent="-144000" algn="l" defTabSz="914400" rtl="0" eaLnBrk="1" fontAlgn="auto" latinLnBrk="0" hangingPunct="1">
                <a:lnSpc>
                  <a:spcPct val="100000"/>
                </a:lnSpc>
                <a:spcBef>
                  <a:spcPts val="3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Fournir une offre multicloud gouvernée, choisie et portable</a:t>
              </a:r>
            </a:p>
          </p:txBody>
        </p: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6363371D-F245-D320-E969-4716FFC71DF0}"/>
                </a:ext>
              </a:extLst>
            </p:cNvPr>
            <p:cNvSpPr/>
            <p:nvPr/>
          </p:nvSpPr>
          <p:spPr>
            <a:xfrm>
              <a:off x="369600" y="2304804"/>
              <a:ext cx="724146" cy="724146"/>
            </a:xfrm>
            <a:prstGeom prst="roundRect">
              <a:avLst>
                <a:gd name="adj" fmla="val 25436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pic>
          <p:nvPicPr>
            <p:cNvPr id="29" name="Graphique 28">
              <a:extLst>
                <a:ext uri="{FF2B5EF4-FFF2-40B4-BE49-F238E27FC236}">
                  <a16:creationId xmlns:a16="http://schemas.microsoft.com/office/drawing/2014/main" id="{F4DBFD68-00E3-A4CB-0258-D30E95115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2938" y="2484626"/>
              <a:ext cx="364502" cy="364502"/>
            </a:xfrm>
            <a:prstGeom prst="rect">
              <a:avLst/>
            </a:prstGeom>
          </p:spPr>
        </p:pic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792CA42E-FB94-323A-BD5C-DF0973616B93}"/>
              </a:ext>
            </a:extLst>
          </p:cNvPr>
          <p:cNvGrpSpPr/>
          <p:nvPr/>
        </p:nvGrpSpPr>
        <p:grpSpPr>
          <a:xfrm>
            <a:off x="6494845" y="2412333"/>
            <a:ext cx="2788192" cy="3769379"/>
            <a:chOff x="6204401" y="2244071"/>
            <a:chExt cx="2788192" cy="3769379"/>
          </a:xfrm>
        </p:grpSpPr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6FADE9F4-B7B4-D937-5CB8-7D4046A5A224}"/>
                </a:ext>
              </a:extLst>
            </p:cNvPr>
            <p:cNvSpPr/>
            <p:nvPr/>
          </p:nvSpPr>
          <p:spPr>
            <a:xfrm>
              <a:off x="6204401" y="2244071"/>
              <a:ext cx="2788192" cy="3769379"/>
            </a:xfrm>
            <a:prstGeom prst="roundRect">
              <a:avLst>
                <a:gd name="adj" fmla="val 4824"/>
              </a:avLst>
            </a:prstGeom>
            <a:solidFill>
              <a:srgbClr val="FAB82F"/>
            </a:solidFill>
            <a:ln w="1266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</a:endParaRPr>
            </a:p>
          </p:txBody>
        </p:sp>
        <p:sp>
          <p:nvSpPr>
            <p:cNvPr id="40" name="Espace réservé du texte 48">
              <a:extLst>
                <a:ext uri="{FF2B5EF4-FFF2-40B4-BE49-F238E27FC236}">
                  <a16:creationId xmlns:a16="http://schemas.microsoft.com/office/drawing/2014/main" id="{620F567C-F324-31AB-6010-AEDFDA8E82A3}"/>
                </a:ext>
              </a:extLst>
            </p:cNvPr>
            <p:cNvSpPr txBox="1">
              <a:spLocks/>
            </p:cNvSpPr>
            <p:nvPr/>
          </p:nvSpPr>
          <p:spPr>
            <a:xfrm>
              <a:off x="7113256" y="2528378"/>
              <a:ext cx="1690268" cy="276999"/>
            </a:xfrm>
            <a:prstGeom prst="rect">
              <a:avLst/>
            </a:prstGeom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4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bg1"/>
                  </a:solidFill>
                  <a:latin typeface="+mj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Demi"/>
                  <a:ea typeface="+mn-ea"/>
                  <a:cs typeface="+mn-cs"/>
                </a:rPr>
                <a:t>Médiation</a:t>
              </a:r>
            </a:p>
          </p:txBody>
        </p:sp>
        <p:sp>
          <p:nvSpPr>
            <p:cNvPr id="41" name="Espace réservé du texte 48">
              <a:extLst>
                <a:ext uri="{FF2B5EF4-FFF2-40B4-BE49-F238E27FC236}">
                  <a16:creationId xmlns:a16="http://schemas.microsoft.com/office/drawing/2014/main" id="{860D9E11-6083-96C7-4CEC-7F19135EA5B6}"/>
                </a:ext>
              </a:extLst>
            </p:cNvPr>
            <p:cNvSpPr txBox="1">
              <a:spLocks/>
            </p:cNvSpPr>
            <p:nvPr/>
          </p:nvSpPr>
          <p:spPr>
            <a:xfrm>
              <a:off x="6297340" y="3118317"/>
              <a:ext cx="2562726" cy="36933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4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marR="0" lvl="0" indent="-144000" algn="l" defTabSz="914400" rtl="0" eaLnBrk="1" fontAlgn="auto" latinLnBrk="0" hangingPunct="1">
                <a:lnSpc>
                  <a:spcPct val="100000"/>
                </a:lnSpc>
                <a:spcBef>
                  <a:spcPts val="3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Poursuivre l’</a:t>
              </a:r>
              <a:r>
                <a:rPr kumimoji="0" lang="fr-FR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APIsation</a:t>
              </a: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 du SI pour faciliter la circulation de la donnée</a:t>
              </a:r>
            </a:p>
          </p:txBody>
        </p:sp>
        <p:sp>
          <p:nvSpPr>
            <p:cNvPr id="42" name="Espace réservé du texte 48">
              <a:extLst>
                <a:ext uri="{FF2B5EF4-FFF2-40B4-BE49-F238E27FC236}">
                  <a16:creationId xmlns:a16="http://schemas.microsoft.com/office/drawing/2014/main" id="{1DDB4CA0-37A0-3CF3-574A-BA17793A5FC1}"/>
                </a:ext>
              </a:extLst>
            </p:cNvPr>
            <p:cNvSpPr txBox="1">
              <a:spLocks/>
            </p:cNvSpPr>
            <p:nvPr/>
          </p:nvSpPr>
          <p:spPr>
            <a:xfrm>
              <a:off x="6286948" y="3807436"/>
              <a:ext cx="2562726" cy="36933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4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marR="0" lvl="0" indent="-144000" algn="l" defTabSz="914400" rtl="0" eaLnBrk="1" fontAlgn="auto" latinLnBrk="0" hangingPunct="1">
                <a:lnSpc>
                  <a:spcPct val="100000"/>
                </a:lnSpc>
                <a:spcBef>
                  <a:spcPts val="3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Faire disparaître l’intégration point à point</a:t>
              </a:r>
            </a:p>
          </p:txBody>
        </p:sp>
        <p:sp>
          <p:nvSpPr>
            <p:cNvPr id="43" name="Espace réservé du texte 48">
              <a:extLst>
                <a:ext uri="{FF2B5EF4-FFF2-40B4-BE49-F238E27FC236}">
                  <a16:creationId xmlns:a16="http://schemas.microsoft.com/office/drawing/2014/main" id="{378D5BCF-0385-FB0E-44D3-A7A9F46913F5}"/>
                </a:ext>
              </a:extLst>
            </p:cNvPr>
            <p:cNvSpPr txBox="1">
              <a:spLocks/>
            </p:cNvSpPr>
            <p:nvPr/>
          </p:nvSpPr>
          <p:spPr>
            <a:xfrm>
              <a:off x="6297340" y="4467524"/>
              <a:ext cx="2562726" cy="369332"/>
            </a:xfrm>
            <a:prstGeom prst="rect">
              <a:avLst/>
            </a:prstGeom>
            <a:noFill/>
          </p:spPr>
          <p:txBody>
            <a:bodyPr wrap="square" lIns="0" tIns="0" rIns="0" bIns="0" anchor="t" anchorCtr="0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400"/>
                </a:spcBef>
                <a:buFont typeface="Arial" panose="020B0604020202020204" pitchFamily="34" charset="0"/>
                <a:buNone/>
                <a:defRPr sz="1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marR="0" lvl="0" indent="-144000" algn="l" defTabSz="914400" rtl="0" eaLnBrk="1" fontAlgn="auto" latinLnBrk="0" hangingPunct="1">
                <a:lnSpc>
                  <a:spcPct val="100000"/>
                </a:lnSpc>
                <a:spcBef>
                  <a:spcPts val="34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200" b="1" i="0" u="none" strike="noStrike" kern="1200" cap="none" spc="0" normalizeH="0" baseline="0" noProof="0">
                  <a:ln>
                    <a:noFill/>
                  </a:ln>
                  <a:solidFill>
                    <a:srgbClr val="102031"/>
                  </a:solidFill>
                  <a:effectLst/>
                  <a:uLnTx/>
                  <a:uFillTx/>
                  <a:latin typeface="Avenir Next LT Pro"/>
                  <a:ea typeface="+mn-ea"/>
                  <a:cs typeface="+mn-cs"/>
                </a:rPr>
                <a:t>Introduire de l’échange évènementiel au sein du SI</a:t>
              </a:r>
            </a:p>
          </p:txBody>
        </p:sp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DCDDEF1F-A308-5FAE-7745-E3536FF34C05}"/>
                </a:ext>
              </a:extLst>
            </p:cNvPr>
            <p:cNvSpPr/>
            <p:nvPr/>
          </p:nvSpPr>
          <p:spPr>
            <a:xfrm>
              <a:off x="6271967" y="2304804"/>
              <a:ext cx="724146" cy="724146"/>
            </a:xfrm>
            <a:prstGeom prst="roundRect">
              <a:avLst>
                <a:gd name="adj" fmla="val 25436"/>
              </a:avLst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</p:grpSp>
      <p:pic>
        <p:nvPicPr>
          <p:cNvPr id="45" name="Graphique 44">
            <a:extLst>
              <a:ext uri="{FF2B5EF4-FFF2-40B4-BE49-F238E27FC236}">
                <a16:creationId xmlns:a16="http://schemas.microsoft.com/office/drawing/2014/main" id="{DB3092F5-B43B-9512-9543-EFE10CA811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0334" y="2642297"/>
            <a:ext cx="368300" cy="368300"/>
          </a:xfrm>
          <a:prstGeom prst="rect">
            <a:avLst/>
          </a:prstGeom>
        </p:spPr>
      </p:pic>
      <p:sp>
        <p:nvSpPr>
          <p:cNvPr id="2" name="Espace réservé du pied de page 4">
            <a:extLst>
              <a:ext uri="{FF2B5EF4-FFF2-40B4-BE49-F238E27FC236}">
                <a16:creationId xmlns:a16="http://schemas.microsoft.com/office/drawing/2014/main" id="{C40A2344-09F8-4D08-962F-07B22D688F8E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358834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030712-4529-5F02-1756-824817E9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Démarche envisagée – UNE Sélection globale / deux engagements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6E418169-0917-ECFD-6967-11E6F6E52A70}"/>
              </a:ext>
            </a:extLst>
          </p:cNvPr>
          <p:cNvSpPr>
            <a:spLocks noChangeAspect="1"/>
          </p:cNvSpPr>
          <p:nvPr/>
        </p:nvSpPr>
        <p:spPr>
          <a:xfrm>
            <a:off x="588416" y="2227787"/>
            <a:ext cx="504000" cy="5040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934603C-9753-2E21-EFDF-471D6BF3121C}"/>
              </a:ext>
            </a:extLst>
          </p:cNvPr>
          <p:cNvSpPr txBox="1"/>
          <p:nvPr/>
        </p:nvSpPr>
        <p:spPr>
          <a:xfrm>
            <a:off x="1556549" y="2157673"/>
            <a:ext cx="4759410" cy="3354765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Mise en œuvre d’un MVP dans une </a:t>
            </a:r>
            <a:r>
              <a:rPr lang="fr-FR" b="1">
                <a:solidFill>
                  <a:srgbClr val="000000"/>
                </a:solidFill>
                <a:latin typeface="Barlow Condensed"/>
              </a:rPr>
              <a:t>zone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 prototype</a:t>
            </a: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b="1">
                <a:solidFill>
                  <a:srgbClr val="000000"/>
                </a:solidFill>
                <a:latin typeface="Barlow Condensed"/>
              </a:rPr>
              <a:t>Cas d’usage : MDM – MOM – TOP SITE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fr-FR" sz="1400">
              <a:solidFill>
                <a:srgbClr val="000000"/>
              </a:solidFill>
              <a:latin typeface="Barlow Condensed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Conception détaillée</a:t>
            </a: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  <a:ea typeface="+mn-lt"/>
                <a:cs typeface="+mn-lt"/>
              </a:rPr>
              <a:t>Définition</a:t>
            </a:r>
            <a:r>
              <a:rPr lang="fr-FR" sz="1400">
                <a:solidFill>
                  <a:srgbClr val="000000"/>
                </a:solidFill>
                <a:latin typeface="Barlow Condensed"/>
              </a:rPr>
              <a:t> des Topics au sein du MOM</a:t>
            </a: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Spécifications techniques Azure (</a:t>
            </a:r>
            <a:r>
              <a:rPr lang="fr-FR" sz="1400" err="1">
                <a:solidFill>
                  <a:srgbClr val="000000"/>
                </a:solidFill>
                <a:latin typeface="Barlow Condensed"/>
              </a:rPr>
              <a:t>Policies</a:t>
            </a:r>
            <a:r>
              <a:rPr lang="fr-FR" sz="1400">
                <a:solidFill>
                  <a:srgbClr val="000000"/>
                </a:solidFill>
                <a:latin typeface="Barlow Condensed"/>
              </a:rPr>
              <a:t>, IAC, Monitoring)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Implémentation du composant MOM en mode privatisé</a:t>
            </a:r>
          </a:p>
          <a:p>
            <a:pPr marL="742950" lvl="1" indent="-285750">
              <a:buFont typeface="Courier New,monospace" panose="020B0604020202020204" pitchFamily="34" charset="0"/>
              <a:buChar char="o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Appropriation de la technologie</a:t>
            </a:r>
            <a:endParaRPr lang="en-US" sz="1400">
              <a:solidFill>
                <a:srgbClr val="000000"/>
              </a:solidFill>
              <a:latin typeface="Barlow Condensed"/>
            </a:endParaRP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Mise en œuvre technique (souscription Azure prototype) </a:t>
            </a: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Développement </a:t>
            </a:r>
            <a:r>
              <a:rPr lang="fr-FR" sz="1400" err="1">
                <a:solidFill>
                  <a:srgbClr val="000000"/>
                </a:solidFill>
                <a:latin typeface="Barlow Condensed"/>
              </a:rPr>
              <a:t>IaC</a:t>
            </a:r>
            <a:r>
              <a:rPr lang="fr-FR" sz="1400">
                <a:solidFill>
                  <a:srgbClr val="000000"/>
                </a:solidFill>
                <a:latin typeface="Barlow Condensed"/>
              </a:rPr>
              <a:t> (réutilisable pour le temps 2)</a:t>
            </a: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Administration DADI</a:t>
            </a:r>
          </a:p>
          <a:p>
            <a:pPr marL="285750" indent="-285750" fontAlgn="base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Développement du job Secure Agent / des interfaces </a:t>
            </a:r>
            <a:r>
              <a:rPr lang="fr-FR" sz="1400" err="1">
                <a:solidFill>
                  <a:srgbClr val="000000"/>
                </a:solidFill>
                <a:latin typeface="Barlow Condensed"/>
              </a:rPr>
              <a:t>Mulesoft</a:t>
            </a:r>
            <a:r>
              <a:rPr lang="fr-FR" sz="1400">
                <a:solidFill>
                  <a:srgbClr val="000000"/>
                </a:solidFill>
                <a:latin typeface="Barlow Condensed"/>
              </a:rPr>
              <a:t> </a:t>
            </a:r>
            <a:br>
              <a:rPr lang="fr-FR" sz="1400">
                <a:solidFill>
                  <a:srgbClr val="000000"/>
                </a:solidFill>
                <a:latin typeface="Barlow Condensed"/>
              </a:rPr>
            </a:br>
            <a:r>
              <a:rPr lang="fr-FR" sz="1400">
                <a:solidFill>
                  <a:srgbClr val="000000"/>
                </a:solidFill>
                <a:latin typeface="Barlow Condensed"/>
              </a:rPr>
              <a:t>pour répondre au cas d’usage Top Site (application participante au MVP)</a:t>
            </a:r>
            <a:endParaRPr lang="fr-FR" sz="1400">
              <a:latin typeface="Calibri"/>
              <a:cs typeface="Calibri"/>
            </a:endParaRPr>
          </a:p>
          <a:p>
            <a:pPr>
              <a:defRPr/>
            </a:pPr>
            <a:endParaRPr lang="fr-FR" sz="1400" b="1">
              <a:latin typeface="Calibri"/>
              <a:cs typeface="Calibri"/>
            </a:endParaRPr>
          </a:p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1400" b="1">
                <a:solidFill>
                  <a:srgbClr val="000000"/>
                </a:solidFill>
                <a:latin typeface="Barlow Condensed"/>
              </a:rPr>
              <a:t>Vérification de la valeur attendue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6528D10-3A90-250A-6E7F-D6353F16C3F9}"/>
              </a:ext>
            </a:extLst>
          </p:cNvPr>
          <p:cNvSpPr>
            <a:spLocks noChangeAspect="1"/>
          </p:cNvSpPr>
          <p:nvPr/>
        </p:nvSpPr>
        <p:spPr>
          <a:xfrm>
            <a:off x="599304" y="5721502"/>
            <a:ext cx="504000" cy="5040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2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2A94C16-C0E8-6A70-FEA5-173CB758C511}"/>
              </a:ext>
            </a:extLst>
          </p:cNvPr>
          <p:cNvSpPr txBox="1"/>
          <p:nvPr/>
        </p:nvSpPr>
        <p:spPr>
          <a:xfrm>
            <a:off x="1530713" y="5738140"/>
            <a:ext cx="4115943" cy="923330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Lancement de l’accostage pour le temps 2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fr-FR" sz="1400">
              <a:solidFill>
                <a:srgbClr val="000000"/>
              </a:solidFill>
              <a:latin typeface="Barlow Condensed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Embarquement GLOPS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Préparation bascule vers LZA</a:t>
            </a:r>
            <a:endParaRPr kumimoji="0" lang="fr-FR" sz="14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arlow Condensed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B8CBCF-8F7C-8B65-4D4D-8D01D3C203C1}"/>
              </a:ext>
            </a:extLst>
          </p:cNvPr>
          <p:cNvSpPr/>
          <p:nvPr/>
        </p:nvSpPr>
        <p:spPr>
          <a:xfrm>
            <a:off x="309626" y="2149381"/>
            <a:ext cx="6006333" cy="4524956"/>
          </a:xfrm>
          <a:prstGeom prst="rect">
            <a:avLst/>
          </a:prstGeom>
          <a:noFill/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0D6CD7E-B59F-06E7-7A3E-023A43CA0B2F}"/>
              </a:ext>
            </a:extLst>
          </p:cNvPr>
          <p:cNvSpPr txBox="1"/>
          <p:nvPr/>
        </p:nvSpPr>
        <p:spPr>
          <a:xfrm>
            <a:off x="5700922" y="1753649"/>
            <a:ext cx="2889822" cy="338554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Date de démarrage du temps 2</a:t>
            </a:r>
            <a:br>
              <a:rPr kumimoji="0" lang="fr-FR" sz="11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</a:br>
            <a:r>
              <a:rPr kumimoji="0" lang="fr-FR" sz="11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A discuter avec GLOPS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2EE509B-FBAE-7F88-956A-DAD4A5777491}"/>
              </a:ext>
            </a:extLst>
          </p:cNvPr>
          <p:cNvSpPr txBox="1"/>
          <p:nvPr/>
        </p:nvSpPr>
        <p:spPr>
          <a:xfrm>
            <a:off x="9543116" y="1322379"/>
            <a:ext cx="838336" cy="276999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Temps 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4BAFF22-E532-9271-9E1B-31255B123BB3}"/>
              </a:ext>
            </a:extLst>
          </p:cNvPr>
          <p:cNvSpPr txBox="1"/>
          <p:nvPr/>
        </p:nvSpPr>
        <p:spPr>
          <a:xfrm>
            <a:off x="3095831" y="1331522"/>
            <a:ext cx="838336" cy="276999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Temps 1</a:t>
            </a: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6A3DA870-ABBC-99F0-B280-A27F235E0390}"/>
              </a:ext>
            </a:extLst>
          </p:cNvPr>
          <p:cNvSpPr/>
          <p:nvPr/>
        </p:nvSpPr>
        <p:spPr>
          <a:xfrm>
            <a:off x="309626" y="1647676"/>
            <a:ext cx="11402796" cy="143608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riangle isocèle 8">
            <a:extLst>
              <a:ext uri="{FF2B5EF4-FFF2-40B4-BE49-F238E27FC236}">
                <a16:creationId xmlns:a16="http://schemas.microsoft.com/office/drawing/2014/main" id="{C790C757-7CA5-25CA-8651-987278EE196B}"/>
              </a:ext>
            </a:extLst>
          </p:cNvPr>
          <p:cNvSpPr/>
          <p:nvPr/>
        </p:nvSpPr>
        <p:spPr>
          <a:xfrm rot="10800000">
            <a:off x="7052803" y="1362132"/>
            <a:ext cx="214685" cy="277000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E0ED408-0B2F-A71A-8CF8-45F0DED1E056}"/>
              </a:ext>
            </a:extLst>
          </p:cNvPr>
          <p:cNvSpPr txBox="1"/>
          <p:nvPr/>
        </p:nvSpPr>
        <p:spPr>
          <a:xfrm>
            <a:off x="8259798" y="1829836"/>
            <a:ext cx="2889822" cy="276999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Charges non estimées à date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2F3AB12-8C1C-FA00-00B9-AA905FF5C43C}"/>
              </a:ext>
            </a:extLst>
          </p:cNvPr>
          <p:cNvSpPr txBox="1"/>
          <p:nvPr/>
        </p:nvSpPr>
        <p:spPr>
          <a:xfrm>
            <a:off x="713129" y="962799"/>
            <a:ext cx="11443065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>
                <a:latin typeface="+mj-lt"/>
              </a:rPr>
              <a:t>Deux périodes consécutives pour atteindre la cible d’un MOM pleinement opérationnel et exploité comme tout autre composant de PRODUCTION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3D63624-8812-BA0A-9B3B-D53F236A4079}"/>
              </a:ext>
            </a:extLst>
          </p:cNvPr>
          <p:cNvSpPr txBox="1"/>
          <p:nvPr/>
        </p:nvSpPr>
        <p:spPr>
          <a:xfrm>
            <a:off x="9936191" y="1397028"/>
            <a:ext cx="2889822" cy="169277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(Autorisation </a:t>
            </a:r>
            <a:r>
              <a:rPr lang="fr-FR" sz="1100">
                <a:solidFill>
                  <a:schemeClr val="tx2"/>
                </a:solidFill>
                <a:latin typeface="Barlow Condensed"/>
              </a:rPr>
              <a:t>Prototype &lt;</a:t>
            </a:r>
            <a:r>
              <a:rPr kumimoji="0" lang="fr-FR" sz="110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 1 an)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02EA303-D8BA-FFFA-47EE-1395A1D7B69C}"/>
              </a:ext>
            </a:extLst>
          </p:cNvPr>
          <p:cNvSpPr>
            <a:spLocks noChangeAspect="1"/>
          </p:cNvSpPr>
          <p:nvPr/>
        </p:nvSpPr>
        <p:spPr>
          <a:xfrm>
            <a:off x="7996910" y="2227787"/>
            <a:ext cx="504000" cy="5040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45B2ECC-AC0F-0307-0252-B38FAEF2845E}"/>
              </a:ext>
            </a:extLst>
          </p:cNvPr>
          <p:cNvSpPr txBox="1"/>
          <p:nvPr/>
        </p:nvSpPr>
        <p:spPr>
          <a:xfrm>
            <a:off x="8928320" y="2341287"/>
            <a:ext cx="2540785" cy="1354217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Bascule en LZA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fr-FR" sz="1400">
              <a:solidFill>
                <a:srgbClr val="000000"/>
              </a:solidFill>
              <a:latin typeface="Barlow Condensed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Intégration du composant MOM</a:t>
            </a:r>
          </a:p>
          <a:p>
            <a:pPr marL="285750" indent="-285750" fontAlgn="base">
              <a:buFont typeface="Arial" panose="020B0604020202020204" pitchFamily="34" charset="0"/>
              <a:buChar char="•"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Utilisation </a:t>
            </a:r>
            <a:r>
              <a:rPr lang="fr-FR" sz="1400" err="1">
                <a:solidFill>
                  <a:srgbClr val="000000"/>
                </a:solidFill>
                <a:latin typeface="Barlow Condensed"/>
              </a:rPr>
              <a:t>IaC</a:t>
            </a:r>
            <a:endParaRPr lang="fr-FR" sz="1400">
              <a:solidFill>
                <a:srgbClr val="000000"/>
              </a:solidFill>
              <a:latin typeface="Barlow Condensed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fr-FR" sz="1400">
              <a:solidFill>
                <a:srgbClr val="000000"/>
              </a:solidFill>
              <a:latin typeface="Barlow Condensed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Mise en conformité des interfaces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8EC5FAE-8025-72FD-914C-5C5A43B4D9EC}"/>
              </a:ext>
            </a:extLst>
          </p:cNvPr>
          <p:cNvSpPr>
            <a:spLocks noChangeAspect="1"/>
          </p:cNvSpPr>
          <p:nvPr/>
        </p:nvSpPr>
        <p:spPr>
          <a:xfrm>
            <a:off x="8007798" y="4005819"/>
            <a:ext cx="504000" cy="5040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2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B59A919-DCCE-A137-801D-139288B002D1}"/>
              </a:ext>
            </a:extLst>
          </p:cNvPr>
          <p:cNvSpPr txBox="1"/>
          <p:nvPr/>
        </p:nvSpPr>
        <p:spPr>
          <a:xfrm>
            <a:off x="8939208" y="4022458"/>
            <a:ext cx="2540786" cy="923330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>
                <a:solidFill>
                  <a:srgbClr val="000000"/>
                </a:solidFill>
                <a:latin typeface="Barlow Condensed"/>
              </a:rPr>
              <a:t>Prise en main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400">
              <a:solidFill>
                <a:srgbClr val="000000"/>
              </a:solidFill>
              <a:latin typeface="Barlow Condensed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Transfert GLOPS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Administration GLOPS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D31ABF-EA2B-4C4F-9A75-284B90A45BE3}"/>
              </a:ext>
            </a:extLst>
          </p:cNvPr>
          <p:cNvSpPr/>
          <p:nvPr/>
        </p:nvSpPr>
        <p:spPr>
          <a:xfrm>
            <a:off x="7718121" y="2149381"/>
            <a:ext cx="3885464" cy="4524956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2B4A1E19-AB20-EE44-A091-B028228849E1}"/>
              </a:ext>
            </a:extLst>
          </p:cNvPr>
          <p:cNvSpPr>
            <a:spLocks noChangeAspect="1"/>
          </p:cNvSpPr>
          <p:nvPr/>
        </p:nvSpPr>
        <p:spPr>
          <a:xfrm>
            <a:off x="8009124" y="5128278"/>
            <a:ext cx="504000" cy="5040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>
                <a:solidFill>
                  <a:prstClr val="white"/>
                </a:solidFill>
                <a:latin typeface="Barlow Condensed"/>
              </a:rPr>
              <a:t>3</a:t>
            </a: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rlow Condensed"/>
              <a:ea typeface="+mn-ea"/>
              <a:cs typeface="+mn-cs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9E10B16-A8F2-C294-4071-E6B6E66E2D62}"/>
              </a:ext>
            </a:extLst>
          </p:cNvPr>
          <p:cNvSpPr txBox="1"/>
          <p:nvPr/>
        </p:nvSpPr>
        <p:spPr>
          <a:xfrm>
            <a:off x="8940534" y="5144917"/>
            <a:ext cx="2540786" cy="1138773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>
                <a:solidFill>
                  <a:srgbClr val="000000"/>
                </a:solidFill>
                <a:latin typeface="Barlow Condensed"/>
              </a:rPr>
              <a:t>Ouverture aux entrants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400">
              <a:solidFill>
                <a:srgbClr val="000000"/>
              </a:solidFill>
              <a:latin typeface="Barlow Condensed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400">
                <a:solidFill>
                  <a:srgbClr val="000000"/>
                </a:solidFill>
                <a:latin typeface="Barlow Condensed"/>
              </a:rPr>
              <a:t>Communication pattern d’intégration pour les autres applications</a:t>
            </a:r>
          </a:p>
        </p:txBody>
      </p:sp>
      <p:sp>
        <p:nvSpPr>
          <p:cNvPr id="29" name="Espace réservé du pied de page 4">
            <a:extLst>
              <a:ext uri="{FF2B5EF4-FFF2-40B4-BE49-F238E27FC236}">
                <a16:creationId xmlns:a16="http://schemas.microsoft.com/office/drawing/2014/main" id="{86E3AC0C-5981-946C-5C90-E0714713A656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4085663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ZoneTexte 22">
            <a:extLst>
              <a:ext uri="{FF2B5EF4-FFF2-40B4-BE49-F238E27FC236}">
                <a16:creationId xmlns:a16="http://schemas.microsoft.com/office/drawing/2014/main" id="{9AB77AAA-DA6F-3C12-9ED0-7B77C7FEBCC4}"/>
              </a:ext>
            </a:extLst>
          </p:cNvPr>
          <p:cNvSpPr txBox="1"/>
          <p:nvPr/>
        </p:nvSpPr>
        <p:spPr>
          <a:xfrm>
            <a:off x="713130" y="962799"/>
            <a:ext cx="10755975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>
                <a:latin typeface="+mj-lt"/>
              </a:rPr>
              <a:t>Lors du </a:t>
            </a:r>
            <a:r>
              <a:rPr lang="fr-FR" b="1">
                <a:latin typeface="+mj-lt"/>
              </a:rPr>
              <a:t>MVP</a:t>
            </a:r>
            <a:r>
              <a:rPr lang="fr-FR">
                <a:latin typeface="+mj-lt"/>
              </a:rPr>
              <a:t>, le composant </a:t>
            </a:r>
            <a:r>
              <a:rPr lang="fr-FR" b="1">
                <a:latin typeface="+mj-lt"/>
              </a:rPr>
              <a:t>MOM </a:t>
            </a:r>
            <a:r>
              <a:rPr lang="fr-FR" b="1" u="sng">
                <a:latin typeface="+mj-lt"/>
              </a:rPr>
              <a:t>Azure Service Bus </a:t>
            </a:r>
            <a:r>
              <a:rPr lang="fr-FR" b="1">
                <a:latin typeface="+mj-lt"/>
              </a:rPr>
              <a:t>sera en mode privatisé dans une zone Prototype (simulation exigences LZA)</a:t>
            </a:r>
          </a:p>
        </p:txBody>
      </p:sp>
      <p:sp>
        <p:nvSpPr>
          <p:cNvPr id="31" name="Titre 1">
            <a:extLst>
              <a:ext uri="{FF2B5EF4-FFF2-40B4-BE49-F238E27FC236}">
                <a16:creationId xmlns:a16="http://schemas.microsoft.com/office/drawing/2014/main" id="{18B4448B-D108-8EEA-7667-1D6E03F0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463550"/>
            <a:ext cx="10756900" cy="477838"/>
          </a:xfrm>
        </p:spPr>
        <p:txBody>
          <a:bodyPr/>
          <a:lstStyle/>
          <a:p>
            <a:r>
              <a:rPr lang="fr-FR"/>
              <a:t>Architecture MVP (TEMPS 1)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DBAC28FF-29F3-024D-B9BC-187C18F5FBBA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6883D8-8D32-1F81-BECD-0FF5D801F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108" y="1253040"/>
            <a:ext cx="9495539" cy="554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728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ZoneTexte 22">
            <a:extLst>
              <a:ext uri="{FF2B5EF4-FFF2-40B4-BE49-F238E27FC236}">
                <a16:creationId xmlns:a16="http://schemas.microsoft.com/office/drawing/2014/main" id="{9AB77AAA-DA6F-3C12-9ED0-7B77C7FEBCC4}"/>
              </a:ext>
            </a:extLst>
          </p:cNvPr>
          <p:cNvSpPr txBox="1"/>
          <p:nvPr/>
        </p:nvSpPr>
        <p:spPr>
          <a:xfrm>
            <a:off x="713130" y="962799"/>
            <a:ext cx="10755975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>
                <a:latin typeface="+mj-lt"/>
              </a:rPr>
              <a:t>Lors du MVP, nous souhaitons apporter la preuve que la solution est en capacité </a:t>
            </a:r>
            <a:r>
              <a:rPr lang="fr-FR" b="1">
                <a:latin typeface="+mj-lt"/>
              </a:rPr>
              <a:t>d’adresser positivement</a:t>
            </a:r>
          </a:p>
        </p:txBody>
      </p:sp>
      <p:sp>
        <p:nvSpPr>
          <p:cNvPr id="31" name="Titre 1">
            <a:extLst>
              <a:ext uri="{FF2B5EF4-FFF2-40B4-BE49-F238E27FC236}">
                <a16:creationId xmlns:a16="http://schemas.microsoft.com/office/drawing/2014/main" id="{18B4448B-D108-8EEA-7667-1D6E03F0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463550"/>
            <a:ext cx="10756900" cy="477838"/>
          </a:xfrm>
        </p:spPr>
        <p:txBody>
          <a:bodyPr/>
          <a:lstStyle/>
          <a:p>
            <a:r>
              <a:rPr lang="fr-FR"/>
              <a:t>Vérification de la valeur attendue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DBAC28FF-29F3-024D-B9BC-187C18F5FBBA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133DAB5-FD33-3A9D-DCA5-0EE02FA63801}"/>
              </a:ext>
            </a:extLst>
          </p:cNvPr>
          <p:cNvSpPr txBox="1"/>
          <p:nvPr/>
        </p:nvSpPr>
        <p:spPr>
          <a:xfrm>
            <a:off x="5396021" y="2085968"/>
            <a:ext cx="3567226" cy="276998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endParaRPr lang="fr-FR" b="1">
              <a:latin typeface="+mj-lt"/>
            </a:endParaRP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>
                <a:latin typeface="+mj-lt"/>
              </a:rPr>
              <a:t>Asynchronisme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>
                <a:latin typeface="+mj-lt"/>
              </a:rPr>
              <a:t>Découplage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>
                <a:latin typeface="+mj-lt"/>
              </a:rPr>
              <a:t>Fiabilité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>
                <a:latin typeface="+mj-lt"/>
              </a:rPr>
              <a:t>Tolérances aux pannes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>
                <a:latin typeface="+mj-lt"/>
              </a:rPr>
              <a:t>Sécurité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>
                <a:latin typeface="+mj-lt"/>
              </a:rPr>
              <a:t>Intégration facilitée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fr-FR" b="1">
                <a:latin typeface="+mj-lt"/>
              </a:rPr>
              <a:t>Monitoring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endParaRPr lang="fr-FR" b="1">
              <a:latin typeface="+mj-lt"/>
            </a:endParaRPr>
          </a:p>
          <a:p>
            <a:pPr>
              <a:buClr>
                <a:srgbClr val="C00000"/>
              </a:buClr>
            </a:pPr>
            <a:r>
              <a:rPr lang="fr-FR" b="1" i="1">
                <a:solidFill>
                  <a:srgbClr val="C00000"/>
                </a:solidFill>
                <a:latin typeface="+mj-lt"/>
              </a:rPr>
              <a:t>X</a:t>
            </a:r>
            <a:r>
              <a:rPr lang="fr-FR" b="1" i="1">
                <a:latin typeface="+mj-lt"/>
              </a:rPr>
              <a:t>    Scalabilité</a:t>
            </a:r>
          </a:p>
        </p:txBody>
      </p:sp>
      <p:pic>
        <p:nvPicPr>
          <p:cNvPr id="5" name="Image 4" descr="Une image contenant noir, obscurité&#10;&#10;Description générée automatiquement">
            <a:extLst>
              <a:ext uri="{FF2B5EF4-FFF2-40B4-BE49-F238E27FC236}">
                <a16:creationId xmlns:a16="http://schemas.microsoft.com/office/drawing/2014/main" id="{317DA281-2500-3637-F5D4-022191A0E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998" y="2496440"/>
            <a:ext cx="1672046" cy="167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4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ZoneTexte 22">
            <a:extLst>
              <a:ext uri="{FF2B5EF4-FFF2-40B4-BE49-F238E27FC236}">
                <a16:creationId xmlns:a16="http://schemas.microsoft.com/office/drawing/2014/main" id="{9AB77AAA-DA6F-3C12-9ED0-7B77C7FEBCC4}"/>
              </a:ext>
            </a:extLst>
          </p:cNvPr>
          <p:cNvSpPr txBox="1"/>
          <p:nvPr/>
        </p:nvSpPr>
        <p:spPr>
          <a:xfrm>
            <a:off x="713130" y="962799"/>
            <a:ext cx="10755975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>
                <a:latin typeface="+mj-lt"/>
              </a:rPr>
              <a:t>Pour le </a:t>
            </a:r>
            <a:r>
              <a:rPr lang="fr-FR" b="1">
                <a:latin typeface="+mj-lt"/>
              </a:rPr>
              <a:t>passage à l’échelle</a:t>
            </a:r>
            <a:r>
              <a:rPr lang="fr-FR">
                <a:latin typeface="+mj-lt"/>
              </a:rPr>
              <a:t>, le composant MOM sera implémenté en </a:t>
            </a:r>
            <a:r>
              <a:rPr lang="fr-FR" b="1">
                <a:latin typeface="+mj-lt"/>
              </a:rPr>
              <a:t>LZA</a:t>
            </a:r>
          </a:p>
        </p:txBody>
      </p:sp>
      <p:sp>
        <p:nvSpPr>
          <p:cNvPr id="31" name="Titre 1">
            <a:extLst>
              <a:ext uri="{FF2B5EF4-FFF2-40B4-BE49-F238E27FC236}">
                <a16:creationId xmlns:a16="http://schemas.microsoft.com/office/drawing/2014/main" id="{18B4448B-D108-8EEA-7667-1D6E03F0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463550"/>
            <a:ext cx="10756900" cy="477838"/>
          </a:xfrm>
        </p:spPr>
        <p:txBody>
          <a:bodyPr/>
          <a:lstStyle/>
          <a:p>
            <a:r>
              <a:rPr lang="fr-FR"/>
              <a:t>Architecture CIBLE potentielle (TEMPS 2)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DBAC28FF-29F3-024D-B9BC-187C18F5FBBA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E64FAA-BC50-8765-D268-A67BB6354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75" y="1299042"/>
            <a:ext cx="9527437" cy="555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57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re 1">
            <a:extLst>
              <a:ext uri="{FF2B5EF4-FFF2-40B4-BE49-F238E27FC236}">
                <a16:creationId xmlns:a16="http://schemas.microsoft.com/office/drawing/2014/main" id="{18B4448B-D108-8EEA-7667-1D6E03F0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463550"/>
            <a:ext cx="10756900" cy="477838"/>
          </a:xfrm>
        </p:spPr>
        <p:txBody>
          <a:bodyPr/>
          <a:lstStyle/>
          <a:p>
            <a:r>
              <a:rPr lang="fr-FR" sz="2900">
                <a:ea typeface="+mj-lt"/>
                <a:cs typeface="+mj-lt"/>
              </a:rPr>
              <a:t>Cout d’usage AZURE</a:t>
            </a:r>
            <a:endParaRPr lang="fr-FR" sz="2900" b="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DBAC28FF-29F3-024D-B9BC-187C18F5FBBA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  <p:pic>
        <p:nvPicPr>
          <p:cNvPr id="8" name="Image 7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F96AC3D6-43AB-6D95-37F4-AEA159C7D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2" y="1568708"/>
            <a:ext cx="10655135" cy="3528223"/>
          </a:xfrm>
          <a:prstGeom prst="rect">
            <a:avLst/>
          </a:prstGeom>
          <a:ln w="28575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2018028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030712-4529-5F02-1756-824817E9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PLANNING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1F80819-DF40-C006-04F0-9E29BBA63238}"/>
              </a:ext>
            </a:extLst>
          </p:cNvPr>
          <p:cNvSpPr/>
          <p:nvPr/>
        </p:nvSpPr>
        <p:spPr>
          <a:xfrm>
            <a:off x="1998537" y="1580604"/>
            <a:ext cx="1471292" cy="25936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i="1">
                <a:latin typeface="+mj-lt"/>
              </a:rPr>
              <a:t>Aout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46C5666-2DEF-0EF2-8245-687E3C09E23C}"/>
              </a:ext>
            </a:extLst>
          </p:cNvPr>
          <p:cNvSpPr/>
          <p:nvPr/>
        </p:nvSpPr>
        <p:spPr>
          <a:xfrm>
            <a:off x="3649332" y="1580603"/>
            <a:ext cx="1471292" cy="25936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i="1">
                <a:latin typeface="+mj-lt"/>
              </a:rPr>
              <a:t>Septembre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9F3B0FA-3B21-4FE9-10A1-9BF0CEA4A2FB}"/>
              </a:ext>
            </a:extLst>
          </p:cNvPr>
          <p:cNvSpPr/>
          <p:nvPr/>
        </p:nvSpPr>
        <p:spPr>
          <a:xfrm>
            <a:off x="5300127" y="1580603"/>
            <a:ext cx="1471292" cy="25936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i="1">
                <a:latin typeface="+mj-lt"/>
              </a:rPr>
              <a:t>Octobre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9D71BCF-4A18-2AFB-CB02-D2B4BF8DA1FF}"/>
              </a:ext>
            </a:extLst>
          </p:cNvPr>
          <p:cNvSpPr/>
          <p:nvPr/>
        </p:nvSpPr>
        <p:spPr>
          <a:xfrm>
            <a:off x="6950922" y="1576581"/>
            <a:ext cx="1471292" cy="25936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i="1">
                <a:latin typeface="+mj-lt"/>
              </a:rPr>
              <a:t>Novembre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EAC65DAC-C8EB-9C37-F479-6D8FC5550A89}"/>
              </a:ext>
            </a:extLst>
          </p:cNvPr>
          <p:cNvSpPr/>
          <p:nvPr/>
        </p:nvSpPr>
        <p:spPr>
          <a:xfrm>
            <a:off x="8601716" y="1576580"/>
            <a:ext cx="1471292" cy="25936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i="1">
                <a:latin typeface="+mj-lt"/>
              </a:rPr>
              <a:t>Décembre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EF02DAA-AF0D-4145-DC8D-8A10E8E44DD4}"/>
              </a:ext>
            </a:extLst>
          </p:cNvPr>
          <p:cNvSpPr/>
          <p:nvPr/>
        </p:nvSpPr>
        <p:spPr>
          <a:xfrm>
            <a:off x="1998537" y="1133564"/>
            <a:ext cx="1471292" cy="3805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</a:rPr>
              <a:t>M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0FE5ACA-5E21-D48C-03EF-ADE7323A1E0E}"/>
              </a:ext>
            </a:extLst>
          </p:cNvPr>
          <p:cNvSpPr/>
          <p:nvPr/>
        </p:nvSpPr>
        <p:spPr>
          <a:xfrm>
            <a:off x="3649332" y="1133563"/>
            <a:ext cx="1471292" cy="3805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</a:rPr>
              <a:t>M+1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2ACD0F1-9436-2F75-1E7B-3826789DE0AC}"/>
              </a:ext>
            </a:extLst>
          </p:cNvPr>
          <p:cNvSpPr/>
          <p:nvPr/>
        </p:nvSpPr>
        <p:spPr>
          <a:xfrm>
            <a:off x="5300127" y="1133563"/>
            <a:ext cx="1471292" cy="3805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</a:rPr>
              <a:t>M+2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8B95E53-1F8B-5BB2-5E3A-FCFCB8D4ED5E}"/>
              </a:ext>
            </a:extLst>
          </p:cNvPr>
          <p:cNvSpPr/>
          <p:nvPr/>
        </p:nvSpPr>
        <p:spPr>
          <a:xfrm>
            <a:off x="6950922" y="1129541"/>
            <a:ext cx="1471292" cy="3805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</a:rPr>
              <a:t>M+3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B144A83-68C6-97F2-2A7E-3114716162CB}"/>
              </a:ext>
            </a:extLst>
          </p:cNvPr>
          <p:cNvSpPr/>
          <p:nvPr/>
        </p:nvSpPr>
        <p:spPr>
          <a:xfrm>
            <a:off x="8601716" y="1129540"/>
            <a:ext cx="1471292" cy="38052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</a:rPr>
              <a:t>M+4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2E6AA7AA-B42C-88FD-6049-7364F25F6383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4B2B3-A888-FF34-32A4-005911C615F0}"/>
              </a:ext>
            </a:extLst>
          </p:cNvPr>
          <p:cNvSpPr/>
          <p:nvPr/>
        </p:nvSpPr>
        <p:spPr>
          <a:xfrm>
            <a:off x="2009938" y="2282791"/>
            <a:ext cx="8063070" cy="39873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7301282-E58B-980A-670C-64A0EC34ADBD}"/>
              </a:ext>
            </a:extLst>
          </p:cNvPr>
          <p:cNvSpPr/>
          <p:nvPr/>
        </p:nvSpPr>
        <p:spPr>
          <a:xfrm>
            <a:off x="4943954" y="3697575"/>
            <a:ext cx="3492000" cy="27882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Développement Job Secure Agent / </a:t>
            </a: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Intefaces</a:t>
            </a: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 </a:t>
            </a:r>
            <a:r>
              <a:rPr kumimoji="0" lang="fr-FR" sz="11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Mulesoft</a:t>
            </a: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rlow Condensed"/>
              <a:ea typeface="+mn-ea"/>
              <a:cs typeface="+mn-cs"/>
            </a:endParaRP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F7E72C8-2E28-7A73-86E8-1808CE27933C}"/>
              </a:ext>
            </a:extLst>
          </p:cNvPr>
          <p:cNvSpPr/>
          <p:nvPr/>
        </p:nvSpPr>
        <p:spPr>
          <a:xfrm>
            <a:off x="2181615" y="4823566"/>
            <a:ext cx="7670159" cy="17339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i="1">
                <a:solidFill>
                  <a:schemeClr val="tx2"/>
                </a:solidFill>
                <a:latin typeface="+mj-lt"/>
              </a:rPr>
              <a:t>Appropriation de la technologie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17D7DED-398D-8F0C-8860-CD427ADE270F}"/>
              </a:ext>
            </a:extLst>
          </p:cNvPr>
          <p:cNvSpPr/>
          <p:nvPr/>
        </p:nvSpPr>
        <p:spPr>
          <a:xfrm>
            <a:off x="8395287" y="4089167"/>
            <a:ext cx="1471292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Vérification valeurs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DC607C62-3A68-B43C-4710-106305323204}"/>
              </a:ext>
            </a:extLst>
          </p:cNvPr>
          <p:cNvSpPr/>
          <p:nvPr/>
        </p:nvSpPr>
        <p:spPr>
          <a:xfrm>
            <a:off x="3945533" y="4470790"/>
            <a:ext cx="5933782" cy="278819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Administration DADI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A73C3D9-5672-550B-0CCD-DE90BBC5F532}"/>
              </a:ext>
            </a:extLst>
          </p:cNvPr>
          <p:cNvSpPr txBox="1"/>
          <p:nvPr/>
        </p:nvSpPr>
        <p:spPr>
          <a:xfrm>
            <a:off x="58745" y="3303524"/>
            <a:ext cx="1965870" cy="1107996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fr-FR"/>
            </a:defPPr>
            <a:lvl1pPr>
              <a:defRPr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1" u="none" strike="noStrike" kern="1200" cap="none" spc="0" normalizeH="0" baseline="0" noProof="0">
                <a:ln>
                  <a:noFill/>
                </a:ln>
                <a:solidFill>
                  <a:srgbClr val="FF5A28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Soumis</a:t>
            </a:r>
            <a:br>
              <a:rPr kumimoji="0" lang="fr-FR" sz="1800" b="1" i="1" u="none" strike="noStrike" kern="1200" cap="none" spc="0" normalizeH="0" baseline="0" noProof="0">
                <a:ln>
                  <a:noFill/>
                </a:ln>
                <a:solidFill>
                  <a:srgbClr val="FF5A28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</a:br>
            <a:r>
              <a:rPr kumimoji="0" lang="fr-FR" sz="1800" b="1" i="1" u="none" strike="noStrike" kern="1200" cap="none" spc="0" normalizeH="0" baseline="0" noProof="0">
                <a:ln>
                  <a:noFill/>
                </a:ln>
                <a:solidFill>
                  <a:srgbClr val="FF5A28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à sélection/engagement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i="1">
                <a:solidFill>
                  <a:srgbClr val="FF5A28"/>
                </a:solidFill>
                <a:latin typeface="Barlow Condensed"/>
              </a:rPr>
              <a:t>Août 2024</a:t>
            </a:r>
            <a:endParaRPr kumimoji="0" lang="fr-FR" sz="1800" b="1" i="1" u="none" strike="noStrike" kern="1200" cap="none" spc="0" normalizeH="0" baseline="0" noProof="0">
              <a:ln>
                <a:noFill/>
              </a:ln>
              <a:solidFill>
                <a:srgbClr val="FF5A28"/>
              </a:solidFill>
              <a:effectLst/>
              <a:uLnTx/>
              <a:uFillTx/>
              <a:latin typeface="Barlow Condensed"/>
              <a:ea typeface="+mn-ea"/>
              <a:cs typeface="+mn-cs"/>
            </a:endParaRP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6BEDFB3F-07A4-71BD-A17E-6341246E7B8F}"/>
              </a:ext>
            </a:extLst>
          </p:cNvPr>
          <p:cNvSpPr/>
          <p:nvPr/>
        </p:nvSpPr>
        <p:spPr>
          <a:xfrm>
            <a:off x="3464018" y="2711741"/>
            <a:ext cx="2279195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100">
                <a:solidFill>
                  <a:prstClr val="white"/>
                </a:solidFill>
                <a:latin typeface="Barlow Condensed"/>
              </a:rPr>
              <a:t>Mise en œuvre technique</a:t>
            </a:r>
            <a:endParaRPr lang="fr-FR">
              <a:solidFill>
                <a:prstClr val="white"/>
              </a:solidFill>
            </a:endParaRPr>
          </a:p>
          <a:p>
            <a:pPr algn="ctr">
              <a:defRPr/>
            </a:pPr>
            <a:r>
              <a:rPr lang="fr-FR" sz="1100" i="1">
                <a:solidFill>
                  <a:prstClr val="white"/>
                </a:solidFill>
                <a:latin typeface="Barlow Condensed"/>
              </a:rPr>
              <a:t>(implémentation des ressources Azure)</a:t>
            </a:r>
            <a:endParaRPr lang="fr-FR" i="1">
              <a:solidFill>
                <a:prstClr val="white"/>
              </a:solidFill>
              <a:ea typeface="+mn-ea"/>
              <a:cs typeface="+mn-cs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26816E2A-543E-49BB-3683-8A87A3B68C46}"/>
              </a:ext>
            </a:extLst>
          </p:cNvPr>
          <p:cNvSpPr/>
          <p:nvPr/>
        </p:nvSpPr>
        <p:spPr>
          <a:xfrm>
            <a:off x="2218337" y="2693380"/>
            <a:ext cx="1231092" cy="31554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Conception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72D5E1C9-FB98-521D-DA7E-557C39907B9F}"/>
              </a:ext>
            </a:extLst>
          </p:cNvPr>
          <p:cNvSpPr/>
          <p:nvPr/>
        </p:nvSpPr>
        <p:spPr>
          <a:xfrm>
            <a:off x="2426596" y="3043549"/>
            <a:ext cx="2169026" cy="28768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Définition des topics ASB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84C81C9-9F98-9C8F-643C-57448BC2CE12}"/>
              </a:ext>
            </a:extLst>
          </p:cNvPr>
          <p:cNvSpPr txBox="1"/>
          <p:nvPr/>
        </p:nvSpPr>
        <p:spPr>
          <a:xfrm>
            <a:off x="3311719" y="1927985"/>
            <a:ext cx="5986193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>
            <a:defPPr>
              <a:defRPr lang="fr-FR"/>
            </a:defPPr>
            <a:lvl1pPr>
              <a:defRPr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srgbClr val="FF5A28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Temps 1 / MVP en zone prototype / Cas d’usage MDM - TOPSITE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D78D1515-0A1B-6807-61A5-24FBFB393872}"/>
              </a:ext>
            </a:extLst>
          </p:cNvPr>
          <p:cNvCxnSpPr>
            <a:cxnSpLocks/>
          </p:cNvCxnSpPr>
          <p:nvPr/>
        </p:nvCxnSpPr>
        <p:spPr>
          <a:xfrm>
            <a:off x="2226989" y="2519800"/>
            <a:ext cx="7680582" cy="0"/>
          </a:xfrm>
          <a:prstGeom prst="straightConnector1">
            <a:avLst/>
          </a:prstGeom>
          <a:ln w="5715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5563D3F3-89BA-C6EF-25AC-F9B9851CA3A5}"/>
              </a:ext>
            </a:extLst>
          </p:cNvPr>
          <p:cNvCxnSpPr>
            <a:cxnSpLocks/>
          </p:cNvCxnSpPr>
          <p:nvPr/>
        </p:nvCxnSpPr>
        <p:spPr>
          <a:xfrm>
            <a:off x="5184032" y="5210254"/>
            <a:ext cx="4113880" cy="0"/>
          </a:xfrm>
          <a:prstGeom prst="straightConnector1">
            <a:avLst/>
          </a:prstGeom>
          <a:ln w="57150">
            <a:solidFill>
              <a:schemeClr val="tx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E2CADA0A-F6C2-9B0F-2D2C-DB05F52F65BF}"/>
              </a:ext>
            </a:extLst>
          </p:cNvPr>
          <p:cNvSpPr/>
          <p:nvPr/>
        </p:nvSpPr>
        <p:spPr>
          <a:xfrm>
            <a:off x="5298727" y="2435455"/>
            <a:ext cx="1344226" cy="167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2"/>
                </a:solidFill>
                <a:latin typeface="+mj-lt"/>
              </a:rPr>
              <a:t>Mise en œuvre MVP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F15CC92-C507-AEE2-B44D-6FBCA3BA7C27}"/>
              </a:ext>
            </a:extLst>
          </p:cNvPr>
          <p:cNvSpPr/>
          <p:nvPr/>
        </p:nvSpPr>
        <p:spPr>
          <a:xfrm>
            <a:off x="7073825" y="5117001"/>
            <a:ext cx="1344226" cy="167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2"/>
                </a:solidFill>
                <a:latin typeface="+mj-lt"/>
              </a:rPr>
              <a:t>Accostage temps 2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C92768E4-63E5-F6FA-2FB4-F078BAA31855}"/>
              </a:ext>
            </a:extLst>
          </p:cNvPr>
          <p:cNvSpPr/>
          <p:nvPr/>
        </p:nvSpPr>
        <p:spPr>
          <a:xfrm>
            <a:off x="5292892" y="5405017"/>
            <a:ext cx="1587388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Embarquement GLOPS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C64F7593-4261-4AB1-AE89-B29F14A29940}"/>
              </a:ext>
            </a:extLst>
          </p:cNvPr>
          <p:cNvSpPr/>
          <p:nvPr/>
        </p:nvSpPr>
        <p:spPr>
          <a:xfrm>
            <a:off x="6771418" y="5797526"/>
            <a:ext cx="2520000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Préparation bascule LZA</a:t>
            </a:r>
          </a:p>
        </p:txBody>
      </p:sp>
      <p:sp>
        <p:nvSpPr>
          <p:cNvPr id="51" name="Triangle isocèle 50">
            <a:extLst>
              <a:ext uri="{FF2B5EF4-FFF2-40B4-BE49-F238E27FC236}">
                <a16:creationId xmlns:a16="http://schemas.microsoft.com/office/drawing/2014/main" id="{A1B562A2-815C-4FC8-6BE7-B293BFC44328}"/>
              </a:ext>
            </a:extLst>
          </p:cNvPr>
          <p:cNvSpPr/>
          <p:nvPr/>
        </p:nvSpPr>
        <p:spPr>
          <a:xfrm rot="10800000">
            <a:off x="8337315" y="3386878"/>
            <a:ext cx="214685" cy="277000"/>
          </a:xfrm>
          <a:prstGeom prst="triangl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F157F2B-AF21-88A1-07C2-A61D46AD4F30}"/>
              </a:ext>
            </a:extLst>
          </p:cNvPr>
          <p:cNvSpPr/>
          <p:nvPr/>
        </p:nvSpPr>
        <p:spPr>
          <a:xfrm>
            <a:off x="8021596" y="3455928"/>
            <a:ext cx="1344226" cy="167654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>
                <a:solidFill>
                  <a:schemeClr val="tx2"/>
                </a:solidFill>
                <a:latin typeface="+mj-lt"/>
              </a:rPr>
              <a:t>MEP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64CDEE-D1F8-C08A-75DE-4D54ED6956A8}"/>
              </a:ext>
            </a:extLst>
          </p:cNvPr>
          <p:cNvSpPr/>
          <p:nvPr/>
        </p:nvSpPr>
        <p:spPr>
          <a:xfrm>
            <a:off x="10580429" y="168447"/>
            <a:ext cx="1235806" cy="262068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latin typeface="+mj-lt"/>
              </a:rPr>
              <a:t>Work in </a:t>
            </a:r>
            <a:r>
              <a:rPr lang="fr-FR" sz="1400" err="1">
                <a:latin typeface="+mj-lt"/>
              </a:rPr>
              <a:t>progress</a:t>
            </a:r>
            <a:endParaRPr lang="fr-FR" sz="1400">
              <a:latin typeface="+mj-lt"/>
            </a:endParaRPr>
          </a:p>
        </p:txBody>
      </p:sp>
      <p:sp>
        <p:nvSpPr>
          <p:cNvPr id="13" name="Triangle isocèle 12">
            <a:extLst>
              <a:ext uri="{FF2B5EF4-FFF2-40B4-BE49-F238E27FC236}">
                <a16:creationId xmlns:a16="http://schemas.microsoft.com/office/drawing/2014/main" id="{84467BB6-9B72-5291-1A8C-A6FA8DC9E61B}"/>
              </a:ext>
            </a:extLst>
          </p:cNvPr>
          <p:cNvSpPr/>
          <p:nvPr/>
        </p:nvSpPr>
        <p:spPr>
          <a:xfrm>
            <a:off x="5062270" y="5189398"/>
            <a:ext cx="214685" cy="277000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4900EBF-5CB0-24C5-5448-786EE9CA0D6D}"/>
              </a:ext>
            </a:extLst>
          </p:cNvPr>
          <p:cNvSpPr txBox="1"/>
          <p:nvPr/>
        </p:nvSpPr>
        <p:spPr>
          <a:xfrm>
            <a:off x="3481042" y="5141506"/>
            <a:ext cx="1561026" cy="338554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Date d’embarquement GLOPS</a:t>
            </a:r>
            <a:br>
              <a:rPr kumimoji="0" lang="fr-FR" sz="1100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</a:br>
            <a:r>
              <a:rPr kumimoji="0" lang="fr-FR" sz="1100" i="1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arlow Condensed"/>
                <a:ea typeface="+mn-ea"/>
                <a:cs typeface="+mn-cs"/>
              </a:rPr>
              <a:t>A discuter avec GLOPS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1787BB5-B8DA-3043-9E5D-EBB31C120185}"/>
              </a:ext>
            </a:extLst>
          </p:cNvPr>
          <p:cNvSpPr/>
          <p:nvPr/>
        </p:nvSpPr>
        <p:spPr>
          <a:xfrm>
            <a:off x="4207657" y="3383233"/>
            <a:ext cx="1535556" cy="27850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100">
                <a:solidFill>
                  <a:prstClr val="white"/>
                </a:solidFill>
                <a:latin typeface="Barlow Condensed"/>
              </a:rPr>
              <a:t>Développement IAC</a:t>
            </a:r>
            <a:endParaRPr lang="fr-FR">
              <a:solidFill>
                <a:prstClr val="white"/>
              </a:solidFill>
              <a:ea typeface="+mn-ea"/>
              <a:cs typeface="+mn-cs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31D6F605-401B-BF46-08D0-95196870C6F9}"/>
              </a:ext>
            </a:extLst>
          </p:cNvPr>
          <p:cNvSpPr/>
          <p:nvPr/>
        </p:nvSpPr>
        <p:spPr>
          <a:xfrm>
            <a:off x="2729560" y="3374054"/>
            <a:ext cx="1471292" cy="28768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fr-FR" sz="1100">
                <a:solidFill>
                  <a:prstClr val="white"/>
                </a:solidFill>
                <a:latin typeface="Barlow Condensed"/>
              </a:rPr>
              <a:t>Azure </a:t>
            </a:r>
            <a:r>
              <a:rPr lang="fr-FR" sz="1100" err="1">
                <a:solidFill>
                  <a:prstClr val="white"/>
                </a:solidFill>
                <a:latin typeface="Barlow Condensed"/>
              </a:rPr>
              <a:t>Policies</a:t>
            </a:r>
            <a:endParaRPr lang="fr-FR" err="1">
              <a:solidFill>
                <a:prstClr val="white"/>
              </a:solidFill>
              <a:ea typeface="+mn-ea"/>
              <a:cs typeface="+mn-cs"/>
            </a:endParaRP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54C4CBB8-3E5A-69DF-8161-00DEA4711F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3" name="AutoShape 4" descr="Cadeau Noël homme et femme 2023 | Des milliers d'idées cadeaux | CadoMaestro">
            <a:extLst>
              <a:ext uri="{FF2B5EF4-FFF2-40B4-BE49-F238E27FC236}">
                <a16:creationId xmlns:a16="http://schemas.microsoft.com/office/drawing/2014/main" id="{9C463763-6A42-123E-EAC7-799662B6F8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5" name="Triangle isocèle 24">
            <a:extLst>
              <a:ext uri="{FF2B5EF4-FFF2-40B4-BE49-F238E27FC236}">
                <a16:creationId xmlns:a16="http://schemas.microsoft.com/office/drawing/2014/main" id="{B8E15144-6663-9E86-644B-818FA0E3A064}"/>
              </a:ext>
            </a:extLst>
          </p:cNvPr>
          <p:cNvSpPr/>
          <p:nvPr/>
        </p:nvSpPr>
        <p:spPr>
          <a:xfrm>
            <a:off x="9213294" y="5190204"/>
            <a:ext cx="214685" cy="277000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4589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030712-4529-5F02-1756-824817E9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RESSOURCES contributrices MVP (TEMPS 1)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B4B143F9-F858-EAB6-83DD-D4EA0BA99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966177"/>
              </p:ext>
            </p:extLst>
          </p:nvPr>
        </p:nvGraphicFramePr>
        <p:xfrm>
          <a:off x="206829" y="1410634"/>
          <a:ext cx="11811001" cy="2371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898">
                  <a:extLst>
                    <a:ext uri="{9D8B030D-6E8A-4147-A177-3AD203B41FA5}">
                      <a16:colId xmlns:a16="http://schemas.microsoft.com/office/drawing/2014/main" val="2813750695"/>
                    </a:ext>
                  </a:extLst>
                </a:gridCol>
                <a:gridCol w="1404524">
                  <a:extLst>
                    <a:ext uri="{9D8B030D-6E8A-4147-A177-3AD203B41FA5}">
                      <a16:colId xmlns:a16="http://schemas.microsoft.com/office/drawing/2014/main" val="2196457512"/>
                    </a:ext>
                  </a:extLst>
                </a:gridCol>
                <a:gridCol w="1023683">
                  <a:extLst>
                    <a:ext uri="{9D8B030D-6E8A-4147-A177-3AD203B41FA5}">
                      <a16:colId xmlns:a16="http://schemas.microsoft.com/office/drawing/2014/main" val="1223444888"/>
                    </a:ext>
                  </a:extLst>
                </a:gridCol>
                <a:gridCol w="1262037">
                  <a:extLst>
                    <a:ext uri="{9D8B030D-6E8A-4147-A177-3AD203B41FA5}">
                      <a16:colId xmlns:a16="http://schemas.microsoft.com/office/drawing/2014/main" val="1579944495"/>
                    </a:ext>
                  </a:extLst>
                </a:gridCol>
                <a:gridCol w="959339">
                  <a:extLst>
                    <a:ext uri="{9D8B030D-6E8A-4147-A177-3AD203B41FA5}">
                      <a16:colId xmlns:a16="http://schemas.microsoft.com/office/drawing/2014/main" val="1580721150"/>
                    </a:ext>
                  </a:extLst>
                </a:gridCol>
                <a:gridCol w="981463">
                  <a:extLst>
                    <a:ext uri="{9D8B030D-6E8A-4147-A177-3AD203B41FA5}">
                      <a16:colId xmlns:a16="http://schemas.microsoft.com/office/drawing/2014/main" val="2170587991"/>
                    </a:ext>
                  </a:extLst>
                </a:gridCol>
                <a:gridCol w="2184884">
                  <a:extLst>
                    <a:ext uri="{9D8B030D-6E8A-4147-A177-3AD203B41FA5}">
                      <a16:colId xmlns:a16="http://schemas.microsoft.com/office/drawing/2014/main" val="2529155027"/>
                    </a:ext>
                  </a:extLst>
                </a:gridCol>
                <a:gridCol w="1051926">
                  <a:extLst>
                    <a:ext uri="{9D8B030D-6E8A-4147-A177-3AD203B41FA5}">
                      <a16:colId xmlns:a16="http://schemas.microsoft.com/office/drawing/2014/main" val="1573762107"/>
                    </a:ext>
                  </a:extLst>
                </a:gridCol>
                <a:gridCol w="719510">
                  <a:extLst>
                    <a:ext uri="{9D8B030D-6E8A-4147-A177-3AD203B41FA5}">
                      <a16:colId xmlns:a16="http://schemas.microsoft.com/office/drawing/2014/main" val="481796078"/>
                    </a:ext>
                  </a:extLst>
                </a:gridCol>
                <a:gridCol w="1069737">
                  <a:extLst>
                    <a:ext uri="{9D8B030D-6E8A-4147-A177-3AD203B41FA5}">
                      <a16:colId xmlns:a16="http://schemas.microsoft.com/office/drawing/2014/main" val="2924343094"/>
                    </a:ext>
                  </a:extLst>
                </a:gridCol>
              </a:tblGrid>
              <a:tr h="641305"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Direction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DADI </a:t>
                      </a:r>
                      <a:b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DADI</a:t>
                      </a:r>
                      <a:b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MDM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DADI</a:t>
                      </a:r>
                      <a:b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</a:br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Médiation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DADI</a:t>
                      </a:r>
                    </a:p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Digital </a:t>
                      </a:r>
                      <a:r>
                        <a:rPr lang="fr-FR" sz="1400" err="1">
                          <a:solidFill>
                            <a:schemeClr val="tx1"/>
                          </a:solidFill>
                          <a:latin typeface="+mj-lt"/>
                        </a:rPr>
                        <a:t>Lab</a:t>
                      </a:r>
                      <a:endParaRPr lang="fr-FR" sz="14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PS Informatica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CSP Maroc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Cyber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solidFill>
                            <a:schemeClr val="tx1"/>
                          </a:solidFill>
                          <a:latin typeface="+mj-lt"/>
                        </a:rPr>
                        <a:t>GLOPS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763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>
                          <a:latin typeface="+mj-lt"/>
                        </a:rPr>
                        <a:t>Charges estimées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+mj-lt"/>
                        </a:rPr>
                        <a:t>10j</a:t>
                      </a:r>
                    </a:p>
                    <a:p>
                      <a:r>
                        <a:rPr lang="fr-FR" sz="1100">
                          <a:latin typeface="+mj-lt"/>
                        </a:rPr>
                        <a:t>(</a:t>
                      </a:r>
                      <a:r>
                        <a:rPr lang="fr-FR" sz="11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2j + 3j + 1j + 2j + 2j)</a:t>
                      </a:r>
                      <a:endParaRPr lang="fr-FR" sz="110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+mj-lt"/>
                        </a:rPr>
                        <a:t>6j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+mj-lt"/>
                        </a:rPr>
                        <a:t>26j</a:t>
                      </a:r>
                    </a:p>
                    <a:p>
                      <a:r>
                        <a:rPr lang="fr-FR" sz="1100">
                          <a:latin typeface="+mj-lt"/>
                        </a:rPr>
                        <a:t>(16j + 8j + 2j)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+mj-lt"/>
                        </a:rPr>
                        <a:t>5j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+mj-lt"/>
                        </a:rPr>
                        <a:t>5j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+mj-lt"/>
                        </a:rPr>
                        <a:t>33j</a:t>
                      </a:r>
                    </a:p>
                    <a:p>
                      <a:r>
                        <a:rPr lang="fr-FR" sz="11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(3j + 15j + 15j)</a:t>
                      </a:r>
                      <a:endParaRPr lang="fr-FR" sz="110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+mj-lt"/>
                        </a:rPr>
                        <a:t>5j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>
                          <a:latin typeface="+mj-lt"/>
                        </a:rPr>
                        <a:t>2j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i="1">
                          <a:latin typeface="+mj-lt"/>
                        </a:rPr>
                        <a:t>2j</a:t>
                      </a:r>
                    </a:p>
                    <a:p>
                      <a:r>
                        <a:rPr lang="fr-FR" sz="1100" i="1">
                          <a:latin typeface="+mj-lt"/>
                        </a:rPr>
                        <a:t>(à vérifier)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5608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400" b="1">
                          <a:latin typeface="+mj-lt"/>
                        </a:rPr>
                        <a:t>Contributions majeures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050">
                          <a:latin typeface="+mj-lt"/>
                        </a:rPr>
                        <a:t>Conception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050">
                          <a:latin typeface="+mj-lt"/>
                        </a:rPr>
                        <a:t>Implémentation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050">
                          <a:latin typeface="+mj-lt"/>
                        </a:rPr>
                        <a:t>Définition des topics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050">
                          <a:latin typeface="+mj-lt"/>
                        </a:rPr>
                        <a:t>Architecture interfaces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1050">
                          <a:latin typeface="+mj-lt"/>
                        </a:rPr>
                        <a:t>Spécifications &amp; Recette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05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Accompagnement sur les développements </a:t>
                      </a:r>
                      <a:r>
                        <a:rPr lang="fr-FR" sz="1050" kern="120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Mulesoft</a:t>
                      </a:r>
                      <a:endParaRPr lang="fr-FR" sz="1050" kern="120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05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Pilotage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05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Vérification valeurs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fr-FR" sz="105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1050">
                          <a:latin typeface="+mj-lt"/>
                        </a:rPr>
                        <a:t>Développement </a:t>
                      </a:r>
                      <a:r>
                        <a:rPr lang="fr-FR" sz="1050" err="1">
                          <a:latin typeface="+mj-lt"/>
                        </a:rPr>
                        <a:t>Topsite</a:t>
                      </a:r>
                      <a:endParaRPr lang="fr-FR" sz="105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1050">
                          <a:latin typeface="+mj-lt"/>
                        </a:rPr>
                        <a:t>Conseils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050">
                          <a:latin typeface="+mj-lt"/>
                        </a:rPr>
                        <a:t>Développement Job Secure Agent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050" err="1">
                          <a:latin typeface="+mj-lt"/>
                        </a:rPr>
                        <a:t>MuleApp</a:t>
                      </a:r>
                      <a:r>
                        <a:rPr lang="fr-FR" sz="1050">
                          <a:latin typeface="+mj-lt"/>
                        </a:rPr>
                        <a:t> MDM-MOM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fr-FR" sz="1050" err="1">
                          <a:latin typeface="+mj-lt"/>
                        </a:rPr>
                        <a:t>MuleApp</a:t>
                      </a:r>
                      <a:r>
                        <a:rPr lang="fr-FR" sz="1050">
                          <a:latin typeface="+mj-lt"/>
                        </a:rPr>
                        <a:t> MOM-TOPSITE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>
                          <a:latin typeface="+mj-lt"/>
                        </a:rPr>
                        <a:t>Spécifications &amp; Recette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>
                          <a:latin typeface="+mj-lt"/>
                        </a:rPr>
                        <a:t>Analyse conformité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050">
                          <a:latin typeface="+mj-lt"/>
                        </a:rPr>
                        <a:t>Embarquement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52197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9252EDD-7701-DF0E-BACA-C2C6502F790F}"/>
              </a:ext>
            </a:extLst>
          </p:cNvPr>
          <p:cNvSpPr/>
          <p:nvPr/>
        </p:nvSpPr>
        <p:spPr>
          <a:xfrm>
            <a:off x="10580429" y="168447"/>
            <a:ext cx="1235806" cy="262068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>
                <a:latin typeface="+mj-lt"/>
              </a:rPr>
              <a:t>Work in </a:t>
            </a:r>
            <a:r>
              <a:rPr lang="fr-FR" sz="1400" err="1">
                <a:latin typeface="+mj-lt"/>
              </a:rPr>
              <a:t>progress</a:t>
            </a:r>
            <a:endParaRPr lang="fr-FR" sz="1400">
              <a:latin typeface="+mj-lt"/>
            </a:endParaRP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C010303F-237F-11E1-283C-81FBA6D32332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83D5D66-0A72-68F9-5F35-7C488C46E354}"/>
              </a:ext>
            </a:extLst>
          </p:cNvPr>
          <p:cNvSpPr txBox="1"/>
          <p:nvPr/>
        </p:nvSpPr>
        <p:spPr>
          <a:xfrm>
            <a:off x="1872353" y="4014805"/>
            <a:ext cx="8892797" cy="2492990"/>
          </a:xfrm>
          <a:prstGeom prst="rect">
            <a:avLst/>
          </a:prstGeom>
          <a:noFill/>
        </p:spPr>
        <p:txBody>
          <a:bodyPr wrap="square" lIns="36000" tIns="0" rIns="36000" bIns="0" rtlCol="0" anchor="t">
            <a:spAutoFit/>
          </a:bodyPr>
          <a:lstStyle/>
          <a:p>
            <a:pPr algn="ctr" fontAlgn="base"/>
            <a:r>
              <a:rPr lang="fr-FR" b="1">
                <a:latin typeface="+mj-lt"/>
              </a:rPr>
              <a:t>Au global 94 JH estimés </a:t>
            </a:r>
            <a:r>
              <a:rPr lang="fr-FR">
                <a:latin typeface="+mj-lt"/>
              </a:rPr>
              <a:t>pour le temps T1 afin de réaliser le MVP MOM en zone prototype</a:t>
            </a:r>
          </a:p>
          <a:p>
            <a:pPr algn="ctr" fontAlgn="base"/>
            <a:endParaRPr lang="fr-FR">
              <a:latin typeface="+mj-lt"/>
            </a:endParaRPr>
          </a:p>
          <a:p>
            <a:pPr algn="ctr" fontAlgn="base"/>
            <a:r>
              <a:rPr lang="fr-FR" b="1">
                <a:latin typeface="+mj-lt"/>
              </a:rPr>
              <a:t>Déjà prévu au budget MDM :</a:t>
            </a:r>
          </a:p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fr-FR">
                <a:latin typeface="+mj-lt"/>
              </a:rPr>
              <a:t>Contribution PS Informatica</a:t>
            </a:r>
          </a:p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fr-FR">
                <a:latin typeface="+mj-lt"/>
              </a:rPr>
              <a:t>Contribution CSP Maroc ETP (Dev Job Secure Agent + </a:t>
            </a:r>
            <a:r>
              <a:rPr lang="fr-FR" err="1">
                <a:latin typeface="+mj-lt"/>
              </a:rPr>
              <a:t>MuleApp</a:t>
            </a:r>
            <a:r>
              <a:rPr lang="fr-FR">
                <a:latin typeface="+mj-lt"/>
              </a:rPr>
              <a:t> MDM-MOM) </a:t>
            </a:r>
          </a:p>
          <a:p>
            <a:pPr marL="285750" indent="-285750" algn="ctr" fontAlgn="base">
              <a:buFontTx/>
              <a:buChar char="-"/>
            </a:pPr>
            <a:endParaRPr lang="fr-FR">
              <a:latin typeface="+mj-lt"/>
            </a:endParaRPr>
          </a:p>
          <a:p>
            <a:pPr algn="ctr" fontAlgn="base"/>
            <a:r>
              <a:rPr lang="fr-FR" b="1">
                <a:latin typeface="+mj-lt"/>
              </a:rPr>
              <a:t>A discuter avec la responsable domaine RSE :</a:t>
            </a:r>
          </a:p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fr-FR">
                <a:latin typeface="+mj-lt"/>
              </a:rPr>
              <a:t>Participation MVP</a:t>
            </a:r>
          </a:p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fr-FR">
                <a:latin typeface="+mj-lt"/>
              </a:rPr>
              <a:t>Budget pour le développement </a:t>
            </a:r>
            <a:r>
              <a:rPr lang="fr-FR" err="1">
                <a:latin typeface="+mj-lt"/>
              </a:rPr>
              <a:t>MuleApp</a:t>
            </a:r>
            <a:r>
              <a:rPr lang="fr-FR">
                <a:latin typeface="+mj-lt"/>
              </a:rPr>
              <a:t> MOM-TOPSITE</a:t>
            </a:r>
          </a:p>
        </p:txBody>
      </p:sp>
    </p:spTree>
    <p:extLst>
      <p:ext uri="{BB962C8B-B14F-4D97-AF65-F5344CB8AC3E}">
        <p14:creationId xmlns:p14="http://schemas.microsoft.com/office/powerpoint/2010/main" val="396815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06BF5-D84B-44BE-A58D-E7B9D4D349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ANNEXES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7D87E7-5035-468B-B449-6F6C8AA5925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5223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030712-4529-5F02-1756-824817E9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900"/>
              <a:t>Cout d’usage AZURE - COMPONENT FEATURES</a:t>
            </a:r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D94C01DF-AADD-6AC5-2DA5-6814B2B1D1BC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A096BC0-593C-651B-C4CC-4230A7B7F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46" y="1026895"/>
            <a:ext cx="10169829" cy="576994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01BAAE-BD6B-C0CF-8DFE-6F5B6B3EC6FC}"/>
              </a:ext>
            </a:extLst>
          </p:cNvPr>
          <p:cNvSpPr/>
          <p:nvPr/>
        </p:nvSpPr>
        <p:spPr>
          <a:xfrm>
            <a:off x="7434657" y="1289304"/>
            <a:ext cx="3145772" cy="5410629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07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030712-4529-5F02-1756-824817E9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900"/>
              <a:t>Cout d’usage AZURE - COMPONENT FEATURES- CONT'D</a:t>
            </a:r>
            <a:endParaRPr lang="fr-FR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D94C01DF-AADD-6AC5-2DA5-6814B2B1D1BC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  <p:pic>
        <p:nvPicPr>
          <p:cNvPr id="4" name="Image 3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C07D1490-3D81-D3DC-3848-76015EECD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19" y="1028241"/>
            <a:ext cx="5191753" cy="56736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01BAAE-BD6B-C0CF-8DFE-6F5B6B3EC6FC}"/>
              </a:ext>
            </a:extLst>
          </p:cNvPr>
          <p:cNvSpPr/>
          <p:nvPr/>
        </p:nvSpPr>
        <p:spPr>
          <a:xfrm>
            <a:off x="4606995" y="1032243"/>
            <a:ext cx="777147" cy="5667689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Image 8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E3319EA3-C0BC-6271-00CF-E1BFEA205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350" y="2438341"/>
            <a:ext cx="4875997" cy="266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15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re 1">
            <a:extLst>
              <a:ext uri="{FF2B5EF4-FFF2-40B4-BE49-F238E27FC236}">
                <a16:creationId xmlns:a16="http://schemas.microsoft.com/office/drawing/2014/main" id="{18B4448B-D108-8EEA-7667-1D6E03F0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463550"/>
            <a:ext cx="10756900" cy="477838"/>
          </a:xfrm>
        </p:spPr>
        <p:txBody>
          <a:bodyPr/>
          <a:lstStyle/>
          <a:p>
            <a:r>
              <a:rPr lang="fr-FR"/>
              <a:t>cas d’usage MVP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CDCF2E8-ACE5-D5AC-8849-16481E978A28}"/>
              </a:ext>
            </a:extLst>
          </p:cNvPr>
          <p:cNvSpPr txBox="1"/>
          <p:nvPr/>
        </p:nvSpPr>
        <p:spPr>
          <a:xfrm>
            <a:off x="712788" y="1519825"/>
            <a:ext cx="10755975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>
                <a:solidFill>
                  <a:schemeClr val="tx2"/>
                </a:solidFill>
                <a:latin typeface="+mj-lt"/>
              </a:rPr>
              <a:t>Cas Usage #1 </a:t>
            </a:r>
            <a:r>
              <a:rPr lang="fr-FR">
                <a:latin typeface="+mj-lt"/>
              </a:rPr>
              <a:t>= </a:t>
            </a:r>
            <a:r>
              <a:rPr lang="fr-FR" i="1">
                <a:latin typeface="+mj-lt"/>
              </a:rPr>
              <a:t>Diffusion des projets</a:t>
            </a:r>
            <a:endParaRPr lang="fr-FR">
              <a:latin typeface="+mj-lt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9C09FC54-5282-2936-72AE-5ABDBC2B6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63117"/>
              </p:ext>
            </p:extLst>
          </p:nvPr>
        </p:nvGraphicFramePr>
        <p:xfrm>
          <a:off x="712788" y="2327908"/>
          <a:ext cx="10755976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0273">
                  <a:extLst>
                    <a:ext uri="{9D8B030D-6E8A-4147-A177-3AD203B41FA5}">
                      <a16:colId xmlns:a16="http://schemas.microsoft.com/office/drawing/2014/main" val="2648145844"/>
                    </a:ext>
                  </a:extLst>
                </a:gridCol>
                <a:gridCol w="2232082">
                  <a:extLst>
                    <a:ext uri="{9D8B030D-6E8A-4147-A177-3AD203B41FA5}">
                      <a16:colId xmlns:a16="http://schemas.microsoft.com/office/drawing/2014/main" val="1982476182"/>
                    </a:ext>
                  </a:extLst>
                </a:gridCol>
                <a:gridCol w="1842126">
                  <a:extLst>
                    <a:ext uri="{9D8B030D-6E8A-4147-A177-3AD203B41FA5}">
                      <a16:colId xmlns:a16="http://schemas.microsoft.com/office/drawing/2014/main" val="1430080374"/>
                    </a:ext>
                  </a:extLst>
                </a:gridCol>
                <a:gridCol w="2037104">
                  <a:extLst>
                    <a:ext uri="{9D8B030D-6E8A-4147-A177-3AD203B41FA5}">
                      <a16:colId xmlns:a16="http://schemas.microsoft.com/office/drawing/2014/main" val="2417461983"/>
                    </a:ext>
                  </a:extLst>
                </a:gridCol>
                <a:gridCol w="2364391">
                  <a:extLst>
                    <a:ext uri="{9D8B030D-6E8A-4147-A177-3AD203B41FA5}">
                      <a16:colId xmlns:a16="http://schemas.microsoft.com/office/drawing/2014/main" val="9700677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+mj-lt"/>
                        </a:rPr>
                        <a:t>MDM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+mj-lt"/>
                        </a:rPr>
                        <a:t>Secure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+mj-lt"/>
                        </a:rPr>
                        <a:t>MOM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>
                          <a:latin typeface="+mj-lt"/>
                        </a:rPr>
                        <a:t>MuleApp</a:t>
                      </a:r>
                      <a:endParaRPr lang="fr-FR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+mj-lt"/>
                        </a:rPr>
                        <a:t>Applications</a:t>
                      </a:r>
                    </a:p>
                    <a:p>
                      <a:endParaRPr lang="fr-FR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010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+mj-lt"/>
                        </a:rPr>
                        <a:t>Référentiel </a:t>
                      </a:r>
                      <a:r>
                        <a:rPr lang="fr-FR" b="1">
                          <a:latin typeface="+mj-lt"/>
                        </a:rPr>
                        <a:t>PROJET</a:t>
                      </a:r>
                    </a:p>
                    <a:p>
                      <a:r>
                        <a:rPr lang="fr-FR">
                          <a:latin typeface="+mj-lt"/>
                        </a:rPr>
                        <a:t>Objet </a:t>
                      </a:r>
                      <a:r>
                        <a:rPr lang="fr-FR" b="1">
                          <a:latin typeface="+mj-lt"/>
                        </a:rPr>
                        <a:t>SOUS-OPERATION</a:t>
                      </a:r>
                    </a:p>
                    <a:p>
                      <a:r>
                        <a:rPr lang="fr-FR" b="1">
                          <a:latin typeface="+mj-lt"/>
                        </a:rPr>
                        <a:t>Création</a:t>
                      </a:r>
                      <a:r>
                        <a:rPr lang="fr-FR">
                          <a:latin typeface="+mj-lt"/>
                        </a:rPr>
                        <a:t> ou </a:t>
                      </a:r>
                      <a:r>
                        <a:rPr lang="fr-FR" b="1">
                          <a:latin typeface="+mj-lt"/>
                        </a:rPr>
                        <a:t>modification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Clé de routage</a:t>
                      </a:r>
                      <a:b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Statut</a:t>
                      </a:r>
                      <a:b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+ Pays</a:t>
                      </a:r>
                      <a:b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800" kern="120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OULead</a:t>
                      </a:r>
                      <a:b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sz="1800" kern="1200" err="1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Probability</a:t>
                      </a:r>
                      <a: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 rate</a:t>
                      </a:r>
                      <a:br>
                        <a:rPr lang="fr-FR" sz="1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fr-FR" sz="1800" i="1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+ </a:t>
                      </a:r>
                      <a:r>
                        <a:rPr lang="fr-FR" i="1">
                          <a:latin typeface="+mj-lt"/>
                        </a:rPr>
                        <a:t>Progress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+mj-lt"/>
                        </a:rPr>
                        <a:t>1 seul objet imaginé qui porte Opération/Sous-opération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Exemples de contexte</a:t>
                      </a:r>
                    </a:p>
                    <a:p>
                      <a:endParaRPr lang="fr-FR" sz="1200" kern="120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fr-FR" sz="12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Règles à implémenter</a:t>
                      </a:r>
                    </a:p>
                    <a:p>
                      <a:r>
                        <a:rPr lang="fr-FR" sz="12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TOPSITE</a:t>
                      </a:r>
                    </a:p>
                    <a:p>
                      <a:r>
                        <a:rPr lang="fr-FR" sz="12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Statut = exécution</a:t>
                      </a:r>
                    </a:p>
                    <a:p>
                      <a:r>
                        <a:rPr lang="fr-FR" sz="12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Montant FI &gt; X Millions</a:t>
                      </a:r>
                    </a:p>
                    <a:p>
                      <a:endParaRPr lang="fr-FR" sz="1200" kern="120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r>
                        <a:rPr lang="fr-FR" sz="12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Ex.1</a:t>
                      </a:r>
                    </a:p>
                    <a:p>
                      <a:r>
                        <a:rPr lang="fr-FR" sz="12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Le montant financier dépasse un certain montant</a:t>
                      </a:r>
                    </a:p>
                    <a:p>
                      <a:r>
                        <a:rPr lang="fr-FR" sz="12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Ex.2</a:t>
                      </a:r>
                    </a:p>
                    <a:p>
                      <a:r>
                        <a:rPr lang="fr-FR" sz="12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La date de démarrage des travaux dépasse la date du jour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+mj-lt"/>
                        </a:rPr>
                        <a:t>Application </a:t>
                      </a:r>
                      <a:r>
                        <a:rPr lang="fr-FR" b="1">
                          <a:latin typeface="+mj-lt"/>
                        </a:rPr>
                        <a:t>TOPSITE</a:t>
                      </a:r>
                    </a:p>
                    <a:p>
                      <a:r>
                        <a:rPr lang="fr-FR" b="1">
                          <a:latin typeface="+mj-lt"/>
                        </a:rPr>
                        <a:t>Création</a:t>
                      </a:r>
                      <a:r>
                        <a:rPr lang="fr-FR">
                          <a:latin typeface="+mj-lt"/>
                        </a:rPr>
                        <a:t> ou </a:t>
                      </a:r>
                      <a:r>
                        <a:rPr lang="fr-FR" b="1">
                          <a:latin typeface="+mj-lt"/>
                        </a:rPr>
                        <a:t>modification</a:t>
                      </a:r>
                    </a:p>
                    <a:p>
                      <a:endParaRPr lang="fr-FR" b="1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51613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D96D9D5A-02E9-F479-AC0B-88DD2232FD97}"/>
              </a:ext>
            </a:extLst>
          </p:cNvPr>
          <p:cNvSpPr txBox="1"/>
          <p:nvPr/>
        </p:nvSpPr>
        <p:spPr>
          <a:xfrm>
            <a:off x="712787" y="1806077"/>
            <a:ext cx="6061953" cy="276999"/>
          </a:xfrm>
          <a:prstGeom prst="rect">
            <a:avLst/>
          </a:prstGeom>
          <a:noFill/>
        </p:spPr>
        <p:txBody>
          <a:bodyPr wrap="square" lIns="36000" tIns="0" rIns="36000" bIns="0" rtlCol="0">
            <a:spAutoFit/>
          </a:bodyPr>
          <a:lstStyle/>
          <a:p>
            <a:r>
              <a:rPr lang="fr-FR" i="1">
                <a:latin typeface="+mj-lt"/>
              </a:rPr>
              <a:t>Un évènement (une mono-action) est privilégié</a:t>
            </a:r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873EE49B-203C-F96F-65EC-02A742185AA6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425357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CC49-5AAF-BB9E-9072-0A73C3E5D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0485FDA-9C94-12F9-97E6-BAA9FF533946}"/>
              </a:ext>
            </a:extLst>
          </p:cNvPr>
          <p:cNvSpPr txBox="1"/>
          <p:nvPr/>
        </p:nvSpPr>
        <p:spPr>
          <a:xfrm>
            <a:off x="1290071" y="3236980"/>
            <a:ext cx="22716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400">
                <a:latin typeface="+mj-lt"/>
              </a:defRPr>
            </a:lvl1pPr>
          </a:lstStyle>
          <a:p>
            <a:r>
              <a:rPr lang="fr-FR" sz="1800">
                <a:ea typeface="Times New Roman" panose="02020603050405020304" pitchFamily="18" charset="0"/>
                <a:cs typeface="Aptos" panose="020B0004020202020204" pitchFamily="34" charset="0"/>
              </a:rPr>
              <a:t>P</a:t>
            </a:r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rotocole de messagerie basé sur des files d'attente, conçu pour la communication asynchrone entre les applications</a:t>
            </a:r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A9B441E-74E0-1C4B-5EAF-41ECD0F15D0E}"/>
              </a:ext>
            </a:extLst>
          </p:cNvPr>
          <p:cNvSpPr txBox="1"/>
          <p:nvPr/>
        </p:nvSpPr>
        <p:spPr>
          <a:xfrm>
            <a:off x="4653329" y="3236980"/>
            <a:ext cx="29775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400">
                <a:latin typeface="+mj-lt"/>
              </a:defRPr>
            </a:lvl1pPr>
          </a:lstStyle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Protocole léger de messagerie basé sur le principe de publication/souscription, principalement utilisé dans les applications IoT et les systèmes de capteurs</a:t>
            </a:r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D01F0DB-2C24-9353-96E1-AB33C9F83E75}"/>
              </a:ext>
            </a:extLst>
          </p:cNvPr>
          <p:cNvSpPr txBox="1"/>
          <p:nvPr/>
        </p:nvSpPr>
        <p:spPr>
          <a:xfrm>
            <a:off x="8700251" y="3236980"/>
            <a:ext cx="255557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400">
                <a:latin typeface="+mj-lt"/>
              </a:defRPr>
            </a:lvl1pPr>
          </a:lstStyle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Protocole de messagerie texte simple, basé sur des commandes, qui fournit une communication bidirectionnelle entre les clients et les serveurs de messagerie</a:t>
            </a:r>
            <a:endParaRPr lang="fr-FR" sz="1800">
              <a:effectLst/>
              <a:ea typeface="Aptos" panose="020B0004020202020204" pitchFamily="34" charset="0"/>
              <a:cs typeface="Aptos" panose="020B0004020202020204" pitchFamily="34" charset="0"/>
            </a:endParaRPr>
          </a:p>
          <a:p>
            <a:endParaRPr lang="fr-FR"/>
          </a:p>
        </p:txBody>
      </p:sp>
      <p:sp>
        <p:nvSpPr>
          <p:cNvPr id="31" name="Titre 1">
            <a:extLst>
              <a:ext uri="{FF2B5EF4-FFF2-40B4-BE49-F238E27FC236}">
                <a16:creationId xmlns:a16="http://schemas.microsoft.com/office/drawing/2014/main" id="{18B4448B-D108-8EEA-7667-1D6E03F0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788" y="463550"/>
            <a:ext cx="10756900" cy="477838"/>
          </a:xfrm>
        </p:spPr>
        <p:txBody>
          <a:bodyPr/>
          <a:lstStyle/>
          <a:p>
            <a:r>
              <a:rPr lang="fr-FR"/>
              <a:t>Protocoles attendus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938144D-BB22-072C-F42E-9163B2EFC706}"/>
              </a:ext>
            </a:extLst>
          </p:cNvPr>
          <p:cNvSpPr txBox="1"/>
          <p:nvPr/>
        </p:nvSpPr>
        <p:spPr>
          <a:xfrm>
            <a:off x="1179448" y="1763089"/>
            <a:ext cx="2256624" cy="1107996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>
            <a:defPPr>
              <a:defRPr lang="fr-FR"/>
            </a:defPPr>
            <a:lvl1pPr algn="ctr">
              <a:defRPr sz="1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AMQP</a:t>
            </a:r>
          </a:p>
          <a:p>
            <a:endParaRPr lang="fr-FR" sz="1800">
              <a:effectLst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Advanced Message Queuing Protocol </a:t>
            </a:r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9DB83E3-F15A-6D01-A34B-9463D66C51B6}"/>
              </a:ext>
            </a:extLst>
          </p:cNvPr>
          <p:cNvSpPr txBox="1"/>
          <p:nvPr/>
        </p:nvSpPr>
        <p:spPr>
          <a:xfrm>
            <a:off x="4955667" y="1763089"/>
            <a:ext cx="2456371" cy="1107996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>
            <a:defPPr>
              <a:defRPr lang="fr-FR"/>
            </a:defPPr>
            <a:lvl1pPr algn="ctr">
              <a:defRPr sz="1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MQTT</a:t>
            </a:r>
          </a:p>
          <a:p>
            <a:endParaRPr lang="fr-FR" sz="1800">
              <a:effectLst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Message Queuing </a:t>
            </a:r>
            <a:r>
              <a:rPr lang="fr-FR" sz="180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Telemetry</a:t>
            </a:r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Transport </a:t>
            </a:r>
            <a:r>
              <a:rPr lang="fr-FR"/>
              <a:t>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45B5741-0D66-4AE9-9945-02B185D48198}"/>
              </a:ext>
            </a:extLst>
          </p:cNvPr>
          <p:cNvSpPr txBox="1"/>
          <p:nvPr/>
        </p:nvSpPr>
        <p:spPr>
          <a:xfrm>
            <a:off x="8778347" y="1763089"/>
            <a:ext cx="2614556" cy="1107996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>
            <a:defPPr>
              <a:defRPr lang="fr-FR"/>
            </a:defPPr>
            <a:lvl1pPr algn="ctr">
              <a:defRPr sz="1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STOMP</a:t>
            </a:r>
          </a:p>
          <a:p>
            <a:endParaRPr lang="fr-FR" sz="1800">
              <a:effectLst/>
              <a:ea typeface="Times New Roman" panose="02020603050405020304" pitchFamily="18" charset="0"/>
              <a:cs typeface="Aptos" panose="020B0004020202020204" pitchFamily="34" charset="0"/>
            </a:endParaRPr>
          </a:p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Simple </a:t>
            </a:r>
            <a:r>
              <a:rPr lang="fr-FR" sz="180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Text</a:t>
            </a:r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</a:t>
            </a:r>
            <a:r>
              <a:rPr lang="fr-FR" sz="1800" err="1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Oriented</a:t>
            </a:r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 Messaging Protocol </a:t>
            </a:r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1A6E0B-1963-3C37-842A-C183A5496807}"/>
              </a:ext>
            </a:extLst>
          </p:cNvPr>
          <p:cNvSpPr/>
          <p:nvPr/>
        </p:nvSpPr>
        <p:spPr>
          <a:xfrm>
            <a:off x="783769" y="1513115"/>
            <a:ext cx="3200400" cy="424763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j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5DDA119-0DAE-5103-71C0-803C062A551A}"/>
              </a:ext>
            </a:extLst>
          </p:cNvPr>
          <p:cNvSpPr txBox="1"/>
          <p:nvPr/>
        </p:nvSpPr>
        <p:spPr>
          <a:xfrm>
            <a:off x="1155783" y="5872222"/>
            <a:ext cx="2456371" cy="276999"/>
          </a:xfrm>
          <a:prstGeom prst="rect">
            <a:avLst/>
          </a:prstGeom>
          <a:noFill/>
        </p:spPr>
        <p:txBody>
          <a:bodyPr wrap="square" lIns="36000" tIns="0" rIns="36000" bIns="0" rtlCol="0" anchor="ctr">
            <a:spAutoFit/>
          </a:bodyPr>
          <a:lstStyle>
            <a:defPPr>
              <a:defRPr lang="fr-FR"/>
            </a:defPPr>
            <a:lvl1pPr algn="ctr">
              <a:defRPr sz="14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fr-FR" sz="1800">
                <a:effectLst/>
                <a:ea typeface="Times New Roman" panose="02020603050405020304" pitchFamily="18" charset="0"/>
                <a:cs typeface="Aptos" panose="020B0004020202020204" pitchFamily="34" charset="0"/>
              </a:rPr>
              <a:t>On se concentre sur …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B8F3E5-AEC4-2D41-086D-1D34BDD00C79}"/>
              </a:ext>
            </a:extLst>
          </p:cNvPr>
          <p:cNvSpPr txBox="1">
            <a:spLocks/>
          </p:cNvSpPr>
          <p:nvPr/>
        </p:nvSpPr>
        <p:spPr>
          <a:xfrm>
            <a:off x="9165179" y="6699933"/>
            <a:ext cx="2991016" cy="123111"/>
          </a:xfrm>
          <a:prstGeom prst="rect">
            <a:avLst/>
          </a:prstGeom>
        </p:spPr>
        <p:txBody>
          <a:bodyPr vert="horz" wrap="square" lIns="36000" tIns="0" rIns="3600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fr-FR" sz="800">
                <a:solidFill>
                  <a:prstClr val="white">
                    <a:lumMod val="50000"/>
                  </a:prstClr>
                </a:solidFill>
                <a:latin typeface="Barlow Condensed"/>
              </a:rPr>
              <a:t>Bouygues Construction IT | 07 2024</a:t>
            </a:r>
            <a:endParaRPr lang="en-US" sz="800">
              <a:solidFill>
                <a:prstClr val="white">
                  <a:lumMod val="50000"/>
                </a:prstClr>
              </a:solidFill>
              <a:latin typeface="Barlow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709241677"/>
      </p:ext>
    </p:extLst>
  </p:cSld>
  <p:clrMapOvr>
    <a:masterClrMapping/>
  </p:clrMapOvr>
</p:sld>
</file>

<file path=ppt/theme/theme1.xml><?xml version="1.0" encoding="utf-8"?>
<a:theme xmlns:a="http://schemas.openxmlformats.org/drawingml/2006/main" name="Bouygues">
  <a:themeElements>
    <a:clrScheme name="Bouygues IP_Couleurs">
      <a:dk1>
        <a:srgbClr val="000000"/>
      </a:dk1>
      <a:lt1>
        <a:sysClr val="window" lastClr="FFFFFF"/>
      </a:lt1>
      <a:dk2>
        <a:srgbClr val="FF5A28"/>
      </a:dk2>
      <a:lt2>
        <a:srgbClr val="EDEDED"/>
      </a:lt2>
      <a:accent1>
        <a:srgbClr val="006B8D"/>
      </a:accent1>
      <a:accent2>
        <a:srgbClr val="009580"/>
      </a:accent2>
      <a:accent3>
        <a:srgbClr val="80B32A"/>
      </a:accent3>
      <a:accent4>
        <a:srgbClr val="6496BB"/>
      </a:accent4>
      <a:accent5>
        <a:srgbClr val="FF801E"/>
      </a:accent5>
      <a:accent6>
        <a:srgbClr val="FFDB97"/>
      </a:accent6>
      <a:hlink>
        <a:srgbClr val="000000"/>
      </a:hlink>
      <a:folHlink>
        <a:srgbClr val="000000"/>
      </a:folHlink>
    </a:clrScheme>
    <a:fontScheme name="Bouygues IP_Polices">
      <a:majorFont>
        <a:latin typeface="Barlow Condense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0" rIns="3600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ouygues Construction Modèle 16x9 v1e.potx" id="{12B3EB2C-1A19-4C28-B679-8B39E7A24B15}" vid="{EB6AF247-77C1-4479-AB7D-A6B60308F4BD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ouygues">
  <a:themeElements>
    <a:clrScheme name="Bouygues IP_Couleurs">
      <a:dk1>
        <a:srgbClr val="000000"/>
      </a:dk1>
      <a:lt1>
        <a:sysClr val="window" lastClr="FFFFFF"/>
      </a:lt1>
      <a:dk2>
        <a:srgbClr val="FF5A28"/>
      </a:dk2>
      <a:lt2>
        <a:srgbClr val="EDEDED"/>
      </a:lt2>
      <a:accent1>
        <a:srgbClr val="006B8D"/>
      </a:accent1>
      <a:accent2>
        <a:srgbClr val="009580"/>
      </a:accent2>
      <a:accent3>
        <a:srgbClr val="80B32A"/>
      </a:accent3>
      <a:accent4>
        <a:srgbClr val="6496BB"/>
      </a:accent4>
      <a:accent5>
        <a:srgbClr val="FF801E"/>
      </a:accent5>
      <a:accent6>
        <a:srgbClr val="FFDB97"/>
      </a:accent6>
      <a:hlink>
        <a:srgbClr val="000000"/>
      </a:hlink>
      <a:folHlink>
        <a:srgbClr val="000000"/>
      </a:folHlink>
    </a:clrScheme>
    <a:fontScheme name="Bouygues IP_Polices">
      <a:majorFont>
        <a:latin typeface="Barlow Condense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0" rIns="3600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ouygues Construction Modèle 16x9 v1e.potx" id="{12B3EB2C-1A19-4C28-B679-8B39E7A24B15}" vid="{EB6AF247-77C1-4479-AB7D-A6B60308F4B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052ae6ce5fe48d585b4ce219bb73d0e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Communication</TermName>
          <TermId xmlns="http://schemas.microsoft.com/office/infopath/2007/PartnerControls">4ff005ae-723a-41d5-a69e-450e03275eb0</TermId>
        </TermInfo>
      </Terms>
    </n052ae6ce5fe48d585b4ce219bb73d0e>
    <b7665f99c0fe44919cb3218cc8e5302c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00 00 A classer</TermName>
          <TermId xmlns="http://schemas.microsoft.com/office/infopath/2007/PartnerControls">06ef1ee2-e7bf-4474-9d1e-c5fbf4f3b42b</TermId>
        </TermInfo>
      </Terms>
    </b7665f99c0fe44919cb3218cc8e5302c>
    <TaxCatchAll xmlns="95235cfd-2d18-42eb-8ffc-01f090d3b392">
      <Value>8</Value>
      <Value>5</Value>
      <Value>10</Value>
      <Value>9</Value>
      <Value>1</Value>
    </TaxCatchAll>
    <ComUnityFolder xmlns="95235cfd-2d18-42eb-8ffc-01f090d3b392">
      <Url xsi:nil="true"/>
      <Description xsi:nil="true"/>
    </ComUnityFolder>
    <b1c94e71d43e47329629adb2299a7407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Tools and applications</TermName>
          <TermId xmlns="http://schemas.microsoft.com/office/infopath/2007/PartnerControls">7d4bec38-aa23-4cee-ba77-b2d6001cb28b</TermId>
        </TermInfo>
      </Terms>
    </b1c94e71d43e47329629adb2299a7407>
    <aa574486944c4b4183531de588537b4d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Internal</TermName>
          <TermId xmlns="http://schemas.microsoft.com/office/infopath/2007/PartnerControls">86d58d27-cc8e-4bfd-a785-ea3ef4347509</TermId>
        </TermInfo>
      </Terms>
    </aa574486944c4b4183531de588537b4d>
    <bc25f8494e694b549ba275b5de656855 xmlns="95235cfd-2d18-42eb-8ffc-01f090d3b392">
      <Terms xmlns="http://schemas.microsoft.com/office/infopath/2007/PartnerControls">
        <TermInfo xmlns="http://schemas.microsoft.com/office/infopath/2007/PartnerControls">
          <TermName xmlns="http://schemas.microsoft.com/office/infopath/2007/PartnerControls">BYCN</TermName>
          <TermId xmlns="http://schemas.microsoft.com/office/infopath/2007/PartnerControls">1d177850-a4b0-4712-afa6-b8bd9074e1fe</TermId>
        </TermInfo>
      </Terms>
    </bc25f8494e694b549ba275b5de656855>
    <_dlc_DocId xmlns="55b30ecb-2f58-4ebc-8d15-16073e63dc56">CWKSP-501984039-25620</_dlc_DocId>
    <_dlc_DocIdUrl xmlns="55b30ecb-2f58-4ebc-8d15-16073e63dc56">
      <Url>https://bouyguesconstruction.sharepoint.com/sites/bycnitarchitecture/_layouts/15/DocIdRedir.aspx?ID=CWKSP-501984039-25620</Url>
      <Description>CWKSP-501984039-25620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Word BYCN" ma:contentTypeID="0x01010004BBCBFDEBB3864BA0EFED7044CA4B280100222927912BB0CA48ACEE941457F47D3D" ma:contentTypeVersion="2" ma:contentTypeDescription="Create a new document." ma:contentTypeScope="" ma:versionID="942ccb47d52ace733c36eb52ef102148">
  <xsd:schema xmlns:xsd="http://www.w3.org/2001/XMLSchema" xmlns:xs="http://www.w3.org/2001/XMLSchema" xmlns:p="http://schemas.microsoft.com/office/2006/metadata/properties" xmlns:ns2="95235cfd-2d18-42eb-8ffc-01f090d3b392" xmlns:ns3="f6329d8e-d2fd-45b3-959d-40cdcd9012bf" targetNamespace="http://schemas.microsoft.com/office/2006/metadata/properties" ma:root="true" ma:fieldsID="747eeb53846d167110a2cbb2a4a63327" ns2:_="" ns3:_="">
    <xsd:import namespace="95235cfd-2d18-42eb-8ffc-01f090d3b392"/>
    <xsd:import namespace="f6329d8e-d2fd-45b3-959d-40cdcd9012bf"/>
    <xsd:element name="properties">
      <xsd:complexType>
        <xsd:sequence>
          <xsd:element name="documentManagement">
            <xsd:complexType>
              <xsd:all>
                <xsd:element ref="ns2:b7665f99c0fe44919cb3218cc8e5302c" minOccurs="0"/>
                <xsd:element ref="ns2:TaxCatchAll" minOccurs="0"/>
                <xsd:element ref="ns2:TaxCatchAllLabel" minOccurs="0"/>
                <xsd:element ref="ns2:ComUnityFolder" minOccurs="0"/>
                <xsd:element ref="ns2:bc25f8494e694b549ba275b5de656855" minOccurs="0"/>
                <xsd:element ref="ns2:b1c94e71d43e47329629adb2299a7407" minOccurs="0"/>
                <xsd:element ref="ns2:n052ae6ce5fe48d585b4ce219bb73d0e" minOccurs="0"/>
                <xsd:element ref="ns2:aa574486944c4b4183531de588537b4d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35cfd-2d18-42eb-8ffc-01f090d3b392" elementFormDefault="qualified">
    <xsd:import namespace="http://schemas.microsoft.com/office/2006/documentManagement/types"/>
    <xsd:import namespace="http://schemas.microsoft.com/office/infopath/2007/PartnerControls"/>
    <xsd:element name="b7665f99c0fe44919cb3218cc8e5302c" ma:index="8" nillable="true" ma:taxonomy="true" ma:internalName="b7665f99c0fe44919cb3218cc8e5302c" ma:taxonomyFieldName="ArchiveClassificationPlan" ma:displayName="Archive Classification Plan" ma:default="1;#00 00 A classer|06ef1ee2-e7bf-4474-9d1e-c5fbf4f3b42b" ma:fieldId="{b7665f99-c0fe-4491-9cb3-218cc8e5302c}" ma:sspId="18ace0e7-60a4-4acf-87da-1c47a991bb86" ma:termSetId="26353664-7461-4f07-87dd-daa2874ea87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7709a2b8-d2df-4bd6-a21a-abff81a1aeb9}" ma:internalName="TaxCatchAll" ma:showField="CatchAllData" ma:web="f6329d8e-d2fd-45b3-959d-40cdcd9012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7709a2b8-d2df-4bd6-a21a-abff81a1aeb9}" ma:internalName="TaxCatchAllLabel" ma:readOnly="true" ma:showField="CatchAllDataLabel" ma:web="f6329d8e-d2fd-45b3-959d-40cdcd9012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mUnityFolder" ma:index="12" nillable="true" ma:displayName="Folder" ma:internalName="ComUnityFolder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c25f8494e694b549ba275b5de656855" ma:index="13" nillable="true" ma:taxonomy="true" ma:internalName="bc25f8494e694b549ba275b5de656855" ma:taxonomyFieldName="Organisation" ma:displayName="Organisation" ma:fieldId="{bc25f849-4e69-4b54-9ba2-75b5de656855}" ma:sspId="18ace0e7-60a4-4acf-87da-1c47a991bb86" ma:termSetId="45cd4057-b767-4ebf-98f6-4028b8e5bef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1c94e71d43e47329629adb2299a7407" ma:index="15" nillable="true" ma:taxonomy="true" ma:internalName="b1c94e71d43e47329629adb2299a7407" ma:taxonomyFieldName="WorkspaceClassification" ma:displayName="Workspace classification" ma:fieldId="{b1c94e71-d43e-4732-9629-adb2299a7407}" ma:sspId="18ace0e7-60a4-4acf-87da-1c47a991bb86" ma:termSetId="22f1860e-f59a-4db1-b21a-a41c5c8ed1e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2ae6ce5fe48d585b4ce219bb73d0e" ma:index="17" nillable="true" ma:taxonomy="true" ma:internalName="n052ae6ce5fe48d585b4ce219bb73d0e" ma:taxonomyFieldName="SupportServices" ma:displayName="Support services" ma:fieldId="{7052ae6c-e5fe-48d5-85b4-ce219bb73d0e}" ma:sspId="18ace0e7-60a4-4acf-87da-1c47a991bb86" ma:termSetId="813098a9-32ee-4127-b4ec-488cb7a254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a574486944c4b4183531de588537b4d" ma:index="19" nillable="true" ma:taxonomy="true" ma:internalName="aa574486944c4b4183531de588537b4d" ma:taxonomyFieldName="ClassificationLevel" ma:displayName="Classification level" ma:fieldId="{aa574486-944c-4b41-8353-1de588537b4d}" ma:sspId="18ace0e7-60a4-4acf-87da-1c47a991bb86" ma:termSetId="b84a82df-7dfe-42a8-9650-82042eeb9fd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29d8e-d2fd-45b3-959d-40cdcd9012bf" elementFormDefault="qualified">
    <xsd:import namespace="http://schemas.microsoft.com/office/2006/documentManagement/types"/>
    <xsd:import namespace="http://schemas.microsoft.com/office/infopath/2007/PartnerControls"/>
    <xsd:element name="_dlc_DocId" ma:index="21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3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Word BYCN" ma:contentTypeID="0x01010004BBCBFDEBB3864BA0EFED7044CA4B2801004C8FE6902124594285FC1C1285DCF30B" ma:contentTypeVersion="2" ma:contentTypeDescription="Create a new document." ma:contentTypeScope="" ma:versionID="fd14c3e0d22c58c23ac04c57ff2f828a">
  <xsd:schema xmlns:xsd="http://www.w3.org/2001/XMLSchema" xmlns:xs="http://www.w3.org/2001/XMLSchema" xmlns:p="http://schemas.microsoft.com/office/2006/metadata/properties" xmlns:ns2="95235cfd-2d18-42eb-8ffc-01f090d3b392" xmlns:ns3="55b30ecb-2f58-4ebc-8d15-16073e63dc56" targetNamespace="http://schemas.microsoft.com/office/2006/metadata/properties" ma:root="true" ma:fieldsID="3244a9b4a5729db8bab5b77e93dd427c" ns2:_="" ns3:_="">
    <xsd:import namespace="95235cfd-2d18-42eb-8ffc-01f090d3b392"/>
    <xsd:import namespace="55b30ecb-2f58-4ebc-8d15-16073e63dc56"/>
    <xsd:element name="properties">
      <xsd:complexType>
        <xsd:sequence>
          <xsd:element name="documentManagement">
            <xsd:complexType>
              <xsd:all>
                <xsd:element ref="ns2:b7665f99c0fe44919cb3218cc8e5302c" minOccurs="0"/>
                <xsd:element ref="ns2:TaxCatchAll" minOccurs="0"/>
                <xsd:element ref="ns2:TaxCatchAllLabel" minOccurs="0"/>
                <xsd:element ref="ns2:ComUnityFolder" minOccurs="0"/>
                <xsd:element ref="ns2:bc25f8494e694b549ba275b5de656855" minOccurs="0"/>
                <xsd:element ref="ns2:b1c94e71d43e47329629adb2299a7407" minOccurs="0"/>
                <xsd:element ref="ns2:n052ae6ce5fe48d585b4ce219bb73d0e" minOccurs="0"/>
                <xsd:element ref="ns2:aa574486944c4b4183531de588537b4d" minOccurs="0"/>
                <xsd:element ref="ns3:_dlc_DocId" minOccurs="0"/>
                <xsd:element ref="ns3:_dlc_DocIdUrl" minOccurs="0"/>
                <xsd:element ref="ns3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35cfd-2d18-42eb-8ffc-01f090d3b392" elementFormDefault="qualified">
    <xsd:import namespace="http://schemas.microsoft.com/office/2006/documentManagement/types"/>
    <xsd:import namespace="http://schemas.microsoft.com/office/infopath/2007/PartnerControls"/>
    <xsd:element name="b7665f99c0fe44919cb3218cc8e5302c" ma:index="8" nillable="true" ma:taxonomy="true" ma:internalName="b7665f99c0fe44919cb3218cc8e5302c" ma:taxonomyFieldName="ArchiveClassificationPlan" ma:displayName="Archive Classification Plan" ma:default="1;#00 00 A classer|06ef1ee2-e7bf-4474-9d1e-c5fbf4f3b42b" ma:fieldId="{b7665f99-c0fe-4491-9cb3-218cc8e5302c}" ma:sspId="18ace0e7-60a4-4acf-87da-1c47a991bb86" ma:termSetId="26353664-7461-4f07-87dd-daa2874ea87e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e85c52b0-9dc1-4b7d-8333-5b994c516a88}" ma:internalName="TaxCatchAll" ma:showField="CatchAllData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e85c52b0-9dc1-4b7d-8333-5b994c516a88}" ma:internalName="TaxCatchAllLabel" ma:readOnly="true" ma:showField="CatchAllDataLabel" ma:web="55b30ecb-2f58-4ebc-8d15-16073e63d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mUnityFolder" ma:index="12" nillable="true" ma:displayName="Folder" ma:internalName="ComUnityFolder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bc25f8494e694b549ba275b5de656855" ma:index="13" nillable="true" ma:taxonomy="true" ma:internalName="bc25f8494e694b549ba275b5de656855" ma:taxonomyFieldName="Organisation" ma:displayName="Organisation" ma:fieldId="{bc25f849-4e69-4b54-9ba2-75b5de656855}" ma:sspId="18ace0e7-60a4-4acf-87da-1c47a991bb86" ma:termSetId="45cd4057-b767-4ebf-98f6-4028b8e5bef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1c94e71d43e47329629adb2299a7407" ma:index="15" nillable="true" ma:taxonomy="true" ma:internalName="b1c94e71d43e47329629adb2299a7407" ma:taxonomyFieldName="WorkspaceClassification" ma:displayName="Workspace classification" ma:fieldId="{b1c94e71-d43e-4732-9629-adb2299a7407}" ma:sspId="18ace0e7-60a4-4acf-87da-1c47a991bb86" ma:termSetId="22f1860e-f59a-4db1-b21a-a41c5c8ed1e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2ae6ce5fe48d585b4ce219bb73d0e" ma:index="17" nillable="true" ma:taxonomy="true" ma:internalName="n052ae6ce5fe48d585b4ce219bb73d0e" ma:taxonomyFieldName="SupportServices" ma:displayName="Support services" ma:fieldId="{7052ae6c-e5fe-48d5-85b4-ce219bb73d0e}" ma:sspId="18ace0e7-60a4-4acf-87da-1c47a991bb86" ma:termSetId="813098a9-32ee-4127-b4ec-488cb7a2546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a574486944c4b4183531de588537b4d" ma:index="19" nillable="true" ma:taxonomy="true" ma:internalName="aa574486944c4b4183531de588537b4d" ma:taxonomyFieldName="ClassificationLevel" ma:displayName="Classification level" ma:fieldId="{aa574486-944c-4b41-8353-1de588537b4d}" ma:sspId="18ace0e7-60a4-4acf-87da-1c47a991bb86" ma:termSetId="b84a82df-7dfe-42a8-9650-82042eeb9fd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b30ecb-2f58-4ebc-8d15-16073e63dc56" elementFormDefault="qualified">
    <xsd:import namespace="http://schemas.microsoft.com/office/2006/documentManagement/types"/>
    <xsd:import namespace="http://schemas.microsoft.com/office/infopath/2007/PartnerControls"/>
    <xsd:element name="_dlc_DocId" ma:index="21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3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6.xml><?xml version="1.0" encoding="utf-8"?>
<?mso-contentType ?>
<SharedContentType xmlns="Microsoft.SharePoint.Taxonomy.ContentTypeSync" SourceId="18ace0e7-60a4-4acf-87da-1c47a991bb86" ContentTypeId="0x01010004BBCBFDEBB3864BA0EFED7044CA4B2801" PreviousValue="false" LastSyncTimeStamp="2019-08-12T06:53:30.573Z"/>
</file>

<file path=customXml/item7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C18534D-12E7-4EF4-85F3-39FC003F5105}">
  <ds:schemaRefs>
    <ds:schemaRef ds:uri="2c3844f9-608d-4e09-8a70-0b2d7484e7f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7EDA9CE-FD0F-4D27-B51E-09782E5C70F9}"/>
</file>

<file path=customXml/itemProps3.xml><?xml version="1.0" encoding="utf-8"?>
<ds:datastoreItem xmlns:ds="http://schemas.openxmlformats.org/officeDocument/2006/customXml" ds:itemID="{323F6369-838B-45BB-AE96-C09F004F0E6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DAC7BE8-FC44-4252-8613-652EEC3609FA}"/>
</file>

<file path=customXml/itemProps5.xml><?xml version="1.0" encoding="utf-8"?>
<ds:datastoreItem xmlns:ds="http://schemas.openxmlformats.org/officeDocument/2006/customXml" ds:itemID="{A3DE3A53-F21B-4805-86EB-1C1DE6ED8E53}"/>
</file>

<file path=customXml/itemProps6.xml><?xml version="1.0" encoding="utf-8"?>
<ds:datastoreItem xmlns:ds="http://schemas.openxmlformats.org/officeDocument/2006/customXml" ds:itemID="{3F4E9266-ACA7-4B9D-8CA3-FA02FF79091D}"/>
</file>

<file path=customXml/itemProps7.xml><?xml version="1.0" encoding="utf-8"?>
<ds:datastoreItem xmlns:ds="http://schemas.openxmlformats.org/officeDocument/2006/customXml" ds:itemID="{0414B905-732C-4BF2-B408-56DF0C3F73DC}"/>
</file>

<file path=docProps/app.xml><?xml version="1.0" encoding="utf-8"?>
<Properties xmlns="http://schemas.openxmlformats.org/officeDocument/2006/extended-properties" xmlns:vt="http://schemas.openxmlformats.org/officeDocument/2006/docPropsVTypes">
  <Template>BYCN_Modèle_PPT_2021</Template>
  <TotalTime>0</TotalTime>
  <Words>1222</Words>
  <Application>Microsoft Office PowerPoint</Application>
  <PresentationFormat>Grand écran</PresentationFormat>
  <Paragraphs>273</Paragraphs>
  <Slides>17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Bouygues</vt:lpstr>
      <vt:lpstr>Conception personnalisée</vt:lpstr>
      <vt:lpstr>1_Bouygues</vt:lpstr>
      <vt:lpstr>Présentation PowerPoint</vt:lpstr>
      <vt:lpstr>Présentation PowerPoint</vt:lpstr>
      <vt:lpstr>introduction</vt:lpstr>
      <vt:lpstr>valeurs attendues sous l’angle architecture</vt:lpstr>
      <vt:lpstr>Alignement avec la stratégie technologique</vt:lpstr>
      <vt:lpstr>Démarche envisagée – UNE Sélection globale / deux engagements</vt:lpstr>
      <vt:lpstr>Architecture MVP (TEMPS 1)</vt:lpstr>
      <vt:lpstr>Vérification de la valeur attendue</vt:lpstr>
      <vt:lpstr>Architecture CIBLE potentielle (TEMPS 2)</vt:lpstr>
      <vt:lpstr>Cout d’usage AZURE</vt:lpstr>
      <vt:lpstr>PLANNING</vt:lpstr>
      <vt:lpstr>RESSOURCES contributrices MVP (TEMPS 1)</vt:lpstr>
      <vt:lpstr>Présentation PowerPoint</vt:lpstr>
      <vt:lpstr>Cout d’usage AZURE - COMPONENT FEATURES</vt:lpstr>
      <vt:lpstr>Cout d’usage AZURE - COMPONENT FEATURES- CONT'D</vt:lpstr>
      <vt:lpstr>cas d’usage MVP</vt:lpstr>
      <vt:lpstr>Protocoles attendus</vt:lpstr>
    </vt:vector>
  </TitlesOfParts>
  <Company>Bouygues Construction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b.biberon-valenti@bouygues-construction.com</dc:creator>
  <cp:lastModifiedBy>VROMONT, Frédéric</cp:lastModifiedBy>
  <cp:revision>2</cp:revision>
  <cp:lastPrinted>2024-07-08T13:54:25Z</cp:lastPrinted>
  <dcterms:created xsi:type="dcterms:W3CDTF">2021-01-25T15:42:30Z</dcterms:created>
  <dcterms:modified xsi:type="dcterms:W3CDTF">2024-11-13T13:58:35Z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0x01010004BBCBFDEBB3864BA0EFED7044CA4B2801004C8FE6902124594285FC1C1285DCF30B</vt:lpwstr>
  </property>
  <property fmtid="{D5CDD505-2E9C-101B-9397-08002B2CF9AE}" pid="3" name="ArchiveClassificationPlan">
    <vt:lpwstr>1;#00 00 A classer|06ef1ee2-e7bf-4474-9d1e-c5fbf4f3b42b</vt:lpwstr>
  </property>
  <property fmtid="{D5CDD505-2E9C-101B-9397-08002B2CF9AE}" pid="4" name="_dlc_DocIdItemGuid">
    <vt:lpwstr>5f889163-f7b4-4d3c-91f6-b80545630790</vt:lpwstr>
  </property>
  <property fmtid="{D5CDD505-2E9C-101B-9397-08002B2CF9AE}" pid="5" name="ClassificationLevel">
    <vt:lpwstr>5;#Internal|86d58d27-cc8e-4bfd-a785-ea3ef4347509</vt:lpwstr>
  </property>
  <property fmtid="{D5CDD505-2E9C-101B-9397-08002B2CF9AE}" pid="6" name="SupportServices">
    <vt:lpwstr>10;#Communication|4ff005ae-723a-41d5-a69e-450e03275eb0</vt:lpwstr>
  </property>
  <property fmtid="{D5CDD505-2E9C-101B-9397-08002B2CF9AE}" pid="7" name="Organisation">
    <vt:lpwstr>8;#BYCN|1d177850-a4b0-4712-afa6-b8bd9074e1fe</vt:lpwstr>
  </property>
  <property fmtid="{D5CDD505-2E9C-101B-9397-08002B2CF9AE}" pid="8" name="WorkspaceClassification">
    <vt:lpwstr>9;#Tools and applications|7d4bec38-aa23-4cee-ba77-b2d6001cb28b</vt:lpwstr>
  </property>
  <property fmtid="{D5CDD505-2E9C-101B-9397-08002B2CF9AE}" pid="9" name="MediaServiceImageTags">
    <vt:lpwstr/>
  </property>
  <property fmtid="{D5CDD505-2E9C-101B-9397-08002B2CF9AE}" pid="10" name="lcf76f155ced4ddcb4097134ff3c332f">
    <vt:lpwstr/>
  </property>
  <property fmtid="{D5CDD505-2E9C-101B-9397-08002B2CF9AE}" pid="11" name="MSIP_Label_ea60d57e-af5b-4752-ac57-3e4f28ca11dc_Enabled">
    <vt:lpwstr>true</vt:lpwstr>
  </property>
  <property fmtid="{D5CDD505-2E9C-101B-9397-08002B2CF9AE}" pid="12" name="MSIP_Label_ea60d57e-af5b-4752-ac57-3e4f28ca11dc_SetDate">
    <vt:lpwstr>2023-04-13T07:34:22Z</vt:lpwstr>
  </property>
  <property fmtid="{D5CDD505-2E9C-101B-9397-08002B2CF9AE}" pid="13" name="MSIP_Label_ea60d57e-af5b-4752-ac57-3e4f28ca11dc_Method">
    <vt:lpwstr>Standard</vt:lpwstr>
  </property>
  <property fmtid="{D5CDD505-2E9C-101B-9397-08002B2CF9AE}" pid="14" name="MSIP_Label_ea60d57e-af5b-4752-ac57-3e4f28ca11dc_Name">
    <vt:lpwstr>ea60d57e-af5b-4752-ac57-3e4f28ca11dc</vt:lpwstr>
  </property>
  <property fmtid="{D5CDD505-2E9C-101B-9397-08002B2CF9AE}" pid="15" name="MSIP_Label_ea60d57e-af5b-4752-ac57-3e4f28ca11dc_SiteId">
    <vt:lpwstr>36da45f1-dd2c-4d1f-af13-5abe46b99921</vt:lpwstr>
  </property>
  <property fmtid="{D5CDD505-2E9C-101B-9397-08002B2CF9AE}" pid="16" name="MSIP_Label_ea60d57e-af5b-4752-ac57-3e4f28ca11dc_ActionId">
    <vt:lpwstr>7849a831-3ba3-414c-917c-ced9ad69440b</vt:lpwstr>
  </property>
  <property fmtid="{D5CDD505-2E9C-101B-9397-08002B2CF9AE}" pid="17" name="MSIP_Label_ea60d57e-af5b-4752-ac57-3e4f28ca11dc_ContentBits">
    <vt:lpwstr>0</vt:lpwstr>
  </property>
  <property fmtid="{D5CDD505-2E9C-101B-9397-08002B2CF9AE}" pid="18" name="aa574486944c4b4183531de588537b4d">
    <vt:lpwstr>Internal|86d58d27-cc8e-4bfd-a785-ea3ef4347509</vt:lpwstr>
  </property>
  <property fmtid="{D5CDD505-2E9C-101B-9397-08002B2CF9AE}" pid="19" name="Order">
    <vt:r8>138600</vt:r8>
  </property>
  <property fmtid="{D5CDD505-2E9C-101B-9397-08002B2CF9AE}" pid="20" name="b1c94e71d43e47329629adb2299a7407">
    <vt:lpwstr>Tools and applications|7d4bec38-aa23-4cee-ba77-b2d6001cb28b</vt:lpwstr>
  </property>
  <property fmtid="{D5CDD505-2E9C-101B-9397-08002B2CF9AE}" pid="21" name="xd_Signature">
    <vt:bool>false</vt:bool>
  </property>
  <property fmtid="{D5CDD505-2E9C-101B-9397-08002B2CF9AE}" pid="22" name="xd_ProgID">
    <vt:lpwstr/>
  </property>
  <property fmtid="{D5CDD505-2E9C-101B-9397-08002B2CF9AE}" pid="23" name="_dlc_DocId">
    <vt:lpwstr>CWKSP-1572697757-1386</vt:lpwstr>
  </property>
  <property fmtid="{D5CDD505-2E9C-101B-9397-08002B2CF9AE}" pid="24" name="n052ae6ce5fe48d585b4ce219bb73d0e">
    <vt:lpwstr>Communication|4ff005ae-723a-41d5-a69e-450e03275eb0</vt:lpwstr>
  </property>
  <property fmtid="{D5CDD505-2E9C-101B-9397-08002B2CF9AE}" pid="25" name="_SourceUrl">
    <vt:lpwstr/>
  </property>
  <property fmtid="{D5CDD505-2E9C-101B-9397-08002B2CF9AE}" pid="26" name="_SharedFileIndex">
    <vt:lpwstr/>
  </property>
  <property fmtid="{D5CDD505-2E9C-101B-9397-08002B2CF9AE}" pid="27" name="b7665f99c0fe44919cb3218cc8e5302c">
    <vt:lpwstr>00 00 A classer|06ef1ee2-e7bf-4474-9d1e-c5fbf4f3b42b</vt:lpwstr>
  </property>
  <property fmtid="{D5CDD505-2E9C-101B-9397-08002B2CF9AE}" pid="28" name="ComplianceAssetId">
    <vt:lpwstr/>
  </property>
  <property fmtid="{D5CDD505-2E9C-101B-9397-08002B2CF9AE}" pid="29" name="TemplateUrl">
    <vt:lpwstr/>
  </property>
  <property fmtid="{D5CDD505-2E9C-101B-9397-08002B2CF9AE}" pid="30" name="bc25f8494e694b549ba275b5de656855">
    <vt:lpwstr>BYCN|1d177850-a4b0-4712-afa6-b8bd9074e1fe</vt:lpwstr>
  </property>
  <property fmtid="{D5CDD505-2E9C-101B-9397-08002B2CF9AE}" pid="31" name="_ExtendedDescription">
    <vt:lpwstr/>
  </property>
  <property fmtid="{D5CDD505-2E9C-101B-9397-08002B2CF9AE}" pid="32" name="TriggerFlowInfo">
    <vt:lpwstr/>
  </property>
  <property fmtid="{D5CDD505-2E9C-101B-9397-08002B2CF9AE}" pid="33" name="_dlc_DocIdUrl">
    <vt:lpwstr>https://bouyguesconstruction.sharepoint.com/sites/bycnitbycnitdacdsarchitecture/_layouts/15/DocIdRedir.aspx?ID=CWKSP-1572697757-1386, CWKSP-1572697757-1386</vt:lpwstr>
  </property>
  <property fmtid="{D5CDD505-2E9C-101B-9397-08002B2CF9AE}" pid="34" name="ComUnityFolder">
    <vt:lpwstr>, </vt:lpwstr>
  </property>
</Properties>
</file>