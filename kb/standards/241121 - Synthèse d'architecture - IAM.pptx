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notesSlides/notesSlide2.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customXml/itemProps4.xml" ContentType="application/vnd.openxmlformats-officedocument.customXmlProperties+xml"/>
  <Override PartName="/customXml/itemProps5.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23" r:id="rId4"/>
    <p:sldMasterId id="2147483750" r:id="rId5"/>
    <p:sldMasterId id="2147483757" r:id="rId6"/>
  </p:sldMasterIdLst>
  <p:notesMasterIdLst>
    <p:notesMasterId r:id="rId29"/>
  </p:notesMasterIdLst>
  <p:handoutMasterIdLst>
    <p:handoutMasterId r:id="rId30"/>
  </p:handoutMasterIdLst>
  <p:sldIdLst>
    <p:sldId id="2142534272" r:id="rId7"/>
    <p:sldId id="2146847709" r:id="rId8"/>
    <p:sldId id="2146847710" r:id="rId9"/>
    <p:sldId id="2146847708" r:id="rId10"/>
    <p:sldId id="2146847692" r:id="rId11"/>
    <p:sldId id="423" r:id="rId12"/>
    <p:sldId id="2146847733" r:id="rId13"/>
    <p:sldId id="559" r:id="rId14"/>
    <p:sldId id="2146847734" r:id="rId15"/>
    <p:sldId id="2146847735" r:id="rId16"/>
    <p:sldId id="2146847736" r:id="rId17"/>
    <p:sldId id="2146847739" r:id="rId18"/>
    <p:sldId id="2146847740" r:id="rId19"/>
    <p:sldId id="2146847742" r:id="rId20"/>
    <p:sldId id="2146847743" r:id="rId21"/>
    <p:sldId id="2146847748" r:id="rId22"/>
    <p:sldId id="2146847744" r:id="rId23"/>
    <p:sldId id="2146847746" r:id="rId24"/>
    <p:sldId id="2146847747" r:id="rId25"/>
    <p:sldId id="2146847749" r:id="rId26"/>
    <p:sldId id="2146847750" r:id="rId27"/>
    <p:sldId id="2146847705" r:id="rId28"/>
  </p:sldIdLst>
  <p:sldSz cx="12192000" cy="6858000"/>
  <p:notesSz cx="6858000" cy="9144000"/>
  <p:embeddedFontLst>
    <p:embeddedFont>
      <p:font typeface="Avenir LT 45 Book" panose="02000503020000020003" pitchFamily="2" charset="0"/>
      <p:regular r:id="rId31"/>
      <p:italic r:id="rId32"/>
    </p:embeddedFont>
    <p:embeddedFont>
      <p:font typeface="Avenir Next LT Pro" panose="020B0504020202020204" pitchFamily="34" charset="0"/>
      <p:regular r:id="rId33"/>
      <p:bold r:id="rId34"/>
      <p:italic r:id="rId35"/>
      <p:boldItalic r:id="rId36"/>
    </p:embeddedFont>
    <p:embeddedFont>
      <p:font typeface="Barlow Black" panose="00000A00000000000000" pitchFamily="2" charset="0"/>
      <p:bold r:id="rId37"/>
      <p:boldItalic r:id="rId38"/>
    </p:embeddedFont>
    <p:embeddedFont>
      <p:font typeface="Impact" panose="020B0806030902050204" pitchFamily="34" charset="0"/>
      <p:regular r:id="rId39"/>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C56F"/>
    <a:srgbClr val="2F99B0"/>
    <a:srgbClr val="E65012"/>
    <a:srgbClr val="84A0EB"/>
    <a:srgbClr val="0F6FC6"/>
    <a:srgbClr val="309BB2"/>
    <a:srgbClr val="FFFDF7"/>
    <a:srgbClr val="102031"/>
    <a:srgbClr val="4CC0EE"/>
    <a:srgbClr val="00A8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D0483A-021B-4B3A-8058-8C8BF24FBB3B}" v="2" dt="2025-03-10T14:54:27.949"/>
  </p1510:revLst>
</p1510:revInfo>
</file>

<file path=ppt/tableStyles.xml><?xml version="1.0" encoding="utf-8"?>
<a:tblStyleLst xmlns:a="http://schemas.openxmlformats.org/drawingml/2006/main" def="{5C22544A-7EE6-4342-B048-85BDC9FD1C3A}">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760" autoAdjust="0"/>
    <p:restoredTop sz="96340" autoAdjust="0"/>
  </p:normalViewPr>
  <p:slideViewPr>
    <p:cSldViewPr snapToGrid="0">
      <p:cViewPr varScale="1">
        <p:scale>
          <a:sx n="190" d="100"/>
          <a:sy n="190" d="100"/>
        </p:scale>
        <p:origin x="1062" y="16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font" Target="fonts/font9.fntdata"/><Relationship Id="rId21" Type="http://schemas.openxmlformats.org/officeDocument/2006/relationships/slide" Target="slides/slide15.xml"/><Relationship Id="rId34" Type="http://schemas.openxmlformats.org/officeDocument/2006/relationships/font" Target="fonts/font4.fntdata"/><Relationship Id="rId42" Type="http://schemas.openxmlformats.org/officeDocument/2006/relationships/theme" Target="theme/theme1.xml"/><Relationship Id="rId47" Type="http://schemas.openxmlformats.org/officeDocument/2006/relationships/customXml" Target="../customXml/item5.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font" Target="fonts/font6.fntdata"/><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font" Target="fonts/font1.fntdata"/><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handoutMaster" Target="handoutMasters/handoutMaster1.xml"/><Relationship Id="rId35" Type="http://schemas.openxmlformats.org/officeDocument/2006/relationships/font" Target="fonts/font5.fntdata"/><Relationship Id="rId43" Type="http://schemas.openxmlformats.org/officeDocument/2006/relationships/tableStyles" Target="tableStyle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customXml" Target="../customXml/item4.xml"/><Relationship Id="rId20" Type="http://schemas.openxmlformats.org/officeDocument/2006/relationships/slide" Target="slides/slide14.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RAUD, Gilles (ONEPOINT)" userId="6d20c896-481c-410b-a8c0-2d4a97d55c0a" providerId="ADAL" clId="{E6D0483A-021B-4B3A-8058-8C8BF24FBB3B}"/>
    <pc:docChg chg="custSel modSld">
      <pc:chgData name="GIRAUD, Gilles (ONEPOINT)" userId="6d20c896-481c-410b-a8c0-2d4a97d55c0a" providerId="ADAL" clId="{E6D0483A-021B-4B3A-8058-8C8BF24FBB3B}" dt="2025-03-10T14:55:22.583" v="11" actId="478"/>
      <pc:docMkLst>
        <pc:docMk/>
      </pc:docMkLst>
      <pc:sldChg chg="addSp modSp mod">
        <pc:chgData name="GIRAUD, Gilles (ONEPOINT)" userId="6d20c896-481c-410b-a8c0-2d4a97d55c0a" providerId="ADAL" clId="{E6D0483A-021B-4B3A-8058-8C8BF24FBB3B}" dt="2025-03-10T14:33:58.243" v="9" actId="1076"/>
        <pc:sldMkLst>
          <pc:docMk/>
          <pc:sldMk cId="230626073" sldId="559"/>
        </pc:sldMkLst>
        <pc:spChg chg="add mod">
          <ac:chgData name="GIRAUD, Gilles (ONEPOINT)" userId="6d20c896-481c-410b-a8c0-2d4a97d55c0a" providerId="ADAL" clId="{E6D0483A-021B-4B3A-8058-8C8BF24FBB3B}" dt="2025-03-10T14:33:58.243" v="9" actId="1076"/>
          <ac:spMkLst>
            <pc:docMk/>
            <pc:sldMk cId="230626073" sldId="559"/>
            <ac:spMk id="3" creationId="{6BA18D0D-D01A-C28B-AEE2-F52D578DB975}"/>
          </ac:spMkLst>
        </pc:spChg>
      </pc:sldChg>
      <pc:sldChg chg="modSp">
        <pc:chgData name="GIRAUD, Gilles (ONEPOINT)" userId="6d20c896-481c-410b-a8c0-2d4a97d55c0a" providerId="ADAL" clId="{E6D0483A-021B-4B3A-8058-8C8BF24FBB3B}" dt="2025-03-10T14:54:27.949" v="10" actId="14826"/>
        <pc:sldMkLst>
          <pc:docMk/>
          <pc:sldMk cId="2400605503" sldId="2146847735"/>
        </pc:sldMkLst>
        <pc:picChg chg="mod">
          <ac:chgData name="GIRAUD, Gilles (ONEPOINT)" userId="6d20c896-481c-410b-a8c0-2d4a97d55c0a" providerId="ADAL" clId="{E6D0483A-021B-4B3A-8058-8C8BF24FBB3B}" dt="2025-03-10T14:54:27.949" v="10" actId="14826"/>
          <ac:picMkLst>
            <pc:docMk/>
            <pc:sldMk cId="2400605503" sldId="2146847735"/>
            <ac:picMk id="2" creationId="{03A2546B-5FBE-D78A-F04A-3147169EC525}"/>
          </ac:picMkLst>
        </pc:picChg>
      </pc:sldChg>
      <pc:sldChg chg="delSp mod">
        <pc:chgData name="GIRAUD, Gilles (ONEPOINT)" userId="6d20c896-481c-410b-a8c0-2d4a97d55c0a" providerId="ADAL" clId="{E6D0483A-021B-4B3A-8058-8C8BF24FBB3B}" dt="2025-03-10T14:55:22.583" v="11" actId="478"/>
        <pc:sldMkLst>
          <pc:docMk/>
          <pc:sldMk cId="2260876377" sldId="2146847742"/>
        </pc:sldMkLst>
        <pc:spChg chg="del">
          <ac:chgData name="GIRAUD, Gilles (ONEPOINT)" userId="6d20c896-481c-410b-a8c0-2d4a97d55c0a" providerId="ADAL" clId="{E6D0483A-021B-4B3A-8058-8C8BF24FBB3B}" dt="2025-03-10T14:55:22.583" v="11" actId="478"/>
          <ac:spMkLst>
            <pc:docMk/>
            <pc:sldMk cId="2260876377" sldId="2146847742"/>
            <ac:spMk id="128" creationId="{A8451245-BD1E-38C0-90B7-31CB4C3D19A5}"/>
          </ac:spMkLst>
        </pc:spChg>
      </pc:sldChg>
    </pc:docChg>
  </pc:docChgLst>
  <pc:docChgLst>
    <pc:chgData name="GIRAUD, Gilles (ONEPOINT)" userId="6d20c896-481c-410b-a8c0-2d4a97d55c0a" providerId="ADAL" clId="{5296832A-0673-4531-B771-A9CA7F0249F1}"/>
    <pc:docChg chg="undo redo custSel addSld delSld modSld sldOrd">
      <pc:chgData name="GIRAUD, Gilles (ONEPOINT)" userId="6d20c896-481c-410b-a8c0-2d4a97d55c0a" providerId="ADAL" clId="{5296832A-0673-4531-B771-A9CA7F0249F1}" dt="2025-01-15T17:50:29.778" v="9666" actId="478"/>
      <pc:docMkLst>
        <pc:docMk/>
      </pc:docMkLst>
      <pc:sldChg chg="del">
        <pc:chgData name="GIRAUD, Gilles (ONEPOINT)" userId="6d20c896-481c-410b-a8c0-2d4a97d55c0a" providerId="ADAL" clId="{5296832A-0673-4531-B771-A9CA7F0249F1}" dt="2025-01-15T17:49:38.806" v="9656" actId="47"/>
        <pc:sldMkLst>
          <pc:docMk/>
          <pc:sldMk cId="3518475085" sldId="2146847682"/>
        </pc:sldMkLst>
      </pc:sldChg>
      <pc:sldChg chg="del">
        <pc:chgData name="GIRAUD, Gilles (ONEPOINT)" userId="6d20c896-481c-410b-a8c0-2d4a97d55c0a" providerId="ADAL" clId="{5296832A-0673-4531-B771-A9CA7F0249F1}" dt="2025-01-15T17:49:15.114" v="9655" actId="47"/>
        <pc:sldMkLst>
          <pc:docMk/>
          <pc:sldMk cId="365256071" sldId="2146847694"/>
        </pc:sldMkLst>
      </pc:sldChg>
      <pc:sldChg chg="del">
        <pc:chgData name="GIRAUD, Gilles (ONEPOINT)" userId="6d20c896-481c-410b-a8c0-2d4a97d55c0a" providerId="ADAL" clId="{5296832A-0673-4531-B771-A9CA7F0249F1}" dt="2025-01-15T17:49:38.806" v="9656" actId="47"/>
        <pc:sldMkLst>
          <pc:docMk/>
          <pc:sldMk cId="417998196" sldId="2146847695"/>
        </pc:sldMkLst>
      </pc:sldChg>
      <pc:sldChg chg="del">
        <pc:chgData name="GIRAUD, Gilles (ONEPOINT)" userId="6d20c896-481c-410b-a8c0-2d4a97d55c0a" providerId="ADAL" clId="{5296832A-0673-4531-B771-A9CA7F0249F1}" dt="2025-01-15T17:49:38.806" v="9656" actId="47"/>
        <pc:sldMkLst>
          <pc:docMk/>
          <pc:sldMk cId="938333419" sldId="2146847696"/>
        </pc:sldMkLst>
      </pc:sldChg>
      <pc:sldChg chg="del">
        <pc:chgData name="GIRAUD, Gilles (ONEPOINT)" userId="6d20c896-481c-410b-a8c0-2d4a97d55c0a" providerId="ADAL" clId="{5296832A-0673-4531-B771-A9CA7F0249F1}" dt="2025-01-15T17:49:38.806" v="9656" actId="47"/>
        <pc:sldMkLst>
          <pc:docMk/>
          <pc:sldMk cId="201233226" sldId="2146847697"/>
        </pc:sldMkLst>
      </pc:sldChg>
      <pc:sldChg chg="del">
        <pc:chgData name="GIRAUD, Gilles (ONEPOINT)" userId="6d20c896-481c-410b-a8c0-2d4a97d55c0a" providerId="ADAL" clId="{5296832A-0673-4531-B771-A9CA7F0249F1}" dt="2025-01-15T17:49:38.806" v="9656" actId="47"/>
        <pc:sldMkLst>
          <pc:docMk/>
          <pc:sldMk cId="4089220752" sldId="2146847698"/>
        </pc:sldMkLst>
      </pc:sldChg>
      <pc:sldChg chg="del">
        <pc:chgData name="GIRAUD, Gilles (ONEPOINT)" userId="6d20c896-481c-410b-a8c0-2d4a97d55c0a" providerId="ADAL" clId="{5296832A-0673-4531-B771-A9CA7F0249F1}" dt="2025-01-15T17:49:38.806" v="9656" actId="47"/>
        <pc:sldMkLst>
          <pc:docMk/>
          <pc:sldMk cId="2783564726" sldId="2146847699"/>
        </pc:sldMkLst>
      </pc:sldChg>
      <pc:sldChg chg="del">
        <pc:chgData name="GIRAUD, Gilles (ONEPOINT)" userId="6d20c896-481c-410b-a8c0-2d4a97d55c0a" providerId="ADAL" clId="{5296832A-0673-4531-B771-A9CA7F0249F1}" dt="2025-01-15T17:49:38.806" v="9656" actId="47"/>
        <pc:sldMkLst>
          <pc:docMk/>
          <pc:sldMk cId="517455098" sldId="2146847700"/>
        </pc:sldMkLst>
      </pc:sldChg>
      <pc:sldChg chg="del">
        <pc:chgData name="GIRAUD, Gilles (ONEPOINT)" userId="6d20c896-481c-410b-a8c0-2d4a97d55c0a" providerId="ADAL" clId="{5296832A-0673-4531-B771-A9CA7F0249F1}" dt="2025-01-15T17:49:38.806" v="9656" actId="47"/>
        <pc:sldMkLst>
          <pc:docMk/>
          <pc:sldMk cId="2180581733" sldId="2146847701"/>
        </pc:sldMkLst>
      </pc:sldChg>
      <pc:sldChg chg="del">
        <pc:chgData name="GIRAUD, Gilles (ONEPOINT)" userId="6d20c896-481c-410b-a8c0-2d4a97d55c0a" providerId="ADAL" clId="{5296832A-0673-4531-B771-A9CA7F0249F1}" dt="2025-01-15T17:49:38.806" v="9656" actId="47"/>
        <pc:sldMkLst>
          <pc:docMk/>
          <pc:sldMk cId="3074213287" sldId="2146847703"/>
        </pc:sldMkLst>
      </pc:sldChg>
      <pc:sldChg chg="del">
        <pc:chgData name="GIRAUD, Gilles (ONEPOINT)" userId="6d20c896-481c-410b-a8c0-2d4a97d55c0a" providerId="ADAL" clId="{5296832A-0673-4531-B771-A9CA7F0249F1}" dt="2025-01-15T17:49:38.806" v="9656" actId="47"/>
        <pc:sldMkLst>
          <pc:docMk/>
          <pc:sldMk cId="3684198483" sldId="2146847704"/>
        </pc:sldMkLst>
      </pc:sldChg>
      <pc:sldChg chg="addSp delSp modSp mod modClrScheme chgLayout">
        <pc:chgData name="GIRAUD, Gilles (ONEPOINT)" userId="6d20c896-481c-410b-a8c0-2d4a97d55c0a" providerId="ADAL" clId="{5296832A-0673-4531-B771-A9CA7F0249F1}" dt="2025-01-15T17:50:29.778" v="9666" actId="478"/>
        <pc:sldMkLst>
          <pc:docMk/>
          <pc:sldMk cId="974348317" sldId="2146847705"/>
        </pc:sldMkLst>
        <pc:spChg chg="mod ord">
          <ac:chgData name="GIRAUD, Gilles (ONEPOINT)" userId="6d20c896-481c-410b-a8c0-2d4a97d55c0a" providerId="ADAL" clId="{5296832A-0673-4531-B771-A9CA7F0249F1}" dt="2025-01-15T17:50:12.331" v="9660" actId="1076"/>
          <ac:spMkLst>
            <pc:docMk/>
            <pc:sldMk cId="974348317" sldId="2146847705"/>
            <ac:spMk id="2" creationId="{7F041759-7813-FB16-5B80-940A2FEF0518}"/>
          </ac:spMkLst>
        </pc:spChg>
      </pc:sldChg>
      <pc:sldChg chg="del">
        <pc:chgData name="GIRAUD, Gilles (ONEPOINT)" userId="6d20c896-481c-410b-a8c0-2d4a97d55c0a" providerId="ADAL" clId="{5296832A-0673-4531-B771-A9CA7F0249F1}" dt="2025-01-15T17:49:38.806" v="9656" actId="47"/>
        <pc:sldMkLst>
          <pc:docMk/>
          <pc:sldMk cId="3814933646" sldId="2146847706"/>
        </pc:sldMkLst>
      </pc:sldChg>
      <pc:sldChg chg="del">
        <pc:chgData name="GIRAUD, Gilles (ONEPOINT)" userId="6d20c896-481c-410b-a8c0-2d4a97d55c0a" providerId="ADAL" clId="{5296832A-0673-4531-B771-A9CA7F0249F1}" dt="2025-01-15T17:49:38.806" v="9656" actId="47"/>
        <pc:sldMkLst>
          <pc:docMk/>
          <pc:sldMk cId="3427600238" sldId="2146847707"/>
        </pc:sldMkLst>
      </pc:sldChg>
      <pc:sldChg chg="del">
        <pc:chgData name="GIRAUD, Gilles (ONEPOINT)" userId="6d20c896-481c-410b-a8c0-2d4a97d55c0a" providerId="ADAL" clId="{5296832A-0673-4531-B771-A9CA7F0249F1}" dt="2025-01-15T17:49:38.806" v="9656" actId="47"/>
        <pc:sldMkLst>
          <pc:docMk/>
          <pc:sldMk cId="374356162" sldId="2146847712"/>
        </pc:sldMkLst>
      </pc:sldChg>
      <pc:sldChg chg="del">
        <pc:chgData name="GIRAUD, Gilles (ONEPOINT)" userId="6d20c896-481c-410b-a8c0-2d4a97d55c0a" providerId="ADAL" clId="{5296832A-0673-4531-B771-A9CA7F0249F1}" dt="2025-01-15T17:49:38.806" v="9656" actId="47"/>
        <pc:sldMkLst>
          <pc:docMk/>
          <pc:sldMk cId="3176710624" sldId="2146847713"/>
        </pc:sldMkLst>
      </pc:sldChg>
      <pc:sldChg chg="del">
        <pc:chgData name="GIRAUD, Gilles (ONEPOINT)" userId="6d20c896-481c-410b-a8c0-2d4a97d55c0a" providerId="ADAL" clId="{5296832A-0673-4531-B771-A9CA7F0249F1}" dt="2025-01-15T17:49:38.806" v="9656" actId="47"/>
        <pc:sldMkLst>
          <pc:docMk/>
          <pc:sldMk cId="3443470379" sldId="2146847714"/>
        </pc:sldMkLst>
      </pc:sldChg>
      <pc:sldChg chg="del">
        <pc:chgData name="GIRAUD, Gilles (ONEPOINT)" userId="6d20c896-481c-410b-a8c0-2d4a97d55c0a" providerId="ADAL" clId="{5296832A-0673-4531-B771-A9CA7F0249F1}" dt="2025-01-15T17:49:38.806" v="9656" actId="47"/>
        <pc:sldMkLst>
          <pc:docMk/>
          <pc:sldMk cId="1911071520" sldId="2146847715"/>
        </pc:sldMkLst>
      </pc:sldChg>
      <pc:sldChg chg="del">
        <pc:chgData name="GIRAUD, Gilles (ONEPOINT)" userId="6d20c896-481c-410b-a8c0-2d4a97d55c0a" providerId="ADAL" clId="{5296832A-0673-4531-B771-A9CA7F0249F1}" dt="2025-01-15T17:49:38.806" v="9656" actId="47"/>
        <pc:sldMkLst>
          <pc:docMk/>
          <pc:sldMk cId="1598337276" sldId="2146847716"/>
        </pc:sldMkLst>
      </pc:sldChg>
      <pc:sldChg chg="del">
        <pc:chgData name="GIRAUD, Gilles (ONEPOINT)" userId="6d20c896-481c-410b-a8c0-2d4a97d55c0a" providerId="ADAL" clId="{5296832A-0673-4531-B771-A9CA7F0249F1}" dt="2025-01-15T17:49:38.806" v="9656" actId="47"/>
        <pc:sldMkLst>
          <pc:docMk/>
          <pc:sldMk cId="226072773" sldId="2146847717"/>
        </pc:sldMkLst>
      </pc:sldChg>
      <pc:sldChg chg="del">
        <pc:chgData name="GIRAUD, Gilles (ONEPOINT)" userId="6d20c896-481c-410b-a8c0-2d4a97d55c0a" providerId="ADAL" clId="{5296832A-0673-4531-B771-A9CA7F0249F1}" dt="2025-01-15T17:49:38.806" v="9656" actId="47"/>
        <pc:sldMkLst>
          <pc:docMk/>
          <pc:sldMk cId="4242441312" sldId="2146847718"/>
        </pc:sldMkLst>
      </pc:sldChg>
      <pc:sldChg chg="del">
        <pc:chgData name="GIRAUD, Gilles (ONEPOINT)" userId="6d20c896-481c-410b-a8c0-2d4a97d55c0a" providerId="ADAL" clId="{5296832A-0673-4531-B771-A9CA7F0249F1}" dt="2025-01-15T17:49:38.806" v="9656" actId="47"/>
        <pc:sldMkLst>
          <pc:docMk/>
          <pc:sldMk cId="836887191" sldId="2146847719"/>
        </pc:sldMkLst>
      </pc:sldChg>
      <pc:sldChg chg="del">
        <pc:chgData name="GIRAUD, Gilles (ONEPOINT)" userId="6d20c896-481c-410b-a8c0-2d4a97d55c0a" providerId="ADAL" clId="{5296832A-0673-4531-B771-A9CA7F0249F1}" dt="2025-01-15T17:49:38.806" v="9656" actId="47"/>
        <pc:sldMkLst>
          <pc:docMk/>
          <pc:sldMk cId="734750090" sldId="2146847720"/>
        </pc:sldMkLst>
      </pc:sldChg>
      <pc:sldChg chg="del">
        <pc:chgData name="GIRAUD, Gilles (ONEPOINT)" userId="6d20c896-481c-410b-a8c0-2d4a97d55c0a" providerId="ADAL" clId="{5296832A-0673-4531-B771-A9CA7F0249F1}" dt="2025-01-15T17:49:38.806" v="9656" actId="47"/>
        <pc:sldMkLst>
          <pc:docMk/>
          <pc:sldMk cId="3042937300" sldId="2146847721"/>
        </pc:sldMkLst>
      </pc:sldChg>
      <pc:sldChg chg="del">
        <pc:chgData name="GIRAUD, Gilles (ONEPOINT)" userId="6d20c896-481c-410b-a8c0-2d4a97d55c0a" providerId="ADAL" clId="{5296832A-0673-4531-B771-A9CA7F0249F1}" dt="2025-01-15T17:49:38.806" v="9656" actId="47"/>
        <pc:sldMkLst>
          <pc:docMk/>
          <pc:sldMk cId="4192326910" sldId="2146847722"/>
        </pc:sldMkLst>
      </pc:sldChg>
      <pc:sldChg chg="del">
        <pc:chgData name="GIRAUD, Gilles (ONEPOINT)" userId="6d20c896-481c-410b-a8c0-2d4a97d55c0a" providerId="ADAL" clId="{5296832A-0673-4531-B771-A9CA7F0249F1}" dt="2025-01-15T17:49:38.806" v="9656" actId="47"/>
        <pc:sldMkLst>
          <pc:docMk/>
          <pc:sldMk cId="601923331" sldId="2146847723"/>
        </pc:sldMkLst>
      </pc:sldChg>
      <pc:sldChg chg="del">
        <pc:chgData name="GIRAUD, Gilles (ONEPOINT)" userId="6d20c896-481c-410b-a8c0-2d4a97d55c0a" providerId="ADAL" clId="{5296832A-0673-4531-B771-A9CA7F0249F1}" dt="2025-01-15T17:49:38.806" v="9656" actId="47"/>
        <pc:sldMkLst>
          <pc:docMk/>
          <pc:sldMk cId="2536487841" sldId="2146847724"/>
        </pc:sldMkLst>
      </pc:sldChg>
      <pc:sldChg chg="del">
        <pc:chgData name="GIRAUD, Gilles (ONEPOINT)" userId="6d20c896-481c-410b-a8c0-2d4a97d55c0a" providerId="ADAL" clId="{5296832A-0673-4531-B771-A9CA7F0249F1}" dt="2025-01-15T17:49:38.806" v="9656" actId="47"/>
        <pc:sldMkLst>
          <pc:docMk/>
          <pc:sldMk cId="1181626446" sldId="2146847725"/>
        </pc:sldMkLst>
      </pc:sldChg>
      <pc:sldChg chg="del">
        <pc:chgData name="GIRAUD, Gilles (ONEPOINT)" userId="6d20c896-481c-410b-a8c0-2d4a97d55c0a" providerId="ADAL" clId="{5296832A-0673-4531-B771-A9CA7F0249F1}" dt="2025-01-15T17:49:38.806" v="9656" actId="47"/>
        <pc:sldMkLst>
          <pc:docMk/>
          <pc:sldMk cId="1781914373" sldId="2146847726"/>
        </pc:sldMkLst>
      </pc:sldChg>
      <pc:sldChg chg="del">
        <pc:chgData name="GIRAUD, Gilles (ONEPOINT)" userId="6d20c896-481c-410b-a8c0-2d4a97d55c0a" providerId="ADAL" clId="{5296832A-0673-4531-B771-A9CA7F0249F1}" dt="2025-01-15T17:49:38.806" v="9656" actId="47"/>
        <pc:sldMkLst>
          <pc:docMk/>
          <pc:sldMk cId="108264426" sldId="2146847727"/>
        </pc:sldMkLst>
      </pc:sldChg>
      <pc:sldChg chg="modSp mod">
        <pc:chgData name="GIRAUD, Gilles (ONEPOINT)" userId="6d20c896-481c-410b-a8c0-2d4a97d55c0a" providerId="ADAL" clId="{5296832A-0673-4531-B771-A9CA7F0249F1}" dt="2025-01-07T10:07:12.369" v="45" actId="20577"/>
        <pc:sldMkLst>
          <pc:docMk/>
          <pc:sldMk cId="1473555330" sldId="2146847736"/>
        </pc:sldMkLst>
        <pc:spChg chg="mod">
          <ac:chgData name="GIRAUD, Gilles (ONEPOINT)" userId="6d20c896-481c-410b-a8c0-2d4a97d55c0a" providerId="ADAL" clId="{5296832A-0673-4531-B771-A9CA7F0249F1}" dt="2025-01-07T10:07:12.369" v="45" actId="20577"/>
          <ac:spMkLst>
            <pc:docMk/>
            <pc:sldMk cId="1473555330" sldId="2146847736"/>
            <ac:spMk id="3" creationId="{A8861678-F5BA-82AE-6BEC-1C1C4C3B9AE2}"/>
          </ac:spMkLst>
        </pc:spChg>
      </pc:sldChg>
      <pc:sldChg chg="delSp mod">
        <pc:chgData name="GIRAUD, Gilles (ONEPOINT)" userId="6d20c896-481c-410b-a8c0-2d4a97d55c0a" providerId="ADAL" clId="{5296832A-0673-4531-B771-A9CA7F0249F1}" dt="2025-01-07T10:16:44.662" v="46" actId="478"/>
        <pc:sldMkLst>
          <pc:docMk/>
          <pc:sldMk cId="2835905251" sldId="2146847739"/>
        </pc:sldMkLst>
      </pc:sldChg>
      <pc:sldChg chg="delSp mod">
        <pc:chgData name="GIRAUD, Gilles (ONEPOINT)" userId="6d20c896-481c-410b-a8c0-2d4a97d55c0a" providerId="ADAL" clId="{5296832A-0673-4531-B771-A9CA7F0249F1}" dt="2025-01-07T10:16:57.325" v="47" actId="478"/>
        <pc:sldMkLst>
          <pc:docMk/>
          <pc:sldMk cId="950524069" sldId="2146847740"/>
        </pc:sldMkLst>
      </pc:sldChg>
      <pc:sldChg chg="addSp delSp modSp add del mod modShow">
        <pc:chgData name="GIRAUD, Gilles (ONEPOINT)" userId="6d20c896-481c-410b-a8c0-2d4a97d55c0a" providerId="ADAL" clId="{5296832A-0673-4531-B771-A9CA7F0249F1}" dt="2025-01-15T17:49:45.469" v="9657" actId="47"/>
        <pc:sldMkLst>
          <pc:docMk/>
          <pc:sldMk cId="3881009118" sldId="2146847741"/>
        </pc:sldMkLst>
      </pc:sldChg>
      <pc:sldChg chg="addSp delSp modSp add mod ord modClrScheme chgLayout">
        <pc:chgData name="GIRAUD, Gilles (ONEPOINT)" userId="6d20c896-481c-410b-a8c0-2d4a97d55c0a" providerId="ADAL" clId="{5296832A-0673-4531-B771-A9CA7F0249F1}" dt="2025-01-09T10:57:17.796" v="4054" actId="1076"/>
        <pc:sldMkLst>
          <pc:docMk/>
          <pc:sldMk cId="2260876377" sldId="2146847742"/>
        </pc:sldMkLst>
        <pc:spChg chg="add mod">
          <ac:chgData name="GIRAUD, Gilles (ONEPOINT)" userId="6d20c896-481c-410b-a8c0-2d4a97d55c0a" providerId="ADAL" clId="{5296832A-0673-4531-B771-A9CA7F0249F1}" dt="2025-01-09T10:57:17.796" v="4054" actId="1076"/>
          <ac:spMkLst>
            <pc:docMk/>
            <pc:sldMk cId="2260876377" sldId="2146847742"/>
            <ac:spMk id="2" creationId="{9322FC06-D66D-1F20-0AC0-A3B7DE9B6209}"/>
          </ac:spMkLst>
        </pc:spChg>
        <pc:spChg chg="mod ord">
          <ac:chgData name="GIRAUD, Gilles (ONEPOINT)" userId="6d20c896-481c-410b-a8c0-2d4a97d55c0a" providerId="ADAL" clId="{5296832A-0673-4531-B771-A9CA7F0249F1}" dt="2025-01-08T14:13:22.347" v="1998" actId="313"/>
          <ac:spMkLst>
            <pc:docMk/>
            <pc:sldMk cId="2260876377" sldId="2146847742"/>
            <ac:spMk id="5" creationId="{24192493-B7B0-48C9-C52E-CFD459A032D2}"/>
          </ac:spMkLst>
        </pc:spChg>
        <pc:spChg chg="mod ord">
          <ac:chgData name="GIRAUD, Gilles (ONEPOINT)" userId="6d20c896-481c-410b-a8c0-2d4a97d55c0a" providerId="ADAL" clId="{5296832A-0673-4531-B771-A9CA7F0249F1}" dt="2025-01-09T08:05:29.981" v="2084" actId="20577"/>
          <ac:spMkLst>
            <pc:docMk/>
            <pc:sldMk cId="2260876377" sldId="2146847742"/>
            <ac:spMk id="6" creationId="{55653340-A5E0-A893-40AD-03CF21F77861}"/>
          </ac:spMkLst>
        </pc:spChg>
        <pc:spChg chg="mod ord">
          <ac:chgData name="GIRAUD, Gilles (ONEPOINT)" userId="6d20c896-481c-410b-a8c0-2d4a97d55c0a" providerId="ADAL" clId="{5296832A-0673-4531-B771-A9CA7F0249F1}" dt="2025-01-08T14:12:57.355" v="1939" actId="20577"/>
          <ac:spMkLst>
            <pc:docMk/>
            <pc:sldMk cId="2260876377" sldId="2146847742"/>
            <ac:spMk id="7" creationId="{5FA49358-3514-6D20-7E1C-8949CFD80C83}"/>
          </ac:spMkLst>
        </pc:spChg>
        <pc:spChg chg="mod">
          <ac:chgData name="GIRAUD, Gilles (ONEPOINT)" userId="6d20c896-481c-410b-a8c0-2d4a97d55c0a" providerId="ADAL" clId="{5296832A-0673-4531-B771-A9CA7F0249F1}" dt="2025-01-09T08:08:59.552" v="2088" actId="1038"/>
          <ac:spMkLst>
            <pc:docMk/>
            <pc:sldMk cId="2260876377" sldId="2146847742"/>
            <ac:spMk id="30" creationId="{F3DAF10A-8068-598D-5029-4FB396F986D3}"/>
          </ac:spMkLst>
        </pc:spChg>
        <pc:spChg chg="mod topLvl">
          <ac:chgData name="GIRAUD, Gilles (ONEPOINT)" userId="6d20c896-481c-410b-a8c0-2d4a97d55c0a" providerId="ADAL" clId="{5296832A-0673-4531-B771-A9CA7F0249F1}" dt="2025-01-08T12:15:38.063" v="1741" actId="165"/>
          <ac:spMkLst>
            <pc:docMk/>
            <pc:sldMk cId="2260876377" sldId="2146847742"/>
            <ac:spMk id="31" creationId="{40AE3D34-0AB8-812D-9BDE-1641169C80F5}"/>
          </ac:spMkLst>
        </pc:spChg>
        <pc:spChg chg="mod">
          <ac:chgData name="GIRAUD, Gilles (ONEPOINT)" userId="6d20c896-481c-410b-a8c0-2d4a97d55c0a" providerId="ADAL" clId="{5296832A-0673-4531-B771-A9CA7F0249F1}" dt="2025-01-07T14:49:56.281" v="279" actId="1076"/>
          <ac:spMkLst>
            <pc:docMk/>
            <pc:sldMk cId="2260876377" sldId="2146847742"/>
            <ac:spMk id="41" creationId="{E76101AA-9B2C-75BD-86DE-009C109AAC8C}"/>
          </ac:spMkLst>
        </pc:spChg>
        <pc:spChg chg="mod">
          <ac:chgData name="GIRAUD, Gilles (ONEPOINT)" userId="6d20c896-481c-410b-a8c0-2d4a97d55c0a" providerId="ADAL" clId="{5296832A-0673-4531-B771-A9CA7F0249F1}" dt="2025-01-08T12:15:38.063" v="1741" actId="165"/>
          <ac:spMkLst>
            <pc:docMk/>
            <pc:sldMk cId="2260876377" sldId="2146847742"/>
            <ac:spMk id="52" creationId="{871A8271-30D6-B27A-2B92-A7D68DC94F59}"/>
          </ac:spMkLst>
        </pc:spChg>
        <pc:spChg chg="mod topLvl">
          <ac:chgData name="GIRAUD, Gilles (ONEPOINT)" userId="6d20c896-481c-410b-a8c0-2d4a97d55c0a" providerId="ADAL" clId="{5296832A-0673-4531-B771-A9CA7F0249F1}" dt="2025-01-08T12:15:38.063" v="1741" actId="165"/>
          <ac:spMkLst>
            <pc:docMk/>
            <pc:sldMk cId="2260876377" sldId="2146847742"/>
            <ac:spMk id="55" creationId="{9ED900BB-24BD-C1F8-2D07-371E0F35D1E9}"/>
          </ac:spMkLst>
        </pc:spChg>
        <pc:spChg chg="mod">
          <ac:chgData name="GIRAUD, Gilles (ONEPOINT)" userId="6d20c896-481c-410b-a8c0-2d4a97d55c0a" providerId="ADAL" clId="{5296832A-0673-4531-B771-A9CA7F0249F1}" dt="2025-01-08T11:42:58.671" v="1059" actId="1076"/>
          <ac:spMkLst>
            <pc:docMk/>
            <pc:sldMk cId="2260876377" sldId="2146847742"/>
            <ac:spMk id="56" creationId="{D9A478B8-B89D-E031-DFD2-71BE612F83CD}"/>
          </ac:spMkLst>
        </pc:spChg>
        <pc:spChg chg="add mod ord topLvl">
          <ac:chgData name="GIRAUD, Gilles (ONEPOINT)" userId="6d20c896-481c-410b-a8c0-2d4a97d55c0a" providerId="ADAL" clId="{5296832A-0673-4531-B771-A9CA7F0249F1}" dt="2025-01-08T12:20:34.408" v="1895" actId="14861"/>
          <ac:spMkLst>
            <pc:docMk/>
            <pc:sldMk cId="2260876377" sldId="2146847742"/>
            <ac:spMk id="57" creationId="{6A37A5BD-13EC-6334-C1E6-FEB8A2FA9EE6}"/>
          </ac:spMkLst>
        </pc:spChg>
        <pc:spChg chg="mod">
          <ac:chgData name="GIRAUD, Gilles (ONEPOINT)" userId="6d20c896-481c-410b-a8c0-2d4a97d55c0a" providerId="ADAL" clId="{5296832A-0673-4531-B771-A9CA7F0249F1}" dt="2025-01-08T12:20:09.528" v="1894" actId="14861"/>
          <ac:spMkLst>
            <pc:docMk/>
            <pc:sldMk cId="2260876377" sldId="2146847742"/>
            <ac:spMk id="58" creationId="{78D128C1-2FBD-4726-2172-4D52174FB7F8}"/>
          </ac:spMkLst>
        </pc:spChg>
        <pc:spChg chg="mod">
          <ac:chgData name="GIRAUD, Gilles (ONEPOINT)" userId="6d20c896-481c-410b-a8c0-2d4a97d55c0a" providerId="ADAL" clId="{5296832A-0673-4531-B771-A9CA7F0249F1}" dt="2025-01-08T12:06:22.697" v="1404" actId="1076"/>
          <ac:spMkLst>
            <pc:docMk/>
            <pc:sldMk cId="2260876377" sldId="2146847742"/>
            <ac:spMk id="59" creationId="{3CDEB26C-112C-9C1A-D568-341A917FC6C3}"/>
          </ac:spMkLst>
        </pc:spChg>
        <pc:spChg chg="mod topLvl">
          <ac:chgData name="GIRAUD, Gilles (ONEPOINT)" userId="6d20c896-481c-410b-a8c0-2d4a97d55c0a" providerId="ADAL" clId="{5296832A-0673-4531-B771-A9CA7F0249F1}" dt="2025-01-08T12:15:38.063" v="1741" actId="165"/>
          <ac:spMkLst>
            <pc:docMk/>
            <pc:sldMk cId="2260876377" sldId="2146847742"/>
            <ac:spMk id="60" creationId="{EE855902-C014-3143-961B-66D8B9ACA1F6}"/>
          </ac:spMkLst>
        </pc:spChg>
        <pc:spChg chg="mod">
          <ac:chgData name="GIRAUD, Gilles (ONEPOINT)" userId="6d20c896-481c-410b-a8c0-2d4a97d55c0a" providerId="ADAL" clId="{5296832A-0673-4531-B771-A9CA7F0249F1}" dt="2025-01-08T09:17:03.407" v="631" actId="1076"/>
          <ac:spMkLst>
            <pc:docMk/>
            <pc:sldMk cId="2260876377" sldId="2146847742"/>
            <ac:spMk id="61" creationId="{DDB61519-2452-32B2-D05F-8954126005B9}"/>
          </ac:spMkLst>
        </pc:spChg>
        <pc:spChg chg="mod">
          <ac:chgData name="GIRAUD, Gilles (ONEPOINT)" userId="6d20c896-481c-410b-a8c0-2d4a97d55c0a" providerId="ADAL" clId="{5296832A-0673-4531-B771-A9CA7F0249F1}" dt="2025-01-08T09:17:03.407" v="631" actId="1076"/>
          <ac:spMkLst>
            <pc:docMk/>
            <pc:sldMk cId="2260876377" sldId="2146847742"/>
            <ac:spMk id="62" creationId="{01BCCFE0-56EA-8C87-6DE1-C46B81F4FD74}"/>
          </ac:spMkLst>
        </pc:spChg>
        <pc:spChg chg="mod">
          <ac:chgData name="GIRAUD, Gilles (ONEPOINT)" userId="6d20c896-481c-410b-a8c0-2d4a97d55c0a" providerId="ADAL" clId="{5296832A-0673-4531-B771-A9CA7F0249F1}" dt="2025-01-08T09:17:03.407" v="631" actId="1076"/>
          <ac:spMkLst>
            <pc:docMk/>
            <pc:sldMk cId="2260876377" sldId="2146847742"/>
            <ac:spMk id="65" creationId="{35EA262A-33F7-6C03-9064-A29086528901}"/>
          </ac:spMkLst>
        </pc:spChg>
        <pc:spChg chg="mod">
          <ac:chgData name="GIRAUD, Gilles (ONEPOINT)" userId="6d20c896-481c-410b-a8c0-2d4a97d55c0a" providerId="ADAL" clId="{5296832A-0673-4531-B771-A9CA7F0249F1}" dt="2025-01-08T09:17:03.407" v="631" actId="1076"/>
          <ac:spMkLst>
            <pc:docMk/>
            <pc:sldMk cId="2260876377" sldId="2146847742"/>
            <ac:spMk id="69" creationId="{956DA1D8-CBE6-9405-0A18-F017633B79A3}"/>
          </ac:spMkLst>
        </pc:spChg>
        <pc:spChg chg="add mod">
          <ac:chgData name="GIRAUD, Gilles (ONEPOINT)" userId="6d20c896-481c-410b-a8c0-2d4a97d55c0a" providerId="ADAL" clId="{5296832A-0673-4531-B771-A9CA7F0249F1}" dt="2025-01-08T11:42:45.844" v="1058" actId="1076"/>
          <ac:spMkLst>
            <pc:docMk/>
            <pc:sldMk cId="2260876377" sldId="2146847742"/>
            <ac:spMk id="72" creationId="{4B9BA5E5-A558-9E01-CDD4-EAFEAB13692C}"/>
          </ac:spMkLst>
        </pc:spChg>
        <pc:spChg chg="mod">
          <ac:chgData name="GIRAUD, Gilles (ONEPOINT)" userId="6d20c896-481c-410b-a8c0-2d4a97d55c0a" providerId="ADAL" clId="{5296832A-0673-4531-B771-A9CA7F0249F1}" dt="2025-01-08T11:42:58.671" v="1059" actId="1076"/>
          <ac:spMkLst>
            <pc:docMk/>
            <pc:sldMk cId="2260876377" sldId="2146847742"/>
            <ac:spMk id="78" creationId="{BD6F5D9D-1EC4-8442-E4F8-31689BCA764F}"/>
          </ac:spMkLst>
        </pc:spChg>
        <pc:spChg chg="add mod">
          <ac:chgData name="GIRAUD, Gilles (ONEPOINT)" userId="6d20c896-481c-410b-a8c0-2d4a97d55c0a" providerId="ADAL" clId="{5296832A-0673-4531-B771-A9CA7F0249F1}" dt="2025-01-08T12:04:02.263" v="1373" actId="206"/>
          <ac:spMkLst>
            <pc:docMk/>
            <pc:sldMk cId="2260876377" sldId="2146847742"/>
            <ac:spMk id="128" creationId="{A8451245-BD1E-38C0-90B7-31CB4C3D19A5}"/>
          </ac:spMkLst>
        </pc:spChg>
        <pc:spChg chg="add mod">
          <ac:chgData name="GIRAUD, Gilles (ONEPOINT)" userId="6d20c896-481c-410b-a8c0-2d4a97d55c0a" providerId="ADAL" clId="{5296832A-0673-4531-B771-A9CA7F0249F1}" dt="2025-01-08T12:02:55.814" v="1365" actId="206"/>
          <ac:spMkLst>
            <pc:docMk/>
            <pc:sldMk cId="2260876377" sldId="2146847742"/>
            <ac:spMk id="129" creationId="{410C0DE6-CC53-8BBB-09DD-4C014C124AB6}"/>
          </ac:spMkLst>
        </pc:spChg>
        <pc:spChg chg="add mod">
          <ac:chgData name="GIRAUD, Gilles (ONEPOINT)" userId="6d20c896-481c-410b-a8c0-2d4a97d55c0a" providerId="ADAL" clId="{5296832A-0673-4531-B771-A9CA7F0249F1}" dt="2025-01-08T12:03:47.986" v="1370" actId="206"/>
          <ac:spMkLst>
            <pc:docMk/>
            <pc:sldMk cId="2260876377" sldId="2146847742"/>
            <ac:spMk id="130" creationId="{E331429A-6244-5994-DB7B-1D8B96EC72F0}"/>
          </ac:spMkLst>
        </pc:spChg>
        <pc:spChg chg="add mod ord">
          <ac:chgData name="GIRAUD, Gilles (ONEPOINT)" userId="6d20c896-481c-410b-a8c0-2d4a97d55c0a" providerId="ADAL" clId="{5296832A-0673-4531-B771-A9CA7F0249F1}" dt="2025-01-08T11:59:03.166" v="1301"/>
          <ac:spMkLst>
            <pc:docMk/>
            <pc:sldMk cId="2260876377" sldId="2146847742"/>
            <ac:spMk id="135" creationId="{494716F2-D830-DE0D-14E0-2717F47B9AA3}"/>
          </ac:spMkLst>
        </pc:spChg>
        <pc:spChg chg="add mod topLvl">
          <ac:chgData name="GIRAUD, Gilles (ONEPOINT)" userId="6d20c896-481c-410b-a8c0-2d4a97d55c0a" providerId="ADAL" clId="{5296832A-0673-4531-B771-A9CA7F0249F1}" dt="2025-01-08T11:55:12.139" v="1222" actId="165"/>
          <ac:spMkLst>
            <pc:docMk/>
            <pc:sldMk cId="2260876377" sldId="2146847742"/>
            <ac:spMk id="136" creationId="{FBA9A968-DEFC-0060-08CD-4AA70309D293}"/>
          </ac:spMkLst>
        </pc:spChg>
        <pc:spChg chg="add mod ord topLvl">
          <ac:chgData name="GIRAUD, Gilles (ONEPOINT)" userId="6d20c896-481c-410b-a8c0-2d4a97d55c0a" providerId="ADAL" clId="{5296832A-0673-4531-B771-A9CA7F0249F1}" dt="2025-01-08T11:55:56.711" v="1229" actId="164"/>
          <ac:spMkLst>
            <pc:docMk/>
            <pc:sldMk cId="2260876377" sldId="2146847742"/>
            <ac:spMk id="137" creationId="{986BB6D2-1EDA-1D4A-FEEC-1E36A292284B}"/>
          </ac:spMkLst>
        </pc:spChg>
        <pc:spChg chg="mod">
          <ac:chgData name="GIRAUD, Gilles (ONEPOINT)" userId="6d20c896-481c-410b-a8c0-2d4a97d55c0a" providerId="ADAL" clId="{5296832A-0673-4531-B771-A9CA7F0249F1}" dt="2025-01-08T11:59:03.166" v="1301"/>
          <ac:spMkLst>
            <pc:docMk/>
            <pc:sldMk cId="2260876377" sldId="2146847742"/>
            <ac:spMk id="146" creationId="{102D942D-02DD-7F0B-2CA7-CE0555031775}"/>
          </ac:spMkLst>
        </pc:spChg>
        <pc:spChg chg="mod topLvl">
          <ac:chgData name="GIRAUD, Gilles (ONEPOINT)" userId="6d20c896-481c-410b-a8c0-2d4a97d55c0a" providerId="ADAL" clId="{5296832A-0673-4531-B771-A9CA7F0249F1}" dt="2025-01-08T11:57:14.772" v="1278" actId="1076"/>
          <ac:spMkLst>
            <pc:docMk/>
            <pc:sldMk cId="2260876377" sldId="2146847742"/>
            <ac:spMk id="152" creationId="{9872512E-684B-0B2D-305C-FB7CBBA4A8B3}"/>
          </ac:spMkLst>
        </pc:spChg>
        <pc:spChg chg="mod">
          <ac:chgData name="GIRAUD, Gilles (ONEPOINT)" userId="6d20c896-481c-410b-a8c0-2d4a97d55c0a" providerId="ADAL" clId="{5296832A-0673-4531-B771-A9CA7F0249F1}" dt="2025-01-08T11:56:50.304" v="1253" actId="165"/>
          <ac:spMkLst>
            <pc:docMk/>
            <pc:sldMk cId="2260876377" sldId="2146847742"/>
            <ac:spMk id="153" creationId="{3D73ACB5-6797-13BE-B4B0-7D702F1F2671}"/>
          </ac:spMkLst>
        </pc:spChg>
        <pc:spChg chg="add mod">
          <ac:chgData name="GIRAUD, Gilles (ONEPOINT)" userId="6d20c896-481c-410b-a8c0-2d4a97d55c0a" providerId="ADAL" clId="{5296832A-0673-4531-B771-A9CA7F0249F1}" dt="2025-01-08T12:00:07.381" v="1319" actId="206"/>
          <ac:spMkLst>
            <pc:docMk/>
            <pc:sldMk cId="2260876377" sldId="2146847742"/>
            <ac:spMk id="156" creationId="{4E5BB26E-9E39-A26C-63E0-E27BFBDFFD5D}"/>
          </ac:spMkLst>
        </pc:spChg>
        <pc:spChg chg="mod">
          <ac:chgData name="GIRAUD, Gilles (ONEPOINT)" userId="6d20c896-481c-410b-a8c0-2d4a97d55c0a" providerId="ADAL" clId="{5296832A-0673-4531-B771-A9CA7F0249F1}" dt="2025-01-08T11:59:23.318" v="1316" actId="20577"/>
          <ac:spMkLst>
            <pc:docMk/>
            <pc:sldMk cId="2260876377" sldId="2146847742"/>
            <ac:spMk id="160" creationId="{094110F8-0F53-D6EC-D5A1-0F3F8155AC36}"/>
          </ac:spMkLst>
        </pc:spChg>
        <pc:spChg chg="mod">
          <ac:chgData name="GIRAUD, Gilles (ONEPOINT)" userId="6d20c896-481c-410b-a8c0-2d4a97d55c0a" providerId="ADAL" clId="{5296832A-0673-4531-B771-A9CA7F0249F1}" dt="2025-01-08T11:59:06.418" v="1302"/>
          <ac:spMkLst>
            <pc:docMk/>
            <pc:sldMk cId="2260876377" sldId="2146847742"/>
            <ac:spMk id="161" creationId="{FB8987D5-6FF4-7D80-03B7-1F2D888C0686}"/>
          </ac:spMkLst>
        </pc:spChg>
        <pc:spChg chg="add mod">
          <ac:chgData name="GIRAUD, Gilles (ONEPOINT)" userId="6d20c896-481c-410b-a8c0-2d4a97d55c0a" providerId="ADAL" clId="{5296832A-0673-4531-B771-A9CA7F0249F1}" dt="2025-01-08T12:04:26.256" v="1376" actId="206"/>
          <ac:spMkLst>
            <pc:docMk/>
            <pc:sldMk cId="2260876377" sldId="2146847742"/>
            <ac:spMk id="166" creationId="{1DDA2E92-D671-1CCF-6116-09EFE4738534}"/>
          </ac:spMkLst>
        </pc:spChg>
        <pc:spChg chg="add mod">
          <ac:chgData name="GIRAUD, Gilles (ONEPOINT)" userId="6d20c896-481c-410b-a8c0-2d4a97d55c0a" providerId="ADAL" clId="{5296832A-0673-4531-B771-A9CA7F0249F1}" dt="2025-01-08T12:04:50.303" v="1383" actId="206"/>
          <ac:spMkLst>
            <pc:docMk/>
            <pc:sldMk cId="2260876377" sldId="2146847742"/>
            <ac:spMk id="167" creationId="{882250EF-B88B-A559-E722-27DC77A49118}"/>
          </ac:spMkLst>
        </pc:spChg>
        <pc:spChg chg="add mod">
          <ac:chgData name="GIRAUD, Gilles (ONEPOINT)" userId="6d20c896-481c-410b-a8c0-2d4a97d55c0a" providerId="ADAL" clId="{5296832A-0673-4531-B771-A9CA7F0249F1}" dt="2025-01-08T12:05:30.583" v="1389" actId="206"/>
          <ac:spMkLst>
            <pc:docMk/>
            <pc:sldMk cId="2260876377" sldId="2146847742"/>
            <ac:spMk id="168" creationId="{4FE9E2B6-7EEB-F3A3-78DB-66D142AABDC2}"/>
          </ac:spMkLst>
        </pc:spChg>
        <pc:spChg chg="add mod">
          <ac:chgData name="GIRAUD, Gilles (ONEPOINT)" userId="6d20c896-481c-410b-a8c0-2d4a97d55c0a" providerId="ADAL" clId="{5296832A-0673-4531-B771-A9CA7F0249F1}" dt="2025-01-08T12:07:47.379" v="1418" actId="206"/>
          <ac:spMkLst>
            <pc:docMk/>
            <pc:sldMk cId="2260876377" sldId="2146847742"/>
            <ac:spMk id="169" creationId="{EEE85F79-A899-C069-4E8A-2E703214CFFB}"/>
          </ac:spMkLst>
        </pc:spChg>
        <pc:spChg chg="add mod">
          <ac:chgData name="GIRAUD, Gilles (ONEPOINT)" userId="6d20c896-481c-410b-a8c0-2d4a97d55c0a" providerId="ADAL" clId="{5296832A-0673-4531-B771-A9CA7F0249F1}" dt="2025-01-08T12:08:12.104" v="1422" actId="1076"/>
          <ac:spMkLst>
            <pc:docMk/>
            <pc:sldMk cId="2260876377" sldId="2146847742"/>
            <ac:spMk id="170" creationId="{916CAD30-A04A-00F8-1F51-E7D2C1BCBD7D}"/>
          </ac:spMkLst>
        </pc:spChg>
        <pc:spChg chg="add mod ord">
          <ac:chgData name="GIRAUD, Gilles (ONEPOINT)" userId="6d20c896-481c-410b-a8c0-2d4a97d55c0a" providerId="ADAL" clId="{5296832A-0673-4531-B771-A9CA7F0249F1}" dt="2025-01-08T12:15:52.015" v="1744" actId="166"/>
          <ac:spMkLst>
            <pc:docMk/>
            <pc:sldMk cId="2260876377" sldId="2146847742"/>
            <ac:spMk id="171" creationId="{2BEB3310-005D-DF88-35C2-F560CB52C8A5}"/>
          </ac:spMkLst>
        </pc:spChg>
        <pc:spChg chg="add mod">
          <ac:chgData name="GIRAUD, Gilles (ONEPOINT)" userId="6d20c896-481c-410b-a8c0-2d4a97d55c0a" providerId="ADAL" clId="{5296832A-0673-4531-B771-A9CA7F0249F1}" dt="2025-01-08T12:16:28.722" v="1751" actId="14100"/>
          <ac:spMkLst>
            <pc:docMk/>
            <pc:sldMk cId="2260876377" sldId="2146847742"/>
            <ac:spMk id="172" creationId="{456EF5D0-0C48-8182-F70E-3B0AD11D534A}"/>
          </ac:spMkLst>
        </pc:spChg>
        <pc:spChg chg="add mod ord">
          <ac:chgData name="GIRAUD, Gilles (ONEPOINT)" userId="6d20c896-481c-410b-a8c0-2d4a97d55c0a" providerId="ADAL" clId="{5296832A-0673-4531-B771-A9CA7F0249F1}" dt="2025-01-08T12:16:22.293" v="1750" actId="14100"/>
          <ac:spMkLst>
            <pc:docMk/>
            <pc:sldMk cId="2260876377" sldId="2146847742"/>
            <ac:spMk id="173" creationId="{F8DD2B25-F21A-1D58-7D83-94D7ED922DF3}"/>
          </ac:spMkLst>
        </pc:spChg>
        <pc:spChg chg="mod ord topLvl">
          <ac:chgData name="GIRAUD, Gilles (ONEPOINT)" userId="6d20c896-481c-410b-a8c0-2d4a97d55c0a" providerId="ADAL" clId="{5296832A-0673-4531-B771-A9CA7F0249F1}" dt="2025-01-08T12:20:34.408" v="1895" actId="14861"/>
          <ac:spMkLst>
            <pc:docMk/>
            <pc:sldMk cId="2260876377" sldId="2146847742"/>
            <ac:spMk id="183" creationId="{11284357-067F-C2AD-D25B-4CB16520BD28}"/>
          </ac:spMkLst>
        </pc:spChg>
        <pc:spChg chg="mod">
          <ac:chgData name="GIRAUD, Gilles (ONEPOINT)" userId="6d20c896-481c-410b-a8c0-2d4a97d55c0a" providerId="ADAL" clId="{5296832A-0673-4531-B771-A9CA7F0249F1}" dt="2025-01-08T12:20:34.408" v="1895" actId="14861"/>
          <ac:spMkLst>
            <pc:docMk/>
            <pc:sldMk cId="2260876377" sldId="2146847742"/>
            <ac:spMk id="192" creationId="{48815717-C2D9-6D1F-D616-2A86EB30C419}"/>
          </ac:spMkLst>
        </pc:spChg>
        <pc:spChg chg="mod">
          <ac:chgData name="GIRAUD, Gilles (ONEPOINT)" userId="6d20c896-481c-410b-a8c0-2d4a97d55c0a" providerId="ADAL" clId="{5296832A-0673-4531-B771-A9CA7F0249F1}" dt="2025-01-08T12:21:17.221" v="1897"/>
          <ac:spMkLst>
            <pc:docMk/>
            <pc:sldMk cId="2260876377" sldId="2146847742"/>
            <ac:spMk id="194" creationId="{488BD523-952C-513F-8993-9791393BE734}"/>
          </ac:spMkLst>
        </pc:spChg>
        <pc:spChg chg="add mod">
          <ac:chgData name="GIRAUD, Gilles (ONEPOINT)" userId="6d20c896-481c-410b-a8c0-2d4a97d55c0a" providerId="ADAL" clId="{5296832A-0673-4531-B771-A9CA7F0249F1}" dt="2025-01-09T10:57:11.319" v="4052" actId="1076"/>
          <ac:spMkLst>
            <pc:docMk/>
            <pc:sldMk cId="2260876377" sldId="2146847742"/>
            <ac:spMk id="195" creationId="{4AF8926B-0FBD-EF5B-2212-D0C627E876EE}"/>
          </ac:spMkLst>
        </pc:spChg>
        <pc:spChg chg="add mod">
          <ac:chgData name="GIRAUD, Gilles (ONEPOINT)" userId="6d20c896-481c-410b-a8c0-2d4a97d55c0a" providerId="ADAL" clId="{5296832A-0673-4531-B771-A9CA7F0249F1}" dt="2025-01-09T08:05:09.008" v="2034" actId="20577"/>
          <ac:spMkLst>
            <pc:docMk/>
            <pc:sldMk cId="2260876377" sldId="2146847742"/>
            <ac:spMk id="196" creationId="{9C709A5F-39E5-6FC0-40A8-E51734750B4C}"/>
          </ac:spMkLst>
        </pc:spChg>
        <pc:grpChg chg="add mod ord topLvl">
          <ac:chgData name="GIRAUD, Gilles (ONEPOINT)" userId="6d20c896-481c-410b-a8c0-2d4a97d55c0a" providerId="ADAL" clId="{5296832A-0673-4531-B771-A9CA7F0249F1}" dt="2025-01-08T11:55:56.711" v="1229" actId="164"/>
          <ac:grpSpMkLst>
            <pc:docMk/>
            <pc:sldMk cId="2260876377" sldId="2146847742"/>
            <ac:grpSpMk id="142" creationId="{B886FB97-D92A-C3C9-E5C4-3EEA69AE1D67}"/>
          </ac:grpSpMkLst>
        </pc:grpChg>
        <pc:grpChg chg="add mod">
          <ac:chgData name="GIRAUD, Gilles (ONEPOINT)" userId="6d20c896-481c-410b-a8c0-2d4a97d55c0a" providerId="ADAL" clId="{5296832A-0673-4531-B771-A9CA7F0249F1}" dt="2025-01-08T11:59:03.166" v="1301"/>
          <ac:grpSpMkLst>
            <pc:docMk/>
            <pc:sldMk cId="2260876377" sldId="2146847742"/>
            <ac:grpSpMk id="145" creationId="{A2F81793-3B85-4D64-F8D1-9CDB719CE6E8}"/>
          </ac:grpSpMkLst>
        </pc:grpChg>
        <pc:grpChg chg="add mod">
          <ac:chgData name="GIRAUD, Gilles (ONEPOINT)" userId="6d20c896-481c-410b-a8c0-2d4a97d55c0a" providerId="ADAL" clId="{5296832A-0673-4531-B771-A9CA7F0249F1}" dt="2025-01-08T11:59:03.166" v="1301"/>
          <ac:grpSpMkLst>
            <pc:docMk/>
            <pc:sldMk cId="2260876377" sldId="2146847742"/>
            <ac:grpSpMk id="148" creationId="{F1DC5202-A0C3-5AC5-3881-B0253AE749D0}"/>
          </ac:grpSpMkLst>
        </pc:grpChg>
        <pc:grpChg chg="add mod">
          <ac:chgData name="GIRAUD, Gilles (ONEPOINT)" userId="6d20c896-481c-410b-a8c0-2d4a97d55c0a" providerId="ADAL" clId="{5296832A-0673-4531-B771-A9CA7F0249F1}" dt="2025-01-08T11:55:56.711" v="1229" actId="164"/>
          <ac:grpSpMkLst>
            <pc:docMk/>
            <pc:sldMk cId="2260876377" sldId="2146847742"/>
            <ac:grpSpMk id="149" creationId="{60B9672A-0150-CB27-2E4E-07E3D7F62A0B}"/>
          </ac:grpSpMkLst>
        </pc:grpChg>
        <pc:grpChg chg="mod topLvl">
          <ac:chgData name="GIRAUD, Gilles (ONEPOINT)" userId="6d20c896-481c-410b-a8c0-2d4a97d55c0a" providerId="ADAL" clId="{5296832A-0673-4531-B771-A9CA7F0249F1}" dt="2025-01-08T11:57:09.452" v="1276" actId="164"/>
          <ac:grpSpMkLst>
            <pc:docMk/>
            <pc:sldMk cId="2260876377" sldId="2146847742"/>
            <ac:grpSpMk id="151" creationId="{988ED226-C0B7-5DEB-FDEE-F62C7174E7FD}"/>
          </ac:grpSpMkLst>
        </pc:grpChg>
        <pc:grpChg chg="add mod">
          <ac:chgData name="GIRAUD, Gilles (ONEPOINT)" userId="6d20c896-481c-410b-a8c0-2d4a97d55c0a" providerId="ADAL" clId="{5296832A-0673-4531-B771-A9CA7F0249F1}" dt="2025-01-08T12:03:25.763" v="1368" actId="1076"/>
          <ac:grpSpMkLst>
            <pc:docMk/>
            <pc:sldMk cId="2260876377" sldId="2146847742"/>
            <ac:grpSpMk id="155" creationId="{93C55E04-4673-530D-0DA2-906EBD7B78D2}"/>
          </ac:grpSpMkLst>
        </pc:grpChg>
        <pc:grpChg chg="add mod">
          <ac:chgData name="GIRAUD, Gilles (ONEPOINT)" userId="6d20c896-481c-410b-a8c0-2d4a97d55c0a" providerId="ADAL" clId="{5296832A-0673-4531-B771-A9CA7F0249F1}" dt="2025-01-08T11:59:09.465" v="1303" actId="1076"/>
          <ac:grpSpMkLst>
            <pc:docMk/>
            <pc:sldMk cId="2260876377" sldId="2146847742"/>
            <ac:grpSpMk id="158" creationId="{1EC44942-4EE3-BF39-283F-07AF8D76F49F}"/>
          </ac:grpSpMkLst>
        </pc:grpChg>
        <pc:grpChg chg="mod">
          <ac:chgData name="GIRAUD, Gilles (ONEPOINT)" userId="6d20c896-481c-410b-a8c0-2d4a97d55c0a" providerId="ADAL" clId="{5296832A-0673-4531-B771-A9CA7F0249F1}" dt="2025-01-08T11:59:06.418" v="1302"/>
          <ac:grpSpMkLst>
            <pc:docMk/>
            <pc:sldMk cId="2260876377" sldId="2146847742"/>
            <ac:grpSpMk id="159" creationId="{10276420-2C68-5905-58DA-649C11F26E9E}"/>
          </ac:grpSpMkLst>
        </pc:grpChg>
        <pc:grpChg chg="add mod topLvl">
          <ac:chgData name="GIRAUD, Gilles (ONEPOINT)" userId="6d20c896-481c-410b-a8c0-2d4a97d55c0a" providerId="ADAL" clId="{5296832A-0673-4531-B771-A9CA7F0249F1}" dt="2025-01-08T12:15:38.063" v="1741" actId="165"/>
          <ac:grpSpMkLst>
            <pc:docMk/>
            <pc:sldMk cId="2260876377" sldId="2146847742"/>
            <ac:grpSpMk id="164" creationId="{CFEC9025-E2A5-4A2C-E1CD-ACB325C9E36E}"/>
          </ac:grpSpMkLst>
        </pc:grpChg>
        <pc:picChg chg="add mod topLvl">
          <ac:chgData name="GIRAUD, Gilles (ONEPOINT)" userId="6d20c896-481c-410b-a8c0-2d4a97d55c0a" providerId="ADAL" clId="{5296832A-0673-4531-B771-A9CA7F0249F1}" dt="2025-01-08T11:55:12.139" v="1222" actId="165"/>
          <ac:picMkLst>
            <pc:docMk/>
            <pc:sldMk cId="2260876377" sldId="2146847742"/>
            <ac:picMk id="139" creationId="{EDB0A292-2424-3E04-6BA6-3221DC864356}"/>
          </ac:picMkLst>
        </pc:picChg>
        <pc:picChg chg="mod">
          <ac:chgData name="GIRAUD, Gilles (ONEPOINT)" userId="6d20c896-481c-410b-a8c0-2d4a97d55c0a" providerId="ADAL" clId="{5296832A-0673-4531-B771-A9CA7F0249F1}" dt="2025-01-08T11:59:03.166" v="1301"/>
          <ac:picMkLst>
            <pc:docMk/>
            <pc:sldMk cId="2260876377" sldId="2146847742"/>
            <ac:picMk id="147" creationId="{DF576D4E-99A5-06B3-F79B-8FDBC1A20599}"/>
          </ac:picMkLst>
        </pc:picChg>
        <pc:picChg chg="mod">
          <ac:chgData name="GIRAUD, Gilles (ONEPOINT)" userId="6d20c896-481c-410b-a8c0-2d4a97d55c0a" providerId="ADAL" clId="{5296832A-0673-4531-B771-A9CA7F0249F1}" dt="2025-01-08T11:56:50.304" v="1253" actId="165"/>
          <ac:picMkLst>
            <pc:docMk/>
            <pc:sldMk cId="2260876377" sldId="2146847742"/>
            <ac:picMk id="154" creationId="{A0914915-4175-FCC0-6296-67491F9EC335}"/>
          </ac:picMkLst>
        </pc:picChg>
        <pc:picChg chg="mod">
          <ac:chgData name="GIRAUD, Gilles (ONEPOINT)" userId="6d20c896-481c-410b-a8c0-2d4a97d55c0a" providerId="ADAL" clId="{5296832A-0673-4531-B771-A9CA7F0249F1}" dt="2025-01-08T11:59:06.418" v="1302"/>
          <ac:picMkLst>
            <pc:docMk/>
            <pc:sldMk cId="2260876377" sldId="2146847742"/>
            <ac:picMk id="162" creationId="{3B723126-5869-C5AB-ABFE-66A4F6B0BF09}"/>
          </ac:picMkLst>
        </pc:picChg>
      </pc:sldChg>
      <pc:sldChg chg="addSp delSp modSp add mod modClrScheme chgLayout">
        <pc:chgData name="GIRAUD, Gilles (ONEPOINT)" userId="6d20c896-481c-410b-a8c0-2d4a97d55c0a" providerId="ADAL" clId="{5296832A-0673-4531-B771-A9CA7F0249F1}" dt="2025-01-10T09:46:37.551" v="6701" actId="1076"/>
        <pc:sldMkLst>
          <pc:docMk/>
          <pc:sldMk cId="3850543469" sldId="2146847743"/>
        </pc:sldMkLst>
        <pc:spChg chg="add mod">
          <ac:chgData name="GIRAUD, Gilles (ONEPOINT)" userId="6d20c896-481c-410b-a8c0-2d4a97d55c0a" providerId="ADAL" clId="{5296832A-0673-4531-B771-A9CA7F0249F1}" dt="2025-01-10T09:26:52.794" v="6671"/>
          <ac:spMkLst>
            <pc:docMk/>
            <pc:sldMk cId="3850543469" sldId="2146847743"/>
            <ac:spMk id="2" creationId="{76B5C86D-AFF1-6E31-BAF9-67C5F6B49729}"/>
          </ac:spMkLst>
        </pc:spChg>
        <pc:spChg chg="add mod">
          <ac:chgData name="GIRAUD, Gilles (ONEPOINT)" userId="6d20c896-481c-410b-a8c0-2d4a97d55c0a" providerId="ADAL" clId="{5296832A-0673-4531-B771-A9CA7F0249F1}" dt="2025-01-09T09:21:32.504" v="2207" actId="14100"/>
          <ac:spMkLst>
            <pc:docMk/>
            <pc:sldMk cId="3850543469" sldId="2146847743"/>
            <ac:spMk id="3" creationId="{74B013A1-58D9-02B9-D583-1E669FE60687}"/>
          </ac:spMkLst>
        </pc:spChg>
        <pc:spChg chg="mod ord">
          <ac:chgData name="GIRAUD, Gilles (ONEPOINT)" userId="6d20c896-481c-410b-a8c0-2d4a97d55c0a" providerId="ADAL" clId="{5296832A-0673-4531-B771-A9CA7F0249F1}" dt="2025-01-09T09:13:37.682" v="2146" actId="313"/>
          <ac:spMkLst>
            <pc:docMk/>
            <pc:sldMk cId="3850543469" sldId="2146847743"/>
            <ac:spMk id="5" creationId="{E5885CB1-5E0C-91CE-5B1E-DDAF8C302DE1}"/>
          </ac:spMkLst>
        </pc:spChg>
        <pc:spChg chg="mod ord">
          <ac:chgData name="GIRAUD, Gilles (ONEPOINT)" userId="6d20c896-481c-410b-a8c0-2d4a97d55c0a" providerId="ADAL" clId="{5296832A-0673-4531-B771-A9CA7F0249F1}" dt="2025-01-09T11:02:59.857" v="4131" actId="20577"/>
          <ac:spMkLst>
            <pc:docMk/>
            <pc:sldMk cId="3850543469" sldId="2146847743"/>
            <ac:spMk id="6" creationId="{8F3485FC-3D4F-0E8F-551A-5C9DBD81DFD8}"/>
          </ac:spMkLst>
        </pc:spChg>
        <pc:spChg chg="mod ord">
          <ac:chgData name="GIRAUD, Gilles (ONEPOINT)" userId="6d20c896-481c-410b-a8c0-2d4a97d55c0a" providerId="ADAL" clId="{5296832A-0673-4531-B771-A9CA7F0249F1}" dt="2025-01-09T09:06:56.907" v="2094" actId="207"/>
          <ac:spMkLst>
            <pc:docMk/>
            <pc:sldMk cId="3850543469" sldId="2146847743"/>
            <ac:spMk id="7" creationId="{1350A481-3889-96D1-43FA-DAE8BC5B56EE}"/>
          </ac:spMkLst>
        </pc:spChg>
        <pc:spChg chg="add mod">
          <ac:chgData name="GIRAUD, Gilles (ONEPOINT)" userId="6d20c896-481c-410b-a8c0-2d4a97d55c0a" providerId="ADAL" clId="{5296832A-0673-4531-B771-A9CA7F0249F1}" dt="2025-01-09T09:21:42.542" v="2209" actId="1076"/>
          <ac:spMkLst>
            <pc:docMk/>
            <pc:sldMk cId="3850543469" sldId="2146847743"/>
            <ac:spMk id="9" creationId="{BAE27F1C-CDBD-1C36-5AA7-C7285C359E2F}"/>
          </ac:spMkLst>
        </pc:spChg>
        <pc:spChg chg="add mod">
          <ac:chgData name="GIRAUD, Gilles (ONEPOINT)" userId="6d20c896-481c-410b-a8c0-2d4a97d55c0a" providerId="ADAL" clId="{5296832A-0673-4531-B771-A9CA7F0249F1}" dt="2025-01-09T09:21:22.623" v="2206" actId="404"/>
          <ac:spMkLst>
            <pc:docMk/>
            <pc:sldMk cId="3850543469" sldId="2146847743"/>
            <ac:spMk id="13" creationId="{2CC9BB21-3590-7ECD-1881-D2057DD8EB0E}"/>
          </ac:spMkLst>
        </pc:spChg>
        <pc:spChg chg="add mod">
          <ac:chgData name="GIRAUD, Gilles (ONEPOINT)" userId="6d20c896-481c-410b-a8c0-2d4a97d55c0a" providerId="ADAL" clId="{5296832A-0673-4531-B771-A9CA7F0249F1}" dt="2025-01-09T09:21:37.596" v="2208" actId="1076"/>
          <ac:spMkLst>
            <pc:docMk/>
            <pc:sldMk cId="3850543469" sldId="2146847743"/>
            <ac:spMk id="15" creationId="{3CE87C5E-DE85-01EF-1642-962C687A79F8}"/>
          </ac:spMkLst>
        </pc:spChg>
        <pc:spChg chg="add mod">
          <ac:chgData name="GIRAUD, Gilles (ONEPOINT)" userId="6d20c896-481c-410b-a8c0-2d4a97d55c0a" providerId="ADAL" clId="{5296832A-0673-4531-B771-A9CA7F0249F1}" dt="2025-01-09T09:22:26.162" v="2246" actId="313"/>
          <ac:spMkLst>
            <pc:docMk/>
            <pc:sldMk cId="3850543469" sldId="2146847743"/>
            <ac:spMk id="18" creationId="{82D62374-9905-C20D-9675-53706A3992F3}"/>
          </ac:spMkLst>
        </pc:spChg>
        <pc:spChg chg="add mod">
          <ac:chgData name="GIRAUD, Gilles (ONEPOINT)" userId="6d20c896-481c-410b-a8c0-2d4a97d55c0a" providerId="ADAL" clId="{5296832A-0673-4531-B771-A9CA7F0249F1}" dt="2025-01-10T09:46:37.551" v="6701" actId="1076"/>
          <ac:spMkLst>
            <pc:docMk/>
            <pc:sldMk cId="3850543469" sldId="2146847743"/>
            <ac:spMk id="19" creationId="{5AF9B365-D592-D120-884E-0DCECD60389C}"/>
          </ac:spMkLst>
        </pc:spChg>
        <pc:spChg chg="add mod">
          <ac:chgData name="GIRAUD, Gilles (ONEPOINT)" userId="6d20c896-481c-410b-a8c0-2d4a97d55c0a" providerId="ADAL" clId="{5296832A-0673-4531-B771-A9CA7F0249F1}" dt="2025-01-09T09:37:50.522" v="2255" actId="20577"/>
          <ac:spMkLst>
            <pc:docMk/>
            <pc:sldMk cId="3850543469" sldId="2146847743"/>
            <ac:spMk id="20" creationId="{7740C3E9-8ACB-CD84-B352-A1673CCDFC74}"/>
          </ac:spMkLst>
        </pc:spChg>
        <pc:spChg chg="add mod">
          <ac:chgData name="GIRAUD, Gilles (ONEPOINT)" userId="6d20c896-481c-410b-a8c0-2d4a97d55c0a" providerId="ADAL" clId="{5296832A-0673-4531-B771-A9CA7F0249F1}" dt="2025-01-09T09:38:07.986" v="2280" actId="20577"/>
          <ac:spMkLst>
            <pc:docMk/>
            <pc:sldMk cId="3850543469" sldId="2146847743"/>
            <ac:spMk id="21" creationId="{3D96818F-6E85-20CA-B440-2B05DF7FB771}"/>
          </ac:spMkLst>
        </pc:spChg>
        <pc:spChg chg="add mod">
          <ac:chgData name="GIRAUD, Gilles (ONEPOINT)" userId="6d20c896-481c-410b-a8c0-2d4a97d55c0a" providerId="ADAL" clId="{5296832A-0673-4531-B771-A9CA7F0249F1}" dt="2025-01-09T10:49:47.284" v="3683" actId="1035"/>
          <ac:spMkLst>
            <pc:docMk/>
            <pc:sldMk cId="3850543469" sldId="2146847743"/>
            <ac:spMk id="22" creationId="{3ACCD8B3-F45D-046E-880A-6F3F6E1C8591}"/>
          </ac:spMkLst>
        </pc:spChg>
        <pc:spChg chg="add mod">
          <ac:chgData name="GIRAUD, Gilles (ONEPOINT)" userId="6d20c896-481c-410b-a8c0-2d4a97d55c0a" providerId="ADAL" clId="{5296832A-0673-4531-B771-A9CA7F0249F1}" dt="2025-01-10T09:46:37.551" v="6701" actId="1076"/>
          <ac:spMkLst>
            <pc:docMk/>
            <pc:sldMk cId="3850543469" sldId="2146847743"/>
            <ac:spMk id="23" creationId="{09E320AE-64F3-D78D-071C-8D09AE9AD954}"/>
          </ac:spMkLst>
        </pc:spChg>
        <pc:spChg chg="mod">
          <ac:chgData name="GIRAUD, Gilles (ONEPOINT)" userId="6d20c896-481c-410b-a8c0-2d4a97d55c0a" providerId="ADAL" clId="{5296832A-0673-4531-B771-A9CA7F0249F1}" dt="2025-01-10T09:46:09.503" v="6698"/>
          <ac:spMkLst>
            <pc:docMk/>
            <pc:sldMk cId="3850543469" sldId="2146847743"/>
            <ac:spMk id="25" creationId="{DCFFFD39-E606-F187-A6E5-73E48C3DECA2}"/>
          </ac:spMkLst>
        </pc:spChg>
        <pc:spChg chg="mod">
          <ac:chgData name="GIRAUD, Gilles (ONEPOINT)" userId="6d20c896-481c-410b-a8c0-2d4a97d55c0a" providerId="ADAL" clId="{5296832A-0673-4531-B771-A9CA7F0249F1}" dt="2025-01-10T09:46:09.503" v="6698"/>
          <ac:spMkLst>
            <pc:docMk/>
            <pc:sldMk cId="3850543469" sldId="2146847743"/>
            <ac:spMk id="26" creationId="{11C84407-F9F2-B638-1CF9-A2353B152E5F}"/>
          </ac:spMkLst>
        </pc:spChg>
        <pc:spChg chg="mod">
          <ac:chgData name="GIRAUD, Gilles (ONEPOINT)" userId="6d20c896-481c-410b-a8c0-2d4a97d55c0a" providerId="ADAL" clId="{5296832A-0673-4531-B771-A9CA7F0249F1}" dt="2025-01-10T09:46:09.503" v="6698"/>
          <ac:spMkLst>
            <pc:docMk/>
            <pc:sldMk cId="3850543469" sldId="2146847743"/>
            <ac:spMk id="28" creationId="{40B24192-EC4C-6A25-D7A7-920F655DDBB5}"/>
          </ac:spMkLst>
        </pc:spChg>
        <pc:spChg chg="mod">
          <ac:chgData name="GIRAUD, Gilles (ONEPOINT)" userId="6d20c896-481c-410b-a8c0-2d4a97d55c0a" providerId="ADAL" clId="{5296832A-0673-4531-B771-A9CA7F0249F1}" dt="2025-01-10T09:46:09.503" v="6698"/>
          <ac:spMkLst>
            <pc:docMk/>
            <pc:sldMk cId="3850543469" sldId="2146847743"/>
            <ac:spMk id="29" creationId="{C5C9533A-249B-9F78-7752-9D3BCD7A3FFD}"/>
          </ac:spMkLst>
        </pc:spChg>
        <pc:spChg chg="mod">
          <ac:chgData name="GIRAUD, Gilles (ONEPOINT)" userId="6d20c896-481c-410b-a8c0-2d4a97d55c0a" providerId="ADAL" clId="{5296832A-0673-4531-B771-A9CA7F0249F1}" dt="2025-01-10T09:46:09.503" v="6698"/>
          <ac:spMkLst>
            <pc:docMk/>
            <pc:sldMk cId="3850543469" sldId="2146847743"/>
            <ac:spMk id="32" creationId="{D8BDF6CC-E3E8-C19F-CE8D-326B9AD02943}"/>
          </ac:spMkLst>
        </pc:spChg>
        <pc:spChg chg="mod">
          <ac:chgData name="GIRAUD, Gilles (ONEPOINT)" userId="6d20c896-481c-410b-a8c0-2d4a97d55c0a" providerId="ADAL" clId="{5296832A-0673-4531-B771-A9CA7F0249F1}" dt="2025-01-10T09:46:09.503" v="6698"/>
          <ac:spMkLst>
            <pc:docMk/>
            <pc:sldMk cId="3850543469" sldId="2146847743"/>
            <ac:spMk id="33" creationId="{01110545-AF25-ED29-A72D-E040C0EDBD4F}"/>
          </ac:spMkLst>
        </pc:spChg>
        <pc:spChg chg="mod">
          <ac:chgData name="GIRAUD, Gilles (ONEPOINT)" userId="6d20c896-481c-410b-a8c0-2d4a97d55c0a" providerId="ADAL" clId="{5296832A-0673-4531-B771-A9CA7F0249F1}" dt="2025-01-09T10:50:03.378" v="3697" actId="1035"/>
          <ac:spMkLst>
            <pc:docMk/>
            <pc:sldMk cId="3850543469" sldId="2146847743"/>
            <ac:spMk id="34" creationId="{59AF5C70-BED0-86EB-B68B-D678380149A3}"/>
          </ac:spMkLst>
        </pc:spChg>
        <pc:spChg chg="mod">
          <ac:chgData name="GIRAUD, Gilles (ONEPOINT)" userId="6d20c896-481c-410b-a8c0-2d4a97d55c0a" providerId="ADAL" clId="{5296832A-0673-4531-B771-A9CA7F0249F1}" dt="2025-01-10T09:46:09.503" v="6698"/>
          <ac:spMkLst>
            <pc:docMk/>
            <pc:sldMk cId="3850543469" sldId="2146847743"/>
            <ac:spMk id="36" creationId="{0EFB407D-7A59-97B8-0F73-00F24DE7F4D1}"/>
          </ac:spMkLst>
        </pc:spChg>
        <pc:spChg chg="mod">
          <ac:chgData name="GIRAUD, Gilles (ONEPOINT)" userId="6d20c896-481c-410b-a8c0-2d4a97d55c0a" providerId="ADAL" clId="{5296832A-0673-4531-B771-A9CA7F0249F1}" dt="2025-01-10T09:46:09.503" v="6698"/>
          <ac:spMkLst>
            <pc:docMk/>
            <pc:sldMk cId="3850543469" sldId="2146847743"/>
            <ac:spMk id="37" creationId="{1C4CD653-8915-8202-DD64-01BC46191577}"/>
          </ac:spMkLst>
        </pc:spChg>
        <pc:spChg chg="mod">
          <ac:chgData name="GIRAUD, Gilles (ONEPOINT)" userId="6d20c896-481c-410b-a8c0-2d4a97d55c0a" providerId="ADAL" clId="{5296832A-0673-4531-B771-A9CA7F0249F1}" dt="2025-01-09T10:50:03.378" v="3697" actId="1035"/>
          <ac:spMkLst>
            <pc:docMk/>
            <pc:sldMk cId="3850543469" sldId="2146847743"/>
            <ac:spMk id="38" creationId="{B3B2C71B-6CE2-5EAB-36FD-835CCC39545C}"/>
          </ac:spMkLst>
        </pc:spChg>
        <pc:spChg chg="mod">
          <ac:chgData name="GIRAUD, Gilles (ONEPOINT)" userId="6d20c896-481c-410b-a8c0-2d4a97d55c0a" providerId="ADAL" clId="{5296832A-0673-4531-B771-A9CA7F0249F1}" dt="2025-01-09T10:50:03.378" v="3697" actId="1035"/>
          <ac:spMkLst>
            <pc:docMk/>
            <pc:sldMk cId="3850543469" sldId="2146847743"/>
            <ac:spMk id="40" creationId="{3678606C-7ADD-EA51-AE91-EF74F9AFDF42}"/>
          </ac:spMkLst>
        </pc:spChg>
        <pc:spChg chg="add mod">
          <ac:chgData name="GIRAUD, Gilles (ONEPOINT)" userId="6d20c896-481c-410b-a8c0-2d4a97d55c0a" providerId="ADAL" clId="{5296832A-0673-4531-B771-A9CA7F0249F1}" dt="2025-01-09T10:50:03.378" v="3697" actId="1035"/>
          <ac:spMkLst>
            <pc:docMk/>
            <pc:sldMk cId="3850543469" sldId="2146847743"/>
            <ac:spMk id="42" creationId="{D43A18AB-BF53-F2CF-47B1-D6B1D9DA121F}"/>
          </ac:spMkLst>
        </pc:spChg>
        <pc:spChg chg="add mod">
          <ac:chgData name="GIRAUD, Gilles (ONEPOINT)" userId="6d20c896-481c-410b-a8c0-2d4a97d55c0a" providerId="ADAL" clId="{5296832A-0673-4531-B771-A9CA7F0249F1}" dt="2025-01-10T09:46:37.551" v="6701" actId="1076"/>
          <ac:spMkLst>
            <pc:docMk/>
            <pc:sldMk cId="3850543469" sldId="2146847743"/>
            <ac:spMk id="45" creationId="{AC752578-2E19-4167-8A34-E921C5BE6CF1}"/>
          </ac:spMkLst>
        </pc:spChg>
        <pc:spChg chg="add mod">
          <ac:chgData name="GIRAUD, Gilles (ONEPOINT)" userId="6d20c896-481c-410b-a8c0-2d4a97d55c0a" providerId="ADAL" clId="{5296832A-0673-4531-B771-A9CA7F0249F1}" dt="2025-01-10T09:46:37.551" v="6701" actId="1076"/>
          <ac:spMkLst>
            <pc:docMk/>
            <pc:sldMk cId="3850543469" sldId="2146847743"/>
            <ac:spMk id="46" creationId="{0BA86050-805C-9643-D961-0AAF4D070E76}"/>
          </ac:spMkLst>
        </pc:spChg>
        <pc:spChg chg="add mod">
          <ac:chgData name="GIRAUD, Gilles (ONEPOINT)" userId="6d20c896-481c-410b-a8c0-2d4a97d55c0a" providerId="ADAL" clId="{5296832A-0673-4531-B771-A9CA7F0249F1}" dt="2025-01-09T10:50:03.378" v="3697" actId="1035"/>
          <ac:spMkLst>
            <pc:docMk/>
            <pc:sldMk cId="3850543469" sldId="2146847743"/>
            <ac:spMk id="47" creationId="{E5F66776-DC3C-D88F-B88D-F321A90D816F}"/>
          </ac:spMkLst>
        </pc:spChg>
        <pc:spChg chg="add mod">
          <ac:chgData name="GIRAUD, Gilles (ONEPOINT)" userId="6d20c896-481c-410b-a8c0-2d4a97d55c0a" providerId="ADAL" clId="{5296832A-0673-4531-B771-A9CA7F0249F1}" dt="2025-01-09T10:50:03.378" v="3697" actId="1035"/>
          <ac:spMkLst>
            <pc:docMk/>
            <pc:sldMk cId="3850543469" sldId="2146847743"/>
            <ac:spMk id="48" creationId="{5A9FE192-362B-C181-2CF8-919303646263}"/>
          </ac:spMkLst>
        </pc:spChg>
        <pc:spChg chg="add mod">
          <ac:chgData name="GIRAUD, Gilles (ONEPOINT)" userId="6d20c896-481c-410b-a8c0-2d4a97d55c0a" providerId="ADAL" clId="{5296832A-0673-4531-B771-A9CA7F0249F1}" dt="2025-01-09T10:50:03.378" v="3697" actId="1035"/>
          <ac:spMkLst>
            <pc:docMk/>
            <pc:sldMk cId="3850543469" sldId="2146847743"/>
            <ac:spMk id="49" creationId="{AD9B8D80-9A94-6DC3-6B4E-679D8C75FFC7}"/>
          </ac:spMkLst>
        </pc:spChg>
        <pc:spChg chg="add mod">
          <ac:chgData name="GIRAUD, Gilles (ONEPOINT)" userId="6d20c896-481c-410b-a8c0-2d4a97d55c0a" providerId="ADAL" clId="{5296832A-0673-4531-B771-A9CA7F0249F1}" dt="2025-01-09T10:50:03.378" v="3697" actId="1035"/>
          <ac:spMkLst>
            <pc:docMk/>
            <pc:sldMk cId="3850543469" sldId="2146847743"/>
            <ac:spMk id="50" creationId="{0A14F7A1-AE99-3246-2F57-BA7916884609}"/>
          </ac:spMkLst>
        </pc:spChg>
        <pc:spChg chg="add mod">
          <ac:chgData name="GIRAUD, Gilles (ONEPOINT)" userId="6d20c896-481c-410b-a8c0-2d4a97d55c0a" providerId="ADAL" clId="{5296832A-0673-4531-B771-A9CA7F0249F1}" dt="2025-01-09T10:50:03.378" v="3697" actId="1035"/>
          <ac:spMkLst>
            <pc:docMk/>
            <pc:sldMk cId="3850543469" sldId="2146847743"/>
            <ac:spMk id="51" creationId="{2A091B81-634C-11B7-D34B-9CB570A5F9C3}"/>
          </ac:spMkLst>
        </pc:spChg>
        <pc:spChg chg="add mod">
          <ac:chgData name="GIRAUD, Gilles (ONEPOINT)" userId="6d20c896-481c-410b-a8c0-2d4a97d55c0a" providerId="ADAL" clId="{5296832A-0673-4531-B771-A9CA7F0249F1}" dt="2025-01-10T09:46:37.551" v="6701" actId="1076"/>
          <ac:spMkLst>
            <pc:docMk/>
            <pc:sldMk cId="3850543469" sldId="2146847743"/>
            <ac:spMk id="52" creationId="{C128CD7C-9D2C-8050-EF90-1CFB44165DBF}"/>
          </ac:spMkLst>
        </pc:spChg>
        <pc:spChg chg="add mod">
          <ac:chgData name="GIRAUD, Gilles (ONEPOINT)" userId="6d20c896-481c-410b-a8c0-2d4a97d55c0a" providerId="ADAL" clId="{5296832A-0673-4531-B771-A9CA7F0249F1}" dt="2025-01-09T10:50:03.378" v="3697" actId="1035"/>
          <ac:spMkLst>
            <pc:docMk/>
            <pc:sldMk cId="3850543469" sldId="2146847743"/>
            <ac:spMk id="53" creationId="{ECB26E55-F0B3-A5D5-7410-14A9CAB3202B}"/>
          </ac:spMkLst>
        </pc:spChg>
        <pc:spChg chg="add mod">
          <ac:chgData name="GIRAUD, Gilles (ONEPOINT)" userId="6d20c896-481c-410b-a8c0-2d4a97d55c0a" providerId="ADAL" clId="{5296832A-0673-4531-B771-A9CA7F0249F1}" dt="2025-01-09T10:50:03.378" v="3697" actId="1035"/>
          <ac:spMkLst>
            <pc:docMk/>
            <pc:sldMk cId="3850543469" sldId="2146847743"/>
            <ac:spMk id="54" creationId="{23132FC4-0A0B-DCCF-79C3-DAABCC737C29}"/>
          </ac:spMkLst>
        </pc:spChg>
        <pc:spChg chg="add mod">
          <ac:chgData name="GIRAUD, Gilles (ONEPOINT)" userId="6d20c896-481c-410b-a8c0-2d4a97d55c0a" providerId="ADAL" clId="{5296832A-0673-4531-B771-A9CA7F0249F1}" dt="2025-01-09T10:50:03.378" v="3697" actId="1035"/>
          <ac:spMkLst>
            <pc:docMk/>
            <pc:sldMk cId="3850543469" sldId="2146847743"/>
            <ac:spMk id="63" creationId="{97068DE2-AF82-2AE3-DA03-810914FAE07A}"/>
          </ac:spMkLst>
        </pc:spChg>
        <pc:spChg chg="add mod">
          <ac:chgData name="GIRAUD, Gilles (ONEPOINT)" userId="6d20c896-481c-410b-a8c0-2d4a97d55c0a" providerId="ADAL" clId="{5296832A-0673-4531-B771-A9CA7F0249F1}" dt="2025-01-09T10:50:03.378" v="3697" actId="1035"/>
          <ac:spMkLst>
            <pc:docMk/>
            <pc:sldMk cId="3850543469" sldId="2146847743"/>
            <ac:spMk id="64" creationId="{AC515454-C4CF-4F34-B53D-A40A44BA424C}"/>
          </ac:spMkLst>
        </pc:spChg>
        <pc:grpChg chg="add mod">
          <ac:chgData name="GIRAUD, Gilles (ONEPOINT)" userId="6d20c896-481c-410b-a8c0-2d4a97d55c0a" providerId="ADAL" clId="{5296832A-0673-4531-B771-A9CA7F0249F1}" dt="2025-01-10T09:46:37.551" v="6701" actId="1076"/>
          <ac:grpSpMkLst>
            <pc:docMk/>
            <pc:sldMk cId="3850543469" sldId="2146847743"/>
            <ac:grpSpMk id="24" creationId="{EDBC2870-E75D-C468-F037-60E11E8C4811}"/>
          </ac:grpSpMkLst>
        </pc:grpChg>
        <pc:grpChg chg="add mod">
          <ac:chgData name="GIRAUD, Gilles (ONEPOINT)" userId="6d20c896-481c-410b-a8c0-2d4a97d55c0a" providerId="ADAL" clId="{5296832A-0673-4531-B771-A9CA7F0249F1}" dt="2025-01-10T09:46:37.551" v="6701" actId="1076"/>
          <ac:grpSpMkLst>
            <pc:docMk/>
            <pc:sldMk cId="3850543469" sldId="2146847743"/>
            <ac:grpSpMk id="27" creationId="{D4ABE5A1-3341-11DA-A51D-7D2CD14F787E}"/>
          </ac:grpSpMkLst>
        </pc:grpChg>
        <pc:grpChg chg="add mod">
          <ac:chgData name="GIRAUD, Gilles (ONEPOINT)" userId="6d20c896-481c-410b-a8c0-2d4a97d55c0a" providerId="ADAL" clId="{5296832A-0673-4531-B771-A9CA7F0249F1}" dt="2025-01-10T09:46:37.551" v="6701" actId="1076"/>
          <ac:grpSpMkLst>
            <pc:docMk/>
            <pc:sldMk cId="3850543469" sldId="2146847743"/>
            <ac:grpSpMk id="31" creationId="{460F2F9E-2786-85AB-48BE-03425419F309}"/>
          </ac:grpSpMkLst>
        </pc:grpChg>
        <pc:grpChg chg="add mod">
          <ac:chgData name="GIRAUD, Gilles (ONEPOINT)" userId="6d20c896-481c-410b-a8c0-2d4a97d55c0a" providerId="ADAL" clId="{5296832A-0673-4531-B771-A9CA7F0249F1}" dt="2025-01-10T09:46:37.551" v="6701" actId="1076"/>
          <ac:grpSpMkLst>
            <pc:docMk/>
            <pc:sldMk cId="3850543469" sldId="2146847743"/>
            <ac:grpSpMk id="35" creationId="{9AEDE4F7-25F3-D2EA-98A5-E8D912BEDACD}"/>
          </ac:grpSpMkLst>
        </pc:grpChg>
        <pc:cxnChg chg="add mod">
          <ac:chgData name="GIRAUD, Gilles (ONEPOINT)" userId="6d20c896-481c-410b-a8c0-2d4a97d55c0a" providerId="ADAL" clId="{5296832A-0673-4531-B771-A9CA7F0249F1}" dt="2025-01-10T09:46:37.551" v="6701" actId="1076"/>
          <ac:cxnSpMkLst>
            <pc:docMk/>
            <pc:sldMk cId="3850543469" sldId="2146847743"/>
            <ac:cxnSpMk id="39" creationId="{6F113A53-5868-45BD-DC67-CB9460567936}"/>
          </ac:cxnSpMkLst>
        </pc:cxnChg>
        <pc:cxnChg chg="add mod">
          <ac:chgData name="GIRAUD, Gilles (ONEPOINT)" userId="6d20c896-481c-410b-a8c0-2d4a97d55c0a" providerId="ADAL" clId="{5296832A-0673-4531-B771-A9CA7F0249F1}" dt="2025-01-10T09:46:37.551" v="6701" actId="1076"/>
          <ac:cxnSpMkLst>
            <pc:docMk/>
            <pc:sldMk cId="3850543469" sldId="2146847743"/>
            <ac:cxnSpMk id="41" creationId="{6D042A3A-101F-1791-A1B2-44DF98B8FC7F}"/>
          </ac:cxnSpMkLst>
        </pc:cxnChg>
        <pc:cxnChg chg="add mod">
          <ac:chgData name="GIRAUD, Gilles (ONEPOINT)" userId="6d20c896-481c-410b-a8c0-2d4a97d55c0a" providerId="ADAL" clId="{5296832A-0673-4531-B771-A9CA7F0249F1}" dt="2025-01-10T09:46:37.551" v="6701" actId="1076"/>
          <ac:cxnSpMkLst>
            <pc:docMk/>
            <pc:sldMk cId="3850543469" sldId="2146847743"/>
            <ac:cxnSpMk id="43" creationId="{C56897E6-FB10-5CC7-9E27-8F44F89632B4}"/>
          </ac:cxnSpMkLst>
        </pc:cxnChg>
        <pc:cxnChg chg="add mod">
          <ac:chgData name="GIRAUD, Gilles (ONEPOINT)" userId="6d20c896-481c-410b-a8c0-2d4a97d55c0a" providerId="ADAL" clId="{5296832A-0673-4531-B771-A9CA7F0249F1}" dt="2025-01-10T09:46:37.551" v="6701" actId="1076"/>
          <ac:cxnSpMkLst>
            <pc:docMk/>
            <pc:sldMk cId="3850543469" sldId="2146847743"/>
            <ac:cxnSpMk id="44" creationId="{5F6EF3B5-2633-157E-5870-DB01C2C1B96D}"/>
          </ac:cxnSpMkLst>
        </pc:cxnChg>
      </pc:sldChg>
      <pc:sldChg chg="add del">
        <pc:chgData name="GIRAUD, Gilles (ONEPOINT)" userId="6d20c896-481c-410b-a8c0-2d4a97d55c0a" providerId="ADAL" clId="{5296832A-0673-4531-B771-A9CA7F0249F1}" dt="2025-01-09T13:26:28.080" v="4134" actId="2890"/>
        <pc:sldMkLst>
          <pc:docMk/>
          <pc:sldMk cId="1700060113" sldId="2146847744"/>
        </pc:sldMkLst>
      </pc:sldChg>
      <pc:sldChg chg="addSp delSp modSp add del mod">
        <pc:chgData name="GIRAUD, Gilles (ONEPOINT)" userId="6d20c896-481c-410b-a8c0-2d4a97d55c0a" providerId="ADAL" clId="{5296832A-0673-4531-B771-A9CA7F0249F1}" dt="2025-01-14T18:03:18.632" v="8866" actId="1076"/>
        <pc:sldMkLst>
          <pc:docMk/>
          <pc:sldMk cId="2434673084" sldId="2146847744"/>
        </pc:sldMkLst>
        <pc:spChg chg="add mod">
          <ac:chgData name="GIRAUD, Gilles (ONEPOINT)" userId="6d20c896-481c-410b-a8c0-2d4a97d55c0a" providerId="ADAL" clId="{5296832A-0673-4531-B771-A9CA7F0249F1}" dt="2025-01-10T09:26:47.543" v="6669"/>
          <ac:spMkLst>
            <pc:docMk/>
            <pc:sldMk cId="2434673084" sldId="2146847744"/>
            <ac:spMk id="2" creationId="{62161188-8E99-7438-6EC6-6E8C11E3ADE0}"/>
          </ac:spMkLst>
        </pc:spChg>
        <pc:spChg chg="mod">
          <ac:chgData name="GIRAUD, Gilles (ONEPOINT)" userId="6d20c896-481c-410b-a8c0-2d4a97d55c0a" providerId="ADAL" clId="{5296832A-0673-4531-B771-A9CA7F0249F1}" dt="2025-01-14T16:58:30.859" v="7535" actId="20577"/>
          <ac:spMkLst>
            <pc:docMk/>
            <pc:sldMk cId="2434673084" sldId="2146847744"/>
            <ac:spMk id="5" creationId="{CC19A80C-1B17-5EAE-8CA7-B3DE0A7DE3F9}"/>
          </ac:spMkLst>
        </pc:spChg>
        <pc:spChg chg="mod">
          <ac:chgData name="GIRAUD, Gilles (ONEPOINT)" userId="6d20c896-481c-410b-a8c0-2d4a97d55c0a" providerId="ADAL" clId="{5296832A-0673-4531-B771-A9CA7F0249F1}" dt="2025-01-14T17:00:43.016" v="7648" actId="20577"/>
          <ac:spMkLst>
            <pc:docMk/>
            <pc:sldMk cId="2434673084" sldId="2146847744"/>
            <ac:spMk id="6" creationId="{A161C1F5-5D84-8F5E-17C9-51CE832F9802}"/>
          </ac:spMkLst>
        </pc:spChg>
        <pc:spChg chg="add del mod">
          <ac:chgData name="GIRAUD, Gilles (ONEPOINT)" userId="6d20c896-481c-410b-a8c0-2d4a97d55c0a" providerId="ADAL" clId="{5296832A-0673-4531-B771-A9CA7F0249F1}" dt="2025-01-14T17:46:33.897" v="8347" actId="1037"/>
          <ac:spMkLst>
            <pc:docMk/>
            <pc:sldMk cId="2434673084" sldId="2146847744"/>
            <ac:spMk id="34" creationId="{C26B319B-2761-6D2B-4E40-A71C847D8AA6}"/>
          </ac:spMkLst>
        </pc:spChg>
        <pc:spChg chg="add mod">
          <ac:chgData name="GIRAUD, Gilles (ONEPOINT)" userId="6d20c896-481c-410b-a8c0-2d4a97d55c0a" providerId="ADAL" clId="{5296832A-0673-4531-B771-A9CA7F0249F1}" dt="2025-01-14T17:55:36.829" v="8780" actId="20577"/>
          <ac:spMkLst>
            <pc:docMk/>
            <pc:sldMk cId="2434673084" sldId="2146847744"/>
            <ac:spMk id="37" creationId="{4FF00468-1629-1CB7-BD54-DBE7E2BAE97F}"/>
          </ac:spMkLst>
        </pc:spChg>
        <pc:spChg chg="mod">
          <ac:chgData name="GIRAUD, Gilles (ONEPOINT)" userId="6d20c896-481c-410b-a8c0-2d4a97d55c0a" providerId="ADAL" clId="{5296832A-0673-4531-B771-A9CA7F0249F1}" dt="2025-01-14T17:57:10.263" v="8798" actId="1076"/>
          <ac:spMkLst>
            <pc:docMk/>
            <pc:sldMk cId="2434673084" sldId="2146847744"/>
            <ac:spMk id="40" creationId="{279C16AF-E0B9-9266-E9AC-88507CFA96D2}"/>
          </ac:spMkLst>
        </pc:spChg>
        <pc:spChg chg="mod">
          <ac:chgData name="GIRAUD, Gilles (ONEPOINT)" userId="6d20c896-481c-410b-a8c0-2d4a97d55c0a" providerId="ADAL" clId="{5296832A-0673-4531-B771-A9CA7F0249F1}" dt="2025-01-14T18:03:18.632" v="8866" actId="1076"/>
          <ac:spMkLst>
            <pc:docMk/>
            <pc:sldMk cId="2434673084" sldId="2146847744"/>
            <ac:spMk id="45" creationId="{23E19693-AE8F-6200-BF7C-BDD13C3DAEC2}"/>
          </ac:spMkLst>
        </pc:spChg>
        <pc:picChg chg="add mod">
          <ac:chgData name="GIRAUD, Gilles (ONEPOINT)" userId="6d20c896-481c-410b-a8c0-2d4a97d55c0a" providerId="ADAL" clId="{5296832A-0673-4531-B771-A9CA7F0249F1}" dt="2025-01-14T17:56:18.278" v="8783" actId="1076"/>
          <ac:picMkLst>
            <pc:docMk/>
            <pc:sldMk cId="2434673084" sldId="2146847744"/>
            <ac:picMk id="33" creationId="{BCB180F2-C812-B8C9-B00B-A316CEB9CC89}"/>
          </ac:picMkLst>
        </pc:picChg>
      </pc:sldChg>
      <pc:sldChg chg="addSp delSp modSp add del mod">
        <pc:chgData name="GIRAUD, Gilles (ONEPOINT)" userId="6d20c896-481c-410b-a8c0-2d4a97d55c0a" providerId="ADAL" clId="{5296832A-0673-4531-B771-A9CA7F0249F1}" dt="2025-01-14T10:52:46.735" v="7512" actId="2696"/>
        <pc:sldMkLst>
          <pc:docMk/>
          <pc:sldMk cId="755173587" sldId="2146847745"/>
        </pc:sldMkLst>
      </pc:sldChg>
      <pc:sldChg chg="new del">
        <pc:chgData name="GIRAUD, Gilles (ONEPOINT)" userId="6d20c896-481c-410b-a8c0-2d4a97d55c0a" providerId="ADAL" clId="{5296832A-0673-4531-B771-A9CA7F0249F1}" dt="2025-01-09T14:58:46.859" v="4557" actId="680"/>
        <pc:sldMkLst>
          <pc:docMk/>
          <pc:sldMk cId="2631272923" sldId="2146847745"/>
        </pc:sldMkLst>
      </pc:sldChg>
      <pc:sldChg chg="addSp delSp modSp add mod">
        <pc:chgData name="GIRAUD, Gilles (ONEPOINT)" userId="6d20c896-481c-410b-a8c0-2d4a97d55c0a" providerId="ADAL" clId="{5296832A-0673-4531-B771-A9CA7F0249F1}" dt="2025-01-10T09:26:38.718" v="6666" actId="478"/>
        <pc:sldMkLst>
          <pc:docMk/>
          <pc:sldMk cId="2620321170" sldId="2146847746"/>
        </pc:sldMkLst>
        <pc:spChg chg="add mod">
          <ac:chgData name="GIRAUD, Gilles (ONEPOINT)" userId="6d20c896-481c-410b-a8c0-2d4a97d55c0a" providerId="ADAL" clId="{5296832A-0673-4531-B771-A9CA7F0249F1}" dt="2025-01-10T09:26:36.324" v="6665"/>
          <ac:spMkLst>
            <pc:docMk/>
            <pc:sldMk cId="2620321170" sldId="2146847746"/>
            <ac:spMk id="2" creationId="{364E8F65-4D51-7C60-33E1-D68E7232CEE3}"/>
          </ac:spMkLst>
        </pc:spChg>
        <pc:spChg chg="add mod">
          <ac:chgData name="GIRAUD, Gilles (ONEPOINT)" userId="6d20c896-481c-410b-a8c0-2d4a97d55c0a" providerId="ADAL" clId="{5296832A-0673-4531-B771-A9CA7F0249F1}" dt="2025-01-09T16:22:28.918" v="6292" actId="1036"/>
          <ac:spMkLst>
            <pc:docMk/>
            <pc:sldMk cId="2620321170" sldId="2146847746"/>
            <ac:spMk id="25" creationId="{1C5553B3-7FF0-DD73-BBD5-14A832E994B6}"/>
          </ac:spMkLst>
        </pc:spChg>
        <pc:spChg chg="add mod">
          <ac:chgData name="GIRAUD, Gilles (ONEPOINT)" userId="6d20c896-481c-410b-a8c0-2d4a97d55c0a" providerId="ADAL" clId="{5296832A-0673-4531-B771-A9CA7F0249F1}" dt="2025-01-09T16:22:28.918" v="6292" actId="1036"/>
          <ac:spMkLst>
            <pc:docMk/>
            <pc:sldMk cId="2620321170" sldId="2146847746"/>
            <ac:spMk id="37" creationId="{A8FE2C40-7489-F6FF-2A6A-2AAB190BDA7C}"/>
          </ac:spMkLst>
        </pc:spChg>
        <pc:spChg chg="add mod">
          <ac:chgData name="GIRAUD, Gilles (ONEPOINT)" userId="6d20c896-481c-410b-a8c0-2d4a97d55c0a" providerId="ADAL" clId="{5296832A-0673-4531-B771-A9CA7F0249F1}" dt="2025-01-09T16:22:28.918" v="6292" actId="1036"/>
          <ac:spMkLst>
            <pc:docMk/>
            <pc:sldMk cId="2620321170" sldId="2146847746"/>
            <ac:spMk id="38" creationId="{2DCEF502-398D-CD8E-E9FC-7F96DF60F4F6}"/>
          </ac:spMkLst>
        </pc:spChg>
        <pc:spChg chg="add mod">
          <ac:chgData name="GIRAUD, Gilles (ONEPOINT)" userId="6d20c896-481c-410b-a8c0-2d4a97d55c0a" providerId="ADAL" clId="{5296832A-0673-4531-B771-A9CA7F0249F1}" dt="2025-01-09T16:22:28.918" v="6292" actId="1036"/>
          <ac:spMkLst>
            <pc:docMk/>
            <pc:sldMk cId="2620321170" sldId="2146847746"/>
            <ac:spMk id="39" creationId="{B3E9493D-5C29-C278-77C1-EC91B751D5F6}"/>
          </ac:spMkLst>
        </pc:spChg>
        <pc:spChg chg="add mod ord">
          <ac:chgData name="GIRAUD, Gilles (ONEPOINT)" userId="6d20c896-481c-410b-a8c0-2d4a97d55c0a" providerId="ADAL" clId="{5296832A-0673-4531-B771-A9CA7F0249F1}" dt="2025-01-09T16:22:28.918" v="6292" actId="1036"/>
          <ac:spMkLst>
            <pc:docMk/>
            <pc:sldMk cId="2620321170" sldId="2146847746"/>
            <ac:spMk id="40" creationId="{E2F98EB4-5F56-6467-D690-6521C433D27B}"/>
          </ac:spMkLst>
        </pc:spChg>
        <pc:spChg chg="add mod ord">
          <ac:chgData name="GIRAUD, Gilles (ONEPOINT)" userId="6d20c896-481c-410b-a8c0-2d4a97d55c0a" providerId="ADAL" clId="{5296832A-0673-4531-B771-A9CA7F0249F1}" dt="2025-01-09T16:30:05.230" v="6331"/>
          <ac:spMkLst>
            <pc:docMk/>
            <pc:sldMk cId="2620321170" sldId="2146847746"/>
            <ac:spMk id="41" creationId="{A09D07F5-F5D9-BDEB-BA0F-7B19A299FE6E}"/>
          </ac:spMkLst>
        </pc:spChg>
        <pc:spChg chg="add mod ord">
          <ac:chgData name="GIRAUD, Gilles (ONEPOINT)" userId="6d20c896-481c-410b-a8c0-2d4a97d55c0a" providerId="ADAL" clId="{5296832A-0673-4531-B771-A9CA7F0249F1}" dt="2025-01-09T16:25:44.106" v="6294" actId="1036"/>
          <ac:spMkLst>
            <pc:docMk/>
            <pc:sldMk cId="2620321170" sldId="2146847746"/>
            <ac:spMk id="45" creationId="{46221709-A36A-97E2-0994-78A8D0B81FEB}"/>
          </ac:spMkLst>
        </pc:spChg>
        <pc:spChg chg="add mod ord">
          <ac:chgData name="GIRAUD, Gilles (ONEPOINT)" userId="6d20c896-481c-410b-a8c0-2d4a97d55c0a" providerId="ADAL" clId="{5296832A-0673-4531-B771-A9CA7F0249F1}" dt="2025-01-09T16:25:44.106" v="6294" actId="1036"/>
          <ac:spMkLst>
            <pc:docMk/>
            <pc:sldMk cId="2620321170" sldId="2146847746"/>
            <ac:spMk id="48" creationId="{2DB29A5C-AC47-5B2D-E47E-14151522872F}"/>
          </ac:spMkLst>
        </pc:spChg>
        <pc:spChg chg="add mod ord">
          <ac:chgData name="GIRAUD, Gilles (ONEPOINT)" userId="6d20c896-481c-410b-a8c0-2d4a97d55c0a" providerId="ADAL" clId="{5296832A-0673-4531-B771-A9CA7F0249F1}" dt="2025-01-09T16:31:34.241" v="6368" actId="1076"/>
          <ac:spMkLst>
            <pc:docMk/>
            <pc:sldMk cId="2620321170" sldId="2146847746"/>
            <ac:spMk id="52" creationId="{253B96F3-7A08-47DD-4604-499D1EEBFACE}"/>
          </ac:spMkLst>
        </pc:spChg>
        <pc:spChg chg="add mod">
          <ac:chgData name="GIRAUD, Gilles (ONEPOINT)" userId="6d20c896-481c-410b-a8c0-2d4a97d55c0a" providerId="ADAL" clId="{5296832A-0673-4531-B771-A9CA7F0249F1}" dt="2025-01-09T16:31:19.553" v="6365" actId="14100"/>
          <ac:spMkLst>
            <pc:docMk/>
            <pc:sldMk cId="2620321170" sldId="2146847746"/>
            <ac:spMk id="53" creationId="{0A25CCB0-7919-FEA6-821E-FE9D3E56BE73}"/>
          </ac:spMkLst>
        </pc:spChg>
        <pc:spChg chg="add mod">
          <ac:chgData name="GIRAUD, Gilles (ONEPOINT)" userId="6d20c896-481c-410b-a8c0-2d4a97d55c0a" providerId="ADAL" clId="{5296832A-0673-4531-B771-A9CA7F0249F1}" dt="2025-01-09T16:31:44.393" v="6375" actId="20577"/>
          <ac:spMkLst>
            <pc:docMk/>
            <pc:sldMk cId="2620321170" sldId="2146847746"/>
            <ac:spMk id="54" creationId="{9AA3C83A-E966-9782-EAA2-E3AE7ABBF6C5}"/>
          </ac:spMkLst>
        </pc:spChg>
        <pc:cxnChg chg="add mod">
          <ac:chgData name="GIRAUD, Gilles (ONEPOINT)" userId="6d20c896-481c-410b-a8c0-2d4a97d55c0a" providerId="ADAL" clId="{5296832A-0673-4531-B771-A9CA7F0249F1}" dt="2025-01-09T16:22:28.918" v="6292" actId="1036"/>
          <ac:cxnSpMkLst>
            <pc:docMk/>
            <pc:sldMk cId="2620321170" sldId="2146847746"/>
            <ac:cxnSpMk id="43" creationId="{322F9D7B-DF02-102F-8830-77CFC480FDBA}"/>
          </ac:cxnSpMkLst>
        </pc:cxnChg>
        <pc:cxnChg chg="add mod">
          <ac:chgData name="GIRAUD, Gilles (ONEPOINT)" userId="6d20c896-481c-410b-a8c0-2d4a97d55c0a" providerId="ADAL" clId="{5296832A-0673-4531-B771-A9CA7F0249F1}" dt="2025-01-09T16:22:28.918" v="6292" actId="1036"/>
          <ac:cxnSpMkLst>
            <pc:docMk/>
            <pc:sldMk cId="2620321170" sldId="2146847746"/>
            <ac:cxnSpMk id="44" creationId="{728DA2D8-5E98-26F5-F60C-3261425A7B5A}"/>
          </ac:cxnSpMkLst>
        </pc:cxnChg>
        <pc:cxnChg chg="add mod">
          <ac:chgData name="GIRAUD, Gilles (ONEPOINT)" userId="6d20c896-481c-410b-a8c0-2d4a97d55c0a" providerId="ADAL" clId="{5296832A-0673-4531-B771-A9CA7F0249F1}" dt="2025-01-09T16:22:28.918" v="6292" actId="1036"/>
          <ac:cxnSpMkLst>
            <pc:docMk/>
            <pc:sldMk cId="2620321170" sldId="2146847746"/>
            <ac:cxnSpMk id="47" creationId="{B91AAAEC-5311-9700-972C-129B81B6C890}"/>
          </ac:cxnSpMkLst>
        </pc:cxnChg>
        <pc:cxnChg chg="add mod">
          <ac:chgData name="GIRAUD, Gilles (ONEPOINT)" userId="6d20c896-481c-410b-a8c0-2d4a97d55c0a" providerId="ADAL" clId="{5296832A-0673-4531-B771-A9CA7F0249F1}" dt="2025-01-09T16:22:28.918" v="6292" actId="1036"/>
          <ac:cxnSpMkLst>
            <pc:docMk/>
            <pc:sldMk cId="2620321170" sldId="2146847746"/>
            <ac:cxnSpMk id="49" creationId="{74C9658B-8EBC-E2CD-BCC0-819075471019}"/>
          </ac:cxnSpMkLst>
        </pc:cxnChg>
      </pc:sldChg>
      <pc:sldChg chg="addSp delSp modSp add mod">
        <pc:chgData name="GIRAUD, Gilles (ONEPOINT)" userId="6d20c896-481c-410b-a8c0-2d4a97d55c0a" providerId="ADAL" clId="{5296832A-0673-4531-B771-A9CA7F0249F1}" dt="2025-01-15T16:36:15.848" v="8867" actId="1076"/>
        <pc:sldMkLst>
          <pc:docMk/>
          <pc:sldMk cId="246176778" sldId="2146847747"/>
        </pc:sldMkLst>
        <pc:spChg chg="add mod">
          <ac:chgData name="GIRAUD, Gilles (ONEPOINT)" userId="6d20c896-481c-410b-a8c0-2d4a97d55c0a" providerId="ADAL" clId="{5296832A-0673-4531-B771-A9CA7F0249F1}" dt="2025-01-10T09:26:28.069" v="6663" actId="1076"/>
          <ac:spMkLst>
            <pc:docMk/>
            <pc:sldMk cId="246176778" sldId="2146847747"/>
            <ac:spMk id="4" creationId="{333A5E07-4407-BC28-E7E0-C329919790E7}"/>
          </ac:spMkLst>
        </pc:spChg>
        <pc:spChg chg="add mod">
          <ac:chgData name="GIRAUD, Gilles (ONEPOINT)" userId="6d20c896-481c-410b-a8c0-2d4a97d55c0a" providerId="ADAL" clId="{5296832A-0673-4531-B771-A9CA7F0249F1}" dt="2025-01-15T16:36:15.848" v="8867" actId="1076"/>
          <ac:spMkLst>
            <pc:docMk/>
            <pc:sldMk cId="246176778" sldId="2146847747"/>
            <ac:spMk id="8" creationId="{5987DD9D-3422-18C0-43CA-20A6D5EDA3C2}"/>
          </ac:spMkLst>
        </pc:spChg>
        <pc:spChg chg="add mod">
          <ac:chgData name="GIRAUD, Gilles (ONEPOINT)" userId="6d20c896-481c-410b-a8c0-2d4a97d55c0a" providerId="ADAL" clId="{5296832A-0673-4531-B771-A9CA7F0249F1}" dt="2025-01-15T16:36:15.848" v="8867" actId="1076"/>
          <ac:spMkLst>
            <pc:docMk/>
            <pc:sldMk cId="246176778" sldId="2146847747"/>
            <ac:spMk id="9" creationId="{39BBFAB6-FBAD-511E-C827-E5B01B87A486}"/>
          </ac:spMkLst>
        </pc:spChg>
        <pc:graphicFrameChg chg="add mod modGraphic">
          <ac:chgData name="GIRAUD, Gilles (ONEPOINT)" userId="6d20c896-481c-410b-a8c0-2d4a97d55c0a" providerId="ADAL" clId="{5296832A-0673-4531-B771-A9CA7F0249F1}" dt="2025-01-10T09:25:06.178" v="6589" actId="1076"/>
          <ac:graphicFrameMkLst>
            <pc:docMk/>
            <pc:sldMk cId="246176778" sldId="2146847747"/>
            <ac:graphicFrameMk id="2" creationId="{BA3409A4-8BD6-0283-FF41-425DD2973A9D}"/>
          </ac:graphicFrameMkLst>
        </pc:graphicFrameChg>
      </pc:sldChg>
      <pc:sldChg chg="addSp delSp modSp add mod">
        <pc:chgData name="GIRAUD, Gilles (ONEPOINT)" userId="6d20c896-481c-410b-a8c0-2d4a97d55c0a" providerId="ADAL" clId="{5296832A-0673-4531-B771-A9CA7F0249F1}" dt="2025-01-10T10:07:04.138" v="6945" actId="20577"/>
        <pc:sldMkLst>
          <pc:docMk/>
          <pc:sldMk cId="47253442" sldId="2146847748"/>
        </pc:sldMkLst>
        <pc:spChg chg="mod">
          <ac:chgData name="GIRAUD, Gilles (ONEPOINT)" userId="6d20c896-481c-410b-a8c0-2d4a97d55c0a" providerId="ADAL" clId="{5296832A-0673-4531-B771-A9CA7F0249F1}" dt="2025-01-10T10:07:04.138" v="6945" actId="20577"/>
          <ac:spMkLst>
            <pc:docMk/>
            <pc:sldMk cId="47253442" sldId="2146847748"/>
            <ac:spMk id="6" creationId="{2F3E6EFA-7A90-C42C-C0A6-92D26B788F96}"/>
          </ac:spMkLst>
        </pc:spChg>
        <pc:spChg chg="add mod topLvl">
          <ac:chgData name="GIRAUD, Gilles (ONEPOINT)" userId="6d20c896-481c-410b-a8c0-2d4a97d55c0a" providerId="ADAL" clId="{5296832A-0673-4531-B771-A9CA7F0249F1}" dt="2025-01-10T09:55:57.587" v="6865" actId="164"/>
          <ac:spMkLst>
            <pc:docMk/>
            <pc:sldMk cId="47253442" sldId="2146847748"/>
            <ac:spMk id="10" creationId="{6BE6EFDB-2350-ADD5-A8BE-747531B702F3}"/>
          </ac:spMkLst>
        </pc:spChg>
        <pc:spChg chg="add mod">
          <ac:chgData name="GIRAUD, Gilles (ONEPOINT)" userId="6d20c896-481c-410b-a8c0-2d4a97d55c0a" providerId="ADAL" clId="{5296832A-0673-4531-B771-A9CA7F0249F1}" dt="2025-01-10T09:55:36.539" v="6862" actId="164"/>
          <ac:spMkLst>
            <pc:docMk/>
            <pc:sldMk cId="47253442" sldId="2146847748"/>
            <ac:spMk id="12" creationId="{67F6F9B1-A9E9-185A-BB88-F40594FEC855}"/>
          </ac:spMkLst>
        </pc:spChg>
        <pc:spChg chg="add mod">
          <ac:chgData name="GIRAUD, Gilles (ONEPOINT)" userId="6d20c896-481c-410b-a8c0-2d4a97d55c0a" providerId="ADAL" clId="{5296832A-0673-4531-B771-A9CA7F0249F1}" dt="2025-01-10T09:55:36.539" v="6862" actId="164"/>
          <ac:spMkLst>
            <pc:docMk/>
            <pc:sldMk cId="47253442" sldId="2146847748"/>
            <ac:spMk id="14" creationId="{2118AE38-E717-7E16-3852-8B9863301EB1}"/>
          </ac:spMkLst>
        </pc:spChg>
        <pc:spChg chg="add mod">
          <ac:chgData name="GIRAUD, Gilles (ONEPOINT)" userId="6d20c896-481c-410b-a8c0-2d4a97d55c0a" providerId="ADAL" clId="{5296832A-0673-4531-B771-A9CA7F0249F1}" dt="2025-01-10T09:55:44.380" v="6863" actId="164"/>
          <ac:spMkLst>
            <pc:docMk/>
            <pc:sldMk cId="47253442" sldId="2146847748"/>
            <ac:spMk id="16" creationId="{5D81D7EA-C08D-04AB-09FD-85C4F4A52DDA}"/>
          </ac:spMkLst>
        </pc:spChg>
        <pc:spChg chg="add mod">
          <ac:chgData name="GIRAUD, Gilles (ONEPOINT)" userId="6d20c896-481c-410b-a8c0-2d4a97d55c0a" providerId="ADAL" clId="{5296832A-0673-4531-B771-A9CA7F0249F1}" dt="2025-01-10T09:55:44.380" v="6863" actId="164"/>
          <ac:spMkLst>
            <pc:docMk/>
            <pc:sldMk cId="47253442" sldId="2146847748"/>
            <ac:spMk id="17" creationId="{3446EF82-0530-8CAC-4754-BD0F752FE73F}"/>
          </ac:spMkLst>
        </pc:spChg>
        <pc:spChg chg="add mod">
          <ac:chgData name="GIRAUD, Gilles (ONEPOINT)" userId="6d20c896-481c-410b-a8c0-2d4a97d55c0a" providerId="ADAL" clId="{5296832A-0673-4531-B771-A9CA7F0249F1}" dt="2025-01-10T09:55:57.587" v="6865" actId="164"/>
          <ac:spMkLst>
            <pc:docMk/>
            <pc:sldMk cId="47253442" sldId="2146847748"/>
            <ac:spMk id="19" creationId="{5BD0D21F-F0DA-5554-8CF2-742BA2654AFD}"/>
          </ac:spMkLst>
        </pc:spChg>
        <pc:spChg chg="add mod">
          <ac:chgData name="GIRAUD, Gilles (ONEPOINT)" userId="6d20c896-481c-410b-a8c0-2d4a97d55c0a" providerId="ADAL" clId="{5296832A-0673-4531-B771-A9CA7F0249F1}" dt="2025-01-10T09:55:57.587" v="6865" actId="164"/>
          <ac:spMkLst>
            <pc:docMk/>
            <pc:sldMk cId="47253442" sldId="2146847748"/>
            <ac:spMk id="23" creationId="{70034993-AAE1-486D-06D3-02FFAE694EB9}"/>
          </ac:spMkLst>
        </pc:spChg>
        <pc:spChg chg="add mod">
          <ac:chgData name="GIRAUD, Gilles (ONEPOINT)" userId="6d20c896-481c-410b-a8c0-2d4a97d55c0a" providerId="ADAL" clId="{5296832A-0673-4531-B771-A9CA7F0249F1}" dt="2025-01-10T09:56:01.475" v="6866" actId="164"/>
          <ac:spMkLst>
            <pc:docMk/>
            <pc:sldMk cId="47253442" sldId="2146847748"/>
            <ac:spMk id="24" creationId="{2552C553-4128-F141-F1D1-F66457B5550F}"/>
          </ac:spMkLst>
        </pc:spChg>
        <pc:spChg chg="add mod">
          <ac:chgData name="GIRAUD, Gilles (ONEPOINT)" userId="6d20c896-481c-410b-a8c0-2d4a97d55c0a" providerId="ADAL" clId="{5296832A-0673-4531-B771-A9CA7F0249F1}" dt="2025-01-10T09:56:01.475" v="6866" actId="164"/>
          <ac:spMkLst>
            <pc:docMk/>
            <pc:sldMk cId="47253442" sldId="2146847748"/>
            <ac:spMk id="25" creationId="{F75F3BCB-7E4D-4E74-05AE-9E437E4FD890}"/>
          </ac:spMkLst>
        </pc:spChg>
        <pc:spChg chg="add mod">
          <ac:chgData name="GIRAUD, Gilles (ONEPOINT)" userId="6d20c896-481c-410b-a8c0-2d4a97d55c0a" providerId="ADAL" clId="{5296832A-0673-4531-B771-A9CA7F0249F1}" dt="2025-01-10T09:55:50.516" v="6864" actId="164"/>
          <ac:spMkLst>
            <pc:docMk/>
            <pc:sldMk cId="47253442" sldId="2146847748"/>
            <ac:spMk id="26" creationId="{67CC61A1-EFB6-0F19-2C28-AFA7C5ACD337}"/>
          </ac:spMkLst>
        </pc:spChg>
        <pc:spChg chg="add mod">
          <ac:chgData name="GIRAUD, Gilles (ONEPOINT)" userId="6d20c896-481c-410b-a8c0-2d4a97d55c0a" providerId="ADAL" clId="{5296832A-0673-4531-B771-A9CA7F0249F1}" dt="2025-01-10T09:55:50.516" v="6864" actId="164"/>
          <ac:spMkLst>
            <pc:docMk/>
            <pc:sldMk cId="47253442" sldId="2146847748"/>
            <ac:spMk id="27" creationId="{A445064D-D2A8-2140-A920-87B15D62D7D7}"/>
          </ac:spMkLst>
        </pc:spChg>
        <pc:spChg chg="add mod">
          <ac:chgData name="GIRAUD, Gilles (ONEPOINT)" userId="6d20c896-481c-410b-a8c0-2d4a97d55c0a" providerId="ADAL" clId="{5296832A-0673-4531-B771-A9CA7F0249F1}" dt="2025-01-10T09:58:45.646" v="6883" actId="1037"/>
          <ac:spMkLst>
            <pc:docMk/>
            <pc:sldMk cId="47253442" sldId="2146847748"/>
            <ac:spMk id="33" creationId="{B476EF77-936C-D065-BD93-495CD7520AD6}"/>
          </ac:spMkLst>
        </pc:spChg>
        <pc:spChg chg="mod topLvl">
          <ac:chgData name="GIRAUD, Gilles (ONEPOINT)" userId="6d20c896-481c-410b-a8c0-2d4a97d55c0a" providerId="ADAL" clId="{5296832A-0673-4531-B771-A9CA7F0249F1}" dt="2025-01-10T09:55:36.539" v="6862" actId="164"/>
          <ac:spMkLst>
            <pc:docMk/>
            <pc:sldMk cId="47253442" sldId="2146847748"/>
            <ac:spMk id="34" creationId="{C9C4B5A0-1A21-745A-B9DC-608AF6258740}"/>
          </ac:spMkLst>
        </pc:spChg>
        <pc:spChg chg="add mod">
          <ac:chgData name="GIRAUD, Gilles (ONEPOINT)" userId="6d20c896-481c-410b-a8c0-2d4a97d55c0a" providerId="ADAL" clId="{5296832A-0673-4531-B771-A9CA7F0249F1}" dt="2025-01-10T09:59:42.253" v="6890" actId="1076"/>
          <ac:spMkLst>
            <pc:docMk/>
            <pc:sldMk cId="47253442" sldId="2146847748"/>
            <ac:spMk id="35" creationId="{5ACD2CC2-BAED-71CB-5DBD-EFB0A11DF1B1}"/>
          </ac:spMkLst>
        </pc:spChg>
        <pc:spChg chg="mod">
          <ac:chgData name="GIRAUD, Gilles (ONEPOINT)" userId="6d20c896-481c-410b-a8c0-2d4a97d55c0a" providerId="ADAL" clId="{5296832A-0673-4531-B771-A9CA7F0249F1}" dt="2025-01-10T09:59:06.265" v="6884"/>
          <ac:spMkLst>
            <pc:docMk/>
            <pc:sldMk cId="47253442" sldId="2146847748"/>
            <ac:spMk id="37" creationId="{B8F551BC-7746-7138-ED01-DF54130A2450}"/>
          </ac:spMkLst>
        </pc:spChg>
        <pc:spChg chg="mod topLvl">
          <ac:chgData name="GIRAUD, Gilles (ONEPOINT)" userId="6d20c896-481c-410b-a8c0-2d4a97d55c0a" providerId="ADAL" clId="{5296832A-0673-4531-B771-A9CA7F0249F1}" dt="2025-01-10T09:56:01.475" v="6866" actId="164"/>
          <ac:spMkLst>
            <pc:docMk/>
            <pc:sldMk cId="47253442" sldId="2146847748"/>
            <ac:spMk id="38" creationId="{508F1CA8-5DBE-4078-50A3-9077277BB0DB}"/>
          </ac:spMkLst>
        </pc:spChg>
        <pc:spChg chg="mod">
          <ac:chgData name="GIRAUD, Gilles (ONEPOINT)" userId="6d20c896-481c-410b-a8c0-2d4a97d55c0a" providerId="ADAL" clId="{5296832A-0673-4531-B771-A9CA7F0249F1}" dt="2025-01-10T09:59:06.265" v="6884"/>
          <ac:spMkLst>
            <pc:docMk/>
            <pc:sldMk cId="47253442" sldId="2146847748"/>
            <ac:spMk id="39" creationId="{0EC8689D-2944-00EC-4063-349B4F521DF3}"/>
          </ac:spMkLst>
        </pc:spChg>
        <pc:spChg chg="mod topLvl">
          <ac:chgData name="GIRAUD, Gilles (ONEPOINT)" userId="6d20c896-481c-410b-a8c0-2d4a97d55c0a" providerId="ADAL" clId="{5296832A-0673-4531-B771-A9CA7F0249F1}" dt="2025-01-10T09:55:44.380" v="6863" actId="164"/>
          <ac:spMkLst>
            <pc:docMk/>
            <pc:sldMk cId="47253442" sldId="2146847748"/>
            <ac:spMk id="40" creationId="{0CB4C419-5616-D7D3-C67D-2C5B32EF3FB5}"/>
          </ac:spMkLst>
        </pc:spChg>
        <pc:spChg chg="mod topLvl">
          <ac:chgData name="GIRAUD, Gilles (ONEPOINT)" userId="6d20c896-481c-410b-a8c0-2d4a97d55c0a" providerId="ADAL" clId="{5296832A-0673-4531-B771-A9CA7F0249F1}" dt="2025-01-10T09:55:50.516" v="6864" actId="164"/>
          <ac:spMkLst>
            <pc:docMk/>
            <pc:sldMk cId="47253442" sldId="2146847748"/>
            <ac:spMk id="42" creationId="{F501A31C-4247-8E62-9C13-324463BD7F0D}"/>
          </ac:spMkLst>
        </pc:spChg>
        <pc:spChg chg="mod">
          <ac:chgData name="GIRAUD, Gilles (ONEPOINT)" userId="6d20c896-481c-410b-a8c0-2d4a97d55c0a" providerId="ADAL" clId="{5296832A-0673-4531-B771-A9CA7F0249F1}" dt="2025-01-10T09:59:06.265" v="6884"/>
          <ac:spMkLst>
            <pc:docMk/>
            <pc:sldMk cId="47253442" sldId="2146847748"/>
            <ac:spMk id="43" creationId="{2507833E-70DF-F84D-57F0-8B79C871F6AF}"/>
          </ac:spMkLst>
        </pc:spChg>
        <pc:spChg chg="mod">
          <ac:chgData name="GIRAUD, Gilles (ONEPOINT)" userId="6d20c896-481c-410b-a8c0-2d4a97d55c0a" providerId="ADAL" clId="{5296832A-0673-4531-B771-A9CA7F0249F1}" dt="2025-01-10T09:59:06.265" v="6884"/>
          <ac:spMkLst>
            <pc:docMk/>
            <pc:sldMk cId="47253442" sldId="2146847748"/>
            <ac:spMk id="44" creationId="{DCAB352F-7E32-A272-3CBD-08AA5C13B85A}"/>
          </ac:spMkLst>
        </pc:spChg>
        <pc:spChg chg="mod">
          <ac:chgData name="GIRAUD, Gilles (ONEPOINT)" userId="6d20c896-481c-410b-a8c0-2d4a97d55c0a" providerId="ADAL" clId="{5296832A-0673-4531-B771-A9CA7F0249F1}" dt="2025-01-10T09:28:47.613" v="6687" actId="1076"/>
          <ac:spMkLst>
            <pc:docMk/>
            <pc:sldMk cId="47253442" sldId="2146847748"/>
            <ac:spMk id="47" creationId="{9D67DA02-013B-2B1D-FB36-E68B0532181C}"/>
          </ac:spMkLst>
        </pc:spChg>
        <pc:spChg chg="mod">
          <ac:chgData name="GIRAUD, Gilles (ONEPOINT)" userId="6d20c896-481c-410b-a8c0-2d4a97d55c0a" providerId="ADAL" clId="{5296832A-0673-4531-B771-A9CA7F0249F1}" dt="2025-01-10T09:28:47.613" v="6687" actId="1076"/>
          <ac:spMkLst>
            <pc:docMk/>
            <pc:sldMk cId="47253442" sldId="2146847748"/>
            <ac:spMk id="48" creationId="{AAA3E6FE-5121-29A4-1DC3-A34AE5A17262}"/>
          </ac:spMkLst>
        </pc:spChg>
        <pc:spChg chg="mod">
          <ac:chgData name="GIRAUD, Gilles (ONEPOINT)" userId="6d20c896-481c-410b-a8c0-2d4a97d55c0a" providerId="ADAL" clId="{5296832A-0673-4531-B771-A9CA7F0249F1}" dt="2025-01-10T09:28:47.613" v="6687" actId="1076"/>
          <ac:spMkLst>
            <pc:docMk/>
            <pc:sldMk cId="47253442" sldId="2146847748"/>
            <ac:spMk id="49" creationId="{323F6F0C-43E3-34DB-1826-6192EF85A0F2}"/>
          </ac:spMkLst>
        </pc:spChg>
        <pc:spChg chg="mod">
          <ac:chgData name="GIRAUD, Gilles (ONEPOINT)" userId="6d20c896-481c-410b-a8c0-2d4a97d55c0a" providerId="ADAL" clId="{5296832A-0673-4531-B771-A9CA7F0249F1}" dt="2025-01-10T09:28:47.613" v="6687" actId="1076"/>
          <ac:spMkLst>
            <pc:docMk/>
            <pc:sldMk cId="47253442" sldId="2146847748"/>
            <ac:spMk id="50" creationId="{45DD728F-7378-2B26-4D73-2BF2BE8A6DCB}"/>
          </ac:spMkLst>
        </pc:spChg>
        <pc:spChg chg="mod">
          <ac:chgData name="GIRAUD, Gilles (ONEPOINT)" userId="6d20c896-481c-410b-a8c0-2d4a97d55c0a" providerId="ADAL" clId="{5296832A-0673-4531-B771-A9CA7F0249F1}" dt="2025-01-10T09:28:47.613" v="6687" actId="1076"/>
          <ac:spMkLst>
            <pc:docMk/>
            <pc:sldMk cId="47253442" sldId="2146847748"/>
            <ac:spMk id="51" creationId="{7CF8FFE9-A21A-246B-1356-1D90C9352696}"/>
          </ac:spMkLst>
        </pc:spChg>
        <pc:spChg chg="add mod">
          <ac:chgData name="GIRAUD, Gilles (ONEPOINT)" userId="6d20c896-481c-410b-a8c0-2d4a97d55c0a" providerId="ADAL" clId="{5296832A-0673-4531-B771-A9CA7F0249F1}" dt="2025-01-10T10:00:09.857" v="6897" actId="14100"/>
          <ac:spMkLst>
            <pc:docMk/>
            <pc:sldMk cId="47253442" sldId="2146847748"/>
            <ac:spMk id="52" creationId="{B2CE09D5-0593-6D01-DD0F-31E4B2DB488D}"/>
          </ac:spMkLst>
        </pc:spChg>
        <pc:spChg chg="mod">
          <ac:chgData name="GIRAUD, Gilles (ONEPOINT)" userId="6d20c896-481c-410b-a8c0-2d4a97d55c0a" providerId="ADAL" clId="{5296832A-0673-4531-B771-A9CA7F0249F1}" dt="2025-01-10T09:28:47.613" v="6687" actId="1076"/>
          <ac:spMkLst>
            <pc:docMk/>
            <pc:sldMk cId="47253442" sldId="2146847748"/>
            <ac:spMk id="53" creationId="{BD84C60D-9AE7-4FDC-4353-32AC68A09B14}"/>
          </ac:spMkLst>
        </pc:spChg>
        <pc:spChg chg="mod">
          <ac:chgData name="GIRAUD, Gilles (ONEPOINT)" userId="6d20c896-481c-410b-a8c0-2d4a97d55c0a" providerId="ADAL" clId="{5296832A-0673-4531-B771-A9CA7F0249F1}" dt="2025-01-10T09:28:47.613" v="6687" actId="1076"/>
          <ac:spMkLst>
            <pc:docMk/>
            <pc:sldMk cId="47253442" sldId="2146847748"/>
            <ac:spMk id="54" creationId="{74459A67-D7AF-1CD4-1C2A-2EDBF3EF2B47}"/>
          </ac:spMkLst>
        </pc:spChg>
        <pc:spChg chg="mod">
          <ac:chgData name="GIRAUD, Gilles (ONEPOINT)" userId="6d20c896-481c-410b-a8c0-2d4a97d55c0a" providerId="ADAL" clId="{5296832A-0673-4531-B771-A9CA7F0249F1}" dt="2025-01-10T09:28:47.613" v="6687" actId="1076"/>
          <ac:spMkLst>
            <pc:docMk/>
            <pc:sldMk cId="47253442" sldId="2146847748"/>
            <ac:spMk id="63" creationId="{8D178824-B152-9A41-A946-3D002747C816}"/>
          </ac:spMkLst>
        </pc:spChg>
        <pc:spChg chg="mod">
          <ac:chgData name="GIRAUD, Gilles (ONEPOINT)" userId="6d20c896-481c-410b-a8c0-2d4a97d55c0a" providerId="ADAL" clId="{5296832A-0673-4531-B771-A9CA7F0249F1}" dt="2025-01-10T09:28:31.715" v="6684" actId="1076"/>
          <ac:spMkLst>
            <pc:docMk/>
            <pc:sldMk cId="47253442" sldId="2146847748"/>
            <ac:spMk id="66" creationId="{890B42AB-4316-1F57-AD47-1B11D0CE4035}"/>
          </ac:spMkLst>
        </pc:spChg>
        <pc:spChg chg="mod">
          <ac:chgData name="GIRAUD, Gilles (ONEPOINT)" userId="6d20c896-481c-410b-a8c0-2d4a97d55c0a" providerId="ADAL" clId="{5296832A-0673-4531-B771-A9CA7F0249F1}" dt="2025-01-10T09:28:31.715" v="6684" actId="1076"/>
          <ac:spMkLst>
            <pc:docMk/>
            <pc:sldMk cId="47253442" sldId="2146847748"/>
            <ac:spMk id="67" creationId="{C0542284-3C2A-DC4E-F100-B2AFC90F559E}"/>
          </ac:spMkLst>
        </pc:spChg>
        <pc:spChg chg="mod">
          <ac:chgData name="GIRAUD, Gilles (ONEPOINT)" userId="6d20c896-481c-410b-a8c0-2d4a97d55c0a" providerId="ADAL" clId="{5296832A-0673-4531-B771-A9CA7F0249F1}" dt="2025-01-10T09:28:31.715" v="6684" actId="1076"/>
          <ac:spMkLst>
            <pc:docMk/>
            <pc:sldMk cId="47253442" sldId="2146847748"/>
            <ac:spMk id="110" creationId="{21590EF2-7797-4818-87EE-7245B8E7F1CA}"/>
          </ac:spMkLst>
        </pc:spChg>
        <pc:spChg chg="mod">
          <ac:chgData name="GIRAUD, Gilles (ONEPOINT)" userId="6d20c896-481c-410b-a8c0-2d4a97d55c0a" providerId="ADAL" clId="{5296832A-0673-4531-B771-A9CA7F0249F1}" dt="2025-01-10T09:28:31.715" v="6684" actId="1076"/>
          <ac:spMkLst>
            <pc:docMk/>
            <pc:sldMk cId="47253442" sldId="2146847748"/>
            <ac:spMk id="111" creationId="{769BB164-13FA-CEDC-B7DE-00162BF5C2FD}"/>
          </ac:spMkLst>
        </pc:spChg>
        <pc:spChg chg="mod">
          <ac:chgData name="GIRAUD, Gilles (ONEPOINT)" userId="6d20c896-481c-410b-a8c0-2d4a97d55c0a" providerId="ADAL" clId="{5296832A-0673-4531-B771-A9CA7F0249F1}" dt="2025-01-10T09:28:31.715" v="6684" actId="1076"/>
          <ac:spMkLst>
            <pc:docMk/>
            <pc:sldMk cId="47253442" sldId="2146847748"/>
            <ac:spMk id="112" creationId="{05ADDA7D-C3EE-C1A2-2F94-C66945DA63FA}"/>
          </ac:spMkLst>
        </pc:spChg>
        <pc:grpChg chg="add mod">
          <ac:chgData name="GIRAUD, Gilles (ONEPOINT)" userId="6d20c896-481c-410b-a8c0-2d4a97d55c0a" providerId="ADAL" clId="{5296832A-0673-4531-B771-A9CA7F0249F1}" dt="2025-01-10T09:55:36.539" v="6862" actId="164"/>
          <ac:grpSpMkLst>
            <pc:docMk/>
            <pc:sldMk cId="47253442" sldId="2146847748"/>
            <ac:grpSpMk id="28" creationId="{F7BD5414-4EB7-62C7-4A28-015F26EE08BC}"/>
          </ac:grpSpMkLst>
        </pc:grpChg>
        <pc:grpChg chg="add mod">
          <ac:chgData name="GIRAUD, Gilles (ONEPOINT)" userId="6d20c896-481c-410b-a8c0-2d4a97d55c0a" providerId="ADAL" clId="{5296832A-0673-4531-B771-A9CA7F0249F1}" dt="2025-01-10T09:55:44.380" v="6863" actId="164"/>
          <ac:grpSpMkLst>
            <pc:docMk/>
            <pc:sldMk cId="47253442" sldId="2146847748"/>
            <ac:grpSpMk id="29" creationId="{EA109495-DEC5-17B2-370A-D2A32604FE3D}"/>
          </ac:grpSpMkLst>
        </pc:grpChg>
        <pc:grpChg chg="add mod">
          <ac:chgData name="GIRAUD, Gilles (ONEPOINT)" userId="6d20c896-481c-410b-a8c0-2d4a97d55c0a" providerId="ADAL" clId="{5296832A-0673-4531-B771-A9CA7F0249F1}" dt="2025-01-10T09:55:50.516" v="6864" actId="164"/>
          <ac:grpSpMkLst>
            <pc:docMk/>
            <pc:sldMk cId="47253442" sldId="2146847748"/>
            <ac:grpSpMk id="30" creationId="{92F6216B-1916-7330-C424-059EE06CF633}"/>
          </ac:grpSpMkLst>
        </pc:grpChg>
        <pc:grpChg chg="add mod">
          <ac:chgData name="GIRAUD, Gilles (ONEPOINT)" userId="6d20c896-481c-410b-a8c0-2d4a97d55c0a" providerId="ADAL" clId="{5296832A-0673-4531-B771-A9CA7F0249F1}" dt="2025-01-10T09:55:57.587" v="6865" actId="164"/>
          <ac:grpSpMkLst>
            <pc:docMk/>
            <pc:sldMk cId="47253442" sldId="2146847748"/>
            <ac:grpSpMk id="31" creationId="{7CC252F1-47E3-43D4-083D-9AD5CAB7D11E}"/>
          </ac:grpSpMkLst>
        </pc:grpChg>
        <pc:grpChg chg="add mod">
          <ac:chgData name="GIRAUD, Gilles (ONEPOINT)" userId="6d20c896-481c-410b-a8c0-2d4a97d55c0a" providerId="ADAL" clId="{5296832A-0673-4531-B771-A9CA7F0249F1}" dt="2025-01-10T09:56:01.475" v="6866" actId="164"/>
          <ac:grpSpMkLst>
            <pc:docMk/>
            <pc:sldMk cId="47253442" sldId="2146847748"/>
            <ac:grpSpMk id="32" creationId="{2EC8A5AC-5590-9E4D-1C3D-0414BEB2A8F0}"/>
          </ac:grpSpMkLst>
        </pc:grpChg>
        <pc:grpChg chg="add mod">
          <ac:chgData name="GIRAUD, Gilles (ONEPOINT)" userId="6d20c896-481c-410b-a8c0-2d4a97d55c0a" providerId="ADAL" clId="{5296832A-0673-4531-B771-A9CA7F0249F1}" dt="2025-01-10T09:59:18.322" v="6885" actId="1076"/>
          <ac:grpSpMkLst>
            <pc:docMk/>
            <pc:sldMk cId="47253442" sldId="2146847748"/>
            <ac:grpSpMk id="36" creationId="{751189B7-43AE-B98A-566F-DE3CE5F5B0B6}"/>
          </ac:grpSpMkLst>
        </pc:grpChg>
        <pc:grpChg chg="add mod">
          <ac:chgData name="GIRAUD, Gilles (ONEPOINT)" userId="6d20c896-481c-410b-a8c0-2d4a97d55c0a" providerId="ADAL" clId="{5296832A-0673-4531-B771-A9CA7F0249F1}" dt="2025-01-10T09:59:34.003" v="6889" actId="1076"/>
          <ac:grpSpMkLst>
            <pc:docMk/>
            <pc:sldMk cId="47253442" sldId="2146847748"/>
            <ac:grpSpMk id="41" creationId="{2AB3CDBD-D0C4-E69F-E37D-32BC9B80C259}"/>
          </ac:grpSpMkLst>
        </pc:grpChg>
        <pc:grpChg chg="mod">
          <ac:chgData name="GIRAUD, Gilles (ONEPOINT)" userId="6d20c896-481c-410b-a8c0-2d4a97d55c0a" providerId="ADAL" clId="{5296832A-0673-4531-B771-A9CA7F0249F1}" dt="2025-01-10T09:28:31.715" v="6684" actId="1076"/>
          <ac:grpSpMkLst>
            <pc:docMk/>
            <pc:sldMk cId="47253442" sldId="2146847748"/>
            <ac:grpSpMk id="76" creationId="{32979594-7E07-5E16-47C8-939310CB393D}"/>
          </ac:grpSpMkLst>
        </pc:grpChg>
        <pc:grpChg chg="mod">
          <ac:chgData name="GIRAUD, Gilles (ONEPOINT)" userId="6d20c896-481c-410b-a8c0-2d4a97d55c0a" providerId="ADAL" clId="{5296832A-0673-4531-B771-A9CA7F0249F1}" dt="2025-01-10T09:28:31.715" v="6684" actId="1076"/>
          <ac:grpSpMkLst>
            <pc:docMk/>
            <pc:sldMk cId="47253442" sldId="2146847748"/>
            <ac:grpSpMk id="77" creationId="{9791B7A2-7F1F-6517-6A0A-38F18FC563D4}"/>
          </ac:grpSpMkLst>
        </pc:grpChg>
        <pc:grpChg chg="mod">
          <ac:chgData name="GIRAUD, Gilles (ONEPOINT)" userId="6d20c896-481c-410b-a8c0-2d4a97d55c0a" providerId="ADAL" clId="{5296832A-0673-4531-B771-A9CA7F0249F1}" dt="2025-01-10T09:28:31.715" v="6684" actId="1076"/>
          <ac:grpSpMkLst>
            <pc:docMk/>
            <pc:sldMk cId="47253442" sldId="2146847748"/>
            <ac:grpSpMk id="81" creationId="{7C34BCBA-1F2D-0855-4235-D9B8146F214F}"/>
          </ac:grpSpMkLst>
        </pc:grpChg>
        <pc:grpChg chg="mod">
          <ac:chgData name="GIRAUD, Gilles (ONEPOINT)" userId="6d20c896-481c-410b-a8c0-2d4a97d55c0a" providerId="ADAL" clId="{5296832A-0673-4531-B771-A9CA7F0249F1}" dt="2025-01-10T09:28:31.715" v="6684" actId="1076"/>
          <ac:grpSpMkLst>
            <pc:docMk/>
            <pc:sldMk cId="47253442" sldId="2146847748"/>
            <ac:grpSpMk id="84" creationId="{C0FA4447-9694-7908-C4AA-CE732D9CDACB}"/>
          </ac:grpSpMkLst>
        </pc:grpChg>
        <pc:cxnChg chg="add mod">
          <ac:chgData name="GIRAUD, Gilles (ONEPOINT)" userId="6d20c896-481c-410b-a8c0-2d4a97d55c0a" providerId="ADAL" clId="{5296832A-0673-4531-B771-A9CA7F0249F1}" dt="2025-01-10T09:59:42.253" v="6890" actId="1076"/>
          <ac:cxnSpMkLst>
            <pc:docMk/>
            <pc:sldMk cId="47253442" sldId="2146847748"/>
            <ac:cxnSpMk id="45" creationId="{30387E14-8838-98BA-3A8E-1DE1F5A70CA2}"/>
          </ac:cxnSpMkLst>
        </pc:cxnChg>
        <pc:cxnChg chg="add mod">
          <ac:chgData name="GIRAUD, Gilles (ONEPOINT)" userId="6d20c896-481c-410b-a8c0-2d4a97d55c0a" providerId="ADAL" clId="{5296832A-0673-4531-B771-A9CA7F0249F1}" dt="2025-01-10T09:59:42.253" v="6890" actId="1076"/>
          <ac:cxnSpMkLst>
            <pc:docMk/>
            <pc:sldMk cId="47253442" sldId="2146847748"/>
            <ac:cxnSpMk id="46" creationId="{E8661B9E-42E7-3B3E-9060-18D3C394F882}"/>
          </ac:cxnSpMkLst>
        </pc:cxnChg>
        <pc:cxnChg chg="mod">
          <ac:chgData name="GIRAUD, Gilles (ONEPOINT)" userId="6d20c896-481c-410b-a8c0-2d4a97d55c0a" providerId="ADAL" clId="{5296832A-0673-4531-B771-A9CA7F0249F1}" dt="2025-01-10T09:28:31.715" v="6684" actId="1076"/>
          <ac:cxnSpMkLst>
            <pc:docMk/>
            <pc:sldMk cId="47253442" sldId="2146847748"/>
            <ac:cxnSpMk id="88" creationId="{670E2980-835E-5242-D9AA-9FDFE878760D}"/>
          </ac:cxnSpMkLst>
        </pc:cxnChg>
        <pc:cxnChg chg="mod">
          <ac:chgData name="GIRAUD, Gilles (ONEPOINT)" userId="6d20c896-481c-410b-a8c0-2d4a97d55c0a" providerId="ADAL" clId="{5296832A-0673-4531-B771-A9CA7F0249F1}" dt="2025-01-10T09:28:31.715" v="6684" actId="1076"/>
          <ac:cxnSpMkLst>
            <pc:docMk/>
            <pc:sldMk cId="47253442" sldId="2146847748"/>
            <ac:cxnSpMk id="90" creationId="{8DACB11E-9BF4-4FBC-F7C3-8B02923E4379}"/>
          </ac:cxnSpMkLst>
        </pc:cxnChg>
        <pc:cxnChg chg="mod">
          <ac:chgData name="GIRAUD, Gilles (ONEPOINT)" userId="6d20c896-481c-410b-a8c0-2d4a97d55c0a" providerId="ADAL" clId="{5296832A-0673-4531-B771-A9CA7F0249F1}" dt="2025-01-10T09:28:31.715" v="6684" actId="1076"/>
          <ac:cxnSpMkLst>
            <pc:docMk/>
            <pc:sldMk cId="47253442" sldId="2146847748"/>
            <ac:cxnSpMk id="99" creationId="{67D0BB08-6D3C-04C6-5A9B-2E2A72D3AF91}"/>
          </ac:cxnSpMkLst>
        </pc:cxnChg>
        <pc:cxnChg chg="mod">
          <ac:chgData name="GIRAUD, Gilles (ONEPOINT)" userId="6d20c896-481c-410b-a8c0-2d4a97d55c0a" providerId="ADAL" clId="{5296832A-0673-4531-B771-A9CA7F0249F1}" dt="2025-01-10T09:28:31.715" v="6684" actId="1076"/>
          <ac:cxnSpMkLst>
            <pc:docMk/>
            <pc:sldMk cId="47253442" sldId="2146847748"/>
            <ac:cxnSpMk id="102" creationId="{59DE48D6-8D05-CCEC-8C3A-45ABFD3CCECF}"/>
          </ac:cxnSpMkLst>
        </pc:cxnChg>
      </pc:sldChg>
      <pc:sldChg chg="addSp delSp modSp add mod">
        <pc:chgData name="GIRAUD, Gilles (ONEPOINT)" userId="6d20c896-481c-410b-a8c0-2d4a97d55c0a" providerId="ADAL" clId="{5296832A-0673-4531-B771-A9CA7F0249F1}" dt="2025-01-10T11:17:10.821" v="7376" actId="20577"/>
        <pc:sldMkLst>
          <pc:docMk/>
          <pc:sldMk cId="2087233934" sldId="2146847749"/>
        </pc:sldMkLst>
        <pc:spChg chg="add mod">
          <ac:chgData name="GIRAUD, Gilles (ONEPOINT)" userId="6d20c896-481c-410b-a8c0-2d4a97d55c0a" providerId="ADAL" clId="{5296832A-0673-4531-B771-A9CA7F0249F1}" dt="2025-01-10T11:17:10.821" v="7376" actId="20577"/>
          <ac:spMkLst>
            <pc:docMk/>
            <pc:sldMk cId="2087233934" sldId="2146847749"/>
            <ac:spMk id="3" creationId="{8529C575-E940-202C-3110-2FF9F3306AC6}"/>
          </ac:spMkLst>
        </pc:spChg>
        <pc:spChg chg="mod">
          <ac:chgData name="GIRAUD, Gilles (ONEPOINT)" userId="6d20c896-481c-410b-a8c0-2d4a97d55c0a" providerId="ADAL" clId="{5296832A-0673-4531-B771-A9CA7F0249F1}" dt="2025-01-10T11:07:53.457" v="7265" actId="1076"/>
          <ac:spMkLst>
            <pc:docMk/>
            <pc:sldMk cId="2087233934" sldId="2146847749"/>
            <ac:spMk id="12" creationId="{050E71B9-A691-4BFF-6A96-B02082C6081D}"/>
          </ac:spMkLst>
        </pc:spChg>
        <pc:spChg chg="mod">
          <ac:chgData name="GIRAUD, Gilles (ONEPOINT)" userId="6d20c896-481c-410b-a8c0-2d4a97d55c0a" providerId="ADAL" clId="{5296832A-0673-4531-B771-A9CA7F0249F1}" dt="2025-01-10T11:14:59.072" v="7280" actId="1076"/>
          <ac:spMkLst>
            <pc:docMk/>
            <pc:sldMk cId="2087233934" sldId="2146847749"/>
            <ac:spMk id="15" creationId="{39A8D0A3-9B4B-41D6-9AE6-54180622C4DD}"/>
          </ac:spMkLst>
        </pc:spChg>
      </pc:sldChg>
      <pc:sldChg chg="addSp delSp modSp add mod modClrScheme chgLayout">
        <pc:chgData name="GIRAUD, Gilles (ONEPOINT)" userId="6d20c896-481c-410b-a8c0-2d4a97d55c0a" providerId="ADAL" clId="{5296832A-0673-4531-B771-A9CA7F0249F1}" dt="2025-01-15T17:40:48.882" v="9654" actId="1036"/>
        <pc:sldMkLst>
          <pc:docMk/>
          <pc:sldMk cId="532007512" sldId="2146847750"/>
        </pc:sldMkLst>
        <pc:spChg chg="mod">
          <ac:chgData name="GIRAUD, Gilles (ONEPOINT)" userId="6d20c896-481c-410b-a8c0-2d4a97d55c0a" providerId="ADAL" clId="{5296832A-0673-4531-B771-A9CA7F0249F1}" dt="2025-01-15T17:40:48.882" v="9654" actId="1036"/>
          <ac:spMkLst>
            <pc:docMk/>
            <pc:sldMk cId="532007512" sldId="2146847750"/>
            <ac:spMk id="4" creationId="{27493071-9686-7890-009F-F53B587509FA}"/>
          </ac:spMkLst>
        </pc:spChg>
        <pc:spChg chg="mod ord">
          <ac:chgData name="GIRAUD, Gilles (ONEPOINT)" userId="6d20c896-481c-410b-a8c0-2d4a97d55c0a" providerId="ADAL" clId="{5296832A-0673-4531-B771-A9CA7F0249F1}" dt="2025-01-15T16:56:44.239" v="8902" actId="20577"/>
          <ac:spMkLst>
            <pc:docMk/>
            <pc:sldMk cId="532007512" sldId="2146847750"/>
            <ac:spMk id="5" creationId="{007822C1-E13C-5DB9-C43D-F13100DD8223}"/>
          </ac:spMkLst>
        </pc:spChg>
        <pc:spChg chg="mod ord">
          <ac:chgData name="GIRAUD, Gilles (ONEPOINT)" userId="6d20c896-481c-410b-a8c0-2d4a97d55c0a" providerId="ADAL" clId="{5296832A-0673-4531-B771-A9CA7F0249F1}" dt="2025-01-15T16:57:41.595" v="8983" actId="14100"/>
          <ac:spMkLst>
            <pc:docMk/>
            <pc:sldMk cId="532007512" sldId="2146847750"/>
            <ac:spMk id="6" creationId="{805909FA-47DF-3FDB-84BE-A0BAADBFD38B}"/>
          </ac:spMkLst>
        </pc:spChg>
        <pc:spChg chg="mod ord">
          <ac:chgData name="GIRAUD, Gilles (ONEPOINT)" userId="6d20c896-481c-410b-a8c0-2d4a97d55c0a" providerId="ADAL" clId="{5296832A-0673-4531-B771-A9CA7F0249F1}" dt="2025-01-15T16:53:38.667" v="8875" actId="20577"/>
          <ac:spMkLst>
            <pc:docMk/>
            <pc:sldMk cId="532007512" sldId="2146847750"/>
            <ac:spMk id="7" creationId="{1F424193-113E-C6DA-CD56-2D211EE2E045}"/>
          </ac:spMkLst>
        </pc:spChg>
        <pc:spChg chg="add mod">
          <ac:chgData name="GIRAUD, Gilles (ONEPOINT)" userId="6d20c896-481c-410b-a8c0-2d4a97d55c0a" providerId="ADAL" clId="{5296832A-0673-4531-B771-A9CA7F0249F1}" dt="2025-01-15T17:38:01.213" v="9572" actId="1035"/>
          <ac:spMkLst>
            <pc:docMk/>
            <pc:sldMk cId="532007512" sldId="2146847750"/>
            <ac:spMk id="10" creationId="{8E1E847A-8EFE-4717-FAC9-1EE24E0587ED}"/>
          </ac:spMkLst>
        </pc:spChg>
        <pc:spChg chg="mod">
          <ac:chgData name="GIRAUD, Gilles (ONEPOINT)" userId="6d20c896-481c-410b-a8c0-2d4a97d55c0a" providerId="ADAL" clId="{5296832A-0673-4531-B771-A9CA7F0249F1}" dt="2025-01-15T17:19:41.349" v="9308" actId="552"/>
          <ac:spMkLst>
            <pc:docMk/>
            <pc:sldMk cId="532007512" sldId="2146847750"/>
            <ac:spMk id="16" creationId="{B66CE084-FEEA-4279-CEF1-399B0009AB79}"/>
          </ac:spMkLst>
        </pc:spChg>
        <pc:spChg chg="add mod">
          <ac:chgData name="GIRAUD, Gilles (ONEPOINT)" userId="6d20c896-481c-410b-a8c0-2d4a97d55c0a" providerId="ADAL" clId="{5296832A-0673-4531-B771-A9CA7F0249F1}" dt="2025-01-15T17:38:16.432" v="9586" actId="1036"/>
          <ac:spMkLst>
            <pc:docMk/>
            <pc:sldMk cId="532007512" sldId="2146847750"/>
            <ac:spMk id="17" creationId="{D744CE24-8923-AD3F-9476-F1D89E702266}"/>
          </ac:spMkLst>
        </pc:spChg>
        <pc:spChg chg="add mod">
          <ac:chgData name="GIRAUD, Gilles (ONEPOINT)" userId="6d20c896-481c-410b-a8c0-2d4a97d55c0a" providerId="ADAL" clId="{5296832A-0673-4531-B771-A9CA7F0249F1}" dt="2025-01-15T17:19:41.349" v="9308" actId="552"/>
          <ac:spMkLst>
            <pc:docMk/>
            <pc:sldMk cId="532007512" sldId="2146847750"/>
            <ac:spMk id="20" creationId="{E67464F2-F006-0AB6-A5A5-5F02206936DA}"/>
          </ac:spMkLst>
        </pc:spChg>
        <pc:spChg chg="add mod">
          <ac:chgData name="GIRAUD, Gilles (ONEPOINT)" userId="6d20c896-481c-410b-a8c0-2d4a97d55c0a" providerId="ADAL" clId="{5296832A-0673-4531-B771-A9CA7F0249F1}" dt="2025-01-15T17:38:01.213" v="9572" actId="1035"/>
          <ac:spMkLst>
            <pc:docMk/>
            <pc:sldMk cId="532007512" sldId="2146847750"/>
            <ac:spMk id="21" creationId="{43D63E86-DA2B-A773-6D21-8A1A9D53BF05}"/>
          </ac:spMkLst>
        </pc:spChg>
        <pc:picChg chg="add mod">
          <ac:chgData name="GIRAUD, Gilles (ONEPOINT)" userId="6d20c896-481c-410b-a8c0-2d4a97d55c0a" providerId="ADAL" clId="{5296832A-0673-4531-B771-A9CA7F0249F1}" dt="2025-01-15T17:07:44.934" v="8998"/>
          <ac:picMkLst>
            <pc:docMk/>
            <pc:sldMk cId="532007512" sldId="2146847750"/>
            <ac:picMk id="8" creationId="{2D0A758B-21C5-7EFD-52F2-6D3379A530D4}"/>
          </ac:picMkLst>
        </pc:picChg>
        <pc:picChg chg="add mod">
          <ac:chgData name="GIRAUD, Gilles (ONEPOINT)" userId="6d20c896-481c-410b-a8c0-2d4a97d55c0a" providerId="ADAL" clId="{5296832A-0673-4531-B771-A9CA7F0249F1}" dt="2025-01-15T17:38:16.432" v="9586" actId="1036"/>
          <ac:picMkLst>
            <pc:docMk/>
            <pc:sldMk cId="532007512" sldId="2146847750"/>
            <ac:picMk id="19" creationId="{6D230B52-5324-00C3-EB37-44C8F9EE6390}"/>
          </ac:picMkLst>
        </pc:picChg>
        <pc:picChg chg="add mod">
          <ac:chgData name="GIRAUD, Gilles (ONEPOINT)" userId="6d20c896-481c-410b-a8c0-2d4a97d55c0a" providerId="ADAL" clId="{5296832A-0673-4531-B771-A9CA7F0249F1}" dt="2025-01-15T17:38:10.162" v="9574" actId="1076"/>
          <ac:picMkLst>
            <pc:docMk/>
            <pc:sldMk cId="532007512" sldId="2146847750"/>
            <ac:picMk id="23" creationId="{370E735C-62A5-CD02-F70E-858FD275FAA5}"/>
          </ac:picMkLst>
        </pc:picChg>
        <pc:cxnChg chg="add mod">
          <ac:chgData name="GIRAUD, Gilles (ONEPOINT)" userId="6d20c896-481c-410b-a8c0-2d4a97d55c0a" providerId="ADAL" clId="{5296832A-0673-4531-B771-A9CA7F0249F1}" dt="2025-01-15T17:38:01.213" v="9572" actId="1035"/>
          <ac:cxnSpMkLst>
            <pc:docMk/>
            <pc:sldMk cId="532007512" sldId="2146847750"/>
            <ac:cxnSpMk id="13" creationId="{B0785C32-30F3-3AB6-9541-4C94638C76C6}"/>
          </ac:cxnSpMkLst>
        </pc:cxnChg>
        <pc:cxnChg chg="add mod">
          <ac:chgData name="GIRAUD, Gilles (ONEPOINT)" userId="6d20c896-481c-410b-a8c0-2d4a97d55c0a" providerId="ADAL" clId="{5296832A-0673-4531-B771-A9CA7F0249F1}" dt="2025-01-15T17:38:16.432" v="9586" actId="1036"/>
          <ac:cxnSpMkLst>
            <pc:docMk/>
            <pc:sldMk cId="532007512" sldId="2146847750"/>
            <ac:cxnSpMk id="18" creationId="{EE401F78-33B4-D34E-118B-8D8651A36B7A}"/>
          </ac:cxnSpMkLst>
        </pc:cxnChg>
      </pc:sldChg>
    </pc:docChg>
  </pc:docChgLst>
  <pc:docChgLst>
    <pc:chgData name="GIRAUD, Gilles (ONEPOINT)" userId="6d20c896-481c-410b-a8c0-2d4a97d55c0a" providerId="ADAL" clId="{1938174A-A5EC-4812-95BC-A3924C26D6B8}"/>
    <pc:docChg chg="undo redo custSel addSld delSld modSld">
      <pc:chgData name="GIRAUD, Gilles (ONEPOINT)" userId="6d20c896-481c-410b-a8c0-2d4a97d55c0a" providerId="ADAL" clId="{1938174A-A5EC-4812-95BC-A3924C26D6B8}" dt="2024-09-13T14:56:16.094" v="2575" actId="1036"/>
      <pc:docMkLst>
        <pc:docMk/>
      </pc:docMkLst>
      <pc:sldChg chg="addSp delSp modSp add mod">
        <pc:chgData name="GIRAUD, Gilles (ONEPOINT)" userId="6d20c896-481c-410b-a8c0-2d4a97d55c0a" providerId="ADAL" clId="{1938174A-A5EC-4812-95BC-A3924C26D6B8}" dt="2024-09-13T14:33:47.745" v="2473" actId="404"/>
        <pc:sldMkLst>
          <pc:docMk/>
          <pc:sldMk cId="1781914373" sldId="2146847726"/>
        </pc:sldMkLst>
      </pc:sldChg>
      <pc:sldChg chg="modSp add del mod">
        <pc:chgData name="GIRAUD, Gilles (ONEPOINT)" userId="6d20c896-481c-410b-a8c0-2d4a97d55c0a" providerId="ADAL" clId="{1938174A-A5EC-4812-95BC-A3924C26D6B8}" dt="2024-09-13T13:42:41.727" v="9" actId="2890"/>
        <pc:sldMkLst>
          <pc:docMk/>
          <pc:sldMk cId="3753902084" sldId="2146847726"/>
        </pc:sldMkLst>
      </pc:sldChg>
      <pc:sldChg chg="addSp delSp modSp add mod">
        <pc:chgData name="GIRAUD, Gilles (ONEPOINT)" userId="6d20c896-481c-410b-a8c0-2d4a97d55c0a" providerId="ADAL" clId="{1938174A-A5EC-4812-95BC-A3924C26D6B8}" dt="2024-09-13T14:56:16.094" v="2575" actId="1036"/>
        <pc:sldMkLst>
          <pc:docMk/>
          <pc:sldMk cId="108264426" sldId="2146847727"/>
        </pc:sldMkLst>
      </pc:sldChg>
    </pc:docChg>
  </pc:docChgLst>
  <pc:docChgLst>
    <pc:chgData name="GIRAUD, Gilles (ONEPOINT)" userId="6d20c896-481c-410b-a8c0-2d4a97d55c0a" providerId="ADAL" clId="{D1224D70-906A-4973-A717-931EF3758332}"/>
    <pc:docChg chg="undo redo custSel addSld delSld modSld sldOrd">
      <pc:chgData name="GIRAUD, Gilles (ONEPOINT)" userId="6d20c896-481c-410b-a8c0-2d4a97d55c0a" providerId="ADAL" clId="{D1224D70-906A-4973-A717-931EF3758332}" dt="2024-12-18T14:10:34.366" v="13225" actId="313"/>
      <pc:docMkLst>
        <pc:docMk/>
      </pc:docMkLst>
      <pc:sldChg chg="addSp delSp modSp mod modClrScheme chgLayout">
        <pc:chgData name="GIRAUD, Gilles (ONEPOINT)" userId="6d20c896-481c-410b-a8c0-2d4a97d55c0a" providerId="ADAL" clId="{D1224D70-906A-4973-A717-931EF3758332}" dt="2024-12-09T07:53:51.648" v="8252" actId="692"/>
        <pc:sldMkLst>
          <pc:docMk/>
          <pc:sldMk cId="3397072635" sldId="423"/>
        </pc:sldMkLst>
      </pc:sldChg>
      <pc:sldChg chg="addSp delSp modSp add mod ord modClrScheme chgLayout">
        <pc:chgData name="GIRAUD, Gilles (ONEPOINT)" userId="6d20c896-481c-410b-a8c0-2d4a97d55c0a" providerId="ADAL" clId="{D1224D70-906A-4973-A717-931EF3758332}" dt="2024-12-17T10:29:50.659" v="11705" actId="14100"/>
        <pc:sldMkLst>
          <pc:docMk/>
          <pc:sldMk cId="230626073" sldId="559"/>
        </pc:sldMkLst>
        <pc:spChg chg="mod ord">
          <ac:chgData name="GIRAUD, Gilles (ONEPOINT)" userId="6d20c896-481c-410b-a8c0-2d4a97d55c0a" providerId="ADAL" clId="{D1224D70-906A-4973-A717-931EF3758332}" dt="2024-12-16T09:20:23.612" v="9004"/>
          <ac:spMkLst>
            <pc:docMk/>
            <pc:sldMk cId="230626073" sldId="559"/>
            <ac:spMk id="2" creationId="{879B5B06-C018-61CE-31F2-F92CC862DAE8}"/>
          </ac:spMkLst>
        </pc:spChg>
        <pc:spChg chg="mod">
          <ac:chgData name="GIRAUD, Gilles (ONEPOINT)" userId="6d20c896-481c-410b-a8c0-2d4a97d55c0a" providerId="ADAL" clId="{D1224D70-906A-4973-A717-931EF3758332}" dt="2024-12-17T09:52:56.080" v="11120" actId="1036"/>
          <ac:spMkLst>
            <pc:docMk/>
            <pc:sldMk cId="230626073" sldId="559"/>
            <ac:spMk id="6" creationId="{D877FB92-7EBE-2ACB-1368-118915318808}"/>
          </ac:spMkLst>
        </pc:spChg>
        <pc:spChg chg="mod">
          <ac:chgData name="GIRAUD, Gilles (ONEPOINT)" userId="6d20c896-481c-410b-a8c0-2d4a97d55c0a" providerId="ADAL" clId="{D1224D70-906A-4973-A717-931EF3758332}" dt="2024-12-17T09:52:56.080" v="11120" actId="1036"/>
          <ac:spMkLst>
            <pc:docMk/>
            <pc:sldMk cId="230626073" sldId="559"/>
            <ac:spMk id="8" creationId="{BE7BD60D-7A88-0569-22CF-FF7C9B657F05}"/>
          </ac:spMkLst>
        </pc:spChg>
        <pc:spChg chg="mod ord">
          <ac:chgData name="GIRAUD, Gilles (ONEPOINT)" userId="6d20c896-481c-410b-a8c0-2d4a97d55c0a" providerId="ADAL" clId="{D1224D70-906A-4973-A717-931EF3758332}" dt="2024-12-17T09:52:56.080" v="11120" actId="1036"/>
          <ac:spMkLst>
            <pc:docMk/>
            <pc:sldMk cId="230626073" sldId="559"/>
            <ac:spMk id="12" creationId="{C9E77B26-DB5B-8554-2ED2-95B2F7151767}"/>
          </ac:spMkLst>
        </pc:spChg>
        <pc:spChg chg="mod">
          <ac:chgData name="GIRAUD, Gilles (ONEPOINT)" userId="6d20c896-481c-410b-a8c0-2d4a97d55c0a" providerId="ADAL" clId="{D1224D70-906A-4973-A717-931EF3758332}" dt="2024-12-17T09:52:56.080" v="11120" actId="1036"/>
          <ac:spMkLst>
            <pc:docMk/>
            <pc:sldMk cId="230626073" sldId="559"/>
            <ac:spMk id="13" creationId="{1806FB8C-A49E-8DB5-0764-431AE1A58AB1}"/>
          </ac:spMkLst>
        </pc:spChg>
        <pc:spChg chg="mod">
          <ac:chgData name="GIRAUD, Gilles (ONEPOINT)" userId="6d20c896-481c-410b-a8c0-2d4a97d55c0a" providerId="ADAL" clId="{D1224D70-906A-4973-A717-931EF3758332}" dt="2024-12-17T09:52:56.080" v="11120" actId="1036"/>
          <ac:spMkLst>
            <pc:docMk/>
            <pc:sldMk cId="230626073" sldId="559"/>
            <ac:spMk id="14" creationId="{A86148BD-715E-29FA-590A-FF6A72D68FA5}"/>
          </ac:spMkLst>
        </pc:spChg>
        <pc:spChg chg="mod">
          <ac:chgData name="GIRAUD, Gilles (ONEPOINT)" userId="6d20c896-481c-410b-a8c0-2d4a97d55c0a" providerId="ADAL" clId="{D1224D70-906A-4973-A717-931EF3758332}" dt="2024-12-17T09:52:56.080" v="11120" actId="1036"/>
          <ac:spMkLst>
            <pc:docMk/>
            <pc:sldMk cId="230626073" sldId="559"/>
            <ac:spMk id="15" creationId="{28613950-8FE9-5082-A608-12F00F56421E}"/>
          </ac:spMkLst>
        </pc:spChg>
        <pc:spChg chg="mod">
          <ac:chgData name="GIRAUD, Gilles (ONEPOINT)" userId="6d20c896-481c-410b-a8c0-2d4a97d55c0a" providerId="ADAL" clId="{D1224D70-906A-4973-A717-931EF3758332}" dt="2024-12-17T09:52:56.080" v="11120" actId="1036"/>
          <ac:spMkLst>
            <pc:docMk/>
            <pc:sldMk cId="230626073" sldId="559"/>
            <ac:spMk id="16" creationId="{CA676523-9BF7-06B3-99BE-16BC634E22C8}"/>
          </ac:spMkLst>
        </pc:spChg>
        <pc:spChg chg="add mod ord">
          <ac:chgData name="GIRAUD, Gilles (ONEPOINT)" userId="6d20c896-481c-410b-a8c0-2d4a97d55c0a" providerId="ADAL" clId="{D1224D70-906A-4973-A717-931EF3758332}" dt="2024-12-16T09:20:47.571" v="9035" actId="20577"/>
          <ac:spMkLst>
            <pc:docMk/>
            <pc:sldMk cId="230626073" sldId="559"/>
            <ac:spMk id="18" creationId="{B4DD1B52-73A0-0841-95AF-142CE9463FA4}"/>
          </ac:spMkLst>
        </pc:spChg>
        <pc:spChg chg="add mod ord">
          <ac:chgData name="GIRAUD, Gilles (ONEPOINT)" userId="6d20c896-481c-410b-a8c0-2d4a97d55c0a" providerId="ADAL" clId="{D1224D70-906A-4973-A717-931EF3758332}" dt="2024-12-16T09:20:30.071" v="9006" actId="20577"/>
          <ac:spMkLst>
            <pc:docMk/>
            <pc:sldMk cId="230626073" sldId="559"/>
            <ac:spMk id="22" creationId="{9CB32727-6F95-4C0D-579D-E388A63DB0DB}"/>
          </ac:spMkLst>
        </pc:spChg>
        <pc:spChg chg="mod topLvl">
          <ac:chgData name="GIRAUD, Gilles (ONEPOINT)" userId="6d20c896-481c-410b-a8c0-2d4a97d55c0a" providerId="ADAL" clId="{D1224D70-906A-4973-A717-931EF3758332}" dt="2024-12-17T09:52:56.080" v="11120" actId="1036"/>
          <ac:spMkLst>
            <pc:docMk/>
            <pc:sldMk cId="230626073" sldId="559"/>
            <ac:spMk id="24" creationId="{7B4FFB9A-850E-0659-1ABF-E6A872AFAC96}"/>
          </ac:spMkLst>
        </pc:spChg>
        <pc:spChg chg="mod">
          <ac:chgData name="GIRAUD, Gilles (ONEPOINT)" userId="6d20c896-481c-410b-a8c0-2d4a97d55c0a" providerId="ADAL" clId="{D1224D70-906A-4973-A717-931EF3758332}" dt="2024-12-17T09:52:56.080" v="11120" actId="1036"/>
          <ac:spMkLst>
            <pc:docMk/>
            <pc:sldMk cId="230626073" sldId="559"/>
            <ac:spMk id="32" creationId="{0EE67F57-8747-E545-8DF8-2040C75C6D5C}"/>
          </ac:spMkLst>
        </pc:spChg>
        <pc:spChg chg="mod topLvl">
          <ac:chgData name="GIRAUD, Gilles (ONEPOINT)" userId="6d20c896-481c-410b-a8c0-2d4a97d55c0a" providerId="ADAL" clId="{D1224D70-906A-4973-A717-931EF3758332}" dt="2024-12-17T09:52:56.080" v="11120" actId="1036"/>
          <ac:spMkLst>
            <pc:docMk/>
            <pc:sldMk cId="230626073" sldId="559"/>
            <ac:spMk id="34" creationId="{F3B6CD3B-3720-4E1D-44B1-AE9FE7566513}"/>
          </ac:spMkLst>
        </pc:spChg>
        <pc:spChg chg="mod topLvl">
          <ac:chgData name="GIRAUD, Gilles (ONEPOINT)" userId="6d20c896-481c-410b-a8c0-2d4a97d55c0a" providerId="ADAL" clId="{D1224D70-906A-4973-A717-931EF3758332}" dt="2024-12-17T09:52:56.080" v="11120" actId="1036"/>
          <ac:spMkLst>
            <pc:docMk/>
            <pc:sldMk cId="230626073" sldId="559"/>
            <ac:spMk id="35" creationId="{CD3EE107-4B6F-2427-8CE1-AA88B2E92992}"/>
          </ac:spMkLst>
        </pc:spChg>
        <pc:spChg chg="mod ord">
          <ac:chgData name="GIRAUD, Gilles (ONEPOINT)" userId="6d20c896-481c-410b-a8c0-2d4a97d55c0a" providerId="ADAL" clId="{D1224D70-906A-4973-A717-931EF3758332}" dt="2024-12-17T09:25:21.849" v="9643" actId="164"/>
          <ac:spMkLst>
            <pc:docMk/>
            <pc:sldMk cId="230626073" sldId="559"/>
            <ac:spMk id="38" creationId="{30E9CEF9-4165-F4E2-D2D4-8AD07F8E4236}"/>
          </ac:spMkLst>
        </pc:spChg>
        <pc:spChg chg="mod ord">
          <ac:chgData name="GIRAUD, Gilles (ONEPOINT)" userId="6d20c896-481c-410b-a8c0-2d4a97d55c0a" providerId="ADAL" clId="{D1224D70-906A-4973-A717-931EF3758332}" dt="2024-12-17T09:25:21.849" v="9643" actId="164"/>
          <ac:spMkLst>
            <pc:docMk/>
            <pc:sldMk cId="230626073" sldId="559"/>
            <ac:spMk id="39" creationId="{20C9FB56-2BD4-642C-8936-72D95F7742A9}"/>
          </ac:spMkLst>
        </pc:spChg>
        <pc:spChg chg="mod ord">
          <ac:chgData name="GIRAUD, Gilles (ONEPOINT)" userId="6d20c896-481c-410b-a8c0-2d4a97d55c0a" providerId="ADAL" clId="{D1224D70-906A-4973-A717-931EF3758332}" dt="2024-12-17T09:25:21.849" v="9643" actId="164"/>
          <ac:spMkLst>
            <pc:docMk/>
            <pc:sldMk cId="230626073" sldId="559"/>
            <ac:spMk id="40" creationId="{3A2AE864-7B46-B6A7-596D-8E83AA3CEA8D}"/>
          </ac:spMkLst>
        </pc:spChg>
        <pc:spChg chg="mod">
          <ac:chgData name="GIRAUD, Gilles (ONEPOINT)" userId="6d20c896-481c-410b-a8c0-2d4a97d55c0a" providerId="ADAL" clId="{D1224D70-906A-4973-A717-931EF3758332}" dt="2024-12-17T09:52:56.080" v="11120" actId="1036"/>
          <ac:spMkLst>
            <pc:docMk/>
            <pc:sldMk cId="230626073" sldId="559"/>
            <ac:spMk id="45" creationId="{FA94FFA1-C314-0714-3A2E-7535AA79D547}"/>
          </ac:spMkLst>
        </pc:spChg>
        <pc:spChg chg="add mod topLvl">
          <ac:chgData name="GIRAUD, Gilles (ONEPOINT)" userId="6d20c896-481c-410b-a8c0-2d4a97d55c0a" providerId="ADAL" clId="{D1224D70-906A-4973-A717-931EF3758332}" dt="2024-12-17T09:52:56.080" v="11120" actId="1036"/>
          <ac:spMkLst>
            <pc:docMk/>
            <pc:sldMk cId="230626073" sldId="559"/>
            <ac:spMk id="47" creationId="{77ED9126-536C-1CB8-820B-EEE987788BB7}"/>
          </ac:spMkLst>
        </pc:spChg>
        <pc:spChg chg="mod">
          <ac:chgData name="GIRAUD, Gilles (ONEPOINT)" userId="6d20c896-481c-410b-a8c0-2d4a97d55c0a" providerId="ADAL" clId="{D1224D70-906A-4973-A717-931EF3758332}" dt="2024-12-17T09:52:56.080" v="11120" actId="1036"/>
          <ac:spMkLst>
            <pc:docMk/>
            <pc:sldMk cId="230626073" sldId="559"/>
            <ac:spMk id="52" creationId="{9E68DC3D-B370-7863-D252-206BECDA4B94}"/>
          </ac:spMkLst>
        </pc:spChg>
        <pc:spChg chg="mod">
          <ac:chgData name="GIRAUD, Gilles (ONEPOINT)" userId="6d20c896-481c-410b-a8c0-2d4a97d55c0a" providerId="ADAL" clId="{D1224D70-906A-4973-A717-931EF3758332}" dt="2024-12-17T09:52:56.080" v="11120" actId="1036"/>
          <ac:spMkLst>
            <pc:docMk/>
            <pc:sldMk cId="230626073" sldId="559"/>
            <ac:spMk id="54" creationId="{E5E58128-87F2-2B22-8612-5B8C2620FFCC}"/>
          </ac:spMkLst>
        </pc:spChg>
        <pc:spChg chg="mod">
          <ac:chgData name="GIRAUD, Gilles (ONEPOINT)" userId="6d20c896-481c-410b-a8c0-2d4a97d55c0a" providerId="ADAL" clId="{D1224D70-906A-4973-A717-931EF3758332}" dt="2024-12-17T09:52:56.080" v="11120" actId="1036"/>
          <ac:spMkLst>
            <pc:docMk/>
            <pc:sldMk cId="230626073" sldId="559"/>
            <ac:spMk id="55" creationId="{D1633A4F-B45B-F6BC-70FD-EF8615127EE7}"/>
          </ac:spMkLst>
        </pc:spChg>
        <pc:spChg chg="add mod">
          <ac:chgData name="GIRAUD, Gilles (ONEPOINT)" userId="6d20c896-481c-410b-a8c0-2d4a97d55c0a" providerId="ADAL" clId="{D1224D70-906A-4973-A717-931EF3758332}" dt="2024-12-17T09:52:56.080" v="11120" actId="1036"/>
          <ac:spMkLst>
            <pc:docMk/>
            <pc:sldMk cId="230626073" sldId="559"/>
            <ac:spMk id="56" creationId="{9A424101-A4CF-C665-78FB-FB9CA14F87EF}"/>
          </ac:spMkLst>
        </pc:spChg>
        <pc:spChg chg="add mod">
          <ac:chgData name="GIRAUD, Gilles (ONEPOINT)" userId="6d20c896-481c-410b-a8c0-2d4a97d55c0a" providerId="ADAL" clId="{D1224D70-906A-4973-A717-931EF3758332}" dt="2024-12-17T09:25:21.849" v="9643" actId="164"/>
          <ac:spMkLst>
            <pc:docMk/>
            <pc:sldMk cId="230626073" sldId="559"/>
            <ac:spMk id="57" creationId="{FF229FB9-B1BC-6E33-DD5E-AD252FE63F40}"/>
          </ac:spMkLst>
        </pc:spChg>
        <pc:spChg chg="add mod">
          <ac:chgData name="GIRAUD, Gilles (ONEPOINT)" userId="6d20c896-481c-410b-a8c0-2d4a97d55c0a" providerId="ADAL" clId="{D1224D70-906A-4973-A717-931EF3758332}" dt="2024-12-17T09:52:56.080" v="11120" actId="1036"/>
          <ac:spMkLst>
            <pc:docMk/>
            <pc:sldMk cId="230626073" sldId="559"/>
            <ac:spMk id="81" creationId="{1DB3B2CD-B15A-E908-081A-833D49F8031F}"/>
          </ac:spMkLst>
        </pc:spChg>
        <pc:spChg chg="add mod">
          <ac:chgData name="GIRAUD, Gilles (ONEPOINT)" userId="6d20c896-481c-410b-a8c0-2d4a97d55c0a" providerId="ADAL" clId="{D1224D70-906A-4973-A717-931EF3758332}" dt="2024-12-17T09:52:56.080" v="11120" actId="1036"/>
          <ac:spMkLst>
            <pc:docMk/>
            <pc:sldMk cId="230626073" sldId="559"/>
            <ac:spMk id="82" creationId="{EC2D6C3B-9FF7-3046-AC76-99C380D5C30C}"/>
          </ac:spMkLst>
        </pc:spChg>
        <pc:spChg chg="add mod">
          <ac:chgData name="GIRAUD, Gilles (ONEPOINT)" userId="6d20c896-481c-410b-a8c0-2d4a97d55c0a" providerId="ADAL" clId="{D1224D70-906A-4973-A717-931EF3758332}" dt="2024-12-17T09:52:56.080" v="11120" actId="1036"/>
          <ac:spMkLst>
            <pc:docMk/>
            <pc:sldMk cId="230626073" sldId="559"/>
            <ac:spMk id="83" creationId="{5CBD57EC-5C6C-23E5-524F-0AE9075C62F5}"/>
          </ac:spMkLst>
        </pc:spChg>
        <pc:spChg chg="add mod">
          <ac:chgData name="GIRAUD, Gilles (ONEPOINT)" userId="6d20c896-481c-410b-a8c0-2d4a97d55c0a" providerId="ADAL" clId="{D1224D70-906A-4973-A717-931EF3758332}" dt="2024-12-17T10:28:58.758" v="11694" actId="1035"/>
          <ac:spMkLst>
            <pc:docMk/>
            <pc:sldMk cId="230626073" sldId="559"/>
            <ac:spMk id="87" creationId="{7EEAE39E-602A-B905-3CC9-6A398D08B966}"/>
          </ac:spMkLst>
        </pc:spChg>
        <pc:spChg chg="add mod">
          <ac:chgData name="GIRAUD, Gilles (ONEPOINT)" userId="6d20c896-481c-410b-a8c0-2d4a97d55c0a" providerId="ADAL" clId="{D1224D70-906A-4973-A717-931EF3758332}" dt="2024-12-17T10:29:50.659" v="11705" actId="14100"/>
          <ac:spMkLst>
            <pc:docMk/>
            <pc:sldMk cId="230626073" sldId="559"/>
            <ac:spMk id="88" creationId="{36FF8892-BAA6-CF1C-048F-B83633D79471}"/>
          </ac:spMkLst>
        </pc:spChg>
        <pc:grpChg chg="add mod">
          <ac:chgData name="GIRAUD, Gilles (ONEPOINT)" userId="6d20c896-481c-410b-a8c0-2d4a97d55c0a" providerId="ADAL" clId="{D1224D70-906A-4973-A717-931EF3758332}" dt="2024-12-17T09:52:56.080" v="11120" actId="1036"/>
          <ac:grpSpMkLst>
            <pc:docMk/>
            <pc:sldMk cId="230626073" sldId="559"/>
            <ac:grpSpMk id="58" creationId="{FA4050AA-ABC4-5A13-2CA7-02F16D2A3BCF}"/>
          </ac:grpSpMkLst>
        </pc:grpChg>
        <pc:picChg chg="mod topLvl">
          <ac:chgData name="GIRAUD, Gilles (ONEPOINT)" userId="6d20c896-481c-410b-a8c0-2d4a97d55c0a" providerId="ADAL" clId="{D1224D70-906A-4973-A717-931EF3758332}" dt="2024-12-17T09:52:56.080" v="11120" actId="1036"/>
          <ac:picMkLst>
            <pc:docMk/>
            <pc:sldMk cId="230626073" sldId="559"/>
            <ac:picMk id="41" creationId="{D61772B3-E870-6AF7-F9D7-CEC62447A519}"/>
          </ac:picMkLst>
        </pc:picChg>
        <pc:cxnChg chg="mod">
          <ac:chgData name="GIRAUD, Gilles (ONEPOINT)" userId="6d20c896-481c-410b-a8c0-2d4a97d55c0a" providerId="ADAL" clId="{D1224D70-906A-4973-A717-931EF3758332}" dt="2024-12-17T09:52:56.080" v="11120" actId="1036"/>
          <ac:cxnSpMkLst>
            <pc:docMk/>
            <pc:sldMk cId="230626073" sldId="559"/>
            <ac:cxnSpMk id="19" creationId="{BF81403A-464E-22D2-D75E-397E29F5EAF8}"/>
          </ac:cxnSpMkLst>
        </pc:cxnChg>
        <pc:cxnChg chg="mod">
          <ac:chgData name="GIRAUD, Gilles (ONEPOINT)" userId="6d20c896-481c-410b-a8c0-2d4a97d55c0a" providerId="ADAL" clId="{D1224D70-906A-4973-A717-931EF3758332}" dt="2024-12-17T09:52:56.080" v="11120" actId="1036"/>
          <ac:cxnSpMkLst>
            <pc:docMk/>
            <pc:sldMk cId="230626073" sldId="559"/>
            <ac:cxnSpMk id="20" creationId="{4C7D65E7-70B7-B46F-C81C-2DE2A1316776}"/>
          </ac:cxnSpMkLst>
        </pc:cxnChg>
        <pc:cxnChg chg="mod">
          <ac:chgData name="GIRAUD, Gilles (ONEPOINT)" userId="6d20c896-481c-410b-a8c0-2d4a97d55c0a" providerId="ADAL" clId="{D1224D70-906A-4973-A717-931EF3758332}" dt="2024-12-17T09:52:56.080" v="11120" actId="1036"/>
          <ac:cxnSpMkLst>
            <pc:docMk/>
            <pc:sldMk cId="230626073" sldId="559"/>
            <ac:cxnSpMk id="21" creationId="{31A028F7-7705-0E29-CFD1-D8D986686279}"/>
          </ac:cxnSpMkLst>
        </pc:cxnChg>
        <pc:cxnChg chg="mod">
          <ac:chgData name="GIRAUD, Gilles (ONEPOINT)" userId="6d20c896-481c-410b-a8c0-2d4a97d55c0a" providerId="ADAL" clId="{D1224D70-906A-4973-A717-931EF3758332}" dt="2024-12-17T09:52:56.080" v="11120" actId="1036"/>
          <ac:cxnSpMkLst>
            <pc:docMk/>
            <pc:sldMk cId="230626073" sldId="559"/>
            <ac:cxnSpMk id="28" creationId="{7A9FEDC0-3BDC-C820-1851-B9919EF8D6ED}"/>
          </ac:cxnSpMkLst>
        </pc:cxnChg>
        <pc:cxnChg chg="mod">
          <ac:chgData name="GIRAUD, Gilles (ONEPOINT)" userId="6d20c896-481c-410b-a8c0-2d4a97d55c0a" providerId="ADAL" clId="{D1224D70-906A-4973-A717-931EF3758332}" dt="2024-12-17T09:52:56.080" v="11120" actId="1036"/>
          <ac:cxnSpMkLst>
            <pc:docMk/>
            <pc:sldMk cId="230626073" sldId="559"/>
            <ac:cxnSpMk id="33" creationId="{C6F75701-54CC-798F-F60D-A116B9DEEE70}"/>
          </ac:cxnSpMkLst>
        </pc:cxnChg>
        <pc:cxnChg chg="mod">
          <ac:chgData name="GIRAUD, Gilles (ONEPOINT)" userId="6d20c896-481c-410b-a8c0-2d4a97d55c0a" providerId="ADAL" clId="{D1224D70-906A-4973-A717-931EF3758332}" dt="2024-12-17T09:52:56.080" v="11120" actId="1036"/>
          <ac:cxnSpMkLst>
            <pc:docMk/>
            <pc:sldMk cId="230626073" sldId="559"/>
            <ac:cxnSpMk id="36" creationId="{4DB66201-8E2B-84AA-49E6-D9275F2C8C3E}"/>
          </ac:cxnSpMkLst>
        </pc:cxnChg>
        <pc:cxnChg chg="mod">
          <ac:chgData name="GIRAUD, Gilles (ONEPOINT)" userId="6d20c896-481c-410b-a8c0-2d4a97d55c0a" providerId="ADAL" clId="{D1224D70-906A-4973-A717-931EF3758332}" dt="2024-12-17T09:52:56.080" v="11120" actId="1036"/>
          <ac:cxnSpMkLst>
            <pc:docMk/>
            <pc:sldMk cId="230626073" sldId="559"/>
            <ac:cxnSpMk id="49" creationId="{C2A43EE0-B802-F705-3022-256B67B68D47}"/>
          </ac:cxnSpMkLst>
        </pc:cxnChg>
      </pc:sldChg>
      <pc:sldChg chg="addSp delSp modSp mod">
        <pc:chgData name="GIRAUD, Gilles (ONEPOINT)" userId="6d20c896-481c-410b-a8c0-2d4a97d55c0a" providerId="ADAL" clId="{D1224D70-906A-4973-A717-931EF3758332}" dt="2024-11-21T14:10:44.774" v="205" actId="1076"/>
        <pc:sldMkLst>
          <pc:docMk/>
          <pc:sldMk cId="117192959" sldId="2142534272"/>
        </pc:sldMkLst>
      </pc:sldChg>
      <pc:sldChg chg="addSp delSp modSp mod">
        <pc:chgData name="GIRAUD, Gilles (ONEPOINT)" userId="6d20c896-481c-410b-a8c0-2d4a97d55c0a" providerId="ADAL" clId="{D1224D70-906A-4973-A717-931EF3758332}" dt="2024-11-21T14:12:12.228" v="263"/>
        <pc:sldMkLst>
          <pc:docMk/>
          <pc:sldMk cId="2021688616" sldId="2146847692"/>
        </pc:sldMkLst>
      </pc:sldChg>
      <pc:sldChg chg="addSp modSp del mod">
        <pc:chgData name="GIRAUD, Gilles (ONEPOINT)" userId="6d20c896-481c-410b-a8c0-2d4a97d55c0a" providerId="ADAL" clId="{D1224D70-906A-4973-A717-931EF3758332}" dt="2024-12-09T07:59:06.683" v="8335" actId="47"/>
        <pc:sldMkLst>
          <pc:docMk/>
          <pc:sldMk cId="3623526808" sldId="2146847693"/>
        </pc:sldMkLst>
      </pc:sldChg>
      <pc:sldChg chg="addSp delSp modSp add del mod delAnim modAnim">
        <pc:chgData name="GIRAUD, Gilles (ONEPOINT)" userId="6d20c896-481c-410b-a8c0-2d4a97d55c0a" providerId="ADAL" clId="{D1224D70-906A-4973-A717-931EF3758332}" dt="2024-12-09T08:04:22.091" v="8376" actId="47"/>
        <pc:sldMkLst>
          <pc:docMk/>
          <pc:sldMk cId="295335036" sldId="2146847728"/>
        </pc:sldMkLst>
      </pc:sldChg>
      <pc:sldChg chg="addSp delSp modSp add del mod">
        <pc:chgData name="GIRAUD, Gilles (ONEPOINT)" userId="6d20c896-481c-410b-a8c0-2d4a97d55c0a" providerId="ADAL" clId="{D1224D70-906A-4973-A717-931EF3758332}" dt="2024-12-09T08:04:58.960" v="8379" actId="2696"/>
        <pc:sldMkLst>
          <pc:docMk/>
          <pc:sldMk cId="2519647370" sldId="2146847729"/>
        </pc:sldMkLst>
      </pc:sldChg>
      <pc:sldChg chg="addSp delSp modSp add del mod">
        <pc:chgData name="GIRAUD, Gilles (ONEPOINT)" userId="6d20c896-481c-410b-a8c0-2d4a97d55c0a" providerId="ADAL" clId="{D1224D70-906A-4973-A717-931EF3758332}" dt="2024-12-09T08:41:53.297" v="8642" actId="47"/>
        <pc:sldMkLst>
          <pc:docMk/>
          <pc:sldMk cId="1597439174" sldId="2146847730"/>
        </pc:sldMkLst>
      </pc:sldChg>
      <pc:sldChg chg="add del">
        <pc:chgData name="GIRAUD, Gilles (ONEPOINT)" userId="6d20c896-481c-410b-a8c0-2d4a97d55c0a" providerId="ADAL" clId="{D1224D70-906A-4973-A717-931EF3758332}" dt="2024-12-09T09:16:20.616" v="8936" actId="47"/>
        <pc:sldMkLst>
          <pc:docMk/>
          <pc:sldMk cId="2014249332" sldId="2146847731"/>
        </pc:sldMkLst>
      </pc:sldChg>
      <pc:sldChg chg="addSp delSp modSp add del mod">
        <pc:chgData name="GIRAUD, Gilles (ONEPOINT)" userId="6d20c896-481c-410b-a8c0-2d4a97d55c0a" providerId="ADAL" clId="{D1224D70-906A-4973-A717-931EF3758332}" dt="2024-12-09T09:16:07.020" v="8935" actId="47"/>
        <pc:sldMkLst>
          <pc:docMk/>
          <pc:sldMk cId="599096891" sldId="2146847732"/>
        </pc:sldMkLst>
      </pc:sldChg>
      <pc:sldChg chg="add del">
        <pc:chgData name="GIRAUD, Gilles (ONEPOINT)" userId="6d20c896-481c-410b-a8c0-2d4a97d55c0a" providerId="ADAL" clId="{D1224D70-906A-4973-A717-931EF3758332}" dt="2024-12-04T07:52:03.707" v="7963" actId="47"/>
        <pc:sldMkLst>
          <pc:docMk/>
          <pc:sldMk cId="2015570012" sldId="2146847732"/>
        </pc:sldMkLst>
      </pc:sldChg>
      <pc:sldChg chg="add del">
        <pc:chgData name="GIRAUD, Gilles (ONEPOINT)" userId="6d20c896-481c-410b-a8c0-2d4a97d55c0a" providerId="ADAL" clId="{D1224D70-906A-4973-A717-931EF3758332}" dt="2024-12-04T07:10:53.880" v="7169"/>
        <pc:sldMkLst>
          <pc:docMk/>
          <pc:sldMk cId="3290857073" sldId="2146847732"/>
        </pc:sldMkLst>
      </pc:sldChg>
      <pc:sldChg chg="addSp delSp modSp add mod">
        <pc:chgData name="GIRAUD, Gilles (ONEPOINT)" userId="6d20c896-481c-410b-a8c0-2d4a97d55c0a" providerId="ADAL" clId="{D1224D70-906A-4973-A717-931EF3758332}" dt="2024-12-09T07:58:52.592" v="8334" actId="14100"/>
        <pc:sldMkLst>
          <pc:docMk/>
          <pc:sldMk cId="3123510082" sldId="2146847733"/>
        </pc:sldMkLst>
      </pc:sldChg>
      <pc:sldChg chg="addSp delSp modSp add mod setBg">
        <pc:chgData name="GIRAUD, Gilles (ONEPOINT)" userId="6d20c896-481c-410b-a8c0-2d4a97d55c0a" providerId="ADAL" clId="{D1224D70-906A-4973-A717-931EF3758332}" dt="2024-12-17T10:49:47.707" v="12224" actId="20577"/>
        <pc:sldMkLst>
          <pc:docMk/>
          <pc:sldMk cId="3942308127" sldId="2146847734"/>
        </pc:sldMkLst>
        <pc:spChg chg="add mod">
          <ac:chgData name="GIRAUD, Gilles (ONEPOINT)" userId="6d20c896-481c-410b-a8c0-2d4a97d55c0a" providerId="ADAL" clId="{D1224D70-906A-4973-A717-931EF3758332}" dt="2024-12-17T10:32:08.596" v="11768" actId="1076"/>
          <ac:spMkLst>
            <pc:docMk/>
            <pc:sldMk cId="3942308127" sldId="2146847734"/>
            <ac:spMk id="2" creationId="{E1AD024E-2766-DD21-0E64-F068524FD209}"/>
          </ac:spMkLst>
        </pc:spChg>
        <pc:spChg chg="mod">
          <ac:chgData name="GIRAUD, Gilles (ONEPOINT)" userId="6d20c896-481c-410b-a8c0-2d4a97d55c0a" providerId="ADAL" clId="{D1224D70-906A-4973-A717-931EF3758332}" dt="2024-12-16T09:05:34.333" v="8938" actId="20577"/>
          <ac:spMkLst>
            <pc:docMk/>
            <pc:sldMk cId="3942308127" sldId="2146847734"/>
            <ac:spMk id="6" creationId="{1A327D60-F7F0-128A-7C56-20EE4DE15C02}"/>
          </ac:spMkLst>
        </pc:spChg>
        <pc:spChg chg="add mod">
          <ac:chgData name="GIRAUD, Gilles (ONEPOINT)" userId="6d20c896-481c-410b-a8c0-2d4a97d55c0a" providerId="ADAL" clId="{D1224D70-906A-4973-A717-931EF3758332}" dt="2024-12-16T09:09:57.974" v="8939" actId="1076"/>
          <ac:spMkLst>
            <pc:docMk/>
            <pc:sldMk cId="3942308127" sldId="2146847734"/>
            <ac:spMk id="10" creationId="{B19D9264-01BB-DBB1-1E03-13F674C827B3}"/>
          </ac:spMkLst>
        </pc:spChg>
        <pc:spChg chg="add mod">
          <ac:chgData name="GIRAUD, Gilles (ONEPOINT)" userId="6d20c896-481c-410b-a8c0-2d4a97d55c0a" providerId="ADAL" clId="{D1224D70-906A-4973-A717-931EF3758332}" dt="2024-12-16T09:09:57.974" v="8939" actId="1076"/>
          <ac:spMkLst>
            <pc:docMk/>
            <pc:sldMk cId="3942308127" sldId="2146847734"/>
            <ac:spMk id="11" creationId="{79A0790F-EA07-D57E-364D-5DA4D55E3314}"/>
          </ac:spMkLst>
        </pc:spChg>
        <pc:spChg chg="add mod">
          <ac:chgData name="GIRAUD, Gilles (ONEPOINT)" userId="6d20c896-481c-410b-a8c0-2d4a97d55c0a" providerId="ADAL" clId="{D1224D70-906A-4973-A717-931EF3758332}" dt="2024-12-16T09:09:57.974" v="8939" actId="1076"/>
          <ac:spMkLst>
            <pc:docMk/>
            <pc:sldMk cId="3942308127" sldId="2146847734"/>
            <ac:spMk id="12" creationId="{10A69332-B53D-33A0-1B1D-A67154924133}"/>
          </ac:spMkLst>
        </pc:spChg>
        <pc:spChg chg="add mod">
          <ac:chgData name="GIRAUD, Gilles (ONEPOINT)" userId="6d20c896-481c-410b-a8c0-2d4a97d55c0a" providerId="ADAL" clId="{D1224D70-906A-4973-A717-931EF3758332}" dt="2024-12-16T09:09:57.974" v="8939" actId="1076"/>
          <ac:spMkLst>
            <pc:docMk/>
            <pc:sldMk cId="3942308127" sldId="2146847734"/>
            <ac:spMk id="13" creationId="{1F6A761F-A135-7539-C86E-5AED0049AF3C}"/>
          </ac:spMkLst>
        </pc:spChg>
        <pc:spChg chg="add mod">
          <ac:chgData name="GIRAUD, Gilles (ONEPOINT)" userId="6d20c896-481c-410b-a8c0-2d4a97d55c0a" providerId="ADAL" clId="{D1224D70-906A-4973-A717-931EF3758332}" dt="2024-12-16T09:09:57.974" v="8939" actId="1076"/>
          <ac:spMkLst>
            <pc:docMk/>
            <pc:sldMk cId="3942308127" sldId="2146847734"/>
            <ac:spMk id="14" creationId="{C6DEE598-C3EB-3E28-0AE3-3ADEE0811BE8}"/>
          </ac:spMkLst>
        </pc:spChg>
        <pc:spChg chg="add mod">
          <ac:chgData name="GIRAUD, Gilles (ONEPOINT)" userId="6d20c896-481c-410b-a8c0-2d4a97d55c0a" providerId="ADAL" clId="{D1224D70-906A-4973-A717-931EF3758332}" dt="2024-12-16T09:09:57.974" v="8939" actId="1076"/>
          <ac:spMkLst>
            <pc:docMk/>
            <pc:sldMk cId="3942308127" sldId="2146847734"/>
            <ac:spMk id="15" creationId="{8CCAAD46-17E2-D57D-5859-A3BACD605751}"/>
          </ac:spMkLst>
        </pc:spChg>
        <pc:spChg chg="add mod">
          <ac:chgData name="GIRAUD, Gilles (ONEPOINT)" userId="6d20c896-481c-410b-a8c0-2d4a97d55c0a" providerId="ADAL" clId="{D1224D70-906A-4973-A717-931EF3758332}" dt="2024-12-16T09:10:45.936" v="8949" actId="1076"/>
          <ac:spMkLst>
            <pc:docMk/>
            <pc:sldMk cId="3942308127" sldId="2146847734"/>
            <ac:spMk id="27" creationId="{1C262177-AB6F-8EEB-D7EB-C97684496C52}"/>
          </ac:spMkLst>
        </pc:spChg>
        <pc:spChg chg="add mod">
          <ac:chgData name="GIRAUD, Gilles (ONEPOINT)" userId="6d20c896-481c-410b-a8c0-2d4a97d55c0a" providerId="ADAL" clId="{D1224D70-906A-4973-A717-931EF3758332}" dt="2024-12-16T09:10:45.936" v="8949" actId="1076"/>
          <ac:spMkLst>
            <pc:docMk/>
            <pc:sldMk cId="3942308127" sldId="2146847734"/>
            <ac:spMk id="28" creationId="{3D449559-BFB0-8776-DE1F-83784560C295}"/>
          </ac:spMkLst>
        </pc:spChg>
        <pc:spChg chg="add mod">
          <ac:chgData name="GIRAUD, Gilles (ONEPOINT)" userId="6d20c896-481c-410b-a8c0-2d4a97d55c0a" providerId="ADAL" clId="{D1224D70-906A-4973-A717-931EF3758332}" dt="2024-12-17T10:46:33.024" v="12181" actId="206"/>
          <ac:spMkLst>
            <pc:docMk/>
            <pc:sldMk cId="3942308127" sldId="2146847734"/>
            <ac:spMk id="37" creationId="{044733D7-5BAC-6D5D-F60A-829AB1B3D8AA}"/>
          </ac:spMkLst>
        </pc:spChg>
        <pc:spChg chg="add mod">
          <ac:chgData name="GIRAUD, Gilles (ONEPOINT)" userId="6d20c896-481c-410b-a8c0-2d4a97d55c0a" providerId="ADAL" clId="{D1224D70-906A-4973-A717-931EF3758332}" dt="2024-12-17T10:48:37.493" v="12196" actId="206"/>
          <ac:spMkLst>
            <pc:docMk/>
            <pc:sldMk cId="3942308127" sldId="2146847734"/>
            <ac:spMk id="39" creationId="{8FA34608-2161-99E3-1685-29B45A90720C}"/>
          </ac:spMkLst>
        </pc:spChg>
        <pc:spChg chg="add mod">
          <ac:chgData name="GIRAUD, Gilles (ONEPOINT)" userId="6d20c896-481c-410b-a8c0-2d4a97d55c0a" providerId="ADAL" clId="{D1224D70-906A-4973-A717-931EF3758332}" dt="2024-12-17T10:49:24.134" v="12201" actId="206"/>
          <ac:spMkLst>
            <pc:docMk/>
            <pc:sldMk cId="3942308127" sldId="2146847734"/>
            <ac:spMk id="42" creationId="{873FABEA-D0B7-0991-C6B8-D82ADBBC8234}"/>
          </ac:spMkLst>
        </pc:spChg>
        <pc:spChg chg="add mod">
          <ac:chgData name="GIRAUD, Gilles (ONEPOINT)" userId="6d20c896-481c-410b-a8c0-2d4a97d55c0a" providerId="ADAL" clId="{D1224D70-906A-4973-A717-931EF3758332}" dt="2024-12-16T09:10:45.936" v="8949" actId="1076"/>
          <ac:spMkLst>
            <pc:docMk/>
            <pc:sldMk cId="3942308127" sldId="2146847734"/>
            <ac:spMk id="44" creationId="{AD9C11AB-71F1-8AAC-DC6E-60A4974ED0AF}"/>
          </ac:spMkLst>
        </pc:spChg>
        <pc:spChg chg="add mod">
          <ac:chgData name="GIRAUD, Gilles (ONEPOINT)" userId="6d20c896-481c-410b-a8c0-2d4a97d55c0a" providerId="ADAL" clId="{D1224D70-906A-4973-A717-931EF3758332}" dt="2024-12-16T09:10:45.936" v="8949" actId="1076"/>
          <ac:spMkLst>
            <pc:docMk/>
            <pc:sldMk cId="3942308127" sldId="2146847734"/>
            <ac:spMk id="45" creationId="{09310658-BD13-37BB-A5FE-AAD36EFFE815}"/>
          </ac:spMkLst>
        </pc:spChg>
        <pc:spChg chg="add mod">
          <ac:chgData name="GIRAUD, Gilles (ONEPOINT)" userId="6d20c896-481c-410b-a8c0-2d4a97d55c0a" providerId="ADAL" clId="{D1224D70-906A-4973-A717-931EF3758332}" dt="2024-12-17T10:42:08.599" v="12049" actId="1036"/>
          <ac:spMkLst>
            <pc:docMk/>
            <pc:sldMk cId="3942308127" sldId="2146847734"/>
            <ac:spMk id="50" creationId="{C915C30D-B3D9-6D0A-D2EA-99EC7B49F7A4}"/>
          </ac:spMkLst>
        </pc:spChg>
        <pc:spChg chg="add mod">
          <ac:chgData name="GIRAUD, Gilles (ONEPOINT)" userId="6d20c896-481c-410b-a8c0-2d4a97d55c0a" providerId="ADAL" clId="{D1224D70-906A-4973-A717-931EF3758332}" dt="2024-12-17T10:42:14.540" v="12052" actId="1035"/>
          <ac:spMkLst>
            <pc:docMk/>
            <pc:sldMk cId="3942308127" sldId="2146847734"/>
            <ac:spMk id="51" creationId="{5BF310CF-265E-6EA2-FDC4-A218A7A76479}"/>
          </ac:spMkLst>
        </pc:spChg>
        <pc:spChg chg="add mod">
          <ac:chgData name="GIRAUD, Gilles (ONEPOINT)" userId="6d20c896-481c-410b-a8c0-2d4a97d55c0a" providerId="ADAL" clId="{D1224D70-906A-4973-A717-931EF3758332}" dt="2024-12-16T09:09:57.974" v="8939" actId="1076"/>
          <ac:spMkLst>
            <pc:docMk/>
            <pc:sldMk cId="3942308127" sldId="2146847734"/>
            <ac:spMk id="52" creationId="{E9AA6882-8817-2A5B-FCEF-FCCA7F1277B1}"/>
          </ac:spMkLst>
        </pc:spChg>
        <pc:spChg chg="add mod">
          <ac:chgData name="GIRAUD, Gilles (ONEPOINT)" userId="6d20c896-481c-410b-a8c0-2d4a97d55c0a" providerId="ADAL" clId="{D1224D70-906A-4973-A717-931EF3758332}" dt="2024-12-16T09:09:57.974" v="8939" actId="1076"/>
          <ac:spMkLst>
            <pc:docMk/>
            <pc:sldMk cId="3942308127" sldId="2146847734"/>
            <ac:spMk id="61" creationId="{6915F3C5-D3FF-AC32-B42E-720F53194843}"/>
          </ac:spMkLst>
        </pc:spChg>
        <pc:spChg chg="add mod">
          <ac:chgData name="GIRAUD, Gilles (ONEPOINT)" userId="6d20c896-481c-410b-a8c0-2d4a97d55c0a" providerId="ADAL" clId="{D1224D70-906A-4973-A717-931EF3758332}" dt="2024-12-17T10:32:17.079" v="11770" actId="1076"/>
          <ac:spMkLst>
            <pc:docMk/>
            <pc:sldMk cId="3942308127" sldId="2146847734"/>
            <ac:spMk id="62" creationId="{8EFA2DEA-4E12-8F7A-A671-940AA37D4E52}"/>
          </ac:spMkLst>
        </pc:spChg>
        <pc:spChg chg="add mod">
          <ac:chgData name="GIRAUD, Gilles (ONEPOINT)" userId="6d20c896-481c-410b-a8c0-2d4a97d55c0a" providerId="ADAL" clId="{D1224D70-906A-4973-A717-931EF3758332}" dt="2024-12-17T10:42:08.599" v="12049" actId="1036"/>
          <ac:spMkLst>
            <pc:docMk/>
            <pc:sldMk cId="3942308127" sldId="2146847734"/>
            <ac:spMk id="63" creationId="{F1D0035A-6DEB-E548-5E8F-4E7253273D5F}"/>
          </ac:spMkLst>
        </pc:spChg>
        <pc:spChg chg="add mod">
          <ac:chgData name="GIRAUD, Gilles (ONEPOINT)" userId="6d20c896-481c-410b-a8c0-2d4a97d55c0a" providerId="ADAL" clId="{D1224D70-906A-4973-A717-931EF3758332}" dt="2024-12-17T10:47:33.548" v="12186" actId="20577"/>
          <ac:spMkLst>
            <pc:docMk/>
            <pc:sldMk cId="3942308127" sldId="2146847734"/>
            <ac:spMk id="66" creationId="{E8EBA091-88FE-0B68-8599-2046F314FF91}"/>
          </ac:spMkLst>
        </pc:spChg>
        <pc:spChg chg="add mod">
          <ac:chgData name="GIRAUD, Gilles (ONEPOINT)" userId="6d20c896-481c-410b-a8c0-2d4a97d55c0a" providerId="ADAL" clId="{D1224D70-906A-4973-A717-931EF3758332}" dt="2024-12-17T10:49:47.707" v="12224" actId="20577"/>
          <ac:spMkLst>
            <pc:docMk/>
            <pc:sldMk cId="3942308127" sldId="2146847734"/>
            <ac:spMk id="67" creationId="{70C76FF5-58C7-481C-6F04-06F1B2D92B0A}"/>
          </ac:spMkLst>
        </pc:spChg>
        <pc:grpChg chg="add mod">
          <ac:chgData name="GIRAUD, Gilles (ONEPOINT)" userId="6d20c896-481c-410b-a8c0-2d4a97d55c0a" providerId="ADAL" clId="{D1224D70-906A-4973-A717-931EF3758332}" dt="2024-12-17T10:42:08.599" v="12049" actId="1036"/>
          <ac:grpSpMkLst>
            <pc:docMk/>
            <pc:sldMk cId="3942308127" sldId="2146847734"/>
            <ac:grpSpMk id="16" creationId="{12D6BA30-37FF-998A-B56C-09C3E9FE9CC7}"/>
          </ac:grpSpMkLst>
        </pc:grpChg>
        <pc:grpChg chg="add mod">
          <ac:chgData name="GIRAUD, Gilles (ONEPOINT)" userId="6d20c896-481c-410b-a8c0-2d4a97d55c0a" providerId="ADAL" clId="{D1224D70-906A-4973-A717-931EF3758332}" dt="2024-12-16T09:10:45.936" v="8949" actId="1076"/>
          <ac:grpSpMkLst>
            <pc:docMk/>
            <pc:sldMk cId="3942308127" sldId="2146847734"/>
            <ac:grpSpMk id="24" creationId="{7B661365-BA87-6EF0-C7E8-8BD51EA3F3E1}"/>
          </ac:grpSpMkLst>
        </pc:grpChg>
        <pc:grpChg chg="add mod">
          <ac:chgData name="GIRAUD, Gilles (ONEPOINT)" userId="6d20c896-481c-410b-a8c0-2d4a97d55c0a" providerId="ADAL" clId="{D1224D70-906A-4973-A717-931EF3758332}" dt="2024-12-17T10:42:08.599" v="12049" actId="1036"/>
          <ac:grpSpMkLst>
            <pc:docMk/>
            <pc:sldMk cId="3942308127" sldId="2146847734"/>
            <ac:grpSpMk id="46" creationId="{B4C0B2E1-A635-2C1A-D5DF-5A8248BB964D}"/>
          </ac:grpSpMkLst>
        </pc:grpChg>
        <pc:picChg chg="add mod">
          <ac:chgData name="GIRAUD, Gilles (ONEPOINT)" userId="6d20c896-481c-410b-a8c0-2d4a97d55c0a" providerId="ADAL" clId="{D1224D70-906A-4973-A717-931EF3758332}" dt="2024-12-17T10:44:01.781" v="12151" actId="1076"/>
          <ac:picMkLst>
            <pc:docMk/>
            <pc:sldMk cId="3942308127" sldId="2146847734"/>
            <ac:picMk id="4" creationId="{60E72C55-DC42-8800-A924-EF76F58974B1}"/>
          </ac:picMkLst>
        </pc:picChg>
        <pc:picChg chg="add mod">
          <ac:chgData name="GIRAUD, Gilles (ONEPOINT)" userId="6d20c896-481c-410b-a8c0-2d4a97d55c0a" providerId="ADAL" clId="{D1224D70-906A-4973-A717-931EF3758332}" dt="2024-12-17T10:40:55.053" v="12020" actId="1036"/>
          <ac:picMkLst>
            <pc:docMk/>
            <pc:sldMk cId="3942308127" sldId="2146847734"/>
            <ac:picMk id="8" creationId="{C2D18FDF-C170-531F-4E24-FB9593058984}"/>
          </ac:picMkLst>
        </pc:picChg>
        <pc:picChg chg="add mod">
          <ac:chgData name="GIRAUD, Gilles (ONEPOINT)" userId="6d20c896-481c-410b-a8c0-2d4a97d55c0a" providerId="ADAL" clId="{D1224D70-906A-4973-A717-931EF3758332}" dt="2024-12-16T09:10:45.936" v="8949" actId="1076"/>
          <ac:picMkLst>
            <pc:docMk/>
            <pc:sldMk cId="3942308127" sldId="2146847734"/>
            <ac:picMk id="23" creationId="{CB855CE7-26EF-9C88-878F-CDCB6A568998}"/>
          </ac:picMkLst>
        </pc:picChg>
        <pc:picChg chg="add mod">
          <ac:chgData name="GIRAUD, Gilles (ONEPOINT)" userId="6d20c896-481c-410b-a8c0-2d4a97d55c0a" providerId="ADAL" clId="{D1224D70-906A-4973-A717-931EF3758332}" dt="2024-12-17T10:47:49.888" v="12188" actId="1076"/>
          <ac:picMkLst>
            <pc:docMk/>
            <pc:sldMk cId="3942308127" sldId="2146847734"/>
            <ac:picMk id="38" creationId="{942EA8FC-3C7A-C285-D1A0-7B4CEF374AE5}"/>
          </ac:picMkLst>
        </pc:picChg>
        <pc:picChg chg="add mod">
          <ac:chgData name="GIRAUD, Gilles (ONEPOINT)" userId="6d20c896-481c-410b-a8c0-2d4a97d55c0a" providerId="ADAL" clId="{D1224D70-906A-4973-A717-931EF3758332}" dt="2024-12-17T10:49:08.653" v="12198" actId="1076"/>
          <ac:picMkLst>
            <pc:docMk/>
            <pc:sldMk cId="3942308127" sldId="2146847734"/>
            <ac:picMk id="41" creationId="{66B9C864-17BA-BB1F-F915-3DECB694E8D2}"/>
          </ac:picMkLst>
        </pc:picChg>
        <pc:picChg chg="add mod">
          <ac:chgData name="GIRAUD, Gilles (ONEPOINT)" userId="6d20c896-481c-410b-a8c0-2d4a97d55c0a" providerId="ADAL" clId="{D1224D70-906A-4973-A717-931EF3758332}" dt="2024-12-16T09:10:04.051" v="8940" actId="1076"/>
          <ac:picMkLst>
            <pc:docMk/>
            <pc:sldMk cId="3942308127" sldId="2146847734"/>
            <ac:picMk id="60" creationId="{3A115766-918B-2B88-3031-86F88E286DB2}"/>
          </ac:picMkLst>
        </pc:picChg>
        <pc:picChg chg="add mod">
          <ac:chgData name="GIRAUD, Gilles (ONEPOINT)" userId="6d20c896-481c-410b-a8c0-2d4a97d55c0a" providerId="ADAL" clId="{D1224D70-906A-4973-A717-931EF3758332}" dt="2024-12-17T10:46:00.938" v="12179" actId="1076"/>
          <ac:picMkLst>
            <pc:docMk/>
            <pc:sldMk cId="3942308127" sldId="2146847734"/>
            <ac:picMk id="64" creationId="{6507BE57-B438-6A1E-144D-10319D872252}"/>
          </ac:picMkLst>
        </pc:picChg>
        <pc:cxnChg chg="add mod">
          <ac:chgData name="GIRAUD, Gilles (ONEPOINT)" userId="6d20c896-481c-410b-a8c0-2d4a97d55c0a" providerId="ADAL" clId="{D1224D70-906A-4973-A717-931EF3758332}" dt="2024-12-17T10:46:48.642" v="12183" actId="692"/>
          <ac:cxnSpMkLst>
            <pc:docMk/>
            <pc:sldMk cId="3942308127" sldId="2146847734"/>
            <ac:cxnSpMk id="36" creationId="{5DC6904C-A505-C381-F435-FD88C4059C3F}"/>
          </ac:cxnSpMkLst>
        </pc:cxnChg>
      </pc:sldChg>
      <pc:sldChg chg="addSp modSp add mod">
        <pc:chgData name="GIRAUD, Gilles (ONEPOINT)" userId="6d20c896-481c-410b-a8c0-2d4a97d55c0a" providerId="ADAL" clId="{D1224D70-906A-4973-A717-931EF3758332}" dt="2024-12-18T08:39:36.844" v="13221" actId="692"/>
        <pc:sldMkLst>
          <pc:docMk/>
          <pc:sldMk cId="2400605503" sldId="2146847735"/>
        </pc:sldMkLst>
        <pc:spChg chg="add mod">
          <ac:chgData name="GIRAUD, Gilles (ONEPOINT)" userId="6d20c896-481c-410b-a8c0-2d4a97d55c0a" providerId="ADAL" clId="{D1224D70-906A-4973-A717-931EF3758332}" dt="2024-12-18T08:38:29.767" v="13177" actId="1035"/>
          <ac:spMkLst>
            <pc:docMk/>
            <pc:sldMk cId="2400605503" sldId="2146847735"/>
            <ac:spMk id="3" creationId="{C16DFBD2-85C3-3BAE-561B-B02BB1B97841}"/>
          </ac:spMkLst>
        </pc:spChg>
        <pc:spChg chg="add mod">
          <ac:chgData name="GIRAUD, Gilles (ONEPOINT)" userId="6d20c896-481c-410b-a8c0-2d4a97d55c0a" providerId="ADAL" clId="{D1224D70-906A-4973-A717-931EF3758332}" dt="2024-12-18T08:38:29.767" v="13177" actId="1035"/>
          <ac:spMkLst>
            <pc:docMk/>
            <pc:sldMk cId="2400605503" sldId="2146847735"/>
            <ac:spMk id="4" creationId="{6472636E-BB44-0027-E951-163DB3F08CC7}"/>
          </ac:spMkLst>
        </pc:spChg>
        <pc:spChg chg="add mod">
          <ac:chgData name="GIRAUD, Gilles (ONEPOINT)" userId="6d20c896-481c-410b-a8c0-2d4a97d55c0a" providerId="ADAL" clId="{D1224D70-906A-4973-A717-931EF3758332}" dt="2024-12-18T08:38:11.731" v="13137" actId="1076"/>
          <ac:spMkLst>
            <pc:docMk/>
            <pc:sldMk cId="2400605503" sldId="2146847735"/>
            <ac:spMk id="9" creationId="{A088273B-DA56-34FF-528A-C8B175C15C5B}"/>
          </ac:spMkLst>
        </pc:spChg>
        <pc:picChg chg="add mod">
          <ac:chgData name="GIRAUD, Gilles (ONEPOINT)" userId="6d20c896-481c-410b-a8c0-2d4a97d55c0a" providerId="ADAL" clId="{D1224D70-906A-4973-A717-931EF3758332}" dt="2024-12-18T08:38:29.767" v="13177" actId="1035"/>
          <ac:picMkLst>
            <pc:docMk/>
            <pc:sldMk cId="2400605503" sldId="2146847735"/>
            <ac:picMk id="8" creationId="{6285D3C2-7EFD-B03A-90B2-407CAF90607A}"/>
          </ac:picMkLst>
        </pc:picChg>
        <pc:cxnChg chg="add mod">
          <ac:chgData name="GIRAUD, Gilles (ONEPOINT)" userId="6d20c896-481c-410b-a8c0-2d4a97d55c0a" providerId="ADAL" clId="{D1224D70-906A-4973-A717-931EF3758332}" dt="2024-12-18T08:39:36.844" v="13221" actId="692"/>
          <ac:cxnSpMkLst>
            <pc:docMk/>
            <pc:sldMk cId="2400605503" sldId="2146847735"/>
            <ac:cxnSpMk id="11" creationId="{F92A01BE-231C-44F4-B409-A914D1065123}"/>
          </ac:cxnSpMkLst>
        </pc:cxnChg>
      </pc:sldChg>
      <pc:sldChg chg="addSp delSp modSp add mod modClrScheme chgLayout">
        <pc:chgData name="GIRAUD, Gilles (ONEPOINT)" userId="6d20c896-481c-410b-a8c0-2d4a97d55c0a" providerId="ADAL" clId="{D1224D70-906A-4973-A717-931EF3758332}" dt="2024-12-18T14:10:34.366" v="13225" actId="313"/>
        <pc:sldMkLst>
          <pc:docMk/>
          <pc:sldMk cId="1473555330" sldId="2146847736"/>
        </pc:sldMkLst>
        <pc:spChg chg="add mod">
          <ac:chgData name="GIRAUD, Gilles (ONEPOINT)" userId="6d20c896-481c-410b-a8c0-2d4a97d55c0a" providerId="ADAL" clId="{D1224D70-906A-4973-A717-931EF3758332}" dt="2024-12-18T14:10:34.366" v="13225" actId="313"/>
          <ac:spMkLst>
            <pc:docMk/>
            <pc:sldMk cId="1473555330" sldId="2146847736"/>
            <ac:spMk id="4" creationId="{FCA16878-098E-A56F-5CDF-6368D09847DD}"/>
          </ac:spMkLst>
        </pc:spChg>
      </pc:sldChg>
      <pc:sldChg chg="add del">
        <pc:chgData name="GIRAUD, Gilles (ONEPOINT)" userId="6d20c896-481c-410b-a8c0-2d4a97d55c0a" providerId="ADAL" clId="{D1224D70-906A-4973-A717-931EF3758332}" dt="2024-12-09T08:42:04.966" v="8643" actId="47"/>
        <pc:sldMkLst>
          <pc:docMk/>
          <pc:sldMk cId="1715010482" sldId="2146847737"/>
        </pc:sldMkLst>
      </pc:sldChg>
      <pc:sldChg chg="modSp add del mod">
        <pc:chgData name="GIRAUD, Gilles (ONEPOINT)" userId="6d20c896-481c-410b-a8c0-2d4a97d55c0a" providerId="ADAL" clId="{D1224D70-906A-4973-A717-931EF3758332}" dt="2024-12-09T08:41:31.892" v="8640" actId="47"/>
        <pc:sldMkLst>
          <pc:docMk/>
          <pc:sldMk cId="3962473179" sldId="2146847738"/>
        </pc:sldMkLst>
      </pc:sldChg>
      <pc:sldChg chg="addSp delSp modSp add mod">
        <pc:chgData name="GIRAUD, Gilles (ONEPOINT)" userId="6d20c896-481c-410b-a8c0-2d4a97d55c0a" providerId="ADAL" clId="{D1224D70-906A-4973-A717-931EF3758332}" dt="2024-12-09T09:16:00.393" v="8934" actId="1035"/>
        <pc:sldMkLst>
          <pc:docMk/>
          <pc:sldMk cId="2835905251" sldId="2146847739"/>
        </pc:sldMkLst>
      </pc:sldChg>
      <pc:sldChg chg="addSp delSp modSp add mod ord">
        <pc:chgData name="GIRAUD, Gilles (ONEPOINT)" userId="6d20c896-481c-410b-a8c0-2d4a97d55c0a" providerId="ADAL" clId="{D1224D70-906A-4973-A717-931EF3758332}" dt="2024-12-09T09:15:09.953" v="8926" actId="14100"/>
        <pc:sldMkLst>
          <pc:docMk/>
          <pc:sldMk cId="950524069" sldId="214684774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377F2E85-CB41-388F-C35F-F7578776D28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251A2AE2-82B4-6605-E299-C4D337AED67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2419D0-F4AC-4BAC-ADA9-8BCC814B3981}" type="datetimeFigureOut">
              <a:rPr lang="fr-FR" smtClean="0"/>
              <a:t>10/03/2025</a:t>
            </a:fld>
            <a:endParaRPr lang="fr-FR"/>
          </a:p>
        </p:txBody>
      </p:sp>
      <p:sp>
        <p:nvSpPr>
          <p:cNvPr id="4" name="Espace réservé du pied de page 3">
            <a:extLst>
              <a:ext uri="{FF2B5EF4-FFF2-40B4-BE49-F238E27FC236}">
                <a16:creationId xmlns:a16="http://schemas.microsoft.com/office/drawing/2014/main" id="{8B419337-AD91-E942-0B1E-97AF3AD97F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2FEAA0D4-C7B5-831E-D417-5E776636A94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35E516E-AD98-464B-9F8D-77B2CDCB6715}" type="slidenum">
              <a:rPr lang="fr-FR" smtClean="0"/>
              <a:t>‹N°›</a:t>
            </a:fld>
            <a:endParaRPr lang="fr-FR"/>
          </a:p>
        </p:txBody>
      </p:sp>
    </p:spTree>
    <p:extLst>
      <p:ext uri="{BB962C8B-B14F-4D97-AF65-F5344CB8AC3E}">
        <p14:creationId xmlns:p14="http://schemas.microsoft.com/office/powerpoint/2010/main" val="2710392898"/>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249ED4-2EA5-44C1-88FD-FFD1EC85579F}" type="datetimeFigureOut">
              <a:rPr lang="fr-FR" smtClean="0"/>
              <a:t>10/03/2025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924BDF-58BE-4F0A-81E7-1ED057B91AE9}" type="slidenum">
              <a:rPr lang="fr-FR" smtClean="0"/>
              <a:t>‹N°›</a:t>
            </a:fld>
            <a:endParaRPr lang="fr-FR"/>
          </a:p>
        </p:txBody>
      </p:sp>
    </p:spTree>
    <p:extLst>
      <p:ext uri="{BB962C8B-B14F-4D97-AF65-F5344CB8AC3E}">
        <p14:creationId xmlns:p14="http://schemas.microsoft.com/office/powerpoint/2010/main" val="1755942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C9924BDF-58BE-4F0A-81E7-1ED057B91AE9}" type="slidenum">
              <a:rPr lang="fr-FR" smtClean="0"/>
              <a:t>1</a:t>
            </a:fld>
            <a:endParaRPr lang="fr-FR"/>
          </a:p>
        </p:txBody>
      </p:sp>
    </p:spTree>
    <p:extLst>
      <p:ext uri="{BB962C8B-B14F-4D97-AF65-F5344CB8AC3E}">
        <p14:creationId xmlns:p14="http://schemas.microsoft.com/office/powerpoint/2010/main" val="23165501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C9924BDF-58BE-4F0A-81E7-1ED057B91AE9}" type="slidenum">
              <a:rPr lang="fr-FR" smtClean="0"/>
              <a:t>4</a:t>
            </a:fld>
            <a:endParaRPr lang="fr-FR"/>
          </a:p>
        </p:txBody>
      </p:sp>
    </p:spTree>
    <p:extLst>
      <p:ext uri="{BB962C8B-B14F-4D97-AF65-F5344CB8AC3E}">
        <p14:creationId xmlns:p14="http://schemas.microsoft.com/office/powerpoint/2010/main" val="35330754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5.svg"/><Relationship Id="rId2" Type="http://schemas.openxmlformats.org/officeDocument/2006/relationships/image" Target="../media/image15.jpe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8.png"/><Relationship Id="rId4" Type="http://schemas.openxmlformats.org/officeDocument/2006/relationships/image" Target="../media/image1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10.xml"/><Relationship Id="rId7" Type="http://schemas.openxmlformats.org/officeDocument/2006/relationships/image" Target="../media/image19.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2.xml"/><Relationship Id="rId5" Type="http://schemas.openxmlformats.org/officeDocument/2006/relationships/tags" Target="../tags/tag12.xml"/><Relationship Id="rId4" Type="http://schemas.openxmlformats.org/officeDocument/2006/relationships/tags" Target="../tags/tag11.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15.xml"/><Relationship Id="rId7" Type="http://schemas.openxmlformats.org/officeDocument/2006/relationships/image" Target="../media/image19.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2.xml"/><Relationship Id="rId5" Type="http://schemas.openxmlformats.org/officeDocument/2006/relationships/tags" Target="../tags/tag17.xml"/><Relationship Id="rId4" Type="http://schemas.openxmlformats.org/officeDocument/2006/relationships/tags" Target="../tags/tag16.xml"/></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image" Target="../media/image19.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Master" Target="../slideMasters/slideMaster2.xml"/><Relationship Id="rId5" Type="http://schemas.openxmlformats.org/officeDocument/2006/relationships/tags" Target="../tags/tag22.xml"/><Relationship Id="rId4" Type="http://schemas.openxmlformats.org/officeDocument/2006/relationships/tags" Target="../tags/tag21.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image" Target="../media/image19.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slideMaster" Target="../slideMasters/slideMaster2.xml"/><Relationship Id="rId5" Type="http://schemas.openxmlformats.org/officeDocument/2006/relationships/tags" Target="../tags/tag27.xml"/><Relationship Id="rId4" Type="http://schemas.openxmlformats.org/officeDocument/2006/relationships/tags" Target="../tags/tag26.xml"/></Relationships>
</file>

<file path=ppt/slideLayouts/_rels/slideLayout31.xml.rels><?xml version="1.0" encoding="UTF-8" standalone="yes"?>
<Relationships xmlns="http://schemas.openxmlformats.org/package/2006/relationships"><Relationship Id="rId3" Type="http://schemas.openxmlformats.org/officeDocument/2006/relationships/tags" Target="../tags/tag30.xml"/><Relationship Id="rId7" Type="http://schemas.openxmlformats.org/officeDocument/2006/relationships/image" Target="../media/image19.png"/><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slideMaster" Target="../slideMasters/slideMaster2.xml"/><Relationship Id="rId5" Type="http://schemas.openxmlformats.org/officeDocument/2006/relationships/tags" Target="../tags/tag32.xml"/><Relationship Id="rId4" Type="http://schemas.openxmlformats.org/officeDocument/2006/relationships/tags" Target="../tags/tag31.xml"/></Relationships>
</file>

<file path=ppt/slideLayouts/_rels/slideLayout32.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image" Target="../media/image19.png"/><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slideMaster" Target="../slideMasters/slideMaster2.xml"/><Relationship Id="rId5" Type="http://schemas.openxmlformats.org/officeDocument/2006/relationships/tags" Target="../tags/tag37.xml"/><Relationship Id="rId4" Type="http://schemas.openxmlformats.org/officeDocument/2006/relationships/tags" Target="../tags/tag3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4"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4"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4"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4"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4"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4"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p:bg>
      <p:bgPr>
        <a:blipFill dpi="0" rotWithShape="1">
          <a:blip r:embed="rId2">
            <a:lum/>
          </a:blip>
          <a:srcRect/>
          <a:stretch>
            <a:fillRect l="-20000" t="-9000" r="20000" b="-9000"/>
          </a:stretch>
        </a:blipFill>
        <a:effectLst/>
      </p:bgPr>
    </p:bg>
    <p:spTree>
      <p:nvGrpSpPr>
        <p:cNvPr id="1" name=""/>
        <p:cNvGrpSpPr/>
        <p:nvPr/>
      </p:nvGrpSpPr>
      <p:grpSpPr>
        <a:xfrm>
          <a:off x="0" y="0"/>
          <a:ext cx="0" cy="0"/>
          <a:chOff x="0" y="0"/>
          <a:chExt cx="0" cy="0"/>
        </a:xfrm>
      </p:grpSpPr>
      <p:pic>
        <p:nvPicPr>
          <p:cNvPr id="13" name="Graphique 12">
            <a:extLst>
              <a:ext uri="{FF2B5EF4-FFF2-40B4-BE49-F238E27FC236}">
                <a16:creationId xmlns:a16="http://schemas.microsoft.com/office/drawing/2014/main" id="{E003C40C-4420-D9F5-FE78-869CB8A4590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651760" y="0"/>
            <a:ext cx="9540240" cy="6858000"/>
          </a:xfrm>
          <a:prstGeom prst="rect">
            <a:avLst/>
          </a:prstGeom>
        </p:spPr>
      </p:pic>
      <p:sp>
        <p:nvSpPr>
          <p:cNvPr id="2" name="Titre 1">
            <a:extLst>
              <a:ext uri="{FF2B5EF4-FFF2-40B4-BE49-F238E27FC236}">
                <a16:creationId xmlns:a16="http://schemas.microsoft.com/office/drawing/2014/main" id="{9F6855FC-1404-9994-3FF3-77708309751A}"/>
              </a:ext>
            </a:extLst>
          </p:cNvPr>
          <p:cNvSpPr>
            <a:spLocks noGrp="1"/>
          </p:cNvSpPr>
          <p:nvPr>
            <p:ph type="title" hasCustomPrompt="1"/>
          </p:nvPr>
        </p:nvSpPr>
        <p:spPr>
          <a:xfrm>
            <a:off x="6391205" y="2584153"/>
            <a:ext cx="5572195" cy="1477328"/>
          </a:xfrm>
        </p:spPr>
        <p:txBody>
          <a:bodyPr anchor="b" anchorCtr="0">
            <a:spAutoFit/>
          </a:bodyPr>
          <a:lstStyle>
            <a:lvl1pPr>
              <a:defRPr sz="5000">
                <a:solidFill>
                  <a:schemeClr val="bg1"/>
                </a:solidFill>
              </a:defRPr>
            </a:lvl1pPr>
          </a:lstStyle>
          <a:p>
            <a:r>
              <a:rPr lang="fr-FR"/>
              <a:t>Titre de la présentation</a:t>
            </a:r>
          </a:p>
        </p:txBody>
      </p:sp>
      <p:sp>
        <p:nvSpPr>
          <p:cNvPr id="7" name="Espace réservé du texte 6">
            <a:extLst>
              <a:ext uri="{FF2B5EF4-FFF2-40B4-BE49-F238E27FC236}">
                <a16:creationId xmlns:a16="http://schemas.microsoft.com/office/drawing/2014/main" id="{33E54CBA-FFFF-C031-4649-F0FBFE902281}"/>
              </a:ext>
            </a:extLst>
          </p:cNvPr>
          <p:cNvSpPr>
            <a:spLocks noGrp="1"/>
          </p:cNvSpPr>
          <p:nvPr>
            <p:ph type="body" sz="quarter" idx="13" hasCustomPrompt="1"/>
          </p:nvPr>
        </p:nvSpPr>
        <p:spPr>
          <a:xfrm>
            <a:off x="6391204" y="4120914"/>
            <a:ext cx="5572195" cy="563231"/>
          </a:xfrm>
        </p:spPr>
        <p:txBody>
          <a:bodyPr>
            <a:spAutoFit/>
          </a:bodyPr>
          <a:lstStyle>
            <a:lvl1pPr>
              <a:defRPr sz="3400">
                <a:solidFill>
                  <a:schemeClr val="bg1"/>
                </a:solidFill>
              </a:defRPr>
            </a:lvl1pPr>
          </a:lstStyle>
          <a:p>
            <a:pPr lvl="0"/>
            <a:r>
              <a:rPr lang="fr-FR"/>
              <a:t>Sous titre</a:t>
            </a:r>
          </a:p>
        </p:txBody>
      </p:sp>
      <p:pic>
        <p:nvPicPr>
          <p:cNvPr id="9" name="Graphique 8">
            <a:extLst>
              <a:ext uri="{FF2B5EF4-FFF2-40B4-BE49-F238E27FC236}">
                <a16:creationId xmlns:a16="http://schemas.microsoft.com/office/drawing/2014/main" id="{A3200E19-0A90-3D3A-479F-C707C4BD87C0}"/>
              </a:ext>
            </a:extLst>
          </p:cNvPr>
          <p:cNvPicPr>
            <a:picLocks noChangeAspect="1"/>
          </p:cNvPicPr>
          <p:nvPr userDrawn="1"/>
        </p:nvPicPr>
        <p:blipFill>
          <a:blip r:embed="rId4" cstate="screen">
            <a:biLevel thresh="25000"/>
            <a:extLst>
              <a:ext uri="{28A0092B-C50C-407E-A947-70E740481C1C}">
                <a14:useLocalDpi xmlns:a14="http://schemas.microsoft.com/office/drawing/2010/main"/>
              </a:ext>
            </a:extLst>
          </a:blip>
          <a:srcRect/>
          <a:stretch/>
        </p:blipFill>
        <p:spPr>
          <a:xfrm>
            <a:off x="6472341" y="5846171"/>
            <a:ext cx="1799872" cy="392930"/>
          </a:xfrm>
          <a:prstGeom prst="rect">
            <a:avLst/>
          </a:prstGeom>
        </p:spPr>
      </p:pic>
      <p:pic>
        <p:nvPicPr>
          <p:cNvPr id="11" name="Graphique 10">
            <a:extLst>
              <a:ext uri="{FF2B5EF4-FFF2-40B4-BE49-F238E27FC236}">
                <a16:creationId xmlns:a16="http://schemas.microsoft.com/office/drawing/2014/main" id="{BC2FA4FA-1637-95B0-0117-136CC2464AEA}"/>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6466830" y="574073"/>
            <a:ext cx="1655724" cy="848054"/>
          </a:xfrm>
          <a:prstGeom prst="rect">
            <a:avLst/>
          </a:prstGeom>
        </p:spPr>
      </p:pic>
      <p:sp>
        <p:nvSpPr>
          <p:cNvPr id="3" name="Espace réservé de la date 2">
            <a:extLst>
              <a:ext uri="{FF2B5EF4-FFF2-40B4-BE49-F238E27FC236}">
                <a16:creationId xmlns:a16="http://schemas.microsoft.com/office/drawing/2014/main" id="{1B445B4F-E38C-4B63-9A90-587654C709AD}"/>
              </a:ext>
            </a:extLst>
          </p:cNvPr>
          <p:cNvSpPr>
            <a:spLocks noGrp="1"/>
          </p:cNvSpPr>
          <p:nvPr>
            <p:ph type="dt" sz="half" idx="10"/>
          </p:nvPr>
        </p:nvSpPr>
        <p:spPr>
          <a:xfrm>
            <a:off x="6368273" y="5919525"/>
            <a:ext cx="2008008" cy="246221"/>
          </a:xfrm>
          <a:prstGeom prst="rect">
            <a:avLst/>
          </a:prstGeom>
        </p:spPr>
        <p:txBody>
          <a:bodyPr tIns="0" bIns="0"/>
          <a:lstStyle>
            <a:lvl1pPr algn="ctr">
              <a:defRPr sz="1600">
                <a:solidFill>
                  <a:schemeClr val="bg1"/>
                </a:solidFill>
                <a:latin typeface="+mj-lt"/>
              </a:defRPr>
            </a:lvl1pPr>
          </a:lstStyle>
          <a:p>
            <a:r>
              <a:rPr lang="fr-FR"/>
              <a:t>Juin 2024</a:t>
            </a:r>
          </a:p>
        </p:txBody>
      </p:sp>
      <p:sp>
        <p:nvSpPr>
          <p:cNvPr id="4" name="Espace réservé pour une image  7">
            <a:extLst>
              <a:ext uri="{FF2B5EF4-FFF2-40B4-BE49-F238E27FC236}">
                <a16:creationId xmlns:a16="http://schemas.microsoft.com/office/drawing/2014/main" id="{31D3CBFF-56C3-8F60-D8DA-23D8271A9B11}"/>
              </a:ext>
            </a:extLst>
          </p:cNvPr>
          <p:cNvSpPr>
            <a:spLocks noGrp="1"/>
          </p:cNvSpPr>
          <p:nvPr>
            <p:ph type="pic" sz="quarter" idx="14" hasCustomPrompt="1"/>
          </p:nvPr>
        </p:nvSpPr>
        <p:spPr>
          <a:xfrm>
            <a:off x="8298696" y="574073"/>
            <a:ext cx="1656000" cy="1086285"/>
          </a:xfrm>
        </p:spPr>
        <p:txBody>
          <a:bodyPr/>
          <a:lstStyle>
            <a:lvl1pPr>
              <a:defRPr/>
            </a:lvl1pPr>
          </a:lstStyle>
          <a:p>
            <a:r>
              <a:rPr lang="fr-FR"/>
              <a:t>Votre logo</a:t>
            </a:r>
          </a:p>
        </p:txBody>
      </p:sp>
    </p:spTree>
    <p:extLst>
      <p:ext uri="{BB962C8B-B14F-4D97-AF65-F5344CB8AC3E}">
        <p14:creationId xmlns:p14="http://schemas.microsoft.com/office/powerpoint/2010/main" val="2833121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re de section">
    <p:bg>
      <p:bgPr>
        <a:blipFill dpi="0" rotWithShape="1">
          <a:blip r:embed="rId2">
            <a:lum/>
          </a:blip>
          <a:srcRect/>
          <a:stretch>
            <a:fillRect l="-25000" t="-9000" r="25000" b="-9000"/>
          </a:stretch>
        </a:blipFill>
        <a:effectLst/>
      </p:bgPr>
    </p:bg>
    <p:spTree>
      <p:nvGrpSpPr>
        <p:cNvPr id="1" name=""/>
        <p:cNvGrpSpPr/>
        <p:nvPr/>
      </p:nvGrpSpPr>
      <p:grpSpPr>
        <a:xfrm>
          <a:off x="0" y="0"/>
          <a:ext cx="0" cy="0"/>
          <a:chOff x="0" y="0"/>
          <a:chExt cx="0" cy="0"/>
        </a:xfrm>
      </p:grpSpPr>
      <p:pic>
        <p:nvPicPr>
          <p:cNvPr id="8" name="Graphique 7">
            <a:extLst>
              <a:ext uri="{FF2B5EF4-FFF2-40B4-BE49-F238E27FC236}">
                <a16:creationId xmlns:a16="http://schemas.microsoft.com/office/drawing/2014/main" id="{BE485984-223D-75E4-942F-0F603A787B0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1220"/>
            <a:ext cx="12191998" cy="6856780"/>
          </a:xfrm>
          <a:prstGeom prst="rect">
            <a:avLst/>
          </a:prstGeom>
        </p:spPr>
      </p:pic>
      <p:sp>
        <p:nvSpPr>
          <p:cNvPr id="2" name="Titre 1">
            <a:extLst>
              <a:ext uri="{FF2B5EF4-FFF2-40B4-BE49-F238E27FC236}">
                <a16:creationId xmlns:a16="http://schemas.microsoft.com/office/drawing/2014/main" id="{035F0BCA-3463-8883-450F-990F6DCC4AD8}"/>
              </a:ext>
            </a:extLst>
          </p:cNvPr>
          <p:cNvSpPr>
            <a:spLocks noGrp="1"/>
          </p:cNvSpPr>
          <p:nvPr>
            <p:ph type="title" hasCustomPrompt="1"/>
          </p:nvPr>
        </p:nvSpPr>
        <p:spPr>
          <a:xfrm>
            <a:off x="6005769" y="3324828"/>
            <a:ext cx="5696237" cy="784830"/>
          </a:xfrm>
        </p:spPr>
        <p:txBody>
          <a:bodyPr/>
          <a:lstStyle>
            <a:lvl1pPr>
              <a:defRPr sz="5000">
                <a:solidFill>
                  <a:schemeClr val="bg1"/>
                </a:solidFill>
              </a:defRPr>
            </a:lvl1pPr>
          </a:lstStyle>
          <a:p>
            <a:r>
              <a:rPr lang="fr-FR"/>
              <a:t>Titre de section</a:t>
            </a:r>
          </a:p>
        </p:txBody>
      </p:sp>
      <p:sp>
        <p:nvSpPr>
          <p:cNvPr id="10" name="Espace réservé du texte 48">
            <a:extLst>
              <a:ext uri="{FF2B5EF4-FFF2-40B4-BE49-F238E27FC236}">
                <a16:creationId xmlns:a16="http://schemas.microsoft.com/office/drawing/2014/main" id="{B4B7766B-55B2-FD08-F4E7-9DB10A43E321}"/>
              </a:ext>
            </a:extLst>
          </p:cNvPr>
          <p:cNvSpPr>
            <a:spLocks noGrp="1"/>
          </p:cNvSpPr>
          <p:nvPr>
            <p:ph type="body" sz="quarter" idx="20" hasCustomPrompt="1"/>
          </p:nvPr>
        </p:nvSpPr>
        <p:spPr>
          <a:xfrm>
            <a:off x="5762703" y="421674"/>
            <a:ext cx="5939304" cy="3216265"/>
          </a:xfrm>
        </p:spPr>
        <p:txBody>
          <a:bodyPr wrap="square" anchor="b" anchorCtr="0">
            <a:spAutoFit/>
          </a:bodyPr>
          <a:lstStyle>
            <a:lvl1pPr>
              <a:lnSpc>
                <a:spcPct val="100000"/>
              </a:lnSpc>
              <a:defRPr sz="20300">
                <a:solidFill>
                  <a:schemeClr val="bg1"/>
                </a:solidFill>
                <a:latin typeface="+mj-lt"/>
              </a:defRPr>
            </a:lvl1pPr>
          </a:lstStyle>
          <a:p>
            <a:pPr lvl="0"/>
            <a:r>
              <a:rPr lang="fr-FR"/>
              <a:t>01</a:t>
            </a:r>
          </a:p>
        </p:txBody>
      </p:sp>
      <p:pic>
        <p:nvPicPr>
          <p:cNvPr id="12" name="Graphique 11">
            <a:extLst>
              <a:ext uri="{FF2B5EF4-FFF2-40B4-BE49-F238E27FC236}">
                <a16:creationId xmlns:a16="http://schemas.microsoft.com/office/drawing/2014/main" id="{5BB28729-11C6-5C85-8F64-EEBBFE57E4FF}"/>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2384084" y="956901"/>
            <a:ext cx="3997063" cy="3997063"/>
          </a:xfrm>
          <a:prstGeom prst="rect">
            <a:avLst/>
          </a:prstGeom>
        </p:spPr>
      </p:pic>
      <p:sp>
        <p:nvSpPr>
          <p:cNvPr id="6" name="Forme libre 12">
            <a:extLst>
              <a:ext uri="{FF2B5EF4-FFF2-40B4-BE49-F238E27FC236}">
                <a16:creationId xmlns:a16="http://schemas.microsoft.com/office/drawing/2014/main" id="{65C18737-81C3-2DDD-39FB-7E95576D5EBB}"/>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32D09E51-E38C-0432-DA7B-6E26CDB87A10}"/>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Juin 2024</a:t>
            </a:r>
          </a:p>
        </p:txBody>
      </p:sp>
      <p:sp>
        <p:nvSpPr>
          <p:cNvPr id="9" name="Espace réservé du pied de page 3">
            <a:extLst>
              <a:ext uri="{FF2B5EF4-FFF2-40B4-BE49-F238E27FC236}">
                <a16:creationId xmlns:a16="http://schemas.microsoft.com/office/drawing/2014/main" id="{BC51D972-31E2-97F4-3E20-14BBF62FDF2A}"/>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sp>
        <p:nvSpPr>
          <p:cNvPr id="11" name="Espace réservé du numéro de diapositive 4">
            <a:extLst>
              <a:ext uri="{FF2B5EF4-FFF2-40B4-BE49-F238E27FC236}">
                <a16:creationId xmlns:a16="http://schemas.microsoft.com/office/drawing/2014/main" id="{32A0096F-BF4D-A177-D783-638A85030D78}"/>
              </a:ext>
            </a:extLst>
          </p:cNvPr>
          <p:cNvSpPr>
            <a:spLocks noGrp="1"/>
          </p:cNvSpPr>
          <p:nvPr>
            <p:ph type="sldNum" sz="quarter" idx="12"/>
          </p:nvPr>
        </p:nvSpPr>
        <p:spPr>
          <a:xfrm>
            <a:off x="11525908" y="6382485"/>
            <a:ext cx="560986" cy="276999"/>
          </a:xfrm>
        </p:spPr>
        <p:txBody>
          <a:bodyPr/>
          <a:lstStyle>
            <a:lvl1pPr>
              <a:defRPr>
                <a:solidFill>
                  <a:schemeClr val="tx1"/>
                </a:solidFill>
              </a:defRPr>
            </a:lvl1pPr>
          </a:lstStyle>
          <a:p>
            <a:fld id="{CD166EB1-B284-8541-B839-321F682B6B05}" type="slidenum">
              <a:rPr lang="fr-FR" smtClean="0"/>
              <a:pPr/>
              <a:t>‹N°›</a:t>
            </a:fld>
            <a:endParaRPr lang="fr-FR"/>
          </a:p>
        </p:txBody>
      </p:sp>
    </p:spTree>
    <p:extLst>
      <p:ext uri="{BB962C8B-B14F-4D97-AF65-F5344CB8AC3E}">
        <p14:creationId xmlns:p14="http://schemas.microsoft.com/office/powerpoint/2010/main" val="2766732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re de sous-section">
    <p:bg>
      <p:bgPr>
        <a:solidFill>
          <a:schemeClr val="bg1"/>
        </a:solidFill>
        <a:effectLst/>
      </p:bgPr>
    </p:bg>
    <p:spTree>
      <p:nvGrpSpPr>
        <p:cNvPr id="1" name=""/>
        <p:cNvGrpSpPr/>
        <p:nvPr/>
      </p:nvGrpSpPr>
      <p:grpSpPr>
        <a:xfrm>
          <a:off x="0" y="0"/>
          <a:ext cx="0" cy="0"/>
          <a:chOff x="0" y="0"/>
          <a:chExt cx="0" cy="0"/>
        </a:xfrm>
      </p:grpSpPr>
      <p:sp>
        <p:nvSpPr>
          <p:cNvPr id="13" name="Forme libre 12">
            <a:extLst>
              <a:ext uri="{FF2B5EF4-FFF2-40B4-BE49-F238E27FC236}">
                <a16:creationId xmlns:a16="http://schemas.microsoft.com/office/drawing/2014/main" id="{3A20D5C4-44D2-A52C-1CEA-491F848CA0A0}"/>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2" name="Titre 1">
            <a:extLst>
              <a:ext uri="{FF2B5EF4-FFF2-40B4-BE49-F238E27FC236}">
                <a16:creationId xmlns:a16="http://schemas.microsoft.com/office/drawing/2014/main" id="{035F0BCA-3463-8883-450F-990F6DCC4AD8}"/>
              </a:ext>
            </a:extLst>
          </p:cNvPr>
          <p:cNvSpPr>
            <a:spLocks noGrp="1"/>
          </p:cNvSpPr>
          <p:nvPr>
            <p:ph type="title" hasCustomPrompt="1"/>
          </p:nvPr>
        </p:nvSpPr>
        <p:spPr>
          <a:xfrm>
            <a:off x="550236" y="3672068"/>
            <a:ext cx="4450028" cy="1477328"/>
          </a:xfrm>
        </p:spPr>
        <p:txBody>
          <a:bodyPr/>
          <a:lstStyle>
            <a:lvl1pPr>
              <a:defRPr sz="5000">
                <a:solidFill>
                  <a:schemeClr val="tx1"/>
                </a:solidFill>
              </a:defRPr>
            </a:lvl1pPr>
          </a:lstStyle>
          <a:p>
            <a:r>
              <a:rPr lang="fr-FR"/>
              <a:t>Titre de sous-section</a:t>
            </a:r>
          </a:p>
        </p:txBody>
      </p:sp>
      <p:sp>
        <p:nvSpPr>
          <p:cNvPr id="10" name="Espace réservé du texte 48">
            <a:extLst>
              <a:ext uri="{FF2B5EF4-FFF2-40B4-BE49-F238E27FC236}">
                <a16:creationId xmlns:a16="http://schemas.microsoft.com/office/drawing/2014/main" id="{B4B7766B-55B2-FD08-F4E7-9DB10A43E321}"/>
              </a:ext>
            </a:extLst>
          </p:cNvPr>
          <p:cNvSpPr>
            <a:spLocks noGrp="1"/>
          </p:cNvSpPr>
          <p:nvPr>
            <p:ph type="body" sz="quarter" idx="20" hasCustomPrompt="1"/>
          </p:nvPr>
        </p:nvSpPr>
        <p:spPr>
          <a:xfrm>
            <a:off x="335665" y="-291680"/>
            <a:ext cx="4123242" cy="3570208"/>
          </a:xfrm>
        </p:spPr>
        <p:txBody>
          <a:bodyPr wrap="square" anchor="b" anchorCtr="0">
            <a:spAutoFit/>
          </a:bodyPr>
          <a:lstStyle>
            <a:lvl1pPr algn="l">
              <a:lnSpc>
                <a:spcPct val="100000"/>
              </a:lnSpc>
              <a:defRPr sz="22600">
                <a:ln>
                  <a:solidFill>
                    <a:schemeClr val="tx1"/>
                  </a:solidFill>
                </a:ln>
                <a:noFill/>
                <a:latin typeface="+mj-lt"/>
              </a:defRPr>
            </a:lvl1pPr>
          </a:lstStyle>
          <a:p>
            <a:pPr lvl="0"/>
            <a:r>
              <a:rPr lang="fr-FR"/>
              <a:t>01</a:t>
            </a:r>
          </a:p>
        </p:txBody>
      </p:sp>
      <p:pic>
        <p:nvPicPr>
          <p:cNvPr id="19" name="Graphique 18">
            <a:extLst>
              <a:ext uri="{FF2B5EF4-FFF2-40B4-BE49-F238E27FC236}">
                <a16:creationId xmlns:a16="http://schemas.microsoft.com/office/drawing/2014/main" id="{3225D2D9-3F19-757A-702A-11588E1C7DF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96000" y="-1379521"/>
            <a:ext cx="7197908" cy="7465441"/>
          </a:xfrm>
          <a:prstGeom prst="rect">
            <a:avLst/>
          </a:prstGeom>
        </p:spPr>
      </p:pic>
      <p:sp>
        <p:nvSpPr>
          <p:cNvPr id="6" name="Espace réservé de la date 2">
            <a:extLst>
              <a:ext uri="{FF2B5EF4-FFF2-40B4-BE49-F238E27FC236}">
                <a16:creationId xmlns:a16="http://schemas.microsoft.com/office/drawing/2014/main" id="{75FA347F-1B1B-40AF-17D2-6D0D361C3F6B}"/>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7" name="Espace réservé du pied de page 3">
            <a:extLst>
              <a:ext uri="{FF2B5EF4-FFF2-40B4-BE49-F238E27FC236}">
                <a16:creationId xmlns:a16="http://schemas.microsoft.com/office/drawing/2014/main" id="{28DBC22E-E756-5C75-2832-F7BB57224464}"/>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8" name="Espace réservé du numéro de diapositive 4">
            <a:extLst>
              <a:ext uri="{FF2B5EF4-FFF2-40B4-BE49-F238E27FC236}">
                <a16:creationId xmlns:a16="http://schemas.microsoft.com/office/drawing/2014/main" id="{A1DA8DF3-6A91-9DC8-1C70-24BFA4C01C41}"/>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Tree>
    <p:extLst>
      <p:ext uri="{BB962C8B-B14F-4D97-AF65-F5344CB8AC3E}">
        <p14:creationId xmlns:p14="http://schemas.microsoft.com/office/powerpoint/2010/main" val="3229061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able des matières">
    <p:bg>
      <p:bgPr>
        <a:solidFill>
          <a:schemeClr val="bg1"/>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994AD789-71B0-EB17-F83B-15CE4CF01F7F}"/>
              </a:ext>
            </a:extLst>
          </p:cNvPr>
          <p:cNvPicPr>
            <a:picLocks noChangeAspect="1"/>
          </p:cNvPicPr>
          <p:nvPr userDrawn="1"/>
        </p:nvPicPr>
        <p:blipFill>
          <a:blip r:embed="rId2">
            <a:alphaModFix amt="20000"/>
          </a:blip>
          <a:srcRect/>
          <a:stretch/>
        </p:blipFill>
        <p:spPr>
          <a:xfrm>
            <a:off x="6728993" y="-1761760"/>
            <a:ext cx="7479654" cy="7479654"/>
          </a:xfrm>
          <a:prstGeom prst="rect">
            <a:avLst/>
          </a:prstGeom>
        </p:spPr>
      </p:pic>
      <p:sp>
        <p:nvSpPr>
          <p:cNvPr id="2" name="Titre 1">
            <a:extLst>
              <a:ext uri="{FF2B5EF4-FFF2-40B4-BE49-F238E27FC236}">
                <a16:creationId xmlns:a16="http://schemas.microsoft.com/office/drawing/2014/main" id="{3742E229-9D19-8389-99BE-423A41E2B78D}"/>
              </a:ext>
            </a:extLst>
          </p:cNvPr>
          <p:cNvSpPr>
            <a:spLocks noGrp="1"/>
          </p:cNvSpPr>
          <p:nvPr>
            <p:ph type="title" hasCustomPrompt="1"/>
          </p:nvPr>
        </p:nvSpPr>
        <p:spPr>
          <a:xfrm>
            <a:off x="537575" y="560168"/>
            <a:ext cx="11086578" cy="590931"/>
          </a:xfrm>
        </p:spPr>
        <p:txBody>
          <a:bodyPr/>
          <a:lstStyle>
            <a:lvl1pPr>
              <a:defRPr b="1"/>
            </a:lvl1pPr>
          </a:lstStyle>
          <a:p>
            <a:r>
              <a:rPr lang="fr-FR"/>
              <a:t>Table des matières</a:t>
            </a:r>
          </a:p>
        </p:txBody>
      </p:sp>
      <p:sp>
        <p:nvSpPr>
          <p:cNvPr id="6" name="Espace réservé du texte 48">
            <a:extLst>
              <a:ext uri="{FF2B5EF4-FFF2-40B4-BE49-F238E27FC236}">
                <a16:creationId xmlns:a16="http://schemas.microsoft.com/office/drawing/2014/main" id="{356EBF43-EBB9-CECB-CFBE-5DAE9C879EB4}"/>
              </a:ext>
            </a:extLst>
          </p:cNvPr>
          <p:cNvSpPr>
            <a:spLocks noGrp="1"/>
          </p:cNvSpPr>
          <p:nvPr>
            <p:ph type="body" sz="quarter" idx="21" hasCustomPrompt="1"/>
          </p:nvPr>
        </p:nvSpPr>
        <p:spPr>
          <a:xfrm>
            <a:off x="628665" y="1490402"/>
            <a:ext cx="1903104" cy="923330"/>
          </a:xfrm>
        </p:spPr>
        <p:txBody>
          <a:bodyPr wrap="square" lIns="0" tIns="0" rIns="0" bIns="0" anchor="ctr" anchorCtr="0">
            <a:spAutoFit/>
          </a:bodyPr>
          <a:lstStyle>
            <a:lvl1pPr algn="l">
              <a:lnSpc>
                <a:spcPct val="100000"/>
              </a:lnSpc>
              <a:defRPr sz="6000">
                <a:solidFill>
                  <a:schemeClr val="accent3"/>
                </a:solidFill>
                <a:latin typeface="+mj-lt"/>
              </a:defRPr>
            </a:lvl1pPr>
          </a:lstStyle>
          <a:p>
            <a:pPr lvl="0"/>
            <a:r>
              <a:rPr lang="fr-FR"/>
              <a:t>01</a:t>
            </a:r>
          </a:p>
        </p:txBody>
      </p:sp>
      <p:sp>
        <p:nvSpPr>
          <p:cNvPr id="7" name="Espace réservé du texte 48">
            <a:extLst>
              <a:ext uri="{FF2B5EF4-FFF2-40B4-BE49-F238E27FC236}">
                <a16:creationId xmlns:a16="http://schemas.microsoft.com/office/drawing/2014/main" id="{1185732E-2238-C332-7E9C-EA3399B6EB97}"/>
              </a:ext>
            </a:extLst>
          </p:cNvPr>
          <p:cNvSpPr>
            <a:spLocks noGrp="1"/>
          </p:cNvSpPr>
          <p:nvPr>
            <p:ph type="body" sz="quarter" idx="22" hasCustomPrompt="1"/>
          </p:nvPr>
        </p:nvSpPr>
        <p:spPr>
          <a:xfrm>
            <a:off x="929915" y="2413732"/>
            <a:ext cx="2368869" cy="276999"/>
          </a:xfrm>
        </p:spPr>
        <p:txBody>
          <a:bodyPr wrap="square" lIns="0" tIns="0" rIns="0" bIns="0" anchor="ctr" anchorCtr="0">
            <a:spAutoFit/>
          </a:bodyPr>
          <a:lstStyle>
            <a:lvl1pPr algn="l">
              <a:lnSpc>
                <a:spcPct val="100000"/>
              </a:lnSpc>
              <a:defRPr sz="1800">
                <a:solidFill>
                  <a:schemeClr val="tx1"/>
                </a:solidFill>
                <a:latin typeface="+mj-lt"/>
              </a:defRPr>
            </a:lvl1pPr>
          </a:lstStyle>
          <a:p>
            <a:pPr lvl="0"/>
            <a:r>
              <a:rPr lang="fr-FR"/>
              <a:t>Titre section</a:t>
            </a:r>
          </a:p>
        </p:txBody>
      </p:sp>
      <p:sp>
        <p:nvSpPr>
          <p:cNvPr id="9" name="Espace réservé du texte 48">
            <a:extLst>
              <a:ext uri="{FF2B5EF4-FFF2-40B4-BE49-F238E27FC236}">
                <a16:creationId xmlns:a16="http://schemas.microsoft.com/office/drawing/2014/main" id="{043205BE-CA39-8038-E67E-BC8DB504526E}"/>
              </a:ext>
            </a:extLst>
          </p:cNvPr>
          <p:cNvSpPr>
            <a:spLocks noGrp="1"/>
          </p:cNvSpPr>
          <p:nvPr>
            <p:ph type="body" sz="quarter" idx="24" hasCustomPrompt="1"/>
          </p:nvPr>
        </p:nvSpPr>
        <p:spPr>
          <a:xfrm>
            <a:off x="929915" y="2668375"/>
            <a:ext cx="2368869" cy="246221"/>
          </a:xfrm>
        </p:spPr>
        <p:txBody>
          <a:bodyPr wrap="square" lIns="0" tIns="0" rIns="0" bIns="0" anchor="ctr"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10" name="Espace réservé du texte 48">
            <a:extLst>
              <a:ext uri="{FF2B5EF4-FFF2-40B4-BE49-F238E27FC236}">
                <a16:creationId xmlns:a16="http://schemas.microsoft.com/office/drawing/2014/main" id="{D8FFBD9A-0FFF-3CA4-B667-B169CD14A2F5}"/>
              </a:ext>
            </a:extLst>
          </p:cNvPr>
          <p:cNvSpPr>
            <a:spLocks noGrp="1"/>
          </p:cNvSpPr>
          <p:nvPr>
            <p:ph type="body" sz="quarter" idx="25" hasCustomPrompt="1"/>
          </p:nvPr>
        </p:nvSpPr>
        <p:spPr>
          <a:xfrm>
            <a:off x="381965" y="2413732"/>
            <a:ext cx="528741" cy="276999"/>
          </a:xfrm>
        </p:spPr>
        <p:txBody>
          <a:bodyPr wrap="square" lIns="0" tIns="0" rIns="0" bIns="0" anchor="ctr" anchorCtr="0">
            <a:spAutoFit/>
          </a:bodyPr>
          <a:lstStyle>
            <a:lvl1pPr algn="r">
              <a:lnSpc>
                <a:spcPct val="100000"/>
              </a:lnSpc>
              <a:defRPr sz="1800">
                <a:solidFill>
                  <a:schemeClr val="accent3"/>
                </a:solidFill>
                <a:latin typeface="+mj-lt"/>
              </a:defRPr>
            </a:lvl1pPr>
          </a:lstStyle>
          <a:p>
            <a:pPr lvl="0"/>
            <a:r>
              <a:rPr lang="fr-FR"/>
              <a:t>XX</a:t>
            </a:r>
          </a:p>
        </p:txBody>
      </p:sp>
      <p:sp>
        <p:nvSpPr>
          <p:cNvPr id="11" name="Espace réservé du texte 48">
            <a:extLst>
              <a:ext uri="{FF2B5EF4-FFF2-40B4-BE49-F238E27FC236}">
                <a16:creationId xmlns:a16="http://schemas.microsoft.com/office/drawing/2014/main" id="{941831AF-37F9-4B3E-692D-48483C324F3F}"/>
              </a:ext>
            </a:extLst>
          </p:cNvPr>
          <p:cNvSpPr>
            <a:spLocks noGrp="1"/>
          </p:cNvSpPr>
          <p:nvPr>
            <p:ph type="body" sz="quarter" idx="26" hasCustomPrompt="1"/>
          </p:nvPr>
        </p:nvSpPr>
        <p:spPr>
          <a:xfrm>
            <a:off x="381965" y="2691524"/>
            <a:ext cx="528741" cy="246221"/>
          </a:xfrm>
        </p:spPr>
        <p:txBody>
          <a:bodyPr wrap="square" lIns="0" tIns="0" rIns="0" bIns="0" anchor="ctr" anchorCtr="0">
            <a:spAutoFit/>
          </a:bodyPr>
          <a:lstStyle>
            <a:lvl1pPr algn="r">
              <a:lnSpc>
                <a:spcPct val="100000"/>
              </a:lnSpc>
              <a:defRPr sz="1600">
                <a:solidFill>
                  <a:schemeClr val="accent3"/>
                </a:solidFill>
                <a:latin typeface="+mn-lt"/>
              </a:defRPr>
            </a:lvl1pPr>
          </a:lstStyle>
          <a:p>
            <a:pPr lvl="0"/>
            <a:r>
              <a:rPr lang="fr-FR"/>
              <a:t>XX</a:t>
            </a:r>
          </a:p>
        </p:txBody>
      </p:sp>
      <p:sp>
        <p:nvSpPr>
          <p:cNvPr id="12" name="Espace réservé du texte 48">
            <a:extLst>
              <a:ext uri="{FF2B5EF4-FFF2-40B4-BE49-F238E27FC236}">
                <a16:creationId xmlns:a16="http://schemas.microsoft.com/office/drawing/2014/main" id="{2E1F500B-6010-14D2-08D2-099EC2CDE79D}"/>
              </a:ext>
            </a:extLst>
          </p:cNvPr>
          <p:cNvSpPr>
            <a:spLocks noGrp="1"/>
          </p:cNvSpPr>
          <p:nvPr>
            <p:ph type="body" sz="quarter" idx="27" hasCustomPrompt="1"/>
          </p:nvPr>
        </p:nvSpPr>
        <p:spPr>
          <a:xfrm>
            <a:off x="4494610" y="1490402"/>
            <a:ext cx="1903104" cy="923330"/>
          </a:xfrm>
        </p:spPr>
        <p:txBody>
          <a:bodyPr wrap="square" lIns="0" tIns="0" rIns="0" bIns="0" anchor="ctr" anchorCtr="0">
            <a:spAutoFit/>
          </a:bodyPr>
          <a:lstStyle>
            <a:lvl1pPr algn="l">
              <a:lnSpc>
                <a:spcPct val="100000"/>
              </a:lnSpc>
              <a:defRPr sz="6000">
                <a:solidFill>
                  <a:schemeClr val="accent3"/>
                </a:solidFill>
                <a:latin typeface="+mj-lt"/>
              </a:defRPr>
            </a:lvl1pPr>
          </a:lstStyle>
          <a:p>
            <a:pPr lvl="0"/>
            <a:r>
              <a:rPr lang="fr-FR"/>
              <a:t>01</a:t>
            </a:r>
          </a:p>
        </p:txBody>
      </p:sp>
      <p:sp>
        <p:nvSpPr>
          <p:cNvPr id="13" name="Espace réservé du texte 48">
            <a:extLst>
              <a:ext uri="{FF2B5EF4-FFF2-40B4-BE49-F238E27FC236}">
                <a16:creationId xmlns:a16="http://schemas.microsoft.com/office/drawing/2014/main" id="{B6387193-7261-F87E-E7B5-A75CB34E7A4E}"/>
              </a:ext>
            </a:extLst>
          </p:cNvPr>
          <p:cNvSpPr>
            <a:spLocks noGrp="1"/>
          </p:cNvSpPr>
          <p:nvPr>
            <p:ph type="body" sz="quarter" idx="28" hasCustomPrompt="1"/>
          </p:nvPr>
        </p:nvSpPr>
        <p:spPr>
          <a:xfrm>
            <a:off x="4795860" y="2413732"/>
            <a:ext cx="2368869" cy="276999"/>
          </a:xfrm>
        </p:spPr>
        <p:txBody>
          <a:bodyPr wrap="square" lIns="0" tIns="0" rIns="0" bIns="0" anchor="ctr" anchorCtr="0">
            <a:spAutoFit/>
          </a:bodyPr>
          <a:lstStyle>
            <a:lvl1pPr algn="l">
              <a:lnSpc>
                <a:spcPct val="100000"/>
              </a:lnSpc>
              <a:defRPr sz="1800">
                <a:solidFill>
                  <a:schemeClr val="tx1"/>
                </a:solidFill>
                <a:latin typeface="+mj-lt"/>
              </a:defRPr>
            </a:lvl1pPr>
          </a:lstStyle>
          <a:p>
            <a:pPr lvl="0"/>
            <a:r>
              <a:rPr lang="fr-FR"/>
              <a:t>Titre section</a:t>
            </a:r>
          </a:p>
        </p:txBody>
      </p:sp>
      <p:sp>
        <p:nvSpPr>
          <p:cNvPr id="14" name="Espace réservé du texte 48">
            <a:extLst>
              <a:ext uri="{FF2B5EF4-FFF2-40B4-BE49-F238E27FC236}">
                <a16:creationId xmlns:a16="http://schemas.microsoft.com/office/drawing/2014/main" id="{E37324B8-515B-845F-D112-721FEE922B6D}"/>
              </a:ext>
            </a:extLst>
          </p:cNvPr>
          <p:cNvSpPr>
            <a:spLocks noGrp="1"/>
          </p:cNvSpPr>
          <p:nvPr>
            <p:ph type="body" sz="quarter" idx="29" hasCustomPrompt="1"/>
          </p:nvPr>
        </p:nvSpPr>
        <p:spPr>
          <a:xfrm>
            <a:off x="4795860" y="2668375"/>
            <a:ext cx="2368869" cy="246221"/>
          </a:xfrm>
        </p:spPr>
        <p:txBody>
          <a:bodyPr wrap="square" lIns="0" tIns="0" rIns="0" bIns="0" anchor="ctr"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15" name="Espace réservé du texte 48">
            <a:extLst>
              <a:ext uri="{FF2B5EF4-FFF2-40B4-BE49-F238E27FC236}">
                <a16:creationId xmlns:a16="http://schemas.microsoft.com/office/drawing/2014/main" id="{A8F2BB55-3005-6CDF-D72B-150B9F571401}"/>
              </a:ext>
            </a:extLst>
          </p:cNvPr>
          <p:cNvSpPr>
            <a:spLocks noGrp="1"/>
          </p:cNvSpPr>
          <p:nvPr>
            <p:ph type="body" sz="quarter" idx="30" hasCustomPrompt="1"/>
          </p:nvPr>
        </p:nvSpPr>
        <p:spPr>
          <a:xfrm>
            <a:off x="4247910" y="2413732"/>
            <a:ext cx="528741" cy="276999"/>
          </a:xfrm>
        </p:spPr>
        <p:txBody>
          <a:bodyPr wrap="square" lIns="0" tIns="0" rIns="0" bIns="0" anchor="ctr" anchorCtr="0">
            <a:spAutoFit/>
          </a:bodyPr>
          <a:lstStyle>
            <a:lvl1pPr algn="r">
              <a:lnSpc>
                <a:spcPct val="100000"/>
              </a:lnSpc>
              <a:defRPr sz="1800">
                <a:solidFill>
                  <a:schemeClr val="accent3"/>
                </a:solidFill>
                <a:latin typeface="+mj-lt"/>
              </a:defRPr>
            </a:lvl1pPr>
          </a:lstStyle>
          <a:p>
            <a:pPr lvl="0"/>
            <a:r>
              <a:rPr lang="fr-FR"/>
              <a:t>XX</a:t>
            </a:r>
          </a:p>
        </p:txBody>
      </p:sp>
      <p:sp>
        <p:nvSpPr>
          <p:cNvPr id="16" name="Espace réservé du texte 48">
            <a:extLst>
              <a:ext uri="{FF2B5EF4-FFF2-40B4-BE49-F238E27FC236}">
                <a16:creationId xmlns:a16="http://schemas.microsoft.com/office/drawing/2014/main" id="{94298EB5-0802-1B1D-F96E-DD1E15FBB6FC}"/>
              </a:ext>
            </a:extLst>
          </p:cNvPr>
          <p:cNvSpPr>
            <a:spLocks noGrp="1"/>
          </p:cNvSpPr>
          <p:nvPr>
            <p:ph type="body" sz="quarter" idx="31" hasCustomPrompt="1"/>
          </p:nvPr>
        </p:nvSpPr>
        <p:spPr>
          <a:xfrm>
            <a:off x="4247910" y="2691524"/>
            <a:ext cx="528741" cy="246221"/>
          </a:xfrm>
        </p:spPr>
        <p:txBody>
          <a:bodyPr wrap="square" lIns="0" tIns="0" rIns="0" bIns="0" anchor="ctr" anchorCtr="0">
            <a:spAutoFit/>
          </a:bodyPr>
          <a:lstStyle>
            <a:lvl1pPr algn="r">
              <a:lnSpc>
                <a:spcPct val="100000"/>
              </a:lnSpc>
              <a:defRPr sz="1600">
                <a:solidFill>
                  <a:schemeClr val="accent3"/>
                </a:solidFill>
                <a:latin typeface="+mn-lt"/>
              </a:defRPr>
            </a:lvl1pPr>
          </a:lstStyle>
          <a:p>
            <a:pPr lvl="0"/>
            <a:r>
              <a:rPr lang="fr-FR"/>
              <a:t>XX</a:t>
            </a:r>
          </a:p>
        </p:txBody>
      </p:sp>
      <p:sp>
        <p:nvSpPr>
          <p:cNvPr id="17" name="Espace réservé du texte 48">
            <a:extLst>
              <a:ext uri="{FF2B5EF4-FFF2-40B4-BE49-F238E27FC236}">
                <a16:creationId xmlns:a16="http://schemas.microsoft.com/office/drawing/2014/main" id="{1E07E798-A24B-F9C2-73D1-58346D95ECC4}"/>
              </a:ext>
            </a:extLst>
          </p:cNvPr>
          <p:cNvSpPr>
            <a:spLocks noGrp="1"/>
          </p:cNvSpPr>
          <p:nvPr>
            <p:ph type="body" sz="quarter" idx="32" hasCustomPrompt="1"/>
          </p:nvPr>
        </p:nvSpPr>
        <p:spPr>
          <a:xfrm>
            <a:off x="8360555" y="1490402"/>
            <a:ext cx="1903104" cy="923330"/>
          </a:xfrm>
        </p:spPr>
        <p:txBody>
          <a:bodyPr wrap="square" lIns="0" tIns="0" rIns="0" bIns="0" anchor="ctr" anchorCtr="0">
            <a:spAutoFit/>
          </a:bodyPr>
          <a:lstStyle>
            <a:lvl1pPr algn="l">
              <a:lnSpc>
                <a:spcPct val="100000"/>
              </a:lnSpc>
              <a:defRPr sz="6000">
                <a:solidFill>
                  <a:schemeClr val="accent3"/>
                </a:solidFill>
                <a:latin typeface="+mj-lt"/>
              </a:defRPr>
            </a:lvl1pPr>
          </a:lstStyle>
          <a:p>
            <a:pPr lvl="0"/>
            <a:r>
              <a:rPr lang="fr-FR"/>
              <a:t>01</a:t>
            </a:r>
          </a:p>
        </p:txBody>
      </p:sp>
      <p:sp>
        <p:nvSpPr>
          <p:cNvPr id="18" name="Espace réservé du texte 48">
            <a:extLst>
              <a:ext uri="{FF2B5EF4-FFF2-40B4-BE49-F238E27FC236}">
                <a16:creationId xmlns:a16="http://schemas.microsoft.com/office/drawing/2014/main" id="{B479353D-5728-4CB9-023A-0E40754FAFAB}"/>
              </a:ext>
            </a:extLst>
          </p:cNvPr>
          <p:cNvSpPr>
            <a:spLocks noGrp="1"/>
          </p:cNvSpPr>
          <p:nvPr>
            <p:ph type="body" sz="quarter" idx="33" hasCustomPrompt="1"/>
          </p:nvPr>
        </p:nvSpPr>
        <p:spPr>
          <a:xfrm>
            <a:off x="8661805" y="2413732"/>
            <a:ext cx="2368869" cy="276999"/>
          </a:xfrm>
        </p:spPr>
        <p:txBody>
          <a:bodyPr wrap="square" lIns="0" tIns="0" rIns="0" bIns="0" anchor="ctr" anchorCtr="0">
            <a:spAutoFit/>
          </a:bodyPr>
          <a:lstStyle>
            <a:lvl1pPr algn="l">
              <a:lnSpc>
                <a:spcPct val="100000"/>
              </a:lnSpc>
              <a:defRPr sz="1800">
                <a:solidFill>
                  <a:schemeClr val="tx1"/>
                </a:solidFill>
                <a:latin typeface="+mj-lt"/>
              </a:defRPr>
            </a:lvl1pPr>
          </a:lstStyle>
          <a:p>
            <a:pPr lvl="0"/>
            <a:r>
              <a:rPr lang="fr-FR"/>
              <a:t>Titre section</a:t>
            </a:r>
          </a:p>
        </p:txBody>
      </p:sp>
      <p:sp>
        <p:nvSpPr>
          <p:cNvPr id="19" name="Espace réservé du texte 48">
            <a:extLst>
              <a:ext uri="{FF2B5EF4-FFF2-40B4-BE49-F238E27FC236}">
                <a16:creationId xmlns:a16="http://schemas.microsoft.com/office/drawing/2014/main" id="{3FE71596-CDA7-6E86-4AB6-10452D613831}"/>
              </a:ext>
            </a:extLst>
          </p:cNvPr>
          <p:cNvSpPr>
            <a:spLocks noGrp="1"/>
          </p:cNvSpPr>
          <p:nvPr>
            <p:ph type="body" sz="quarter" idx="34" hasCustomPrompt="1"/>
          </p:nvPr>
        </p:nvSpPr>
        <p:spPr>
          <a:xfrm>
            <a:off x="8661805" y="2668375"/>
            <a:ext cx="2368869" cy="246221"/>
          </a:xfrm>
        </p:spPr>
        <p:txBody>
          <a:bodyPr wrap="square" lIns="0" tIns="0" rIns="0" bIns="0" anchor="ctr"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20" name="Espace réservé du texte 48">
            <a:extLst>
              <a:ext uri="{FF2B5EF4-FFF2-40B4-BE49-F238E27FC236}">
                <a16:creationId xmlns:a16="http://schemas.microsoft.com/office/drawing/2014/main" id="{26E8A052-7604-5473-DEB3-308917DC3504}"/>
              </a:ext>
            </a:extLst>
          </p:cNvPr>
          <p:cNvSpPr>
            <a:spLocks noGrp="1"/>
          </p:cNvSpPr>
          <p:nvPr>
            <p:ph type="body" sz="quarter" idx="35" hasCustomPrompt="1"/>
          </p:nvPr>
        </p:nvSpPr>
        <p:spPr>
          <a:xfrm>
            <a:off x="8113855" y="2413732"/>
            <a:ext cx="528741" cy="276999"/>
          </a:xfrm>
        </p:spPr>
        <p:txBody>
          <a:bodyPr wrap="square" lIns="0" tIns="0" rIns="0" bIns="0" anchor="ctr" anchorCtr="0">
            <a:spAutoFit/>
          </a:bodyPr>
          <a:lstStyle>
            <a:lvl1pPr algn="r">
              <a:lnSpc>
                <a:spcPct val="100000"/>
              </a:lnSpc>
              <a:defRPr sz="1800">
                <a:solidFill>
                  <a:schemeClr val="accent3"/>
                </a:solidFill>
                <a:latin typeface="+mj-lt"/>
              </a:defRPr>
            </a:lvl1pPr>
          </a:lstStyle>
          <a:p>
            <a:pPr lvl="0"/>
            <a:r>
              <a:rPr lang="fr-FR"/>
              <a:t>XX</a:t>
            </a:r>
          </a:p>
        </p:txBody>
      </p:sp>
      <p:sp>
        <p:nvSpPr>
          <p:cNvPr id="21" name="Espace réservé du texte 48">
            <a:extLst>
              <a:ext uri="{FF2B5EF4-FFF2-40B4-BE49-F238E27FC236}">
                <a16:creationId xmlns:a16="http://schemas.microsoft.com/office/drawing/2014/main" id="{2CBEC210-E706-1F22-5D15-95D370933011}"/>
              </a:ext>
            </a:extLst>
          </p:cNvPr>
          <p:cNvSpPr>
            <a:spLocks noGrp="1"/>
          </p:cNvSpPr>
          <p:nvPr>
            <p:ph type="body" sz="quarter" idx="36" hasCustomPrompt="1"/>
          </p:nvPr>
        </p:nvSpPr>
        <p:spPr>
          <a:xfrm>
            <a:off x="8113855" y="2691524"/>
            <a:ext cx="528741" cy="246221"/>
          </a:xfrm>
        </p:spPr>
        <p:txBody>
          <a:bodyPr wrap="square" lIns="0" tIns="0" rIns="0" bIns="0" anchor="ctr" anchorCtr="0">
            <a:spAutoFit/>
          </a:bodyPr>
          <a:lstStyle>
            <a:lvl1pPr algn="r">
              <a:lnSpc>
                <a:spcPct val="100000"/>
              </a:lnSpc>
              <a:defRPr sz="1600">
                <a:solidFill>
                  <a:schemeClr val="accent3"/>
                </a:solidFill>
                <a:latin typeface="+mn-lt"/>
              </a:defRPr>
            </a:lvl1pPr>
          </a:lstStyle>
          <a:p>
            <a:pPr lvl="0"/>
            <a:r>
              <a:rPr lang="fr-FR"/>
              <a:t>XX</a:t>
            </a:r>
          </a:p>
        </p:txBody>
      </p:sp>
      <p:sp>
        <p:nvSpPr>
          <p:cNvPr id="22" name="Espace réservé du texte 48">
            <a:extLst>
              <a:ext uri="{FF2B5EF4-FFF2-40B4-BE49-F238E27FC236}">
                <a16:creationId xmlns:a16="http://schemas.microsoft.com/office/drawing/2014/main" id="{7DE3D4A9-8CE5-1B7F-BE5B-FCCBCB3C0FFE}"/>
              </a:ext>
            </a:extLst>
          </p:cNvPr>
          <p:cNvSpPr>
            <a:spLocks noGrp="1"/>
          </p:cNvSpPr>
          <p:nvPr>
            <p:ph type="body" sz="quarter" idx="37" hasCustomPrompt="1"/>
          </p:nvPr>
        </p:nvSpPr>
        <p:spPr>
          <a:xfrm>
            <a:off x="628665" y="4111356"/>
            <a:ext cx="1903104" cy="923330"/>
          </a:xfrm>
        </p:spPr>
        <p:txBody>
          <a:bodyPr wrap="square" lIns="0" tIns="0" rIns="0" bIns="0" anchor="ctr" anchorCtr="0">
            <a:spAutoFit/>
          </a:bodyPr>
          <a:lstStyle>
            <a:lvl1pPr algn="l">
              <a:lnSpc>
                <a:spcPct val="100000"/>
              </a:lnSpc>
              <a:defRPr sz="6000">
                <a:solidFill>
                  <a:schemeClr val="accent3"/>
                </a:solidFill>
                <a:latin typeface="+mj-lt"/>
              </a:defRPr>
            </a:lvl1pPr>
          </a:lstStyle>
          <a:p>
            <a:pPr lvl="0"/>
            <a:r>
              <a:rPr lang="fr-FR"/>
              <a:t>01</a:t>
            </a:r>
          </a:p>
        </p:txBody>
      </p:sp>
      <p:sp>
        <p:nvSpPr>
          <p:cNvPr id="23" name="Espace réservé du texte 48">
            <a:extLst>
              <a:ext uri="{FF2B5EF4-FFF2-40B4-BE49-F238E27FC236}">
                <a16:creationId xmlns:a16="http://schemas.microsoft.com/office/drawing/2014/main" id="{FF6E038E-0862-B6E7-F35B-FDFBED689DFA}"/>
              </a:ext>
            </a:extLst>
          </p:cNvPr>
          <p:cNvSpPr>
            <a:spLocks noGrp="1"/>
          </p:cNvSpPr>
          <p:nvPr>
            <p:ph type="body" sz="quarter" idx="38" hasCustomPrompt="1"/>
          </p:nvPr>
        </p:nvSpPr>
        <p:spPr>
          <a:xfrm>
            <a:off x="929915" y="5034686"/>
            <a:ext cx="2368869" cy="276999"/>
          </a:xfrm>
        </p:spPr>
        <p:txBody>
          <a:bodyPr wrap="square" lIns="0" tIns="0" rIns="0" bIns="0" anchor="ctr" anchorCtr="0">
            <a:spAutoFit/>
          </a:bodyPr>
          <a:lstStyle>
            <a:lvl1pPr algn="l">
              <a:lnSpc>
                <a:spcPct val="100000"/>
              </a:lnSpc>
              <a:defRPr sz="1800">
                <a:solidFill>
                  <a:schemeClr val="tx1"/>
                </a:solidFill>
                <a:latin typeface="+mj-lt"/>
              </a:defRPr>
            </a:lvl1pPr>
          </a:lstStyle>
          <a:p>
            <a:pPr lvl="0"/>
            <a:r>
              <a:rPr lang="fr-FR"/>
              <a:t>Titre section</a:t>
            </a:r>
          </a:p>
        </p:txBody>
      </p:sp>
      <p:sp>
        <p:nvSpPr>
          <p:cNvPr id="24" name="Espace réservé du texte 48">
            <a:extLst>
              <a:ext uri="{FF2B5EF4-FFF2-40B4-BE49-F238E27FC236}">
                <a16:creationId xmlns:a16="http://schemas.microsoft.com/office/drawing/2014/main" id="{3FC8B97C-483C-F988-7CBB-A1EB9864428C}"/>
              </a:ext>
            </a:extLst>
          </p:cNvPr>
          <p:cNvSpPr>
            <a:spLocks noGrp="1"/>
          </p:cNvSpPr>
          <p:nvPr>
            <p:ph type="body" sz="quarter" idx="39" hasCustomPrompt="1"/>
          </p:nvPr>
        </p:nvSpPr>
        <p:spPr>
          <a:xfrm>
            <a:off x="929915" y="5289329"/>
            <a:ext cx="2368869" cy="246221"/>
          </a:xfrm>
        </p:spPr>
        <p:txBody>
          <a:bodyPr wrap="square" lIns="0" tIns="0" rIns="0" bIns="0" anchor="ctr"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25" name="Espace réservé du texte 48">
            <a:extLst>
              <a:ext uri="{FF2B5EF4-FFF2-40B4-BE49-F238E27FC236}">
                <a16:creationId xmlns:a16="http://schemas.microsoft.com/office/drawing/2014/main" id="{33E95C6D-E0E3-9B52-2F7A-1DD78CA09EB6}"/>
              </a:ext>
            </a:extLst>
          </p:cNvPr>
          <p:cNvSpPr>
            <a:spLocks noGrp="1"/>
          </p:cNvSpPr>
          <p:nvPr>
            <p:ph type="body" sz="quarter" idx="40" hasCustomPrompt="1"/>
          </p:nvPr>
        </p:nvSpPr>
        <p:spPr>
          <a:xfrm>
            <a:off x="381965" y="5034686"/>
            <a:ext cx="528741" cy="276999"/>
          </a:xfrm>
        </p:spPr>
        <p:txBody>
          <a:bodyPr wrap="square" lIns="0" tIns="0" rIns="0" bIns="0" anchor="ctr" anchorCtr="0">
            <a:spAutoFit/>
          </a:bodyPr>
          <a:lstStyle>
            <a:lvl1pPr algn="r">
              <a:lnSpc>
                <a:spcPct val="100000"/>
              </a:lnSpc>
              <a:defRPr sz="1800">
                <a:solidFill>
                  <a:schemeClr val="accent3"/>
                </a:solidFill>
                <a:latin typeface="+mj-lt"/>
              </a:defRPr>
            </a:lvl1pPr>
          </a:lstStyle>
          <a:p>
            <a:pPr lvl="0"/>
            <a:r>
              <a:rPr lang="fr-FR"/>
              <a:t>XX</a:t>
            </a:r>
          </a:p>
        </p:txBody>
      </p:sp>
      <p:sp>
        <p:nvSpPr>
          <p:cNvPr id="26" name="Espace réservé du texte 48">
            <a:extLst>
              <a:ext uri="{FF2B5EF4-FFF2-40B4-BE49-F238E27FC236}">
                <a16:creationId xmlns:a16="http://schemas.microsoft.com/office/drawing/2014/main" id="{4CD58FDC-1458-8DFA-C02D-9F2D01DE6545}"/>
              </a:ext>
            </a:extLst>
          </p:cNvPr>
          <p:cNvSpPr>
            <a:spLocks noGrp="1"/>
          </p:cNvSpPr>
          <p:nvPr>
            <p:ph type="body" sz="quarter" idx="41" hasCustomPrompt="1"/>
          </p:nvPr>
        </p:nvSpPr>
        <p:spPr>
          <a:xfrm>
            <a:off x="381965" y="5312478"/>
            <a:ext cx="528741" cy="246221"/>
          </a:xfrm>
        </p:spPr>
        <p:txBody>
          <a:bodyPr wrap="square" lIns="0" tIns="0" rIns="0" bIns="0" anchor="ctr" anchorCtr="0">
            <a:spAutoFit/>
          </a:bodyPr>
          <a:lstStyle>
            <a:lvl1pPr algn="r">
              <a:lnSpc>
                <a:spcPct val="100000"/>
              </a:lnSpc>
              <a:defRPr sz="1600">
                <a:solidFill>
                  <a:schemeClr val="accent3"/>
                </a:solidFill>
                <a:latin typeface="+mn-lt"/>
              </a:defRPr>
            </a:lvl1pPr>
          </a:lstStyle>
          <a:p>
            <a:pPr lvl="0"/>
            <a:r>
              <a:rPr lang="fr-FR"/>
              <a:t>XX</a:t>
            </a:r>
          </a:p>
        </p:txBody>
      </p:sp>
      <p:sp>
        <p:nvSpPr>
          <p:cNvPr id="27" name="Espace réservé du texte 48">
            <a:extLst>
              <a:ext uri="{FF2B5EF4-FFF2-40B4-BE49-F238E27FC236}">
                <a16:creationId xmlns:a16="http://schemas.microsoft.com/office/drawing/2014/main" id="{B8D7AF5F-7D47-E7B8-1BA7-693011B50E1E}"/>
              </a:ext>
            </a:extLst>
          </p:cNvPr>
          <p:cNvSpPr>
            <a:spLocks noGrp="1"/>
          </p:cNvSpPr>
          <p:nvPr>
            <p:ph type="body" sz="quarter" idx="42" hasCustomPrompt="1"/>
          </p:nvPr>
        </p:nvSpPr>
        <p:spPr>
          <a:xfrm>
            <a:off x="4494610" y="4111356"/>
            <a:ext cx="1903104" cy="923330"/>
          </a:xfrm>
        </p:spPr>
        <p:txBody>
          <a:bodyPr wrap="square" lIns="0" tIns="0" rIns="0" bIns="0" anchor="ctr" anchorCtr="0">
            <a:spAutoFit/>
          </a:bodyPr>
          <a:lstStyle>
            <a:lvl1pPr algn="l">
              <a:lnSpc>
                <a:spcPct val="100000"/>
              </a:lnSpc>
              <a:defRPr sz="6000">
                <a:solidFill>
                  <a:schemeClr val="accent3"/>
                </a:solidFill>
                <a:latin typeface="+mj-lt"/>
              </a:defRPr>
            </a:lvl1pPr>
          </a:lstStyle>
          <a:p>
            <a:pPr lvl="0"/>
            <a:r>
              <a:rPr lang="fr-FR"/>
              <a:t>01</a:t>
            </a:r>
          </a:p>
        </p:txBody>
      </p:sp>
      <p:sp>
        <p:nvSpPr>
          <p:cNvPr id="28" name="Espace réservé du texte 48">
            <a:extLst>
              <a:ext uri="{FF2B5EF4-FFF2-40B4-BE49-F238E27FC236}">
                <a16:creationId xmlns:a16="http://schemas.microsoft.com/office/drawing/2014/main" id="{32473F2A-376E-DA30-C71F-59AA21DC1D31}"/>
              </a:ext>
            </a:extLst>
          </p:cNvPr>
          <p:cNvSpPr>
            <a:spLocks noGrp="1"/>
          </p:cNvSpPr>
          <p:nvPr>
            <p:ph type="body" sz="quarter" idx="43" hasCustomPrompt="1"/>
          </p:nvPr>
        </p:nvSpPr>
        <p:spPr>
          <a:xfrm>
            <a:off x="4795860" y="5034686"/>
            <a:ext cx="2368869" cy="276999"/>
          </a:xfrm>
        </p:spPr>
        <p:txBody>
          <a:bodyPr wrap="square" lIns="0" tIns="0" rIns="0" bIns="0" anchor="ctr" anchorCtr="0">
            <a:spAutoFit/>
          </a:bodyPr>
          <a:lstStyle>
            <a:lvl1pPr algn="l">
              <a:lnSpc>
                <a:spcPct val="100000"/>
              </a:lnSpc>
              <a:defRPr sz="1800">
                <a:solidFill>
                  <a:schemeClr val="tx1"/>
                </a:solidFill>
                <a:latin typeface="+mj-lt"/>
              </a:defRPr>
            </a:lvl1pPr>
          </a:lstStyle>
          <a:p>
            <a:pPr lvl="0"/>
            <a:r>
              <a:rPr lang="fr-FR"/>
              <a:t>Titre section</a:t>
            </a:r>
          </a:p>
        </p:txBody>
      </p:sp>
      <p:sp>
        <p:nvSpPr>
          <p:cNvPr id="29" name="Espace réservé du texte 48">
            <a:extLst>
              <a:ext uri="{FF2B5EF4-FFF2-40B4-BE49-F238E27FC236}">
                <a16:creationId xmlns:a16="http://schemas.microsoft.com/office/drawing/2014/main" id="{4D97B2E1-B125-E749-426C-707517F0079B}"/>
              </a:ext>
            </a:extLst>
          </p:cNvPr>
          <p:cNvSpPr>
            <a:spLocks noGrp="1"/>
          </p:cNvSpPr>
          <p:nvPr>
            <p:ph type="body" sz="quarter" idx="44" hasCustomPrompt="1"/>
          </p:nvPr>
        </p:nvSpPr>
        <p:spPr>
          <a:xfrm>
            <a:off x="4795860" y="5289329"/>
            <a:ext cx="2368869" cy="246221"/>
          </a:xfrm>
        </p:spPr>
        <p:txBody>
          <a:bodyPr wrap="square" lIns="0" tIns="0" rIns="0" bIns="0" anchor="ctr"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30" name="Espace réservé du texte 48">
            <a:extLst>
              <a:ext uri="{FF2B5EF4-FFF2-40B4-BE49-F238E27FC236}">
                <a16:creationId xmlns:a16="http://schemas.microsoft.com/office/drawing/2014/main" id="{DD82CFF9-5915-3ED4-2656-F1712585B034}"/>
              </a:ext>
            </a:extLst>
          </p:cNvPr>
          <p:cNvSpPr>
            <a:spLocks noGrp="1"/>
          </p:cNvSpPr>
          <p:nvPr>
            <p:ph type="body" sz="quarter" idx="45" hasCustomPrompt="1"/>
          </p:nvPr>
        </p:nvSpPr>
        <p:spPr>
          <a:xfrm>
            <a:off x="4247910" y="5034686"/>
            <a:ext cx="528741" cy="276999"/>
          </a:xfrm>
        </p:spPr>
        <p:txBody>
          <a:bodyPr wrap="square" lIns="0" tIns="0" rIns="0" bIns="0" anchor="ctr" anchorCtr="0">
            <a:spAutoFit/>
          </a:bodyPr>
          <a:lstStyle>
            <a:lvl1pPr algn="r">
              <a:lnSpc>
                <a:spcPct val="100000"/>
              </a:lnSpc>
              <a:defRPr sz="1800">
                <a:solidFill>
                  <a:schemeClr val="accent3"/>
                </a:solidFill>
                <a:latin typeface="+mj-lt"/>
              </a:defRPr>
            </a:lvl1pPr>
          </a:lstStyle>
          <a:p>
            <a:pPr lvl="0"/>
            <a:r>
              <a:rPr lang="fr-FR"/>
              <a:t>XX</a:t>
            </a:r>
          </a:p>
        </p:txBody>
      </p:sp>
      <p:sp>
        <p:nvSpPr>
          <p:cNvPr id="31" name="Espace réservé du texte 48">
            <a:extLst>
              <a:ext uri="{FF2B5EF4-FFF2-40B4-BE49-F238E27FC236}">
                <a16:creationId xmlns:a16="http://schemas.microsoft.com/office/drawing/2014/main" id="{74DE2EB0-F07E-ABF5-C352-06435AD25AA1}"/>
              </a:ext>
            </a:extLst>
          </p:cNvPr>
          <p:cNvSpPr>
            <a:spLocks noGrp="1"/>
          </p:cNvSpPr>
          <p:nvPr>
            <p:ph type="body" sz="quarter" idx="46" hasCustomPrompt="1"/>
          </p:nvPr>
        </p:nvSpPr>
        <p:spPr>
          <a:xfrm>
            <a:off x="4247910" y="5312478"/>
            <a:ext cx="528741" cy="246221"/>
          </a:xfrm>
        </p:spPr>
        <p:txBody>
          <a:bodyPr wrap="square" lIns="0" tIns="0" rIns="0" bIns="0" anchor="ctr" anchorCtr="0">
            <a:spAutoFit/>
          </a:bodyPr>
          <a:lstStyle>
            <a:lvl1pPr algn="r">
              <a:lnSpc>
                <a:spcPct val="100000"/>
              </a:lnSpc>
              <a:defRPr sz="1600">
                <a:solidFill>
                  <a:schemeClr val="accent3"/>
                </a:solidFill>
                <a:latin typeface="+mn-lt"/>
              </a:defRPr>
            </a:lvl1pPr>
          </a:lstStyle>
          <a:p>
            <a:pPr lvl="0"/>
            <a:r>
              <a:rPr lang="fr-FR"/>
              <a:t>XX</a:t>
            </a:r>
          </a:p>
        </p:txBody>
      </p:sp>
      <p:sp>
        <p:nvSpPr>
          <p:cNvPr id="32" name="Espace réservé du texte 48">
            <a:extLst>
              <a:ext uri="{FF2B5EF4-FFF2-40B4-BE49-F238E27FC236}">
                <a16:creationId xmlns:a16="http://schemas.microsoft.com/office/drawing/2014/main" id="{87CEBB37-58AA-7818-64AE-D446B4D87646}"/>
              </a:ext>
            </a:extLst>
          </p:cNvPr>
          <p:cNvSpPr>
            <a:spLocks noGrp="1"/>
          </p:cNvSpPr>
          <p:nvPr>
            <p:ph type="body" sz="quarter" idx="47" hasCustomPrompt="1"/>
          </p:nvPr>
        </p:nvSpPr>
        <p:spPr>
          <a:xfrm>
            <a:off x="8360555" y="4111356"/>
            <a:ext cx="1903104" cy="923330"/>
          </a:xfrm>
        </p:spPr>
        <p:txBody>
          <a:bodyPr wrap="square" lIns="0" tIns="0" rIns="0" bIns="0" anchor="ctr" anchorCtr="0">
            <a:spAutoFit/>
          </a:bodyPr>
          <a:lstStyle>
            <a:lvl1pPr algn="l">
              <a:lnSpc>
                <a:spcPct val="100000"/>
              </a:lnSpc>
              <a:defRPr sz="6000">
                <a:solidFill>
                  <a:schemeClr val="accent3"/>
                </a:solidFill>
                <a:latin typeface="+mj-lt"/>
              </a:defRPr>
            </a:lvl1pPr>
          </a:lstStyle>
          <a:p>
            <a:pPr lvl="0"/>
            <a:r>
              <a:rPr lang="fr-FR"/>
              <a:t>01</a:t>
            </a:r>
          </a:p>
        </p:txBody>
      </p:sp>
      <p:sp>
        <p:nvSpPr>
          <p:cNvPr id="33" name="Espace réservé du texte 48">
            <a:extLst>
              <a:ext uri="{FF2B5EF4-FFF2-40B4-BE49-F238E27FC236}">
                <a16:creationId xmlns:a16="http://schemas.microsoft.com/office/drawing/2014/main" id="{26C10176-2239-19FC-FA0E-0D6C539D6001}"/>
              </a:ext>
            </a:extLst>
          </p:cNvPr>
          <p:cNvSpPr>
            <a:spLocks noGrp="1"/>
          </p:cNvSpPr>
          <p:nvPr>
            <p:ph type="body" sz="quarter" idx="48" hasCustomPrompt="1"/>
          </p:nvPr>
        </p:nvSpPr>
        <p:spPr>
          <a:xfrm>
            <a:off x="8661805" y="5034686"/>
            <a:ext cx="2368869" cy="276999"/>
          </a:xfrm>
        </p:spPr>
        <p:txBody>
          <a:bodyPr wrap="square" lIns="0" tIns="0" rIns="0" bIns="0" anchor="ctr" anchorCtr="0">
            <a:spAutoFit/>
          </a:bodyPr>
          <a:lstStyle>
            <a:lvl1pPr algn="l">
              <a:lnSpc>
                <a:spcPct val="100000"/>
              </a:lnSpc>
              <a:defRPr sz="1800">
                <a:solidFill>
                  <a:schemeClr val="tx1"/>
                </a:solidFill>
                <a:latin typeface="+mj-lt"/>
              </a:defRPr>
            </a:lvl1pPr>
          </a:lstStyle>
          <a:p>
            <a:pPr lvl="0"/>
            <a:r>
              <a:rPr lang="fr-FR"/>
              <a:t>Titre section</a:t>
            </a:r>
          </a:p>
        </p:txBody>
      </p:sp>
      <p:sp>
        <p:nvSpPr>
          <p:cNvPr id="34" name="Espace réservé du texte 48">
            <a:extLst>
              <a:ext uri="{FF2B5EF4-FFF2-40B4-BE49-F238E27FC236}">
                <a16:creationId xmlns:a16="http://schemas.microsoft.com/office/drawing/2014/main" id="{DDA495AE-F87F-D86C-16EC-A52928509637}"/>
              </a:ext>
            </a:extLst>
          </p:cNvPr>
          <p:cNvSpPr>
            <a:spLocks noGrp="1"/>
          </p:cNvSpPr>
          <p:nvPr>
            <p:ph type="body" sz="quarter" idx="49" hasCustomPrompt="1"/>
          </p:nvPr>
        </p:nvSpPr>
        <p:spPr>
          <a:xfrm>
            <a:off x="8661805" y="5289329"/>
            <a:ext cx="2368869" cy="246221"/>
          </a:xfrm>
        </p:spPr>
        <p:txBody>
          <a:bodyPr wrap="square" lIns="0" tIns="0" rIns="0" bIns="0" anchor="ctr"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35" name="Espace réservé du texte 48">
            <a:extLst>
              <a:ext uri="{FF2B5EF4-FFF2-40B4-BE49-F238E27FC236}">
                <a16:creationId xmlns:a16="http://schemas.microsoft.com/office/drawing/2014/main" id="{D3BA5549-49D9-039A-CA4B-F02401B53B75}"/>
              </a:ext>
            </a:extLst>
          </p:cNvPr>
          <p:cNvSpPr>
            <a:spLocks noGrp="1"/>
          </p:cNvSpPr>
          <p:nvPr>
            <p:ph type="body" sz="quarter" idx="50" hasCustomPrompt="1"/>
          </p:nvPr>
        </p:nvSpPr>
        <p:spPr>
          <a:xfrm>
            <a:off x="8113855" y="5034686"/>
            <a:ext cx="528741" cy="276999"/>
          </a:xfrm>
        </p:spPr>
        <p:txBody>
          <a:bodyPr wrap="square" lIns="0" tIns="0" rIns="0" bIns="0" anchor="ctr" anchorCtr="0">
            <a:spAutoFit/>
          </a:bodyPr>
          <a:lstStyle>
            <a:lvl1pPr algn="r">
              <a:lnSpc>
                <a:spcPct val="100000"/>
              </a:lnSpc>
              <a:defRPr sz="1800">
                <a:solidFill>
                  <a:schemeClr val="accent3"/>
                </a:solidFill>
                <a:latin typeface="+mj-lt"/>
              </a:defRPr>
            </a:lvl1pPr>
          </a:lstStyle>
          <a:p>
            <a:pPr lvl="0"/>
            <a:r>
              <a:rPr lang="fr-FR"/>
              <a:t>XX</a:t>
            </a:r>
          </a:p>
        </p:txBody>
      </p:sp>
      <p:sp>
        <p:nvSpPr>
          <p:cNvPr id="36" name="Espace réservé du texte 48">
            <a:extLst>
              <a:ext uri="{FF2B5EF4-FFF2-40B4-BE49-F238E27FC236}">
                <a16:creationId xmlns:a16="http://schemas.microsoft.com/office/drawing/2014/main" id="{80975B6F-8B28-9796-FBBC-B391E86A706C}"/>
              </a:ext>
            </a:extLst>
          </p:cNvPr>
          <p:cNvSpPr>
            <a:spLocks noGrp="1"/>
          </p:cNvSpPr>
          <p:nvPr>
            <p:ph type="body" sz="quarter" idx="51" hasCustomPrompt="1"/>
          </p:nvPr>
        </p:nvSpPr>
        <p:spPr>
          <a:xfrm>
            <a:off x="8113855" y="5312478"/>
            <a:ext cx="528741" cy="246221"/>
          </a:xfrm>
        </p:spPr>
        <p:txBody>
          <a:bodyPr wrap="square" lIns="0" tIns="0" rIns="0" bIns="0" anchor="ctr" anchorCtr="0">
            <a:spAutoFit/>
          </a:bodyPr>
          <a:lstStyle>
            <a:lvl1pPr algn="r">
              <a:lnSpc>
                <a:spcPct val="100000"/>
              </a:lnSpc>
              <a:defRPr sz="1600">
                <a:solidFill>
                  <a:schemeClr val="accent3"/>
                </a:solidFill>
                <a:latin typeface="+mn-lt"/>
              </a:defRPr>
            </a:lvl1pPr>
          </a:lstStyle>
          <a:p>
            <a:pPr lvl="0"/>
            <a:r>
              <a:rPr lang="fr-FR"/>
              <a:t>XX</a:t>
            </a:r>
          </a:p>
        </p:txBody>
      </p:sp>
      <p:sp>
        <p:nvSpPr>
          <p:cNvPr id="41" name="Forme libre 12">
            <a:extLst>
              <a:ext uri="{FF2B5EF4-FFF2-40B4-BE49-F238E27FC236}">
                <a16:creationId xmlns:a16="http://schemas.microsoft.com/office/drawing/2014/main" id="{D5857D6F-DE24-1827-98BF-8E21B22BAA8A}"/>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42" name="Espace réservé de la date 2">
            <a:extLst>
              <a:ext uri="{FF2B5EF4-FFF2-40B4-BE49-F238E27FC236}">
                <a16:creationId xmlns:a16="http://schemas.microsoft.com/office/drawing/2014/main" id="{C0BAF578-92B8-AB2C-404D-59D4A833EC76}"/>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43" name="Espace réservé du pied de page 3">
            <a:extLst>
              <a:ext uri="{FF2B5EF4-FFF2-40B4-BE49-F238E27FC236}">
                <a16:creationId xmlns:a16="http://schemas.microsoft.com/office/drawing/2014/main" id="{2CE4E9A3-7C98-510D-99A2-6885245C169A}"/>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44" name="Espace réservé du numéro de diapositive 4">
            <a:extLst>
              <a:ext uri="{FF2B5EF4-FFF2-40B4-BE49-F238E27FC236}">
                <a16:creationId xmlns:a16="http://schemas.microsoft.com/office/drawing/2014/main" id="{DDFEE62A-1C41-12D0-F6F3-3DC3BAE0989E}"/>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Tree>
    <p:extLst>
      <p:ext uri="{BB962C8B-B14F-4D97-AF65-F5344CB8AC3E}">
        <p14:creationId xmlns:p14="http://schemas.microsoft.com/office/powerpoint/2010/main" val="14502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bg1"/>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45BB516A-3C55-FAF4-1530-D4844BB03A7A}"/>
              </a:ext>
            </a:extLst>
          </p:cNvPr>
          <p:cNvPicPr>
            <a:picLocks noChangeAspect="1"/>
          </p:cNvPicPr>
          <p:nvPr userDrawn="1"/>
        </p:nvPicPr>
        <p:blipFill>
          <a:blip r:embed="rId2"/>
          <a:srcRect/>
          <a:stretch/>
        </p:blipFill>
        <p:spPr>
          <a:xfrm>
            <a:off x="6728993" y="-1761760"/>
            <a:ext cx="7479654" cy="7479654"/>
          </a:xfrm>
          <a:prstGeom prst="rect">
            <a:avLst/>
          </a:prstGeom>
        </p:spPr>
      </p:pic>
      <p:sp>
        <p:nvSpPr>
          <p:cNvPr id="2" name="Titre 1">
            <a:extLst>
              <a:ext uri="{FF2B5EF4-FFF2-40B4-BE49-F238E27FC236}">
                <a16:creationId xmlns:a16="http://schemas.microsoft.com/office/drawing/2014/main" id="{3742E229-9D19-8389-99BE-423A41E2B78D}"/>
              </a:ext>
            </a:extLst>
          </p:cNvPr>
          <p:cNvSpPr>
            <a:spLocks noGrp="1"/>
          </p:cNvSpPr>
          <p:nvPr>
            <p:ph type="title" hasCustomPrompt="1"/>
          </p:nvPr>
        </p:nvSpPr>
        <p:spPr>
          <a:xfrm>
            <a:off x="537575" y="560168"/>
            <a:ext cx="11086578" cy="590931"/>
          </a:xfrm>
        </p:spPr>
        <p:txBody>
          <a:bodyPr/>
          <a:lstStyle>
            <a:lvl1pPr>
              <a:defRPr b="1">
                <a:solidFill>
                  <a:schemeClr val="tx1"/>
                </a:solidFill>
              </a:defRPr>
            </a:lvl1pPr>
          </a:lstStyle>
          <a:p>
            <a:r>
              <a:rPr lang="fr-FR"/>
              <a:t>Ordre du jour</a:t>
            </a:r>
          </a:p>
        </p:txBody>
      </p:sp>
      <p:sp>
        <p:nvSpPr>
          <p:cNvPr id="60" name="Forme libre 12">
            <a:extLst>
              <a:ext uri="{FF2B5EF4-FFF2-40B4-BE49-F238E27FC236}">
                <a16:creationId xmlns:a16="http://schemas.microsoft.com/office/drawing/2014/main" id="{4B00DD7C-59F6-FB8D-2845-11D111941491}"/>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1" name="Espace réservé de la date 2">
            <a:extLst>
              <a:ext uri="{FF2B5EF4-FFF2-40B4-BE49-F238E27FC236}">
                <a16:creationId xmlns:a16="http://schemas.microsoft.com/office/drawing/2014/main" id="{AE370E88-5802-5E9A-60DB-59494808B93D}"/>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62" name="Espace réservé du pied de page 3">
            <a:extLst>
              <a:ext uri="{FF2B5EF4-FFF2-40B4-BE49-F238E27FC236}">
                <a16:creationId xmlns:a16="http://schemas.microsoft.com/office/drawing/2014/main" id="{AC6DE7BE-826C-AD98-3D0A-CCF292BD4A07}"/>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63" name="Espace réservé du numéro de diapositive 4">
            <a:extLst>
              <a:ext uri="{FF2B5EF4-FFF2-40B4-BE49-F238E27FC236}">
                <a16:creationId xmlns:a16="http://schemas.microsoft.com/office/drawing/2014/main" id="{17EA47B3-020B-2F12-0F74-B5DF135C41E0}"/>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Tree>
    <p:extLst>
      <p:ext uri="{BB962C8B-B14F-4D97-AF65-F5344CB8AC3E}">
        <p14:creationId xmlns:p14="http://schemas.microsoft.com/office/powerpoint/2010/main" val="3797192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troduction">
    <p:bg>
      <p:bgPr>
        <a:solidFill>
          <a:schemeClr val="bg1"/>
        </a:solidFill>
        <a:effectLst/>
      </p:bgPr>
    </p:bg>
    <p:spTree>
      <p:nvGrpSpPr>
        <p:cNvPr id="1" name=""/>
        <p:cNvGrpSpPr/>
        <p:nvPr/>
      </p:nvGrpSpPr>
      <p:grpSpPr>
        <a:xfrm>
          <a:off x="0" y="0"/>
          <a:ext cx="0" cy="0"/>
          <a:chOff x="0" y="0"/>
          <a:chExt cx="0" cy="0"/>
        </a:xfrm>
      </p:grpSpPr>
      <p:sp>
        <p:nvSpPr>
          <p:cNvPr id="27" name="Graphique 25">
            <a:extLst>
              <a:ext uri="{FF2B5EF4-FFF2-40B4-BE49-F238E27FC236}">
                <a16:creationId xmlns:a16="http://schemas.microsoft.com/office/drawing/2014/main" id="{5439DF37-BE75-E13A-0A12-48C57A8F0805}"/>
              </a:ext>
            </a:extLst>
          </p:cNvPr>
          <p:cNvSpPr/>
          <p:nvPr userDrawn="1"/>
        </p:nvSpPr>
        <p:spPr>
          <a:xfrm>
            <a:off x="8431067" y="-43405"/>
            <a:ext cx="3760933" cy="6944810"/>
          </a:xfrm>
          <a:custGeom>
            <a:avLst/>
            <a:gdLst>
              <a:gd name="connsiteX0" fmla="*/ 238125 w 3127343"/>
              <a:gd name="connsiteY0" fmla="*/ 0 h 5143500"/>
              <a:gd name="connsiteX1" fmla="*/ 0 w 3127343"/>
              <a:gd name="connsiteY1" fmla="*/ 2618518 h 5143500"/>
              <a:gd name="connsiteX2" fmla="*/ 238125 w 3127343"/>
              <a:gd name="connsiteY2" fmla="*/ 5143500 h 5143500"/>
              <a:gd name="connsiteX3" fmla="*/ 3127343 w 3127343"/>
              <a:gd name="connsiteY3" fmla="*/ 5143500 h 5143500"/>
              <a:gd name="connsiteX4" fmla="*/ 3127343 w 3127343"/>
              <a:gd name="connsiteY4" fmla="*/ 0 h 5143500"/>
              <a:gd name="connsiteX5" fmla="*/ 238125 w 3127343"/>
              <a:gd name="connsiteY5" fmla="*/ 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27343" h="5143500">
                <a:moveTo>
                  <a:pt x="238125" y="0"/>
                </a:moveTo>
                <a:cubicBezTo>
                  <a:pt x="238125" y="0"/>
                  <a:pt x="0" y="1208818"/>
                  <a:pt x="0" y="2618518"/>
                </a:cubicBezTo>
                <a:cubicBezTo>
                  <a:pt x="0" y="4028218"/>
                  <a:pt x="238125" y="5143500"/>
                  <a:pt x="238125" y="5143500"/>
                </a:cubicBezTo>
                <a:lnTo>
                  <a:pt x="3127343" y="5143500"/>
                </a:lnTo>
                <a:lnTo>
                  <a:pt x="3127343" y="0"/>
                </a:lnTo>
                <a:lnTo>
                  <a:pt x="238125" y="0"/>
                </a:lnTo>
                <a:close/>
              </a:path>
            </a:pathLst>
          </a:custGeom>
          <a:solidFill>
            <a:schemeClr val="accent3"/>
          </a:solidFill>
          <a:ln w="9525" cap="flat">
            <a:noFill/>
            <a:prstDash val="solid"/>
            <a:miter/>
          </a:ln>
        </p:spPr>
        <p:txBody>
          <a:bodyPr rtlCol="0" anchor="ctr"/>
          <a:lstStyle/>
          <a:p>
            <a:endParaRPr lang="fr-FR"/>
          </a:p>
        </p:txBody>
      </p:sp>
      <p:sp>
        <p:nvSpPr>
          <p:cNvPr id="5" name="Titre 4">
            <a:extLst>
              <a:ext uri="{FF2B5EF4-FFF2-40B4-BE49-F238E27FC236}">
                <a16:creationId xmlns:a16="http://schemas.microsoft.com/office/drawing/2014/main" id="{6E8497F2-810E-6B5A-97F2-F8F6C32D6D47}"/>
              </a:ext>
            </a:extLst>
          </p:cNvPr>
          <p:cNvSpPr>
            <a:spLocks noGrp="1"/>
          </p:cNvSpPr>
          <p:nvPr>
            <p:ph type="title" hasCustomPrompt="1"/>
          </p:nvPr>
        </p:nvSpPr>
        <p:spPr>
          <a:xfrm>
            <a:off x="537575" y="862061"/>
            <a:ext cx="7673682" cy="590931"/>
          </a:xfrm>
        </p:spPr>
        <p:txBody>
          <a:bodyPr/>
          <a:lstStyle>
            <a:lvl1pPr>
              <a:defRPr b="1">
                <a:solidFill>
                  <a:schemeClr val="accent3"/>
                </a:solidFill>
              </a:defRPr>
            </a:lvl1pPr>
          </a:lstStyle>
          <a:p>
            <a:r>
              <a:rPr lang="fr-FR"/>
              <a:t>Titre</a:t>
            </a:r>
          </a:p>
        </p:txBody>
      </p:sp>
      <p:sp>
        <p:nvSpPr>
          <p:cNvPr id="49" name="Espace réservé du texte 48">
            <a:extLst>
              <a:ext uri="{FF2B5EF4-FFF2-40B4-BE49-F238E27FC236}">
                <a16:creationId xmlns:a16="http://schemas.microsoft.com/office/drawing/2014/main" id="{93F8D3D5-7E69-0368-57E7-2B0778C8E081}"/>
              </a:ext>
            </a:extLst>
          </p:cNvPr>
          <p:cNvSpPr>
            <a:spLocks noGrp="1"/>
          </p:cNvSpPr>
          <p:nvPr>
            <p:ph type="body" sz="quarter" idx="20" hasCustomPrompt="1"/>
          </p:nvPr>
        </p:nvSpPr>
        <p:spPr>
          <a:xfrm>
            <a:off x="538163" y="2124075"/>
            <a:ext cx="7673682" cy="4114800"/>
          </a:xfrm>
        </p:spPr>
        <p:txBody>
          <a:bodyPr/>
          <a:lstStyle>
            <a:lvl1pPr>
              <a:lnSpc>
                <a:spcPct val="100000"/>
              </a:lnSpc>
              <a:defRPr>
                <a:solidFill>
                  <a:schemeClr val="tx1"/>
                </a:solidFill>
              </a:defRPr>
            </a:lvl1pPr>
          </a:lstStyle>
          <a:p>
            <a:pPr lvl="0"/>
            <a:r>
              <a:rPr lang="fr-FR"/>
              <a:t>Lorem ipsum </a:t>
            </a:r>
            <a:r>
              <a:rPr lang="fr-FR" err="1"/>
              <a:t>dolore</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endParaRPr lang="fr-FR"/>
          </a:p>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p:txBody>
      </p:sp>
      <p:sp>
        <p:nvSpPr>
          <p:cNvPr id="7" name="Espace réservé de la date 2">
            <a:extLst>
              <a:ext uri="{FF2B5EF4-FFF2-40B4-BE49-F238E27FC236}">
                <a16:creationId xmlns:a16="http://schemas.microsoft.com/office/drawing/2014/main" id="{0DC1C31A-6435-7CC6-2E99-64C8EB554688}"/>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Juin 2024</a:t>
            </a:r>
          </a:p>
        </p:txBody>
      </p:sp>
      <p:sp>
        <p:nvSpPr>
          <p:cNvPr id="9" name="Espace réservé du pied de page 3">
            <a:extLst>
              <a:ext uri="{FF2B5EF4-FFF2-40B4-BE49-F238E27FC236}">
                <a16:creationId xmlns:a16="http://schemas.microsoft.com/office/drawing/2014/main" id="{9D00371F-BA40-0DEA-8CFE-D0EE76BBC24C}"/>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sp>
        <p:nvSpPr>
          <p:cNvPr id="2" name="Forme libre 12">
            <a:extLst>
              <a:ext uri="{FF2B5EF4-FFF2-40B4-BE49-F238E27FC236}">
                <a16:creationId xmlns:a16="http://schemas.microsoft.com/office/drawing/2014/main" id="{102AC8B8-B450-08AF-8618-F73A15C45071}"/>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4" name="Espace réservé du numéro de diapositive 4">
            <a:extLst>
              <a:ext uri="{FF2B5EF4-FFF2-40B4-BE49-F238E27FC236}">
                <a16:creationId xmlns:a16="http://schemas.microsoft.com/office/drawing/2014/main" id="{91A37899-EDCB-0155-D061-69C0C05276DF}"/>
              </a:ext>
            </a:extLst>
          </p:cNvPr>
          <p:cNvSpPr>
            <a:spLocks noGrp="1"/>
          </p:cNvSpPr>
          <p:nvPr>
            <p:ph type="sldNum" sz="quarter" idx="12"/>
          </p:nvPr>
        </p:nvSpPr>
        <p:spPr>
          <a:xfrm>
            <a:off x="11525908" y="6382485"/>
            <a:ext cx="560986" cy="276999"/>
          </a:xfrm>
        </p:spPr>
        <p:txBody>
          <a:bodyPr/>
          <a:lstStyle>
            <a:lvl1pPr>
              <a:defRPr>
                <a:solidFill>
                  <a:schemeClr val="tx1"/>
                </a:solidFill>
              </a:defRPr>
            </a:lvl1pPr>
          </a:lstStyle>
          <a:p>
            <a:fld id="{CD166EB1-B284-8541-B839-321F682B6B05}" type="slidenum">
              <a:rPr lang="fr-FR" smtClean="0"/>
              <a:pPr/>
              <a:t>‹N°›</a:t>
            </a:fld>
            <a:endParaRPr lang="fr-FR"/>
          </a:p>
        </p:txBody>
      </p:sp>
    </p:spTree>
    <p:extLst>
      <p:ext uri="{BB962C8B-B14F-4D97-AF65-F5344CB8AC3E}">
        <p14:creationId xmlns:p14="http://schemas.microsoft.com/office/powerpoint/2010/main" val="1274532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ocs textes et image">
    <p:bg>
      <p:bgPr>
        <a:solidFill>
          <a:schemeClr val="bg1"/>
        </a:solidFill>
        <a:effectLst/>
      </p:bgPr>
    </p:bg>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1A85595B-CF11-A312-E90E-760F1919E0A6}"/>
              </a:ext>
            </a:extLst>
          </p:cNvPr>
          <p:cNvGrpSpPr/>
          <p:nvPr userDrawn="1"/>
        </p:nvGrpSpPr>
        <p:grpSpPr>
          <a:xfrm>
            <a:off x="-1" y="263015"/>
            <a:ext cx="5860125" cy="375126"/>
            <a:chOff x="-5557295" y="172402"/>
            <a:chExt cx="5860125" cy="375126"/>
          </a:xfrm>
        </p:grpSpPr>
        <p:sp>
          <p:nvSpPr>
            <p:cNvPr id="12" name="Forme libre 11">
              <a:extLst>
                <a:ext uri="{FF2B5EF4-FFF2-40B4-BE49-F238E27FC236}">
                  <a16:creationId xmlns:a16="http://schemas.microsoft.com/office/drawing/2014/main" id="{F7D83129-7CC0-3AC0-0893-841EF0789D3C}"/>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3" name="Forme libre 12">
              <a:extLst>
                <a:ext uri="{FF2B5EF4-FFF2-40B4-BE49-F238E27FC236}">
                  <a16:creationId xmlns:a16="http://schemas.microsoft.com/office/drawing/2014/main" id="{7CBF57F8-B732-CE3C-3C27-072341E9573D}"/>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5" name="Titre 4">
            <a:extLst>
              <a:ext uri="{FF2B5EF4-FFF2-40B4-BE49-F238E27FC236}">
                <a16:creationId xmlns:a16="http://schemas.microsoft.com/office/drawing/2014/main" id="{6E8497F2-810E-6B5A-97F2-F8F6C32D6D47}"/>
              </a:ext>
            </a:extLst>
          </p:cNvPr>
          <p:cNvSpPr>
            <a:spLocks noGrp="1"/>
          </p:cNvSpPr>
          <p:nvPr>
            <p:ph type="title" hasCustomPrompt="1"/>
          </p:nvPr>
        </p:nvSpPr>
        <p:spPr>
          <a:xfrm>
            <a:off x="537576" y="862061"/>
            <a:ext cx="6306138" cy="590931"/>
          </a:xfrm>
        </p:spPr>
        <p:txBody>
          <a:bodyPr>
            <a:normAutofit/>
          </a:bodyPr>
          <a:lstStyle>
            <a:lvl1pPr>
              <a:defRPr b="1">
                <a:solidFill>
                  <a:schemeClr val="accent3"/>
                </a:solidFill>
              </a:defRPr>
            </a:lvl1pPr>
          </a:lstStyle>
          <a:p>
            <a:r>
              <a:rPr lang="fr-FR"/>
              <a:t>Titre</a:t>
            </a:r>
          </a:p>
        </p:txBody>
      </p:sp>
      <p:sp>
        <p:nvSpPr>
          <p:cNvPr id="22" name="Espace réservé du texte 48">
            <a:extLst>
              <a:ext uri="{FF2B5EF4-FFF2-40B4-BE49-F238E27FC236}">
                <a16:creationId xmlns:a16="http://schemas.microsoft.com/office/drawing/2014/main" id="{F02F88C0-1F0B-26FD-F39A-F95E340B5426}"/>
              </a:ext>
            </a:extLst>
          </p:cNvPr>
          <p:cNvSpPr>
            <a:spLocks noGrp="1"/>
          </p:cNvSpPr>
          <p:nvPr>
            <p:ph type="body" sz="quarter" idx="20" hasCustomPrompt="1"/>
          </p:nvPr>
        </p:nvSpPr>
        <p:spPr>
          <a:xfrm>
            <a:off x="538163" y="3086913"/>
            <a:ext cx="4383461" cy="1323439"/>
          </a:xfrm>
        </p:spPr>
        <p:txBody>
          <a:bodyPr>
            <a:spAutoFit/>
          </a:bodyPr>
          <a:lstStyle>
            <a:lvl1pPr>
              <a:lnSpc>
                <a:spcPct val="100000"/>
              </a:lnSpc>
              <a:defRPr sz="1600">
                <a:solidFill>
                  <a:schemeClr val="tx1"/>
                </a:solidFill>
              </a:defRPr>
            </a:lvl1pPr>
          </a:lstStyle>
          <a:p>
            <a:pPr lvl="0"/>
            <a:r>
              <a:rPr lang="fr-FR"/>
              <a:t>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endParaRPr lang="fr-FR"/>
          </a:p>
        </p:txBody>
      </p:sp>
      <p:sp>
        <p:nvSpPr>
          <p:cNvPr id="24" name="Espace réservé du texte 48">
            <a:extLst>
              <a:ext uri="{FF2B5EF4-FFF2-40B4-BE49-F238E27FC236}">
                <a16:creationId xmlns:a16="http://schemas.microsoft.com/office/drawing/2014/main" id="{2E9A6E87-6A84-70FC-7971-EC0B42537A5B}"/>
              </a:ext>
            </a:extLst>
          </p:cNvPr>
          <p:cNvSpPr>
            <a:spLocks noGrp="1"/>
          </p:cNvSpPr>
          <p:nvPr>
            <p:ph type="body" sz="quarter" idx="22" hasCustomPrompt="1"/>
          </p:nvPr>
        </p:nvSpPr>
        <p:spPr>
          <a:xfrm>
            <a:off x="538163" y="2615707"/>
            <a:ext cx="4383461" cy="400110"/>
          </a:xfrm>
        </p:spPr>
        <p:txBody>
          <a:bodyPr>
            <a:spAutoFit/>
          </a:bodyPr>
          <a:lstStyle>
            <a:lvl1pPr>
              <a:lnSpc>
                <a:spcPct val="100000"/>
              </a:lnSpc>
              <a:defRPr sz="2000">
                <a:solidFill>
                  <a:schemeClr val="accent3"/>
                </a:solidFill>
                <a:latin typeface="+mj-lt"/>
              </a:defRPr>
            </a:lvl1pPr>
          </a:lstStyle>
          <a:p>
            <a:pPr lvl="0"/>
            <a:r>
              <a:rPr lang="fr-FR"/>
              <a:t>Lorem ipsum </a:t>
            </a:r>
            <a:r>
              <a:rPr lang="fr-FR" err="1"/>
              <a:t>dolore</a:t>
            </a:r>
            <a:endParaRPr lang="fr-FR"/>
          </a:p>
        </p:txBody>
      </p:sp>
      <p:sp>
        <p:nvSpPr>
          <p:cNvPr id="25" name="Espace réservé du texte 48">
            <a:extLst>
              <a:ext uri="{FF2B5EF4-FFF2-40B4-BE49-F238E27FC236}">
                <a16:creationId xmlns:a16="http://schemas.microsoft.com/office/drawing/2014/main" id="{B24E0222-4D9C-033C-A66B-A321573ED79D}"/>
              </a:ext>
            </a:extLst>
          </p:cNvPr>
          <p:cNvSpPr>
            <a:spLocks noGrp="1"/>
          </p:cNvSpPr>
          <p:nvPr>
            <p:ph type="body" sz="quarter" idx="23" hasCustomPrompt="1"/>
          </p:nvPr>
        </p:nvSpPr>
        <p:spPr>
          <a:xfrm>
            <a:off x="538163" y="5050184"/>
            <a:ext cx="4383461" cy="1323439"/>
          </a:xfrm>
        </p:spPr>
        <p:txBody>
          <a:bodyPr>
            <a:spAutoFit/>
          </a:bodyPr>
          <a:lstStyle>
            <a:lvl1pPr>
              <a:lnSpc>
                <a:spcPct val="100000"/>
              </a:lnSpc>
              <a:defRPr sz="1600">
                <a:solidFill>
                  <a:schemeClr val="tx1"/>
                </a:solidFill>
              </a:defRPr>
            </a:lvl1pPr>
          </a:lstStyle>
          <a:p>
            <a:pPr lvl="0"/>
            <a:r>
              <a:rPr lang="fr-FR"/>
              <a:t>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endParaRPr lang="fr-FR"/>
          </a:p>
        </p:txBody>
      </p:sp>
      <p:sp>
        <p:nvSpPr>
          <p:cNvPr id="26" name="Espace réservé du texte 48">
            <a:extLst>
              <a:ext uri="{FF2B5EF4-FFF2-40B4-BE49-F238E27FC236}">
                <a16:creationId xmlns:a16="http://schemas.microsoft.com/office/drawing/2014/main" id="{855F0F13-80C8-81AF-D52A-98FCD83E6774}"/>
              </a:ext>
            </a:extLst>
          </p:cNvPr>
          <p:cNvSpPr>
            <a:spLocks noGrp="1"/>
          </p:cNvSpPr>
          <p:nvPr>
            <p:ph type="body" sz="quarter" idx="24" hasCustomPrompt="1"/>
          </p:nvPr>
        </p:nvSpPr>
        <p:spPr>
          <a:xfrm>
            <a:off x="538163" y="4578978"/>
            <a:ext cx="4383461" cy="400110"/>
          </a:xfrm>
        </p:spPr>
        <p:txBody>
          <a:bodyPr>
            <a:spAutoFit/>
          </a:bodyPr>
          <a:lstStyle>
            <a:lvl1pPr>
              <a:lnSpc>
                <a:spcPct val="100000"/>
              </a:lnSpc>
              <a:defRPr sz="2000">
                <a:solidFill>
                  <a:schemeClr val="accent3"/>
                </a:solidFill>
                <a:latin typeface="+mj-lt"/>
              </a:defRPr>
            </a:lvl1pPr>
          </a:lstStyle>
          <a:p>
            <a:pPr lvl="0"/>
            <a:r>
              <a:rPr lang="fr-FR"/>
              <a:t>Lorem ipsum </a:t>
            </a:r>
            <a:r>
              <a:rPr lang="fr-FR" err="1"/>
              <a:t>dolore</a:t>
            </a:r>
            <a:endParaRPr lang="fr-FR"/>
          </a:p>
        </p:txBody>
      </p:sp>
      <p:sp>
        <p:nvSpPr>
          <p:cNvPr id="14" name="Espace réservé pour une image  19">
            <a:extLst>
              <a:ext uri="{FF2B5EF4-FFF2-40B4-BE49-F238E27FC236}">
                <a16:creationId xmlns:a16="http://schemas.microsoft.com/office/drawing/2014/main" id="{F6E78AE4-46A9-E188-494F-9FE81598DE6F}"/>
              </a:ext>
            </a:extLst>
          </p:cNvPr>
          <p:cNvSpPr>
            <a:spLocks noGrp="1"/>
          </p:cNvSpPr>
          <p:nvPr>
            <p:ph type="pic" sz="quarter" idx="25"/>
          </p:nvPr>
        </p:nvSpPr>
        <p:spPr>
          <a:xfrm>
            <a:off x="7146435" y="263015"/>
            <a:ext cx="4758407" cy="5894898"/>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2" name="Forme libre 12">
            <a:extLst>
              <a:ext uri="{FF2B5EF4-FFF2-40B4-BE49-F238E27FC236}">
                <a16:creationId xmlns:a16="http://schemas.microsoft.com/office/drawing/2014/main" id="{854D109C-07F3-0875-AC51-B9F092F7B7FD}"/>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4" name="Espace réservé de la date 2">
            <a:extLst>
              <a:ext uri="{FF2B5EF4-FFF2-40B4-BE49-F238E27FC236}">
                <a16:creationId xmlns:a16="http://schemas.microsoft.com/office/drawing/2014/main" id="{B420D5C3-8652-08AA-330A-04F31CDCBCF0}"/>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6" name="Espace réservé du pied de page 3">
            <a:extLst>
              <a:ext uri="{FF2B5EF4-FFF2-40B4-BE49-F238E27FC236}">
                <a16:creationId xmlns:a16="http://schemas.microsoft.com/office/drawing/2014/main" id="{CAD3479A-D859-1625-4562-6E5C9195277D}"/>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7" name="Espace réservé du numéro de diapositive 4">
            <a:extLst>
              <a:ext uri="{FF2B5EF4-FFF2-40B4-BE49-F238E27FC236}">
                <a16:creationId xmlns:a16="http://schemas.microsoft.com/office/drawing/2014/main" id="{DDA0C2EE-54B1-40DF-5330-D6EF52EC7224}"/>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
        <p:nvSpPr>
          <p:cNvPr id="3" name="Espace réservé du texte 45">
            <a:extLst>
              <a:ext uri="{FF2B5EF4-FFF2-40B4-BE49-F238E27FC236}">
                <a16:creationId xmlns:a16="http://schemas.microsoft.com/office/drawing/2014/main" id="{20F4AE11-747F-230F-7A2D-A860ECCBD69C}"/>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8" name="Espace réservé du texte 45">
            <a:extLst>
              <a:ext uri="{FF2B5EF4-FFF2-40B4-BE49-F238E27FC236}">
                <a16:creationId xmlns:a16="http://schemas.microsoft.com/office/drawing/2014/main" id="{620CD3BD-0CDA-DC28-5F16-7F119ACCE1E1}"/>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91631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ocs textes et double images">
    <p:bg>
      <p:bgPr>
        <a:solidFill>
          <a:schemeClr val="bg1"/>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6E8497F2-810E-6B5A-97F2-F8F6C32D6D47}"/>
              </a:ext>
            </a:extLst>
          </p:cNvPr>
          <p:cNvSpPr>
            <a:spLocks noGrp="1"/>
          </p:cNvSpPr>
          <p:nvPr>
            <p:ph type="title" hasCustomPrompt="1"/>
          </p:nvPr>
        </p:nvSpPr>
        <p:spPr>
          <a:xfrm>
            <a:off x="537576" y="862061"/>
            <a:ext cx="6306138" cy="590931"/>
          </a:xfrm>
        </p:spPr>
        <p:txBody>
          <a:bodyPr>
            <a:normAutofit/>
          </a:bodyPr>
          <a:lstStyle>
            <a:lvl1pPr>
              <a:defRPr b="1">
                <a:solidFill>
                  <a:schemeClr val="accent3"/>
                </a:solidFill>
              </a:defRPr>
            </a:lvl1pPr>
          </a:lstStyle>
          <a:p>
            <a:r>
              <a:rPr lang="fr-FR"/>
              <a:t>Titre</a:t>
            </a:r>
          </a:p>
        </p:txBody>
      </p:sp>
      <p:sp>
        <p:nvSpPr>
          <p:cNvPr id="22" name="Espace réservé du texte 48">
            <a:extLst>
              <a:ext uri="{FF2B5EF4-FFF2-40B4-BE49-F238E27FC236}">
                <a16:creationId xmlns:a16="http://schemas.microsoft.com/office/drawing/2014/main" id="{F02F88C0-1F0B-26FD-F39A-F95E340B5426}"/>
              </a:ext>
            </a:extLst>
          </p:cNvPr>
          <p:cNvSpPr>
            <a:spLocks noGrp="1"/>
          </p:cNvSpPr>
          <p:nvPr>
            <p:ph type="body" sz="quarter" idx="20" hasCustomPrompt="1"/>
          </p:nvPr>
        </p:nvSpPr>
        <p:spPr>
          <a:xfrm>
            <a:off x="538163" y="3086913"/>
            <a:ext cx="4383461" cy="1323439"/>
          </a:xfrm>
        </p:spPr>
        <p:txBody>
          <a:bodyPr>
            <a:spAutoFit/>
          </a:bodyPr>
          <a:lstStyle>
            <a:lvl1pPr>
              <a:lnSpc>
                <a:spcPct val="100000"/>
              </a:lnSpc>
              <a:defRPr sz="1600">
                <a:solidFill>
                  <a:schemeClr val="tx1"/>
                </a:solidFill>
              </a:defRPr>
            </a:lvl1pPr>
          </a:lstStyle>
          <a:p>
            <a:pPr lvl="0"/>
            <a:r>
              <a:rPr lang="fr-FR"/>
              <a:t>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endParaRPr lang="fr-FR"/>
          </a:p>
        </p:txBody>
      </p:sp>
      <p:sp>
        <p:nvSpPr>
          <p:cNvPr id="24" name="Espace réservé du texte 48">
            <a:extLst>
              <a:ext uri="{FF2B5EF4-FFF2-40B4-BE49-F238E27FC236}">
                <a16:creationId xmlns:a16="http://schemas.microsoft.com/office/drawing/2014/main" id="{2E9A6E87-6A84-70FC-7971-EC0B42537A5B}"/>
              </a:ext>
            </a:extLst>
          </p:cNvPr>
          <p:cNvSpPr>
            <a:spLocks noGrp="1"/>
          </p:cNvSpPr>
          <p:nvPr>
            <p:ph type="body" sz="quarter" idx="22" hasCustomPrompt="1"/>
          </p:nvPr>
        </p:nvSpPr>
        <p:spPr>
          <a:xfrm>
            <a:off x="538163" y="2615707"/>
            <a:ext cx="4383461" cy="400110"/>
          </a:xfrm>
        </p:spPr>
        <p:txBody>
          <a:bodyPr>
            <a:spAutoFit/>
          </a:bodyPr>
          <a:lstStyle>
            <a:lvl1pPr>
              <a:lnSpc>
                <a:spcPct val="100000"/>
              </a:lnSpc>
              <a:defRPr sz="2000">
                <a:solidFill>
                  <a:schemeClr val="accent3"/>
                </a:solidFill>
                <a:latin typeface="+mj-lt"/>
              </a:defRPr>
            </a:lvl1pPr>
          </a:lstStyle>
          <a:p>
            <a:pPr lvl="0"/>
            <a:r>
              <a:rPr lang="fr-FR"/>
              <a:t>Lorem ipsum </a:t>
            </a:r>
            <a:r>
              <a:rPr lang="fr-FR" err="1"/>
              <a:t>dolore</a:t>
            </a:r>
            <a:endParaRPr lang="fr-FR"/>
          </a:p>
        </p:txBody>
      </p:sp>
      <p:sp>
        <p:nvSpPr>
          <p:cNvPr id="25" name="Espace réservé du texte 48">
            <a:extLst>
              <a:ext uri="{FF2B5EF4-FFF2-40B4-BE49-F238E27FC236}">
                <a16:creationId xmlns:a16="http://schemas.microsoft.com/office/drawing/2014/main" id="{B24E0222-4D9C-033C-A66B-A321573ED79D}"/>
              </a:ext>
            </a:extLst>
          </p:cNvPr>
          <p:cNvSpPr>
            <a:spLocks noGrp="1"/>
          </p:cNvSpPr>
          <p:nvPr>
            <p:ph type="body" sz="quarter" idx="23" hasCustomPrompt="1"/>
          </p:nvPr>
        </p:nvSpPr>
        <p:spPr>
          <a:xfrm>
            <a:off x="538163" y="5050184"/>
            <a:ext cx="4383461" cy="1323439"/>
          </a:xfrm>
        </p:spPr>
        <p:txBody>
          <a:bodyPr>
            <a:spAutoFit/>
          </a:bodyPr>
          <a:lstStyle>
            <a:lvl1pPr>
              <a:lnSpc>
                <a:spcPct val="100000"/>
              </a:lnSpc>
              <a:defRPr sz="1600">
                <a:solidFill>
                  <a:schemeClr val="tx1"/>
                </a:solidFill>
              </a:defRPr>
            </a:lvl1pPr>
          </a:lstStyle>
          <a:p>
            <a:pPr lvl="0"/>
            <a:r>
              <a:rPr lang="fr-FR"/>
              <a:t>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endParaRPr lang="fr-FR"/>
          </a:p>
        </p:txBody>
      </p:sp>
      <p:sp>
        <p:nvSpPr>
          <p:cNvPr id="26" name="Espace réservé du texte 48">
            <a:extLst>
              <a:ext uri="{FF2B5EF4-FFF2-40B4-BE49-F238E27FC236}">
                <a16:creationId xmlns:a16="http://schemas.microsoft.com/office/drawing/2014/main" id="{855F0F13-80C8-81AF-D52A-98FCD83E6774}"/>
              </a:ext>
            </a:extLst>
          </p:cNvPr>
          <p:cNvSpPr>
            <a:spLocks noGrp="1"/>
          </p:cNvSpPr>
          <p:nvPr>
            <p:ph type="body" sz="quarter" idx="24" hasCustomPrompt="1"/>
          </p:nvPr>
        </p:nvSpPr>
        <p:spPr>
          <a:xfrm>
            <a:off x="538163" y="4578978"/>
            <a:ext cx="4383461" cy="400110"/>
          </a:xfrm>
        </p:spPr>
        <p:txBody>
          <a:bodyPr>
            <a:spAutoFit/>
          </a:bodyPr>
          <a:lstStyle>
            <a:lvl1pPr>
              <a:lnSpc>
                <a:spcPct val="100000"/>
              </a:lnSpc>
              <a:defRPr sz="2000">
                <a:solidFill>
                  <a:schemeClr val="accent3"/>
                </a:solidFill>
                <a:latin typeface="+mj-lt"/>
              </a:defRPr>
            </a:lvl1pPr>
          </a:lstStyle>
          <a:p>
            <a:pPr lvl="0"/>
            <a:r>
              <a:rPr lang="fr-FR"/>
              <a:t>Lorem ipsum </a:t>
            </a:r>
            <a:r>
              <a:rPr lang="fr-FR" err="1"/>
              <a:t>dolore</a:t>
            </a:r>
            <a:endParaRPr lang="fr-FR"/>
          </a:p>
        </p:txBody>
      </p:sp>
      <p:sp>
        <p:nvSpPr>
          <p:cNvPr id="14" name="Espace réservé pour une image  19">
            <a:extLst>
              <a:ext uri="{FF2B5EF4-FFF2-40B4-BE49-F238E27FC236}">
                <a16:creationId xmlns:a16="http://schemas.microsoft.com/office/drawing/2014/main" id="{F6E78AE4-46A9-E188-494F-9FE81598DE6F}"/>
              </a:ext>
            </a:extLst>
          </p:cNvPr>
          <p:cNvSpPr>
            <a:spLocks noGrp="1"/>
          </p:cNvSpPr>
          <p:nvPr>
            <p:ph type="pic" sz="quarter" idx="25"/>
          </p:nvPr>
        </p:nvSpPr>
        <p:spPr>
          <a:xfrm>
            <a:off x="7146435" y="263015"/>
            <a:ext cx="4758407" cy="2880000"/>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2" name="Espace réservé pour une image  19">
            <a:extLst>
              <a:ext uri="{FF2B5EF4-FFF2-40B4-BE49-F238E27FC236}">
                <a16:creationId xmlns:a16="http://schemas.microsoft.com/office/drawing/2014/main" id="{10642810-25E3-1833-3A61-2D2283DC917C}"/>
              </a:ext>
            </a:extLst>
          </p:cNvPr>
          <p:cNvSpPr>
            <a:spLocks noGrp="1"/>
          </p:cNvSpPr>
          <p:nvPr>
            <p:ph type="pic" sz="quarter" idx="26"/>
          </p:nvPr>
        </p:nvSpPr>
        <p:spPr>
          <a:xfrm>
            <a:off x="7146435" y="3281455"/>
            <a:ext cx="4758407" cy="2880000"/>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4" name="Forme libre 12">
            <a:extLst>
              <a:ext uri="{FF2B5EF4-FFF2-40B4-BE49-F238E27FC236}">
                <a16:creationId xmlns:a16="http://schemas.microsoft.com/office/drawing/2014/main" id="{8A39FBA8-5A98-CBEC-0115-A584F4DFC2F9}"/>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 name="Espace réservé de la date 2">
            <a:extLst>
              <a:ext uri="{FF2B5EF4-FFF2-40B4-BE49-F238E27FC236}">
                <a16:creationId xmlns:a16="http://schemas.microsoft.com/office/drawing/2014/main" id="{A1A7E69A-1780-14EA-F384-5E39EEE61DF6}"/>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7" name="Espace réservé du pied de page 3">
            <a:extLst>
              <a:ext uri="{FF2B5EF4-FFF2-40B4-BE49-F238E27FC236}">
                <a16:creationId xmlns:a16="http://schemas.microsoft.com/office/drawing/2014/main" id="{18A69519-C51E-9F72-E426-15B96F87DBFE}"/>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8" name="Espace réservé du numéro de diapositive 4">
            <a:extLst>
              <a:ext uri="{FF2B5EF4-FFF2-40B4-BE49-F238E27FC236}">
                <a16:creationId xmlns:a16="http://schemas.microsoft.com/office/drawing/2014/main" id="{30B312F4-E527-CE37-C0E1-7F7145D9764F}"/>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3" name="Groupe 2">
            <a:extLst>
              <a:ext uri="{FF2B5EF4-FFF2-40B4-BE49-F238E27FC236}">
                <a16:creationId xmlns:a16="http://schemas.microsoft.com/office/drawing/2014/main" id="{B9CECE49-98C2-DFE8-082A-3B2800AE5021}"/>
              </a:ext>
            </a:extLst>
          </p:cNvPr>
          <p:cNvGrpSpPr/>
          <p:nvPr userDrawn="1"/>
        </p:nvGrpSpPr>
        <p:grpSpPr>
          <a:xfrm>
            <a:off x="-1" y="263015"/>
            <a:ext cx="5860125" cy="375126"/>
            <a:chOff x="-5557295" y="172402"/>
            <a:chExt cx="5860125" cy="375126"/>
          </a:xfrm>
        </p:grpSpPr>
        <p:sp>
          <p:nvSpPr>
            <p:cNvPr id="15" name="Forme libre 11">
              <a:extLst>
                <a:ext uri="{FF2B5EF4-FFF2-40B4-BE49-F238E27FC236}">
                  <a16:creationId xmlns:a16="http://schemas.microsoft.com/office/drawing/2014/main" id="{2A90E934-9CE2-3D59-3CFE-4502AFEDED1E}"/>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6" name="Forme libre 12">
              <a:extLst>
                <a:ext uri="{FF2B5EF4-FFF2-40B4-BE49-F238E27FC236}">
                  <a16:creationId xmlns:a16="http://schemas.microsoft.com/office/drawing/2014/main" id="{B8FC6ACA-B185-1DDD-4CF9-2B115520E19D}"/>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9" name="Espace réservé du texte 45">
            <a:extLst>
              <a:ext uri="{FF2B5EF4-FFF2-40B4-BE49-F238E27FC236}">
                <a16:creationId xmlns:a16="http://schemas.microsoft.com/office/drawing/2014/main" id="{E7F2F9F9-6B3A-2997-C553-A22A8CAD08E1}"/>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10" name="Espace réservé du texte 45">
            <a:extLst>
              <a:ext uri="{FF2B5EF4-FFF2-40B4-BE49-F238E27FC236}">
                <a16:creationId xmlns:a16="http://schemas.microsoft.com/office/drawing/2014/main" id="{FA084A27-2090-98BD-DD1A-F4E346FDC59D}"/>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5847667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rganigramme">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55B5A7-A28F-6CD8-1A7F-CD75AE893D5D}"/>
              </a:ext>
            </a:extLst>
          </p:cNvPr>
          <p:cNvSpPr>
            <a:spLocks noGrp="1"/>
          </p:cNvSpPr>
          <p:nvPr userDrawn="1">
            <p:ph type="title" hasCustomPrompt="1"/>
          </p:nvPr>
        </p:nvSpPr>
        <p:spPr/>
        <p:txBody>
          <a:bodyPr/>
          <a:lstStyle>
            <a:lvl1pPr>
              <a:defRPr b="1">
                <a:solidFill>
                  <a:schemeClr val="accent3"/>
                </a:solidFill>
              </a:defRPr>
            </a:lvl1pPr>
          </a:lstStyle>
          <a:p>
            <a:r>
              <a:rPr lang="fr-FR"/>
              <a:t>Équipe</a:t>
            </a:r>
          </a:p>
        </p:txBody>
      </p:sp>
      <p:sp>
        <p:nvSpPr>
          <p:cNvPr id="12" name="Espace réservé pour une image  11">
            <a:extLst>
              <a:ext uri="{FF2B5EF4-FFF2-40B4-BE49-F238E27FC236}">
                <a16:creationId xmlns:a16="http://schemas.microsoft.com/office/drawing/2014/main" id="{964EFAC4-6EB0-5736-D94D-3A4E549CB9DB}"/>
              </a:ext>
            </a:extLst>
          </p:cNvPr>
          <p:cNvSpPr>
            <a:spLocks noGrp="1"/>
          </p:cNvSpPr>
          <p:nvPr>
            <p:ph type="pic" sz="quarter" idx="20"/>
          </p:nvPr>
        </p:nvSpPr>
        <p:spPr>
          <a:xfrm>
            <a:off x="488235" y="1742673"/>
            <a:ext cx="961200" cy="961200"/>
          </a:xfrm>
          <a:prstGeom prst="ellipse">
            <a:avLst/>
          </a:prstGeom>
          <a:solidFill>
            <a:schemeClr val="bg1">
              <a:lumMod val="95000"/>
            </a:schemeClr>
          </a:solidFill>
        </p:spPr>
        <p:txBody>
          <a:bodyPr/>
          <a:lstStyle/>
          <a:p>
            <a:r>
              <a:rPr lang="fr-FR"/>
              <a:t>Cliquez sur l'icône pour ajouter une image</a:t>
            </a:r>
          </a:p>
        </p:txBody>
      </p:sp>
      <p:sp>
        <p:nvSpPr>
          <p:cNvPr id="7" name="Forme libre 12">
            <a:extLst>
              <a:ext uri="{FF2B5EF4-FFF2-40B4-BE49-F238E27FC236}">
                <a16:creationId xmlns:a16="http://schemas.microsoft.com/office/drawing/2014/main" id="{9BF04A55-1F84-D050-DE52-63716C9CC985}"/>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8" name="Espace réservé de la date 2">
            <a:extLst>
              <a:ext uri="{FF2B5EF4-FFF2-40B4-BE49-F238E27FC236}">
                <a16:creationId xmlns:a16="http://schemas.microsoft.com/office/drawing/2014/main" id="{080BA467-F14C-EE89-D139-02E96303F034}"/>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11" name="Espace réservé du pied de page 3">
            <a:extLst>
              <a:ext uri="{FF2B5EF4-FFF2-40B4-BE49-F238E27FC236}">
                <a16:creationId xmlns:a16="http://schemas.microsoft.com/office/drawing/2014/main" id="{B8A2A068-D0EF-8448-1595-1FE0000BC629}"/>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3" name="Espace réservé du numéro de diapositive 4">
            <a:extLst>
              <a:ext uri="{FF2B5EF4-FFF2-40B4-BE49-F238E27FC236}">
                <a16:creationId xmlns:a16="http://schemas.microsoft.com/office/drawing/2014/main" id="{51639411-7A3B-18F8-DAC5-27076E52BBA9}"/>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21" name="Groupe 20">
            <a:extLst>
              <a:ext uri="{FF2B5EF4-FFF2-40B4-BE49-F238E27FC236}">
                <a16:creationId xmlns:a16="http://schemas.microsoft.com/office/drawing/2014/main" id="{FA4CB8F3-ECC0-EBAB-FAAF-CDC344D5A131}"/>
              </a:ext>
            </a:extLst>
          </p:cNvPr>
          <p:cNvGrpSpPr/>
          <p:nvPr userDrawn="1"/>
        </p:nvGrpSpPr>
        <p:grpSpPr>
          <a:xfrm>
            <a:off x="-1" y="263015"/>
            <a:ext cx="5860125" cy="375126"/>
            <a:chOff x="-5557295" y="172402"/>
            <a:chExt cx="5860125" cy="375126"/>
          </a:xfrm>
        </p:grpSpPr>
        <p:sp>
          <p:nvSpPr>
            <p:cNvPr id="22" name="Forme libre 11">
              <a:extLst>
                <a:ext uri="{FF2B5EF4-FFF2-40B4-BE49-F238E27FC236}">
                  <a16:creationId xmlns:a16="http://schemas.microsoft.com/office/drawing/2014/main" id="{7A060465-13DA-F609-4474-BCE3B5BBC5FC}"/>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3" name="Forme libre 12">
              <a:extLst>
                <a:ext uri="{FF2B5EF4-FFF2-40B4-BE49-F238E27FC236}">
                  <a16:creationId xmlns:a16="http://schemas.microsoft.com/office/drawing/2014/main" id="{6C57918C-F06B-8A60-4CF5-0BE36EDE1B7F}"/>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0FEF6E8E-8C45-E81D-BB86-453F3E96B0B0}"/>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4" name="Espace réservé du texte 45">
            <a:extLst>
              <a:ext uri="{FF2B5EF4-FFF2-40B4-BE49-F238E27FC236}">
                <a16:creationId xmlns:a16="http://schemas.microsoft.com/office/drawing/2014/main" id="{C601C8B9-6DB5-301C-DBD4-EF82A7D912DE}"/>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171829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aison de contenus 01">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982B8E-19E0-88C1-51B4-FF0E2F39712A}"/>
              </a:ext>
            </a:extLst>
          </p:cNvPr>
          <p:cNvSpPr>
            <a:spLocks noGrp="1"/>
          </p:cNvSpPr>
          <p:nvPr>
            <p:ph type="title"/>
          </p:nvPr>
        </p:nvSpPr>
        <p:spPr/>
        <p:txBody>
          <a:bodyPr/>
          <a:lstStyle>
            <a:lvl1pPr>
              <a:defRPr b="1"/>
            </a:lvl1pPr>
          </a:lstStyle>
          <a:p>
            <a:r>
              <a:rPr lang="fr-FR"/>
              <a:t>Modifiez le style du titre</a:t>
            </a:r>
          </a:p>
        </p:txBody>
      </p:sp>
      <p:sp>
        <p:nvSpPr>
          <p:cNvPr id="3" name="Forme libre 12">
            <a:extLst>
              <a:ext uri="{FF2B5EF4-FFF2-40B4-BE49-F238E27FC236}">
                <a16:creationId xmlns:a16="http://schemas.microsoft.com/office/drawing/2014/main" id="{33663BA0-DDDD-9236-BDED-9F1950AFBDF5}"/>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 name="Espace réservé de la date 2">
            <a:extLst>
              <a:ext uri="{FF2B5EF4-FFF2-40B4-BE49-F238E27FC236}">
                <a16:creationId xmlns:a16="http://schemas.microsoft.com/office/drawing/2014/main" id="{6DE86FCF-AA4D-7351-22A3-89182C84424F}"/>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9" name="Espace réservé du pied de page 3">
            <a:extLst>
              <a:ext uri="{FF2B5EF4-FFF2-40B4-BE49-F238E27FC236}">
                <a16:creationId xmlns:a16="http://schemas.microsoft.com/office/drawing/2014/main" id="{3C4D3CD9-77C7-E480-FE92-337DAF7F0708}"/>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2" name="Espace réservé du numéro de diapositive 4">
            <a:extLst>
              <a:ext uri="{FF2B5EF4-FFF2-40B4-BE49-F238E27FC236}">
                <a16:creationId xmlns:a16="http://schemas.microsoft.com/office/drawing/2014/main" id="{F69A84FF-9530-9038-A1B0-F19F47787B63}"/>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13" name="Groupe 12">
            <a:extLst>
              <a:ext uri="{FF2B5EF4-FFF2-40B4-BE49-F238E27FC236}">
                <a16:creationId xmlns:a16="http://schemas.microsoft.com/office/drawing/2014/main" id="{840C276D-D460-A398-B304-EE6B1B0F237A}"/>
              </a:ext>
            </a:extLst>
          </p:cNvPr>
          <p:cNvGrpSpPr/>
          <p:nvPr userDrawn="1"/>
        </p:nvGrpSpPr>
        <p:grpSpPr>
          <a:xfrm>
            <a:off x="-1" y="263015"/>
            <a:ext cx="5860125" cy="375126"/>
            <a:chOff x="-5557295" y="172402"/>
            <a:chExt cx="5860125" cy="375126"/>
          </a:xfrm>
        </p:grpSpPr>
        <p:sp>
          <p:nvSpPr>
            <p:cNvPr id="14" name="Forme libre 11">
              <a:extLst>
                <a:ext uri="{FF2B5EF4-FFF2-40B4-BE49-F238E27FC236}">
                  <a16:creationId xmlns:a16="http://schemas.microsoft.com/office/drawing/2014/main" id="{8BACE2B5-A27B-AB0A-CE25-783E9EF8B43D}"/>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5" name="Forme libre 12">
              <a:extLst>
                <a:ext uri="{FF2B5EF4-FFF2-40B4-BE49-F238E27FC236}">
                  <a16:creationId xmlns:a16="http://schemas.microsoft.com/office/drawing/2014/main" id="{7E9422F8-98C1-C9C1-7A2D-D24B4C43607B}"/>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4" name="Espace réservé du texte 45">
            <a:extLst>
              <a:ext uri="{FF2B5EF4-FFF2-40B4-BE49-F238E27FC236}">
                <a16:creationId xmlns:a16="http://schemas.microsoft.com/office/drawing/2014/main" id="{CE5DF485-3F77-8130-C972-1AF1104D6485}"/>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5" name="Espace réservé du texte 45">
            <a:extLst>
              <a:ext uri="{FF2B5EF4-FFF2-40B4-BE49-F238E27FC236}">
                <a16:creationId xmlns:a16="http://schemas.microsoft.com/office/drawing/2014/main" id="{89984247-9725-92BF-1C3D-B33A296114F5}"/>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2610130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aison de contenus 02">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0C9F5D-CE34-A01E-7DE3-327B3D900856}"/>
              </a:ext>
            </a:extLst>
          </p:cNvPr>
          <p:cNvSpPr>
            <a:spLocks noGrp="1"/>
          </p:cNvSpPr>
          <p:nvPr>
            <p:ph type="title"/>
          </p:nvPr>
        </p:nvSpPr>
        <p:spPr/>
        <p:txBody>
          <a:bodyPr/>
          <a:lstStyle>
            <a:lvl1pPr>
              <a:defRPr b="1">
                <a:solidFill>
                  <a:schemeClr val="accent3"/>
                </a:solidFill>
              </a:defRPr>
            </a:lvl1pPr>
          </a:lstStyle>
          <a:p>
            <a:r>
              <a:rPr lang="fr-FR"/>
              <a:t>Modifiez le style du titre</a:t>
            </a:r>
          </a:p>
        </p:txBody>
      </p:sp>
      <p:sp>
        <p:nvSpPr>
          <p:cNvPr id="9" name="Espace réservé du texte 48">
            <a:extLst>
              <a:ext uri="{FF2B5EF4-FFF2-40B4-BE49-F238E27FC236}">
                <a16:creationId xmlns:a16="http://schemas.microsoft.com/office/drawing/2014/main" id="{934172D6-6481-00C7-6BCE-45A6EF32D145}"/>
              </a:ext>
            </a:extLst>
          </p:cNvPr>
          <p:cNvSpPr>
            <a:spLocks noGrp="1"/>
          </p:cNvSpPr>
          <p:nvPr>
            <p:ph type="body" sz="quarter" idx="21" hasCustomPrompt="1"/>
          </p:nvPr>
        </p:nvSpPr>
        <p:spPr>
          <a:xfrm>
            <a:off x="628665" y="3554930"/>
            <a:ext cx="3219895" cy="307777"/>
          </a:xfrm>
        </p:spPr>
        <p:txBody>
          <a:bodyPr wrap="square" lIns="0" tIns="0" rIns="0" bIns="0" anchor="t" anchorCtr="0">
            <a:spAutoFit/>
          </a:bodyPr>
          <a:lstStyle>
            <a:lvl1pPr algn="l">
              <a:lnSpc>
                <a:spcPct val="100000"/>
              </a:lnSpc>
              <a:defRPr sz="2000">
                <a:solidFill>
                  <a:schemeClr val="accent1"/>
                </a:solidFill>
                <a:latin typeface="+mj-lt"/>
              </a:defRPr>
            </a:lvl1pPr>
          </a:lstStyle>
          <a:p>
            <a:pPr lvl="0"/>
            <a:r>
              <a:rPr lang="fr-FR"/>
              <a:t>Lorem ipsum </a:t>
            </a:r>
            <a:r>
              <a:rPr lang="fr-FR" err="1"/>
              <a:t>dolore</a:t>
            </a:r>
            <a:endParaRPr lang="fr-FR"/>
          </a:p>
        </p:txBody>
      </p:sp>
      <p:sp>
        <p:nvSpPr>
          <p:cNvPr id="10" name="Espace réservé du texte 48">
            <a:extLst>
              <a:ext uri="{FF2B5EF4-FFF2-40B4-BE49-F238E27FC236}">
                <a16:creationId xmlns:a16="http://schemas.microsoft.com/office/drawing/2014/main" id="{96DEB718-B1A0-5075-B5E8-8044BCC7AE2B}"/>
              </a:ext>
            </a:extLst>
          </p:cNvPr>
          <p:cNvSpPr>
            <a:spLocks noGrp="1"/>
          </p:cNvSpPr>
          <p:nvPr>
            <p:ph type="body" sz="quarter" idx="22" hasCustomPrompt="1"/>
          </p:nvPr>
        </p:nvSpPr>
        <p:spPr>
          <a:xfrm>
            <a:off x="628665" y="4006034"/>
            <a:ext cx="3219895" cy="1292662"/>
          </a:xfrm>
        </p:spPr>
        <p:txBody>
          <a:bodyPr wrap="square" lIns="0" tIns="0" rIns="0" bIns="0" anchor="t" anchorCtr="0">
            <a:spAutoFit/>
          </a:bodyPr>
          <a:lstStyle>
            <a:lvl1pPr algn="l">
              <a:lnSpc>
                <a:spcPct val="100000"/>
              </a:lnSpc>
              <a:defRPr sz="1400">
                <a:solidFill>
                  <a:schemeClr val="tx1"/>
                </a:solidFill>
                <a:latin typeface="+mn-lt"/>
              </a:defRPr>
            </a:lvl1pPr>
          </a:lstStyle>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r>
              <a:rPr lang="fr-FR"/>
              <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p:txBody>
      </p:sp>
      <p:sp>
        <p:nvSpPr>
          <p:cNvPr id="11" name="Espace réservé du texte 48">
            <a:extLst>
              <a:ext uri="{FF2B5EF4-FFF2-40B4-BE49-F238E27FC236}">
                <a16:creationId xmlns:a16="http://schemas.microsoft.com/office/drawing/2014/main" id="{E1277626-7B66-B3BE-AB57-F7192B3F25EA}"/>
              </a:ext>
            </a:extLst>
          </p:cNvPr>
          <p:cNvSpPr>
            <a:spLocks noGrp="1"/>
          </p:cNvSpPr>
          <p:nvPr>
            <p:ph type="body" sz="quarter" idx="23" hasCustomPrompt="1"/>
          </p:nvPr>
        </p:nvSpPr>
        <p:spPr>
          <a:xfrm>
            <a:off x="4481337" y="3554930"/>
            <a:ext cx="3219895" cy="307777"/>
          </a:xfrm>
        </p:spPr>
        <p:txBody>
          <a:bodyPr wrap="square" lIns="0" tIns="0" rIns="0" bIns="0" anchor="t" anchorCtr="0">
            <a:spAutoFit/>
          </a:bodyPr>
          <a:lstStyle>
            <a:lvl1pPr algn="l">
              <a:lnSpc>
                <a:spcPct val="100000"/>
              </a:lnSpc>
              <a:defRPr sz="2000">
                <a:solidFill>
                  <a:schemeClr val="bg2"/>
                </a:solidFill>
                <a:latin typeface="+mj-lt"/>
              </a:defRPr>
            </a:lvl1pPr>
          </a:lstStyle>
          <a:p>
            <a:pPr lvl="0"/>
            <a:r>
              <a:rPr lang="fr-FR"/>
              <a:t>Lorem ipsum </a:t>
            </a:r>
            <a:r>
              <a:rPr lang="fr-FR" err="1"/>
              <a:t>dolore</a:t>
            </a:r>
            <a:endParaRPr lang="fr-FR"/>
          </a:p>
        </p:txBody>
      </p:sp>
      <p:sp>
        <p:nvSpPr>
          <p:cNvPr id="12" name="Espace réservé du texte 48">
            <a:extLst>
              <a:ext uri="{FF2B5EF4-FFF2-40B4-BE49-F238E27FC236}">
                <a16:creationId xmlns:a16="http://schemas.microsoft.com/office/drawing/2014/main" id="{FAE8A845-1607-8E8D-70A2-79A344C491C6}"/>
              </a:ext>
            </a:extLst>
          </p:cNvPr>
          <p:cNvSpPr>
            <a:spLocks noGrp="1"/>
          </p:cNvSpPr>
          <p:nvPr>
            <p:ph type="body" sz="quarter" idx="24" hasCustomPrompt="1"/>
          </p:nvPr>
        </p:nvSpPr>
        <p:spPr>
          <a:xfrm>
            <a:off x="4481337" y="4006034"/>
            <a:ext cx="3219895" cy="1292662"/>
          </a:xfrm>
        </p:spPr>
        <p:txBody>
          <a:bodyPr wrap="square" lIns="0" tIns="0" rIns="0" bIns="0" anchor="t" anchorCtr="0">
            <a:spAutoFit/>
          </a:bodyPr>
          <a:lstStyle>
            <a:lvl1pPr algn="l">
              <a:lnSpc>
                <a:spcPct val="100000"/>
              </a:lnSpc>
              <a:defRPr sz="1400">
                <a:solidFill>
                  <a:schemeClr val="tx1"/>
                </a:solidFill>
                <a:latin typeface="+mn-lt"/>
              </a:defRPr>
            </a:lvl1pPr>
          </a:lstStyle>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r>
              <a:rPr lang="fr-FR"/>
              <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p:txBody>
      </p:sp>
      <p:sp>
        <p:nvSpPr>
          <p:cNvPr id="13" name="Espace réservé du texte 48">
            <a:extLst>
              <a:ext uri="{FF2B5EF4-FFF2-40B4-BE49-F238E27FC236}">
                <a16:creationId xmlns:a16="http://schemas.microsoft.com/office/drawing/2014/main" id="{4B00D130-28AC-F4E8-E698-1A61042E5D7D}"/>
              </a:ext>
            </a:extLst>
          </p:cNvPr>
          <p:cNvSpPr>
            <a:spLocks noGrp="1"/>
          </p:cNvSpPr>
          <p:nvPr>
            <p:ph type="body" sz="quarter" idx="25" hasCustomPrompt="1"/>
          </p:nvPr>
        </p:nvSpPr>
        <p:spPr>
          <a:xfrm>
            <a:off x="8334009" y="3554930"/>
            <a:ext cx="3219895" cy="307777"/>
          </a:xfrm>
        </p:spPr>
        <p:txBody>
          <a:bodyPr wrap="square" lIns="0" tIns="0" rIns="0" bIns="0" anchor="t" anchorCtr="0">
            <a:spAutoFit/>
          </a:bodyPr>
          <a:lstStyle>
            <a:lvl1pPr algn="l">
              <a:lnSpc>
                <a:spcPct val="100000"/>
              </a:lnSpc>
              <a:defRPr sz="2000">
                <a:solidFill>
                  <a:schemeClr val="accent5"/>
                </a:solidFill>
                <a:latin typeface="+mj-lt"/>
              </a:defRPr>
            </a:lvl1pPr>
          </a:lstStyle>
          <a:p>
            <a:pPr lvl="0"/>
            <a:r>
              <a:rPr lang="fr-FR"/>
              <a:t>Lorem ipsum </a:t>
            </a:r>
            <a:r>
              <a:rPr lang="fr-FR" err="1"/>
              <a:t>dolore</a:t>
            </a:r>
            <a:endParaRPr lang="fr-FR"/>
          </a:p>
        </p:txBody>
      </p:sp>
      <p:sp>
        <p:nvSpPr>
          <p:cNvPr id="14" name="Espace réservé du texte 48">
            <a:extLst>
              <a:ext uri="{FF2B5EF4-FFF2-40B4-BE49-F238E27FC236}">
                <a16:creationId xmlns:a16="http://schemas.microsoft.com/office/drawing/2014/main" id="{489AFAF3-512B-07BC-6B5C-F1B0C39179CF}"/>
              </a:ext>
            </a:extLst>
          </p:cNvPr>
          <p:cNvSpPr>
            <a:spLocks noGrp="1"/>
          </p:cNvSpPr>
          <p:nvPr>
            <p:ph type="body" sz="quarter" idx="26" hasCustomPrompt="1"/>
          </p:nvPr>
        </p:nvSpPr>
        <p:spPr>
          <a:xfrm>
            <a:off x="8334009" y="4006034"/>
            <a:ext cx="3219895" cy="1292662"/>
          </a:xfrm>
        </p:spPr>
        <p:txBody>
          <a:bodyPr wrap="square" lIns="0" tIns="0" rIns="0" bIns="0" anchor="t" anchorCtr="0">
            <a:spAutoFit/>
          </a:bodyPr>
          <a:lstStyle>
            <a:lvl1pPr algn="l">
              <a:lnSpc>
                <a:spcPct val="100000"/>
              </a:lnSpc>
              <a:defRPr sz="1400">
                <a:solidFill>
                  <a:schemeClr val="tx1"/>
                </a:solidFill>
                <a:latin typeface="+mn-lt"/>
              </a:defRPr>
            </a:lvl1pPr>
          </a:lstStyle>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r>
              <a:rPr lang="fr-FR"/>
              <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p:txBody>
      </p:sp>
      <p:sp>
        <p:nvSpPr>
          <p:cNvPr id="3" name="Forme libre 12">
            <a:extLst>
              <a:ext uri="{FF2B5EF4-FFF2-40B4-BE49-F238E27FC236}">
                <a16:creationId xmlns:a16="http://schemas.microsoft.com/office/drawing/2014/main" id="{4F379713-8488-1672-7CA3-F2E5761BA380}"/>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 name="Espace réservé de la date 2">
            <a:extLst>
              <a:ext uri="{FF2B5EF4-FFF2-40B4-BE49-F238E27FC236}">
                <a16:creationId xmlns:a16="http://schemas.microsoft.com/office/drawing/2014/main" id="{21F0BE90-3B1F-09AC-1100-AB104DDD1B2D}"/>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7" name="Espace réservé du pied de page 3">
            <a:extLst>
              <a:ext uri="{FF2B5EF4-FFF2-40B4-BE49-F238E27FC236}">
                <a16:creationId xmlns:a16="http://schemas.microsoft.com/office/drawing/2014/main" id="{848B5F75-7266-F802-EB96-FD48BA261158}"/>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8" name="Espace réservé du numéro de diapositive 4">
            <a:extLst>
              <a:ext uri="{FF2B5EF4-FFF2-40B4-BE49-F238E27FC236}">
                <a16:creationId xmlns:a16="http://schemas.microsoft.com/office/drawing/2014/main" id="{F92F5DCC-3E61-B250-BB6F-00021BB3E386}"/>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15" name="Groupe 14">
            <a:extLst>
              <a:ext uri="{FF2B5EF4-FFF2-40B4-BE49-F238E27FC236}">
                <a16:creationId xmlns:a16="http://schemas.microsoft.com/office/drawing/2014/main" id="{0C371C93-02AD-1AFC-074D-4AA2FD0084E0}"/>
              </a:ext>
            </a:extLst>
          </p:cNvPr>
          <p:cNvGrpSpPr/>
          <p:nvPr userDrawn="1"/>
        </p:nvGrpSpPr>
        <p:grpSpPr>
          <a:xfrm>
            <a:off x="-1" y="263015"/>
            <a:ext cx="5860125" cy="375126"/>
            <a:chOff x="-5557295" y="172402"/>
            <a:chExt cx="5860125" cy="375126"/>
          </a:xfrm>
        </p:grpSpPr>
        <p:sp>
          <p:nvSpPr>
            <p:cNvPr id="16" name="Forme libre 11">
              <a:extLst>
                <a:ext uri="{FF2B5EF4-FFF2-40B4-BE49-F238E27FC236}">
                  <a16:creationId xmlns:a16="http://schemas.microsoft.com/office/drawing/2014/main" id="{4B272BF3-9CF1-D6DB-2FBF-5B392E0A65AC}"/>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9" name="Forme libre 12">
              <a:extLst>
                <a:ext uri="{FF2B5EF4-FFF2-40B4-BE49-F238E27FC236}">
                  <a16:creationId xmlns:a16="http://schemas.microsoft.com/office/drawing/2014/main" id="{77E48F25-3F80-8211-6E54-5508EFFC9A50}"/>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4" name="Espace réservé du texte 45">
            <a:extLst>
              <a:ext uri="{FF2B5EF4-FFF2-40B4-BE49-F238E27FC236}">
                <a16:creationId xmlns:a16="http://schemas.microsoft.com/office/drawing/2014/main" id="{9ECE1B18-4079-C278-EAB0-A2B8BA1DBC5E}"/>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5" name="Espace réservé du texte 45">
            <a:extLst>
              <a:ext uri="{FF2B5EF4-FFF2-40B4-BE49-F238E27FC236}">
                <a16:creationId xmlns:a16="http://schemas.microsoft.com/office/drawing/2014/main" id="{4C0EC8F6-2951-A3FC-9DFB-2BC69A769F2F}"/>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2290606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aison de contenus 03">
    <p:bg>
      <p:bgPr>
        <a:solidFill>
          <a:schemeClr val="bg1"/>
        </a:solidFill>
        <a:effectLst/>
      </p:bgPr>
    </p:bg>
    <p:spTree>
      <p:nvGrpSpPr>
        <p:cNvPr id="1" name=""/>
        <p:cNvGrpSpPr/>
        <p:nvPr/>
      </p:nvGrpSpPr>
      <p:grpSpPr>
        <a:xfrm>
          <a:off x="0" y="0"/>
          <a:ext cx="0" cy="0"/>
          <a:chOff x="0" y="0"/>
          <a:chExt cx="0" cy="0"/>
        </a:xfrm>
      </p:grpSpPr>
      <p:grpSp>
        <p:nvGrpSpPr>
          <p:cNvPr id="25" name="Groupe 24">
            <a:extLst>
              <a:ext uri="{FF2B5EF4-FFF2-40B4-BE49-F238E27FC236}">
                <a16:creationId xmlns:a16="http://schemas.microsoft.com/office/drawing/2014/main" id="{5A9303A7-5B1B-B424-B892-77E5901C2B16}"/>
              </a:ext>
            </a:extLst>
          </p:cNvPr>
          <p:cNvGrpSpPr/>
          <p:nvPr userDrawn="1"/>
        </p:nvGrpSpPr>
        <p:grpSpPr>
          <a:xfrm>
            <a:off x="1316735" y="2195798"/>
            <a:ext cx="3779139" cy="590931"/>
            <a:chOff x="5627879" y="-686975"/>
            <a:chExt cx="1786827" cy="279400"/>
          </a:xfrm>
          <a:solidFill>
            <a:schemeClr val="bg1">
              <a:lumMod val="95000"/>
            </a:schemeClr>
          </a:solidFill>
        </p:grpSpPr>
        <p:sp>
          <p:nvSpPr>
            <p:cNvPr id="22" name="Forme libre 21">
              <a:extLst>
                <a:ext uri="{FF2B5EF4-FFF2-40B4-BE49-F238E27FC236}">
                  <a16:creationId xmlns:a16="http://schemas.microsoft.com/office/drawing/2014/main" id="{643DEBD7-8D71-5F62-CD89-7AE08606E359}"/>
                </a:ext>
              </a:extLst>
            </p:cNvPr>
            <p:cNvSpPr/>
            <p:nvPr userDrawn="1"/>
          </p:nvSpPr>
          <p:spPr>
            <a:xfrm>
              <a:off x="5627879" y="-686975"/>
              <a:ext cx="944975" cy="279400"/>
            </a:xfrm>
            <a:custGeom>
              <a:avLst/>
              <a:gdLst>
                <a:gd name="connsiteX0" fmla="*/ 142572 w 944975"/>
                <a:gd name="connsiteY0" fmla="*/ 0 h 279400"/>
                <a:gd name="connsiteX1" fmla="*/ 944975 w 944975"/>
                <a:gd name="connsiteY1" fmla="*/ 0 h 279400"/>
                <a:gd name="connsiteX2" fmla="*/ 944975 w 944975"/>
                <a:gd name="connsiteY2" fmla="*/ 279400 h 279400"/>
                <a:gd name="connsiteX3" fmla="*/ 142572 w 944975"/>
                <a:gd name="connsiteY3" fmla="*/ 279400 h 279400"/>
                <a:gd name="connsiteX4" fmla="*/ 0 w 944975"/>
                <a:gd name="connsiteY4" fmla="*/ 139700 h 279400"/>
                <a:gd name="connsiteX5" fmla="*/ 142572 w 944975"/>
                <a:gd name="connsiteY5" fmla="*/ 0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4975" h="279400">
                  <a:moveTo>
                    <a:pt x="142572" y="0"/>
                  </a:moveTo>
                  <a:lnTo>
                    <a:pt x="944975" y="0"/>
                  </a:lnTo>
                  <a:lnTo>
                    <a:pt x="944975" y="279400"/>
                  </a:lnTo>
                  <a:lnTo>
                    <a:pt x="142572" y="279400"/>
                  </a:lnTo>
                  <a:cubicBezTo>
                    <a:pt x="63872" y="279400"/>
                    <a:pt x="0" y="216814"/>
                    <a:pt x="0" y="139700"/>
                  </a:cubicBezTo>
                  <a:cubicBezTo>
                    <a:pt x="0" y="62586"/>
                    <a:pt x="63872" y="0"/>
                    <a:pt x="142572" y="0"/>
                  </a:cubicBezTo>
                  <a:close/>
                </a:path>
              </a:pathLst>
            </a:custGeom>
            <a:grp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1" name="Forme libre 20">
              <a:extLst>
                <a:ext uri="{FF2B5EF4-FFF2-40B4-BE49-F238E27FC236}">
                  <a16:creationId xmlns:a16="http://schemas.microsoft.com/office/drawing/2014/main" id="{F3B13421-E2A9-518B-2AA3-F8B7674FBBC1}"/>
                </a:ext>
              </a:extLst>
            </p:cNvPr>
            <p:cNvSpPr/>
            <p:nvPr userDrawn="1"/>
          </p:nvSpPr>
          <p:spPr>
            <a:xfrm>
              <a:off x="6469731" y="-686975"/>
              <a:ext cx="944975" cy="279400"/>
            </a:xfrm>
            <a:custGeom>
              <a:avLst/>
              <a:gdLst>
                <a:gd name="connsiteX0" fmla="*/ 0 w 944975"/>
                <a:gd name="connsiteY0" fmla="*/ 0 h 279400"/>
                <a:gd name="connsiteX1" fmla="*/ 802403 w 944975"/>
                <a:gd name="connsiteY1" fmla="*/ 0 h 279400"/>
                <a:gd name="connsiteX2" fmla="*/ 944975 w 944975"/>
                <a:gd name="connsiteY2" fmla="*/ 139700 h 279400"/>
                <a:gd name="connsiteX3" fmla="*/ 802403 w 944975"/>
                <a:gd name="connsiteY3" fmla="*/ 279400 h 279400"/>
                <a:gd name="connsiteX4" fmla="*/ 0 w 944975"/>
                <a:gd name="connsiteY4" fmla="*/ 279400 h 279400"/>
                <a:gd name="connsiteX5" fmla="*/ 0 w 944975"/>
                <a:gd name="connsiteY5" fmla="*/ 0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4975" h="279400">
                  <a:moveTo>
                    <a:pt x="0" y="0"/>
                  </a:moveTo>
                  <a:lnTo>
                    <a:pt x="802403" y="0"/>
                  </a:lnTo>
                  <a:cubicBezTo>
                    <a:pt x="881103" y="0"/>
                    <a:pt x="944975" y="62586"/>
                    <a:pt x="944975" y="139700"/>
                  </a:cubicBezTo>
                  <a:cubicBezTo>
                    <a:pt x="944975" y="216814"/>
                    <a:pt x="881103" y="279400"/>
                    <a:pt x="802403" y="279400"/>
                  </a:cubicBezTo>
                  <a:lnTo>
                    <a:pt x="0" y="279400"/>
                  </a:lnTo>
                  <a:lnTo>
                    <a:pt x="0" y="0"/>
                  </a:lnTo>
                  <a:close/>
                </a:path>
              </a:pathLst>
            </a:custGeom>
            <a:grp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2" name="Titre 1">
            <a:extLst>
              <a:ext uri="{FF2B5EF4-FFF2-40B4-BE49-F238E27FC236}">
                <a16:creationId xmlns:a16="http://schemas.microsoft.com/office/drawing/2014/main" id="{B20C9F5D-CE34-A01E-7DE3-327B3D900856}"/>
              </a:ext>
            </a:extLst>
          </p:cNvPr>
          <p:cNvSpPr>
            <a:spLocks noGrp="1"/>
          </p:cNvSpPr>
          <p:nvPr>
            <p:ph type="title"/>
          </p:nvPr>
        </p:nvSpPr>
        <p:spPr/>
        <p:txBody>
          <a:bodyPr/>
          <a:lstStyle>
            <a:lvl1pPr>
              <a:defRPr b="1">
                <a:solidFill>
                  <a:schemeClr val="accent3"/>
                </a:solidFill>
              </a:defRPr>
            </a:lvl1pPr>
          </a:lstStyle>
          <a:p>
            <a:r>
              <a:rPr lang="fr-FR"/>
              <a:t>Modifiez le style du titre</a:t>
            </a:r>
          </a:p>
        </p:txBody>
      </p:sp>
      <p:sp>
        <p:nvSpPr>
          <p:cNvPr id="8" name="Espace réservé du graphique 7">
            <a:extLst>
              <a:ext uri="{FF2B5EF4-FFF2-40B4-BE49-F238E27FC236}">
                <a16:creationId xmlns:a16="http://schemas.microsoft.com/office/drawing/2014/main" id="{06F280DE-F9CF-8C7C-1DF9-BAA6543FD7E4}"/>
              </a:ext>
            </a:extLst>
          </p:cNvPr>
          <p:cNvSpPr>
            <a:spLocks noGrp="1"/>
          </p:cNvSpPr>
          <p:nvPr>
            <p:ph type="chart" sz="quarter" idx="20"/>
          </p:nvPr>
        </p:nvSpPr>
        <p:spPr>
          <a:xfrm>
            <a:off x="1316736" y="2971357"/>
            <a:ext cx="3779139" cy="2914269"/>
          </a:xfrm>
        </p:spPr>
        <p:txBody>
          <a:bodyPr/>
          <a:lstStyle/>
          <a:p>
            <a:r>
              <a:rPr lang="fr-FR"/>
              <a:t>Cliquez sur l'icône pour ajouter un graphique</a:t>
            </a:r>
          </a:p>
        </p:txBody>
      </p:sp>
      <p:sp>
        <p:nvSpPr>
          <p:cNvPr id="29" name="Espace réservé du texte 48">
            <a:extLst>
              <a:ext uri="{FF2B5EF4-FFF2-40B4-BE49-F238E27FC236}">
                <a16:creationId xmlns:a16="http://schemas.microsoft.com/office/drawing/2014/main" id="{035F7288-E300-1366-570D-00CE4A789761}"/>
              </a:ext>
            </a:extLst>
          </p:cNvPr>
          <p:cNvSpPr>
            <a:spLocks noGrp="1"/>
          </p:cNvSpPr>
          <p:nvPr>
            <p:ph type="body" sz="quarter" idx="21" hasCustomPrompt="1"/>
          </p:nvPr>
        </p:nvSpPr>
        <p:spPr>
          <a:xfrm>
            <a:off x="1596357" y="2337374"/>
            <a:ext cx="3219895" cy="307777"/>
          </a:xfrm>
        </p:spPr>
        <p:txBody>
          <a:bodyPr wrap="square" lIns="0" tIns="0" rIns="0" bIns="0" anchor="t" anchorCtr="0">
            <a:spAutoFit/>
          </a:bodyPr>
          <a:lstStyle>
            <a:lvl1pPr algn="ctr">
              <a:lnSpc>
                <a:spcPct val="100000"/>
              </a:lnSpc>
              <a:defRPr sz="2000">
                <a:solidFill>
                  <a:schemeClr val="tx1"/>
                </a:solidFill>
                <a:latin typeface="+mj-lt"/>
              </a:defRPr>
            </a:lvl1pPr>
          </a:lstStyle>
          <a:p>
            <a:pPr lvl="0"/>
            <a:r>
              <a:rPr lang="fr-FR"/>
              <a:t>Lorem ipsum </a:t>
            </a:r>
            <a:r>
              <a:rPr lang="fr-FR" err="1"/>
              <a:t>dolore</a:t>
            </a:r>
            <a:endParaRPr lang="fr-FR"/>
          </a:p>
        </p:txBody>
      </p:sp>
      <p:grpSp>
        <p:nvGrpSpPr>
          <p:cNvPr id="32" name="Groupe 31">
            <a:extLst>
              <a:ext uri="{FF2B5EF4-FFF2-40B4-BE49-F238E27FC236}">
                <a16:creationId xmlns:a16="http://schemas.microsoft.com/office/drawing/2014/main" id="{80C5143F-3022-DAC8-DDCD-CA13FD4BD7F0}"/>
              </a:ext>
            </a:extLst>
          </p:cNvPr>
          <p:cNvGrpSpPr/>
          <p:nvPr userDrawn="1"/>
        </p:nvGrpSpPr>
        <p:grpSpPr>
          <a:xfrm>
            <a:off x="7107935" y="2195798"/>
            <a:ext cx="3779139" cy="590931"/>
            <a:chOff x="5627879" y="-686975"/>
            <a:chExt cx="1786827" cy="279400"/>
          </a:xfrm>
          <a:solidFill>
            <a:schemeClr val="bg1">
              <a:lumMod val="95000"/>
            </a:schemeClr>
          </a:solidFill>
        </p:grpSpPr>
        <p:sp>
          <p:nvSpPr>
            <p:cNvPr id="33" name="Forme libre 32">
              <a:extLst>
                <a:ext uri="{FF2B5EF4-FFF2-40B4-BE49-F238E27FC236}">
                  <a16:creationId xmlns:a16="http://schemas.microsoft.com/office/drawing/2014/main" id="{F7A1B8CD-FBB6-8A6F-1F46-8FD41109F7B6}"/>
                </a:ext>
              </a:extLst>
            </p:cNvPr>
            <p:cNvSpPr/>
            <p:nvPr userDrawn="1"/>
          </p:nvSpPr>
          <p:spPr>
            <a:xfrm>
              <a:off x="5627879" y="-686975"/>
              <a:ext cx="944975" cy="279400"/>
            </a:xfrm>
            <a:custGeom>
              <a:avLst/>
              <a:gdLst>
                <a:gd name="connsiteX0" fmla="*/ 142572 w 944975"/>
                <a:gd name="connsiteY0" fmla="*/ 0 h 279400"/>
                <a:gd name="connsiteX1" fmla="*/ 944975 w 944975"/>
                <a:gd name="connsiteY1" fmla="*/ 0 h 279400"/>
                <a:gd name="connsiteX2" fmla="*/ 944975 w 944975"/>
                <a:gd name="connsiteY2" fmla="*/ 279400 h 279400"/>
                <a:gd name="connsiteX3" fmla="*/ 142572 w 944975"/>
                <a:gd name="connsiteY3" fmla="*/ 279400 h 279400"/>
                <a:gd name="connsiteX4" fmla="*/ 0 w 944975"/>
                <a:gd name="connsiteY4" fmla="*/ 139700 h 279400"/>
                <a:gd name="connsiteX5" fmla="*/ 142572 w 944975"/>
                <a:gd name="connsiteY5" fmla="*/ 0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4975" h="279400">
                  <a:moveTo>
                    <a:pt x="142572" y="0"/>
                  </a:moveTo>
                  <a:lnTo>
                    <a:pt x="944975" y="0"/>
                  </a:lnTo>
                  <a:lnTo>
                    <a:pt x="944975" y="279400"/>
                  </a:lnTo>
                  <a:lnTo>
                    <a:pt x="142572" y="279400"/>
                  </a:lnTo>
                  <a:cubicBezTo>
                    <a:pt x="63872" y="279400"/>
                    <a:pt x="0" y="216814"/>
                    <a:pt x="0" y="139700"/>
                  </a:cubicBezTo>
                  <a:cubicBezTo>
                    <a:pt x="0" y="62586"/>
                    <a:pt x="63872" y="0"/>
                    <a:pt x="142572" y="0"/>
                  </a:cubicBezTo>
                  <a:close/>
                </a:path>
              </a:pathLst>
            </a:custGeom>
            <a:grp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34" name="Forme libre 33">
              <a:extLst>
                <a:ext uri="{FF2B5EF4-FFF2-40B4-BE49-F238E27FC236}">
                  <a16:creationId xmlns:a16="http://schemas.microsoft.com/office/drawing/2014/main" id="{23E863FD-BD82-7C6C-2E4E-2A30A2DC5585}"/>
                </a:ext>
              </a:extLst>
            </p:cNvPr>
            <p:cNvSpPr/>
            <p:nvPr userDrawn="1"/>
          </p:nvSpPr>
          <p:spPr>
            <a:xfrm>
              <a:off x="6469731" y="-686975"/>
              <a:ext cx="944975" cy="279400"/>
            </a:xfrm>
            <a:custGeom>
              <a:avLst/>
              <a:gdLst>
                <a:gd name="connsiteX0" fmla="*/ 0 w 944975"/>
                <a:gd name="connsiteY0" fmla="*/ 0 h 279400"/>
                <a:gd name="connsiteX1" fmla="*/ 802403 w 944975"/>
                <a:gd name="connsiteY1" fmla="*/ 0 h 279400"/>
                <a:gd name="connsiteX2" fmla="*/ 944975 w 944975"/>
                <a:gd name="connsiteY2" fmla="*/ 139700 h 279400"/>
                <a:gd name="connsiteX3" fmla="*/ 802403 w 944975"/>
                <a:gd name="connsiteY3" fmla="*/ 279400 h 279400"/>
                <a:gd name="connsiteX4" fmla="*/ 0 w 944975"/>
                <a:gd name="connsiteY4" fmla="*/ 279400 h 279400"/>
                <a:gd name="connsiteX5" fmla="*/ 0 w 944975"/>
                <a:gd name="connsiteY5" fmla="*/ 0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4975" h="279400">
                  <a:moveTo>
                    <a:pt x="0" y="0"/>
                  </a:moveTo>
                  <a:lnTo>
                    <a:pt x="802403" y="0"/>
                  </a:lnTo>
                  <a:cubicBezTo>
                    <a:pt x="881103" y="0"/>
                    <a:pt x="944975" y="62586"/>
                    <a:pt x="944975" y="139700"/>
                  </a:cubicBezTo>
                  <a:cubicBezTo>
                    <a:pt x="944975" y="216814"/>
                    <a:pt x="881103" y="279400"/>
                    <a:pt x="802403" y="279400"/>
                  </a:cubicBezTo>
                  <a:lnTo>
                    <a:pt x="0" y="279400"/>
                  </a:lnTo>
                  <a:lnTo>
                    <a:pt x="0" y="0"/>
                  </a:lnTo>
                  <a:close/>
                </a:path>
              </a:pathLst>
            </a:custGeom>
            <a:grp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5" name="Espace réservé du graphique 7">
            <a:extLst>
              <a:ext uri="{FF2B5EF4-FFF2-40B4-BE49-F238E27FC236}">
                <a16:creationId xmlns:a16="http://schemas.microsoft.com/office/drawing/2014/main" id="{6C7F4134-DD7C-461B-B601-63F077344AC0}"/>
              </a:ext>
            </a:extLst>
          </p:cNvPr>
          <p:cNvSpPr>
            <a:spLocks noGrp="1"/>
          </p:cNvSpPr>
          <p:nvPr>
            <p:ph type="chart" sz="quarter" idx="22"/>
          </p:nvPr>
        </p:nvSpPr>
        <p:spPr>
          <a:xfrm>
            <a:off x="7107936" y="2971357"/>
            <a:ext cx="3779139" cy="2914269"/>
          </a:xfrm>
        </p:spPr>
        <p:txBody>
          <a:bodyPr/>
          <a:lstStyle/>
          <a:p>
            <a:r>
              <a:rPr lang="fr-FR"/>
              <a:t>Cliquez sur l'icône pour ajouter un graphique</a:t>
            </a:r>
          </a:p>
        </p:txBody>
      </p:sp>
      <p:sp>
        <p:nvSpPr>
          <p:cNvPr id="36" name="Espace réservé du texte 48">
            <a:extLst>
              <a:ext uri="{FF2B5EF4-FFF2-40B4-BE49-F238E27FC236}">
                <a16:creationId xmlns:a16="http://schemas.microsoft.com/office/drawing/2014/main" id="{ACF523BF-721E-9071-D799-439718AB3403}"/>
              </a:ext>
            </a:extLst>
          </p:cNvPr>
          <p:cNvSpPr>
            <a:spLocks noGrp="1"/>
          </p:cNvSpPr>
          <p:nvPr>
            <p:ph type="body" sz="quarter" idx="23" hasCustomPrompt="1"/>
          </p:nvPr>
        </p:nvSpPr>
        <p:spPr>
          <a:xfrm>
            <a:off x="7387557" y="2337374"/>
            <a:ext cx="3219895" cy="307777"/>
          </a:xfrm>
        </p:spPr>
        <p:txBody>
          <a:bodyPr wrap="square" lIns="0" tIns="0" rIns="0" bIns="0" anchor="t" anchorCtr="0">
            <a:spAutoFit/>
          </a:bodyPr>
          <a:lstStyle>
            <a:lvl1pPr algn="ctr">
              <a:lnSpc>
                <a:spcPct val="100000"/>
              </a:lnSpc>
              <a:defRPr sz="2000">
                <a:solidFill>
                  <a:schemeClr val="tx1"/>
                </a:solidFill>
                <a:latin typeface="+mj-lt"/>
              </a:defRPr>
            </a:lvl1pPr>
          </a:lstStyle>
          <a:p>
            <a:pPr lvl="0"/>
            <a:r>
              <a:rPr lang="fr-FR"/>
              <a:t>Lorem ipsum </a:t>
            </a:r>
            <a:r>
              <a:rPr lang="fr-FR" err="1"/>
              <a:t>dolore</a:t>
            </a:r>
            <a:endParaRPr lang="fr-FR"/>
          </a:p>
        </p:txBody>
      </p:sp>
      <p:sp>
        <p:nvSpPr>
          <p:cNvPr id="3" name="Forme libre 12">
            <a:extLst>
              <a:ext uri="{FF2B5EF4-FFF2-40B4-BE49-F238E27FC236}">
                <a16:creationId xmlns:a16="http://schemas.microsoft.com/office/drawing/2014/main" id="{B0A859DB-C1DF-0614-7365-BD79FB46F2FA}"/>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 name="Espace réservé de la date 2">
            <a:extLst>
              <a:ext uri="{FF2B5EF4-FFF2-40B4-BE49-F238E27FC236}">
                <a16:creationId xmlns:a16="http://schemas.microsoft.com/office/drawing/2014/main" id="{F08117E4-C9D4-B721-30C5-E41DEA77D5DD}"/>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7" name="Espace réservé du pied de page 3">
            <a:extLst>
              <a:ext uri="{FF2B5EF4-FFF2-40B4-BE49-F238E27FC236}">
                <a16:creationId xmlns:a16="http://schemas.microsoft.com/office/drawing/2014/main" id="{E970D43E-27F8-EADA-CBAD-0F25278719C3}"/>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9" name="Espace réservé du numéro de diapositive 4">
            <a:extLst>
              <a:ext uri="{FF2B5EF4-FFF2-40B4-BE49-F238E27FC236}">
                <a16:creationId xmlns:a16="http://schemas.microsoft.com/office/drawing/2014/main" id="{3A047105-3FD7-C46F-896E-6C32BD264E07}"/>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10" name="Groupe 9">
            <a:extLst>
              <a:ext uri="{FF2B5EF4-FFF2-40B4-BE49-F238E27FC236}">
                <a16:creationId xmlns:a16="http://schemas.microsoft.com/office/drawing/2014/main" id="{21D76EC8-7B8B-0D85-060B-B4AAA9251CD2}"/>
              </a:ext>
            </a:extLst>
          </p:cNvPr>
          <p:cNvGrpSpPr/>
          <p:nvPr userDrawn="1"/>
        </p:nvGrpSpPr>
        <p:grpSpPr>
          <a:xfrm>
            <a:off x="-1" y="263015"/>
            <a:ext cx="5860125" cy="375126"/>
            <a:chOff x="-5557295" y="172402"/>
            <a:chExt cx="5860125" cy="375126"/>
          </a:xfrm>
        </p:grpSpPr>
        <p:sp>
          <p:nvSpPr>
            <p:cNvPr id="13" name="Forme libre 11">
              <a:extLst>
                <a:ext uri="{FF2B5EF4-FFF2-40B4-BE49-F238E27FC236}">
                  <a16:creationId xmlns:a16="http://schemas.microsoft.com/office/drawing/2014/main" id="{7918E15E-E66A-7217-A7CD-8038095D3E1A}"/>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4" name="Forme libre 12">
              <a:extLst>
                <a:ext uri="{FF2B5EF4-FFF2-40B4-BE49-F238E27FC236}">
                  <a16:creationId xmlns:a16="http://schemas.microsoft.com/office/drawing/2014/main" id="{AF31DAD0-E76E-7A2E-A053-AB70FB91744F}"/>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4" name="Espace réservé du texte 45">
            <a:extLst>
              <a:ext uri="{FF2B5EF4-FFF2-40B4-BE49-F238E27FC236}">
                <a16:creationId xmlns:a16="http://schemas.microsoft.com/office/drawing/2014/main" id="{B7681F3C-AE8B-5FD8-7623-7DADF4D5BBEE}"/>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Présentation du modèle</a:t>
            </a:r>
          </a:p>
        </p:txBody>
      </p:sp>
      <p:sp>
        <p:nvSpPr>
          <p:cNvPr id="5" name="Espace réservé du texte 45">
            <a:extLst>
              <a:ext uri="{FF2B5EF4-FFF2-40B4-BE49-F238E27FC236}">
                <a16:creationId xmlns:a16="http://schemas.microsoft.com/office/drawing/2014/main" id="{55F9DC73-6962-4924-F86F-6B319040786D}"/>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6157493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p:bg>
      <p:bgPr>
        <a:solidFill>
          <a:schemeClr val="bg1"/>
        </a:solidFill>
        <a:effectLst/>
      </p:bgPr>
    </p:bg>
    <p:spTree>
      <p:nvGrpSpPr>
        <p:cNvPr id="1" name=""/>
        <p:cNvGrpSpPr/>
        <p:nvPr/>
      </p:nvGrpSpPr>
      <p:grpSpPr>
        <a:xfrm>
          <a:off x="0" y="0"/>
          <a:ext cx="0" cy="0"/>
          <a:chOff x="0" y="0"/>
          <a:chExt cx="0" cy="0"/>
        </a:xfrm>
      </p:grpSpPr>
      <p:sp>
        <p:nvSpPr>
          <p:cNvPr id="6" name="Forme libre 12">
            <a:extLst>
              <a:ext uri="{FF2B5EF4-FFF2-40B4-BE49-F238E27FC236}">
                <a16:creationId xmlns:a16="http://schemas.microsoft.com/office/drawing/2014/main" id="{4A91FB13-993B-0646-BDEF-5BA37FBA5560}"/>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CC68DB94-46EA-043B-E293-89F74B538394}"/>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8" name="Espace réservé du pied de page 3">
            <a:extLst>
              <a:ext uri="{FF2B5EF4-FFF2-40B4-BE49-F238E27FC236}">
                <a16:creationId xmlns:a16="http://schemas.microsoft.com/office/drawing/2014/main" id="{764C7C74-33B5-01AC-0ED6-605AF83A08E2}"/>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9" name="Espace réservé du numéro de diapositive 4">
            <a:extLst>
              <a:ext uri="{FF2B5EF4-FFF2-40B4-BE49-F238E27FC236}">
                <a16:creationId xmlns:a16="http://schemas.microsoft.com/office/drawing/2014/main" id="{65686FF6-4D85-888C-F01B-0B708B6BF449}"/>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
        <p:nvSpPr>
          <p:cNvPr id="5" name="Titre 4">
            <a:extLst>
              <a:ext uri="{FF2B5EF4-FFF2-40B4-BE49-F238E27FC236}">
                <a16:creationId xmlns:a16="http://schemas.microsoft.com/office/drawing/2014/main" id="{A59EB49E-DF8D-B601-5E77-80AB45E58A13}"/>
              </a:ext>
            </a:extLst>
          </p:cNvPr>
          <p:cNvSpPr>
            <a:spLocks noGrp="1"/>
          </p:cNvSpPr>
          <p:nvPr>
            <p:ph type="title"/>
          </p:nvPr>
        </p:nvSpPr>
        <p:spPr/>
        <p:txBody>
          <a:bodyPr/>
          <a:lstStyle>
            <a:lvl1pPr>
              <a:defRPr b="0">
                <a:solidFill>
                  <a:schemeClr val="accent3"/>
                </a:solidFill>
              </a:defRPr>
            </a:lvl1pPr>
          </a:lstStyle>
          <a:p>
            <a:r>
              <a:rPr lang="fr-FR"/>
              <a:t>Modifiez le style du titre</a:t>
            </a:r>
          </a:p>
        </p:txBody>
      </p:sp>
      <p:grpSp>
        <p:nvGrpSpPr>
          <p:cNvPr id="10" name="Groupe 9">
            <a:extLst>
              <a:ext uri="{FF2B5EF4-FFF2-40B4-BE49-F238E27FC236}">
                <a16:creationId xmlns:a16="http://schemas.microsoft.com/office/drawing/2014/main" id="{25D667FE-7C9F-239C-24FE-5942B911F966}"/>
              </a:ext>
            </a:extLst>
          </p:cNvPr>
          <p:cNvGrpSpPr/>
          <p:nvPr userDrawn="1"/>
        </p:nvGrpSpPr>
        <p:grpSpPr>
          <a:xfrm>
            <a:off x="-1" y="263015"/>
            <a:ext cx="5860125" cy="375126"/>
            <a:chOff x="-5557295" y="172402"/>
            <a:chExt cx="5860125" cy="375126"/>
          </a:xfrm>
        </p:grpSpPr>
        <p:sp>
          <p:nvSpPr>
            <p:cNvPr id="13" name="Forme libre 11">
              <a:extLst>
                <a:ext uri="{FF2B5EF4-FFF2-40B4-BE49-F238E27FC236}">
                  <a16:creationId xmlns:a16="http://schemas.microsoft.com/office/drawing/2014/main" id="{EA605168-0F05-B4F8-1A38-8221BCFF59F0}"/>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4" name="Forme libre 12">
              <a:extLst>
                <a:ext uri="{FF2B5EF4-FFF2-40B4-BE49-F238E27FC236}">
                  <a16:creationId xmlns:a16="http://schemas.microsoft.com/office/drawing/2014/main" id="{CC0785B7-F8C0-76AA-E523-B5D8BD3739C2}"/>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2" name="Espace réservé du texte 45">
            <a:extLst>
              <a:ext uri="{FF2B5EF4-FFF2-40B4-BE49-F238E27FC236}">
                <a16:creationId xmlns:a16="http://schemas.microsoft.com/office/drawing/2014/main" id="{FE982806-76A8-310E-FE59-4D453BC80C83}"/>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3" name="Espace réservé du texte 45">
            <a:extLst>
              <a:ext uri="{FF2B5EF4-FFF2-40B4-BE49-F238E27FC236}">
                <a16:creationId xmlns:a16="http://schemas.microsoft.com/office/drawing/2014/main" id="{854303AA-3ED4-F142-035C-0E51218D4187}"/>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31047285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meline">
    <p:bg>
      <p:bgPr>
        <a:solidFill>
          <a:schemeClr val="bg1"/>
        </a:solidFill>
        <a:effectLst/>
      </p:bgPr>
    </p:bg>
    <p:spTree>
      <p:nvGrpSpPr>
        <p:cNvPr id="1" name=""/>
        <p:cNvGrpSpPr/>
        <p:nvPr/>
      </p:nvGrpSpPr>
      <p:grpSpPr>
        <a:xfrm>
          <a:off x="0" y="0"/>
          <a:ext cx="0" cy="0"/>
          <a:chOff x="0" y="0"/>
          <a:chExt cx="0" cy="0"/>
        </a:xfrm>
      </p:grpSpPr>
      <p:sp>
        <p:nvSpPr>
          <p:cNvPr id="6" name="Forme libre 12">
            <a:extLst>
              <a:ext uri="{FF2B5EF4-FFF2-40B4-BE49-F238E27FC236}">
                <a16:creationId xmlns:a16="http://schemas.microsoft.com/office/drawing/2014/main" id="{4A91FB13-993B-0646-BDEF-5BA37FBA5560}"/>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CC68DB94-46EA-043B-E293-89F74B538394}"/>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8" name="Espace réservé du pied de page 3">
            <a:extLst>
              <a:ext uri="{FF2B5EF4-FFF2-40B4-BE49-F238E27FC236}">
                <a16:creationId xmlns:a16="http://schemas.microsoft.com/office/drawing/2014/main" id="{764C7C74-33B5-01AC-0ED6-605AF83A08E2}"/>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9" name="Espace réservé du numéro de diapositive 4">
            <a:extLst>
              <a:ext uri="{FF2B5EF4-FFF2-40B4-BE49-F238E27FC236}">
                <a16:creationId xmlns:a16="http://schemas.microsoft.com/office/drawing/2014/main" id="{65686FF6-4D85-888C-F01B-0B708B6BF449}"/>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
        <p:nvSpPr>
          <p:cNvPr id="5" name="Titre 4">
            <a:extLst>
              <a:ext uri="{FF2B5EF4-FFF2-40B4-BE49-F238E27FC236}">
                <a16:creationId xmlns:a16="http://schemas.microsoft.com/office/drawing/2014/main" id="{A59EB49E-DF8D-B601-5E77-80AB45E58A13}"/>
              </a:ext>
            </a:extLst>
          </p:cNvPr>
          <p:cNvSpPr>
            <a:spLocks noGrp="1"/>
          </p:cNvSpPr>
          <p:nvPr>
            <p:ph type="title"/>
          </p:nvPr>
        </p:nvSpPr>
        <p:spPr/>
        <p:txBody>
          <a:bodyPr/>
          <a:lstStyle>
            <a:lvl1pPr>
              <a:defRPr b="0">
                <a:solidFill>
                  <a:schemeClr val="accent3"/>
                </a:solidFill>
              </a:defRPr>
            </a:lvl1pPr>
          </a:lstStyle>
          <a:p>
            <a:r>
              <a:rPr lang="fr-FR"/>
              <a:t>Modifiez le style du titre</a:t>
            </a:r>
          </a:p>
        </p:txBody>
      </p:sp>
      <p:grpSp>
        <p:nvGrpSpPr>
          <p:cNvPr id="10" name="Groupe 9">
            <a:extLst>
              <a:ext uri="{FF2B5EF4-FFF2-40B4-BE49-F238E27FC236}">
                <a16:creationId xmlns:a16="http://schemas.microsoft.com/office/drawing/2014/main" id="{25D667FE-7C9F-239C-24FE-5942B911F966}"/>
              </a:ext>
            </a:extLst>
          </p:cNvPr>
          <p:cNvGrpSpPr/>
          <p:nvPr userDrawn="1"/>
        </p:nvGrpSpPr>
        <p:grpSpPr>
          <a:xfrm>
            <a:off x="-1" y="263015"/>
            <a:ext cx="3896361" cy="375126"/>
            <a:chOff x="-5557295" y="172402"/>
            <a:chExt cx="5860125" cy="375126"/>
          </a:xfrm>
        </p:grpSpPr>
        <p:sp>
          <p:nvSpPr>
            <p:cNvPr id="13" name="Forme libre 11">
              <a:extLst>
                <a:ext uri="{FF2B5EF4-FFF2-40B4-BE49-F238E27FC236}">
                  <a16:creationId xmlns:a16="http://schemas.microsoft.com/office/drawing/2014/main" id="{EA605168-0F05-B4F8-1A38-8221BCFF59F0}"/>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4" name="Forme libre 12">
              <a:extLst>
                <a:ext uri="{FF2B5EF4-FFF2-40B4-BE49-F238E27FC236}">
                  <a16:creationId xmlns:a16="http://schemas.microsoft.com/office/drawing/2014/main" id="{CC0785B7-F8C0-76AA-E523-B5D8BD3739C2}"/>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2" name="Espace réservé du texte 45">
            <a:extLst>
              <a:ext uri="{FF2B5EF4-FFF2-40B4-BE49-F238E27FC236}">
                <a16:creationId xmlns:a16="http://schemas.microsoft.com/office/drawing/2014/main" id="{FE982806-76A8-310E-FE59-4D453BC80C83}"/>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3" name="Espace réservé du texte 45">
            <a:extLst>
              <a:ext uri="{FF2B5EF4-FFF2-40B4-BE49-F238E27FC236}">
                <a16:creationId xmlns:a16="http://schemas.microsoft.com/office/drawing/2014/main" id="{854303AA-3ED4-F142-035C-0E51218D4187}"/>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0967901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anorama photos 2">
    <p:bg>
      <p:bgPr>
        <a:solidFill>
          <a:schemeClr val="bg1"/>
        </a:solidFill>
        <a:effectLst/>
      </p:bgPr>
    </p:bg>
    <p:spTree>
      <p:nvGrpSpPr>
        <p:cNvPr id="1" name=""/>
        <p:cNvGrpSpPr/>
        <p:nvPr/>
      </p:nvGrpSpPr>
      <p:grpSpPr>
        <a:xfrm>
          <a:off x="0" y="0"/>
          <a:ext cx="0" cy="0"/>
          <a:chOff x="0" y="0"/>
          <a:chExt cx="0" cy="0"/>
        </a:xfrm>
      </p:grpSpPr>
      <p:sp>
        <p:nvSpPr>
          <p:cNvPr id="21" name="Espace réservé pour une image  19">
            <a:extLst>
              <a:ext uri="{FF2B5EF4-FFF2-40B4-BE49-F238E27FC236}">
                <a16:creationId xmlns:a16="http://schemas.microsoft.com/office/drawing/2014/main" id="{8EA1286E-030B-2BE1-F706-76AA0A9A7532}"/>
              </a:ext>
            </a:extLst>
          </p:cNvPr>
          <p:cNvSpPr>
            <a:spLocks noGrp="1"/>
          </p:cNvSpPr>
          <p:nvPr>
            <p:ph type="pic" sz="quarter" idx="26"/>
          </p:nvPr>
        </p:nvSpPr>
        <p:spPr>
          <a:xfrm>
            <a:off x="7205341" y="845437"/>
            <a:ext cx="4449084" cy="5312476"/>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20" name="Espace réservé pour une image  19">
            <a:extLst>
              <a:ext uri="{FF2B5EF4-FFF2-40B4-BE49-F238E27FC236}">
                <a16:creationId xmlns:a16="http://schemas.microsoft.com/office/drawing/2014/main" id="{E91BB3B0-9D9A-2E1B-D991-57F7E82BC54D}"/>
              </a:ext>
            </a:extLst>
          </p:cNvPr>
          <p:cNvSpPr>
            <a:spLocks noGrp="1"/>
          </p:cNvSpPr>
          <p:nvPr>
            <p:ph type="pic" sz="quarter" idx="25"/>
          </p:nvPr>
        </p:nvSpPr>
        <p:spPr>
          <a:xfrm>
            <a:off x="537575" y="845437"/>
            <a:ext cx="4439664" cy="5312476"/>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8" name="Espace réservé du texte 48">
            <a:extLst>
              <a:ext uri="{FF2B5EF4-FFF2-40B4-BE49-F238E27FC236}">
                <a16:creationId xmlns:a16="http://schemas.microsoft.com/office/drawing/2014/main" id="{0DFD54E7-2949-39E9-46BE-4335CE10E587}"/>
              </a:ext>
            </a:extLst>
          </p:cNvPr>
          <p:cNvSpPr>
            <a:spLocks noGrp="1"/>
          </p:cNvSpPr>
          <p:nvPr>
            <p:ph type="body" sz="quarter" idx="21" hasCustomPrompt="1"/>
          </p:nvPr>
        </p:nvSpPr>
        <p:spPr>
          <a:xfrm>
            <a:off x="5165917" y="1388928"/>
            <a:ext cx="1458214" cy="307777"/>
          </a:xfrm>
        </p:spPr>
        <p:txBody>
          <a:bodyPr wrap="square" lIns="0" tIns="0" rIns="0" bIns="0" anchor="b" anchorCtr="0">
            <a:spAutoFit/>
          </a:bodyPr>
          <a:lstStyle>
            <a:lvl1pPr algn="l">
              <a:lnSpc>
                <a:spcPct val="100000"/>
              </a:lnSpc>
              <a:defRPr sz="2000">
                <a:solidFill>
                  <a:schemeClr val="accent3"/>
                </a:solidFill>
                <a:latin typeface="+mj-lt"/>
              </a:defRPr>
            </a:lvl1pPr>
          </a:lstStyle>
          <a:p>
            <a:pPr lvl="0"/>
            <a:r>
              <a:rPr lang="fr-FR"/>
              <a:t>Lorem ipsum</a:t>
            </a:r>
          </a:p>
        </p:txBody>
      </p:sp>
      <p:sp>
        <p:nvSpPr>
          <p:cNvPr id="9" name="Espace réservé du texte 48">
            <a:extLst>
              <a:ext uri="{FF2B5EF4-FFF2-40B4-BE49-F238E27FC236}">
                <a16:creationId xmlns:a16="http://schemas.microsoft.com/office/drawing/2014/main" id="{B764448F-1DC0-C42A-F747-B1AC03CB0025}"/>
              </a:ext>
            </a:extLst>
          </p:cNvPr>
          <p:cNvSpPr>
            <a:spLocks noGrp="1"/>
          </p:cNvSpPr>
          <p:nvPr>
            <p:ph type="body" sz="quarter" idx="22" hasCustomPrompt="1"/>
          </p:nvPr>
        </p:nvSpPr>
        <p:spPr>
          <a:xfrm>
            <a:off x="5165917" y="1900990"/>
            <a:ext cx="1850746" cy="984885"/>
          </a:xfrm>
        </p:spPr>
        <p:txBody>
          <a:bodyPr wrap="square" lIns="0" tIns="0" rIns="0" bIns="0" anchor="t" anchorCtr="0">
            <a:spAutoFit/>
          </a:bodyPr>
          <a:lstStyle>
            <a:lvl1pPr algn="l">
              <a:lnSpc>
                <a:spcPct val="100000"/>
              </a:lnSpc>
              <a:defRPr sz="1600">
                <a:solidFill>
                  <a:schemeClr val="tx1"/>
                </a:solidFill>
                <a:latin typeface="+mn-lt"/>
              </a:defRPr>
            </a:lvl1pPr>
          </a:lstStyle>
          <a:p>
            <a:pPr lvl="0"/>
            <a:r>
              <a:rPr lang="fr-FR"/>
              <a:t>mo mos </a:t>
            </a:r>
            <a:r>
              <a:rPr lang="fr-FR" err="1"/>
              <a:t>voluptas</a:t>
            </a:r>
            <a:r>
              <a:rPr lang="fr-FR"/>
              <a:t>  </a:t>
            </a:r>
            <a:r>
              <a:rPr lang="fr-FR" err="1"/>
              <a:t>apitass</a:t>
            </a:r>
            <a:r>
              <a:rPr lang="fr-FR"/>
              <a:t> </a:t>
            </a:r>
            <a:r>
              <a:rPr lang="fr-FR" err="1"/>
              <a:t>imetur</a:t>
            </a:r>
            <a:r>
              <a:rPr lang="fr-FR"/>
              <a:t> mi id quo tem qui </a:t>
            </a:r>
            <a:r>
              <a:rPr lang="fr-FR" err="1"/>
              <a:t>quodisq</a:t>
            </a:r>
            <a:r>
              <a:rPr lang="fr-FR"/>
              <a:t>  </a:t>
            </a:r>
            <a:r>
              <a:rPr lang="fr-FR" err="1"/>
              <a:t>uiaspel</a:t>
            </a:r>
            <a:r>
              <a:rPr lang="fr-FR"/>
              <a:t> </a:t>
            </a:r>
            <a:r>
              <a:rPr lang="fr-FR" err="1"/>
              <a:t>essundae</a:t>
            </a:r>
            <a:endParaRPr lang="fr-FR"/>
          </a:p>
        </p:txBody>
      </p:sp>
      <p:sp>
        <p:nvSpPr>
          <p:cNvPr id="11" name="Espace réservé du texte 48">
            <a:extLst>
              <a:ext uri="{FF2B5EF4-FFF2-40B4-BE49-F238E27FC236}">
                <a16:creationId xmlns:a16="http://schemas.microsoft.com/office/drawing/2014/main" id="{A30869FF-7A05-52A4-B5E3-22D081A6DD3A}"/>
              </a:ext>
            </a:extLst>
          </p:cNvPr>
          <p:cNvSpPr>
            <a:spLocks noGrp="1"/>
          </p:cNvSpPr>
          <p:nvPr>
            <p:ph type="body" sz="quarter" idx="23" hasCustomPrompt="1"/>
          </p:nvPr>
        </p:nvSpPr>
        <p:spPr>
          <a:xfrm>
            <a:off x="5558449" y="4372819"/>
            <a:ext cx="1458214" cy="307777"/>
          </a:xfrm>
        </p:spPr>
        <p:txBody>
          <a:bodyPr wrap="square" lIns="0" tIns="0" rIns="0" bIns="0" anchor="b" anchorCtr="0">
            <a:spAutoFit/>
          </a:bodyPr>
          <a:lstStyle>
            <a:lvl1pPr algn="r">
              <a:lnSpc>
                <a:spcPct val="100000"/>
              </a:lnSpc>
              <a:defRPr sz="2000">
                <a:solidFill>
                  <a:schemeClr val="accent3"/>
                </a:solidFill>
                <a:latin typeface="+mj-lt"/>
              </a:defRPr>
            </a:lvl1pPr>
          </a:lstStyle>
          <a:p>
            <a:pPr lvl="0"/>
            <a:r>
              <a:rPr lang="fr-FR"/>
              <a:t>Lorem ipsum</a:t>
            </a:r>
          </a:p>
        </p:txBody>
      </p:sp>
      <p:sp>
        <p:nvSpPr>
          <p:cNvPr id="12" name="Espace réservé du texte 48">
            <a:extLst>
              <a:ext uri="{FF2B5EF4-FFF2-40B4-BE49-F238E27FC236}">
                <a16:creationId xmlns:a16="http://schemas.microsoft.com/office/drawing/2014/main" id="{DB5D7D41-633A-88EE-A297-2AE876E66FC8}"/>
              </a:ext>
            </a:extLst>
          </p:cNvPr>
          <p:cNvSpPr>
            <a:spLocks noGrp="1"/>
          </p:cNvSpPr>
          <p:nvPr>
            <p:ph type="body" sz="quarter" idx="24" hasCustomPrompt="1"/>
          </p:nvPr>
        </p:nvSpPr>
        <p:spPr>
          <a:xfrm>
            <a:off x="5165916" y="4883943"/>
            <a:ext cx="1850747" cy="984885"/>
          </a:xfrm>
        </p:spPr>
        <p:txBody>
          <a:bodyPr wrap="square" lIns="0" tIns="0" rIns="0" bIns="0" anchor="t" anchorCtr="0">
            <a:spAutoFit/>
          </a:bodyPr>
          <a:lstStyle>
            <a:lvl1pPr algn="r">
              <a:lnSpc>
                <a:spcPct val="100000"/>
              </a:lnSpc>
              <a:defRPr sz="1600">
                <a:solidFill>
                  <a:schemeClr val="tx1"/>
                </a:solidFill>
                <a:latin typeface="+mn-lt"/>
              </a:defRPr>
            </a:lvl1pPr>
          </a:lstStyle>
          <a:p>
            <a:pPr lvl="0"/>
            <a:r>
              <a:rPr lang="fr-FR"/>
              <a:t>mo mos </a:t>
            </a:r>
            <a:r>
              <a:rPr lang="fr-FR" err="1"/>
              <a:t>voluptas</a:t>
            </a:r>
            <a:r>
              <a:rPr lang="fr-FR"/>
              <a:t>  </a:t>
            </a:r>
            <a:r>
              <a:rPr lang="fr-FR" err="1"/>
              <a:t>apitass</a:t>
            </a:r>
            <a:r>
              <a:rPr lang="fr-FR"/>
              <a:t> </a:t>
            </a:r>
            <a:r>
              <a:rPr lang="fr-FR" err="1"/>
              <a:t>imetur</a:t>
            </a:r>
            <a:r>
              <a:rPr lang="fr-FR"/>
              <a:t> mi id quo tem qui </a:t>
            </a:r>
            <a:r>
              <a:rPr lang="fr-FR" err="1"/>
              <a:t>quodisq</a:t>
            </a:r>
            <a:r>
              <a:rPr lang="fr-FR"/>
              <a:t>  </a:t>
            </a:r>
            <a:r>
              <a:rPr lang="fr-FR" err="1"/>
              <a:t>uiaspel</a:t>
            </a:r>
            <a:r>
              <a:rPr lang="fr-FR"/>
              <a:t> </a:t>
            </a:r>
            <a:r>
              <a:rPr lang="fr-FR" err="1"/>
              <a:t>essundae</a:t>
            </a:r>
            <a:endParaRPr lang="fr-FR"/>
          </a:p>
        </p:txBody>
      </p:sp>
      <p:sp>
        <p:nvSpPr>
          <p:cNvPr id="2" name="Forme libre 12">
            <a:extLst>
              <a:ext uri="{FF2B5EF4-FFF2-40B4-BE49-F238E27FC236}">
                <a16:creationId xmlns:a16="http://schemas.microsoft.com/office/drawing/2014/main" id="{1DD95D6D-FCBA-2EE7-A3D3-7FE27CC7774C}"/>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 name="Espace réservé de la date 2">
            <a:extLst>
              <a:ext uri="{FF2B5EF4-FFF2-40B4-BE49-F238E27FC236}">
                <a16:creationId xmlns:a16="http://schemas.microsoft.com/office/drawing/2014/main" id="{2C129D0C-ABF2-E8F3-CD6B-A0347710AC46}"/>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7" name="Espace réservé du pied de page 3">
            <a:extLst>
              <a:ext uri="{FF2B5EF4-FFF2-40B4-BE49-F238E27FC236}">
                <a16:creationId xmlns:a16="http://schemas.microsoft.com/office/drawing/2014/main" id="{1ADC49BE-24E4-0298-7298-22FD3CF645DD}"/>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0" name="Espace réservé du numéro de diapositive 4">
            <a:extLst>
              <a:ext uri="{FF2B5EF4-FFF2-40B4-BE49-F238E27FC236}">
                <a16:creationId xmlns:a16="http://schemas.microsoft.com/office/drawing/2014/main" id="{9AB025A3-ED53-1486-71FD-556FB805B684}"/>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5" name="Groupe 4">
            <a:extLst>
              <a:ext uri="{FF2B5EF4-FFF2-40B4-BE49-F238E27FC236}">
                <a16:creationId xmlns:a16="http://schemas.microsoft.com/office/drawing/2014/main" id="{07AA25F0-ED27-94ED-BA2C-3AA0E51D417C}"/>
              </a:ext>
            </a:extLst>
          </p:cNvPr>
          <p:cNvGrpSpPr/>
          <p:nvPr userDrawn="1"/>
        </p:nvGrpSpPr>
        <p:grpSpPr>
          <a:xfrm>
            <a:off x="-1" y="263015"/>
            <a:ext cx="5860125" cy="375126"/>
            <a:chOff x="-5557295" y="172402"/>
            <a:chExt cx="5860125" cy="375126"/>
          </a:xfrm>
        </p:grpSpPr>
        <p:sp>
          <p:nvSpPr>
            <p:cNvPr id="13" name="Forme libre 11">
              <a:extLst>
                <a:ext uri="{FF2B5EF4-FFF2-40B4-BE49-F238E27FC236}">
                  <a16:creationId xmlns:a16="http://schemas.microsoft.com/office/drawing/2014/main" id="{7E09B473-5571-512D-8CDE-BBF4AE858E93}"/>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6" name="Forme libre 12">
              <a:extLst>
                <a:ext uri="{FF2B5EF4-FFF2-40B4-BE49-F238E27FC236}">
                  <a16:creationId xmlns:a16="http://schemas.microsoft.com/office/drawing/2014/main" id="{661C4970-3CF7-6A56-0967-CA2B67A76617}"/>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0B30C66F-6F0C-6416-3378-91B69AD517F0}"/>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4" name="Espace réservé du texte 45">
            <a:extLst>
              <a:ext uri="{FF2B5EF4-FFF2-40B4-BE49-F238E27FC236}">
                <a16:creationId xmlns:a16="http://schemas.microsoft.com/office/drawing/2014/main" id="{0DB73D97-CB2D-87E4-F3CC-BDE2C53FCFEF}"/>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4143147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anorama photos 4">
    <p:bg>
      <p:bgPr>
        <a:solidFill>
          <a:schemeClr val="bg1"/>
        </a:solidFill>
        <a:effectLst/>
      </p:bgPr>
    </p:bg>
    <p:spTree>
      <p:nvGrpSpPr>
        <p:cNvPr id="1" name=""/>
        <p:cNvGrpSpPr/>
        <p:nvPr/>
      </p:nvGrpSpPr>
      <p:grpSpPr>
        <a:xfrm>
          <a:off x="0" y="0"/>
          <a:ext cx="0" cy="0"/>
          <a:chOff x="0" y="0"/>
          <a:chExt cx="0" cy="0"/>
        </a:xfrm>
      </p:grpSpPr>
      <p:sp>
        <p:nvSpPr>
          <p:cNvPr id="21" name="Espace réservé pour une image  19">
            <a:extLst>
              <a:ext uri="{FF2B5EF4-FFF2-40B4-BE49-F238E27FC236}">
                <a16:creationId xmlns:a16="http://schemas.microsoft.com/office/drawing/2014/main" id="{8EA1286E-030B-2BE1-F706-76AA0A9A7532}"/>
              </a:ext>
            </a:extLst>
          </p:cNvPr>
          <p:cNvSpPr>
            <a:spLocks noGrp="1"/>
          </p:cNvSpPr>
          <p:nvPr>
            <p:ph type="pic" sz="quarter" idx="26"/>
          </p:nvPr>
        </p:nvSpPr>
        <p:spPr>
          <a:xfrm>
            <a:off x="7205341" y="845436"/>
            <a:ext cx="4449084" cy="2520000"/>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20" name="Espace réservé pour une image  19">
            <a:extLst>
              <a:ext uri="{FF2B5EF4-FFF2-40B4-BE49-F238E27FC236}">
                <a16:creationId xmlns:a16="http://schemas.microsoft.com/office/drawing/2014/main" id="{E91BB3B0-9D9A-2E1B-D991-57F7E82BC54D}"/>
              </a:ext>
            </a:extLst>
          </p:cNvPr>
          <p:cNvSpPr>
            <a:spLocks noGrp="1"/>
          </p:cNvSpPr>
          <p:nvPr>
            <p:ph type="pic" sz="quarter" idx="25"/>
          </p:nvPr>
        </p:nvSpPr>
        <p:spPr>
          <a:xfrm>
            <a:off x="537575" y="845436"/>
            <a:ext cx="4439664" cy="2520000"/>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8" name="Espace réservé du texte 48">
            <a:extLst>
              <a:ext uri="{FF2B5EF4-FFF2-40B4-BE49-F238E27FC236}">
                <a16:creationId xmlns:a16="http://schemas.microsoft.com/office/drawing/2014/main" id="{0DFD54E7-2949-39E9-46BE-4335CE10E587}"/>
              </a:ext>
            </a:extLst>
          </p:cNvPr>
          <p:cNvSpPr>
            <a:spLocks noGrp="1"/>
          </p:cNvSpPr>
          <p:nvPr>
            <p:ph type="body" sz="quarter" idx="21" hasCustomPrompt="1"/>
          </p:nvPr>
        </p:nvSpPr>
        <p:spPr>
          <a:xfrm>
            <a:off x="5266319" y="845436"/>
            <a:ext cx="1850748" cy="307777"/>
          </a:xfrm>
        </p:spPr>
        <p:txBody>
          <a:bodyPr wrap="square" lIns="0" tIns="0" rIns="0" bIns="0" anchor="b" anchorCtr="0">
            <a:spAutoFit/>
          </a:bodyPr>
          <a:lstStyle>
            <a:lvl1pPr algn="r">
              <a:lnSpc>
                <a:spcPct val="100000"/>
              </a:lnSpc>
              <a:defRPr sz="2000">
                <a:solidFill>
                  <a:schemeClr val="accent3"/>
                </a:solidFill>
                <a:latin typeface="+mj-lt"/>
              </a:defRPr>
            </a:lvl1pPr>
          </a:lstStyle>
          <a:p>
            <a:pPr lvl="0"/>
            <a:r>
              <a:rPr lang="fr-FR"/>
              <a:t>Lorem ipsum</a:t>
            </a:r>
          </a:p>
        </p:txBody>
      </p:sp>
      <p:sp>
        <p:nvSpPr>
          <p:cNvPr id="9" name="Espace réservé du texte 48">
            <a:extLst>
              <a:ext uri="{FF2B5EF4-FFF2-40B4-BE49-F238E27FC236}">
                <a16:creationId xmlns:a16="http://schemas.microsoft.com/office/drawing/2014/main" id="{B764448F-1DC0-C42A-F747-B1AC03CB0025}"/>
              </a:ext>
            </a:extLst>
          </p:cNvPr>
          <p:cNvSpPr>
            <a:spLocks noGrp="1"/>
          </p:cNvSpPr>
          <p:nvPr>
            <p:ph type="body" sz="quarter" idx="22" hasCustomPrompt="1"/>
          </p:nvPr>
        </p:nvSpPr>
        <p:spPr>
          <a:xfrm>
            <a:off x="5266321" y="1228842"/>
            <a:ext cx="1850746" cy="492443"/>
          </a:xfrm>
        </p:spPr>
        <p:txBody>
          <a:bodyPr wrap="square" lIns="0" tIns="0" rIns="0" bIns="0" anchor="t" anchorCtr="0">
            <a:spAutoFit/>
          </a:bodyPr>
          <a:lstStyle>
            <a:lvl1pPr algn="r">
              <a:lnSpc>
                <a:spcPct val="100000"/>
              </a:lnSpc>
              <a:defRPr sz="1600">
                <a:solidFill>
                  <a:schemeClr val="tx1"/>
                </a:solidFill>
                <a:latin typeface="+mn-lt"/>
              </a:defRPr>
            </a:lvl1pPr>
          </a:lstStyle>
          <a:p>
            <a:pPr lvl="0"/>
            <a:r>
              <a:rPr lang="fr-FR"/>
              <a:t>mo mos </a:t>
            </a:r>
            <a:r>
              <a:rPr lang="fr-FR" err="1"/>
              <a:t>voluptas</a:t>
            </a:r>
            <a:r>
              <a:rPr lang="fr-FR"/>
              <a:t>  </a:t>
            </a:r>
            <a:r>
              <a:rPr lang="fr-FR" err="1"/>
              <a:t>apitass</a:t>
            </a:r>
            <a:r>
              <a:rPr lang="fr-FR"/>
              <a:t> </a:t>
            </a:r>
            <a:r>
              <a:rPr lang="fr-FR" err="1"/>
              <a:t>imetur</a:t>
            </a:r>
            <a:r>
              <a:rPr lang="fr-FR"/>
              <a:t> mi</a:t>
            </a:r>
          </a:p>
        </p:txBody>
      </p:sp>
      <p:sp>
        <p:nvSpPr>
          <p:cNvPr id="2" name="Espace réservé pour une image  19">
            <a:extLst>
              <a:ext uri="{FF2B5EF4-FFF2-40B4-BE49-F238E27FC236}">
                <a16:creationId xmlns:a16="http://schemas.microsoft.com/office/drawing/2014/main" id="{C7EFD244-1229-09E9-5488-FB3A5C3345DD}"/>
              </a:ext>
            </a:extLst>
          </p:cNvPr>
          <p:cNvSpPr>
            <a:spLocks noGrp="1"/>
          </p:cNvSpPr>
          <p:nvPr>
            <p:ph type="pic" sz="quarter" idx="27"/>
          </p:nvPr>
        </p:nvSpPr>
        <p:spPr>
          <a:xfrm>
            <a:off x="7205341" y="3599665"/>
            <a:ext cx="4449084" cy="2520000"/>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6" name="Espace réservé pour une image  19">
            <a:extLst>
              <a:ext uri="{FF2B5EF4-FFF2-40B4-BE49-F238E27FC236}">
                <a16:creationId xmlns:a16="http://schemas.microsoft.com/office/drawing/2014/main" id="{63115025-E73A-AB84-536C-D0BD8D128B56}"/>
              </a:ext>
            </a:extLst>
          </p:cNvPr>
          <p:cNvSpPr>
            <a:spLocks noGrp="1"/>
          </p:cNvSpPr>
          <p:nvPr>
            <p:ph type="pic" sz="quarter" idx="28"/>
          </p:nvPr>
        </p:nvSpPr>
        <p:spPr>
          <a:xfrm>
            <a:off x="537575" y="3599665"/>
            <a:ext cx="4439664" cy="2520000"/>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7" name="Espace réservé du texte 48">
            <a:extLst>
              <a:ext uri="{FF2B5EF4-FFF2-40B4-BE49-F238E27FC236}">
                <a16:creationId xmlns:a16="http://schemas.microsoft.com/office/drawing/2014/main" id="{6C97D450-1D6D-1676-9C6D-79A6C1C336E0}"/>
              </a:ext>
            </a:extLst>
          </p:cNvPr>
          <p:cNvSpPr>
            <a:spLocks noGrp="1"/>
          </p:cNvSpPr>
          <p:nvPr>
            <p:ph type="body" sz="quarter" idx="29" hasCustomPrompt="1"/>
          </p:nvPr>
        </p:nvSpPr>
        <p:spPr>
          <a:xfrm>
            <a:off x="5065513" y="2494044"/>
            <a:ext cx="1850745" cy="307777"/>
          </a:xfrm>
        </p:spPr>
        <p:txBody>
          <a:bodyPr wrap="square" lIns="0" tIns="0" rIns="0" bIns="0" anchor="b" anchorCtr="0">
            <a:spAutoFit/>
          </a:bodyPr>
          <a:lstStyle>
            <a:lvl1pPr algn="l">
              <a:lnSpc>
                <a:spcPct val="100000"/>
              </a:lnSpc>
              <a:defRPr sz="2000">
                <a:solidFill>
                  <a:schemeClr val="accent3"/>
                </a:solidFill>
                <a:latin typeface="+mj-lt"/>
              </a:defRPr>
            </a:lvl1pPr>
          </a:lstStyle>
          <a:p>
            <a:pPr lvl="0"/>
            <a:r>
              <a:rPr lang="fr-FR"/>
              <a:t>Lorem ipsum</a:t>
            </a:r>
          </a:p>
        </p:txBody>
      </p:sp>
      <p:sp>
        <p:nvSpPr>
          <p:cNvPr id="10" name="Espace réservé du texte 48">
            <a:extLst>
              <a:ext uri="{FF2B5EF4-FFF2-40B4-BE49-F238E27FC236}">
                <a16:creationId xmlns:a16="http://schemas.microsoft.com/office/drawing/2014/main" id="{EF7A45AC-4C50-A949-39E8-873847E96DCE}"/>
              </a:ext>
            </a:extLst>
          </p:cNvPr>
          <p:cNvSpPr>
            <a:spLocks noGrp="1"/>
          </p:cNvSpPr>
          <p:nvPr>
            <p:ph type="body" sz="quarter" idx="30" hasCustomPrompt="1"/>
          </p:nvPr>
        </p:nvSpPr>
        <p:spPr>
          <a:xfrm>
            <a:off x="5065514" y="2872993"/>
            <a:ext cx="1850747" cy="492443"/>
          </a:xfrm>
        </p:spPr>
        <p:txBody>
          <a:bodyPr wrap="square" lIns="0" tIns="0" rIns="0" bIns="0" anchor="t" anchorCtr="0">
            <a:spAutoFit/>
          </a:bodyPr>
          <a:lstStyle>
            <a:lvl1pPr algn="l">
              <a:lnSpc>
                <a:spcPct val="100000"/>
              </a:lnSpc>
              <a:defRPr sz="1600">
                <a:solidFill>
                  <a:schemeClr val="tx1"/>
                </a:solidFill>
                <a:latin typeface="+mn-lt"/>
              </a:defRPr>
            </a:lvl1pPr>
          </a:lstStyle>
          <a:p>
            <a:pPr lvl="0"/>
            <a:r>
              <a:rPr lang="fr-FR"/>
              <a:t>mo mos </a:t>
            </a:r>
            <a:r>
              <a:rPr lang="fr-FR" err="1"/>
              <a:t>voluptas</a:t>
            </a:r>
            <a:r>
              <a:rPr lang="fr-FR"/>
              <a:t>  </a:t>
            </a:r>
            <a:r>
              <a:rPr lang="fr-FR" err="1"/>
              <a:t>apitass</a:t>
            </a:r>
            <a:r>
              <a:rPr lang="fr-FR"/>
              <a:t> </a:t>
            </a:r>
            <a:r>
              <a:rPr lang="fr-FR" err="1"/>
              <a:t>imetur</a:t>
            </a:r>
            <a:r>
              <a:rPr lang="fr-FR"/>
              <a:t> mi</a:t>
            </a:r>
          </a:p>
        </p:txBody>
      </p:sp>
      <p:sp>
        <p:nvSpPr>
          <p:cNvPr id="13" name="Espace réservé du texte 48">
            <a:extLst>
              <a:ext uri="{FF2B5EF4-FFF2-40B4-BE49-F238E27FC236}">
                <a16:creationId xmlns:a16="http://schemas.microsoft.com/office/drawing/2014/main" id="{96ADFD56-2322-711C-0104-EE7F2ABD6CB2}"/>
              </a:ext>
            </a:extLst>
          </p:cNvPr>
          <p:cNvSpPr>
            <a:spLocks noGrp="1"/>
          </p:cNvSpPr>
          <p:nvPr>
            <p:ph type="body" sz="quarter" idx="31" hasCustomPrompt="1"/>
          </p:nvPr>
        </p:nvSpPr>
        <p:spPr>
          <a:xfrm>
            <a:off x="5266316" y="3599665"/>
            <a:ext cx="1850748" cy="307777"/>
          </a:xfrm>
        </p:spPr>
        <p:txBody>
          <a:bodyPr wrap="square" lIns="0" tIns="0" rIns="0" bIns="0" anchor="b" anchorCtr="0">
            <a:spAutoFit/>
          </a:bodyPr>
          <a:lstStyle>
            <a:lvl1pPr algn="r">
              <a:lnSpc>
                <a:spcPct val="100000"/>
              </a:lnSpc>
              <a:defRPr sz="2000">
                <a:solidFill>
                  <a:schemeClr val="accent3"/>
                </a:solidFill>
                <a:latin typeface="+mj-lt"/>
              </a:defRPr>
            </a:lvl1pPr>
          </a:lstStyle>
          <a:p>
            <a:pPr lvl="0"/>
            <a:r>
              <a:rPr lang="fr-FR"/>
              <a:t>Lorem ipsum</a:t>
            </a:r>
          </a:p>
        </p:txBody>
      </p:sp>
      <p:sp>
        <p:nvSpPr>
          <p:cNvPr id="16" name="Espace réservé du texte 48">
            <a:extLst>
              <a:ext uri="{FF2B5EF4-FFF2-40B4-BE49-F238E27FC236}">
                <a16:creationId xmlns:a16="http://schemas.microsoft.com/office/drawing/2014/main" id="{E3CFFFDD-74FF-BCD1-0260-E5910F373A78}"/>
              </a:ext>
            </a:extLst>
          </p:cNvPr>
          <p:cNvSpPr>
            <a:spLocks noGrp="1"/>
          </p:cNvSpPr>
          <p:nvPr>
            <p:ph type="body" sz="quarter" idx="32" hasCustomPrompt="1"/>
          </p:nvPr>
        </p:nvSpPr>
        <p:spPr>
          <a:xfrm>
            <a:off x="5266318" y="3983071"/>
            <a:ext cx="1850746" cy="492443"/>
          </a:xfrm>
        </p:spPr>
        <p:txBody>
          <a:bodyPr wrap="square" lIns="0" tIns="0" rIns="0" bIns="0" anchor="t" anchorCtr="0">
            <a:spAutoFit/>
          </a:bodyPr>
          <a:lstStyle>
            <a:lvl1pPr algn="r">
              <a:lnSpc>
                <a:spcPct val="100000"/>
              </a:lnSpc>
              <a:defRPr sz="1600">
                <a:solidFill>
                  <a:schemeClr val="tx1"/>
                </a:solidFill>
                <a:latin typeface="+mn-lt"/>
              </a:defRPr>
            </a:lvl1pPr>
          </a:lstStyle>
          <a:p>
            <a:pPr lvl="0"/>
            <a:r>
              <a:rPr lang="fr-FR"/>
              <a:t>mo mos </a:t>
            </a:r>
            <a:r>
              <a:rPr lang="fr-FR" err="1"/>
              <a:t>voluptas</a:t>
            </a:r>
            <a:r>
              <a:rPr lang="fr-FR"/>
              <a:t>  </a:t>
            </a:r>
            <a:r>
              <a:rPr lang="fr-FR" err="1"/>
              <a:t>apitass</a:t>
            </a:r>
            <a:r>
              <a:rPr lang="fr-FR"/>
              <a:t> </a:t>
            </a:r>
            <a:r>
              <a:rPr lang="fr-FR" err="1"/>
              <a:t>imetur</a:t>
            </a:r>
            <a:r>
              <a:rPr lang="fr-FR"/>
              <a:t> mi</a:t>
            </a:r>
          </a:p>
        </p:txBody>
      </p:sp>
      <p:sp>
        <p:nvSpPr>
          <p:cNvPr id="17" name="Espace réservé du texte 48">
            <a:extLst>
              <a:ext uri="{FF2B5EF4-FFF2-40B4-BE49-F238E27FC236}">
                <a16:creationId xmlns:a16="http://schemas.microsoft.com/office/drawing/2014/main" id="{80E1196D-E168-0237-AC44-1C35EC19BF08}"/>
              </a:ext>
            </a:extLst>
          </p:cNvPr>
          <p:cNvSpPr>
            <a:spLocks noGrp="1"/>
          </p:cNvSpPr>
          <p:nvPr>
            <p:ph type="body" sz="quarter" idx="33" hasCustomPrompt="1"/>
          </p:nvPr>
        </p:nvSpPr>
        <p:spPr>
          <a:xfrm>
            <a:off x="5065510" y="5248273"/>
            <a:ext cx="1850745" cy="307777"/>
          </a:xfrm>
        </p:spPr>
        <p:txBody>
          <a:bodyPr wrap="square" lIns="0" tIns="0" rIns="0" bIns="0" anchor="b" anchorCtr="0">
            <a:spAutoFit/>
          </a:bodyPr>
          <a:lstStyle>
            <a:lvl1pPr algn="l">
              <a:lnSpc>
                <a:spcPct val="100000"/>
              </a:lnSpc>
              <a:defRPr sz="2000">
                <a:solidFill>
                  <a:schemeClr val="accent3"/>
                </a:solidFill>
                <a:latin typeface="+mj-lt"/>
              </a:defRPr>
            </a:lvl1pPr>
          </a:lstStyle>
          <a:p>
            <a:pPr lvl="0"/>
            <a:r>
              <a:rPr lang="fr-FR"/>
              <a:t>Lorem ipsum</a:t>
            </a:r>
          </a:p>
        </p:txBody>
      </p:sp>
      <p:sp>
        <p:nvSpPr>
          <p:cNvPr id="18" name="Espace réservé du texte 48">
            <a:extLst>
              <a:ext uri="{FF2B5EF4-FFF2-40B4-BE49-F238E27FC236}">
                <a16:creationId xmlns:a16="http://schemas.microsoft.com/office/drawing/2014/main" id="{ABA1E221-1503-37AA-C1C8-830F077014F6}"/>
              </a:ext>
            </a:extLst>
          </p:cNvPr>
          <p:cNvSpPr>
            <a:spLocks noGrp="1"/>
          </p:cNvSpPr>
          <p:nvPr>
            <p:ph type="body" sz="quarter" idx="34" hasCustomPrompt="1"/>
          </p:nvPr>
        </p:nvSpPr>
        <p:spPr>
          <a:xfrm>
            <a:off x="5065511" y="5627222"/>
            <a:ext cx="1850747" cy="492443"/>
          </a:xfrm>
        </p:spPr>
        <p:txBody>
          <a:bodyPr wrap="square" lIns="0" tIns="0" rIns="0" bIns="0" anchor="t" anchorCtr="0">
            <a:spAutoFit/>
          </a:bodyPr>
          <a:lstStyle>
            <a:lvl1pPr algn="l">
              <a:lnSpc>
                <a:spcPct val="100000"/>
              </a:lnSpc>
              <a:defRPr sz="1600">
                <a:solidFill>
                  <a:schemeClr val="tx1"/>
                </a:solidFill>
                <a:latin typeface="+mn-lt"/>
              </a:defRPr>
            </a:lvl1pPr>
          </a:lstStyle>
          <a:p>
            <a:pPr lvl="0"/>
            <a:r>
              <a:rPr lang="fr-FR"/>
              <a:t>mo mos </a:t>
            </a:r>
            <a:r>
              <a:rPr lang="fr-FR" err="1"/>
              <a:t>voluptas</a:t>
            </a:r>
            <a:r>
              <a:rPr lang="fr-FR"/>
              <a:t>  </a:t>
            </a:r>
            <a:r>
              <a:rPr lang="fr-FR" err="1"/>
              <a:t>apitass</a:t>
            </a:r>
            <a:r>
              <a:rPr lang="fr-FR"/>
              <a:t> </a:t>
            </a:r>
            <a:r>
              <a:rPr lang="fr-FR" err="1"/>
              <a:t>imetur</a:t>
            </a:r>
            <a:r>
              <a:rPr lang="fr-FR"/>
              <a:t> mi</a:t>
            </a:r>
          </a:p>
        </p:txBody>
      </p:sp>
      <p:sp>
        <p:nvSpPr>
          <p:cNvPr id="11" name="Forme libre 12">
            <a:extLst>
              <a:ext uri="{FF2B5EF4-FFF2-40B4-BE49-F238E27FC236}">
                <a16:creationId xmlns:a16="http://schemas.microsoft.com/office/drawing/2014/main" id="{B7B84159-C81F-C8F6-8D32-E2FAA205AFC6}"/>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12" name="Espace réservé de la date 2">
            <a:extLst>
              <a:ext uri="{FF2B5EF4-FFF2-40B4-BE49-F238E27FC236}">
                <a16:creationId xmlns:a16="http://schemas.microsoft.com/office/drawing/2014/main" id="{F4B59F8E-EC1C-EDAF-B249-C4C31E75DFD9}"/>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19" name="Espace réservé du pied de page 3">
            <a:extLst>
              <a:ext uri="{FF2B5EF4-FFF2-40B4-BE49-F238E27FC236}">
                <a16:creationId xmlns:a16="http://schemas.microsoft.com/office/drawing/2014/main" id="{55CA570D-1E39-0725-E218-373C741BA9F6}"/>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23" name="Espace réservé du numéro de diapositive 4">
            <a:extLst>
              <a:ext uri="{FF2B5EF4-FFF2-40B4-BE49-F238E27FC236}">
                <a16:creationId xmlns:a16="http://schemas.microsoft.com/office/drawing/2014/main" id="{20AC2A3A-872F-D9FA-E98E-5566A6E4B19C}"/>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5" name="Groupe 4">
            <a:extLst>
              <a:ext uri="{FF2B5EF4-FFF2-40B4-BE49-F238E27FC236}">
                <a16:creationId xmlns:a16="http://schemas.microsoft.com/office/drawing/2014/main" id="{92DD0FE4-9728-B7E6-038B-75373227BE28}"/>
              </a:ext>
            </a:extLst>
          </p:cNvPr>
          <p:cNvGrpSpPr/>
          <p:nvPr userDrawn="1"/>
        </p:nvGrpSpPr>
        <p:grpSpPr>
          <a:xfrm>
            <a:off x="-1" y="263015"/>
            <a:ext cx="5860125" cy="375126"/>
            <a:chOff x="-5557295" y="172402"/>
            <a:chExt cx="5860125" cy="375126"/>
          </a:xfrm>
        </p:grpSpPr>
        <p:sp>
          <p:nvSpPr>
            <p:cNvPr id="22" name="Forme libre 11">
              <a:extLst>
                <a:ext uri="{FF2B5EF4-FFF2-40B4-BE49-F238E27FC236}">
                  <a16:creationId xmlns:a16="http://schemas.microsoft.com/office/drawing/2014/main" id="{0FB486BE-BE23-67E6-0C2B-3D8715735323}"/>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4" name="Forme libre 12">
              <a:extLst>
                <a:ext uri="{FF2B5EF4-FFF2-40B4-BE49-F238E27FC236}">
                  <a16:creationId xmlns:a16="http://schemas.microsoft.com/office/drawing/2014/main" id="{806DB196-18DF-9397-D3B1-012EC6A56CA0}"/>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3C6D3F5E-CEB4-6402-B9C8-4FE94615AE1C}"/>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4" name="Espace réservé du texte 45">
            <a:extLst>
              <a:ext uri="{FF2B5EF4-FFF2-40B4-BE49-F238E27FC236}">
                <a16:creationId xmlns:a16="http://schemas.microsoft.com/office/drawing/2014/main" id="{B14288E1-A952-5620-9F23-EB5A5F8C2414}"/>
              </a:ext>
            </a:extLst>
          </p:cNvPr>
          <p:cNvSpPr>
            <a:spLocks noGrp="1"/>
          </p:cNvSpPr>
          <p:nvPr>
            <p:ph type="body" sz="quarter" idx="35"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848450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au 01">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B07B07-AA03-5ACC-6FFB-C9A1B250FE81}"/>
              </a:ext>
            </a:extLst>
          </p:cNvPr>
          <p:cNvSpPr>
            <a:spLocks noGrp="1"/>
          </p:cNvSpPr>
          <p:nvPr>
            <p:ph type="title"/>
          </p:nvPr>
        </p:nvSpPr>
        <p:spPr/>
        <p:txBody>
          <a:bodyPr/>
          <a:lstStyle>
            <a:lvl1pPr>
              <a:defRPr>
                <a:solidFill>
                  <a:schemeClr val="accent3"/>
                </a:solidFill>
              </a:defRPr>
            </a:lvl1pPr>
          </a:lstStyle>
          <a:p>
            <a:r>
              <a:rPr lang="fr-FR"/>
              <a:t>Modifiez le style du titre</a:t>
            </a:r>
          </a:p>
        </p:txBody>
      </p:sp>
      <p:sp>
        <p:nvSpPr>
          <p:cNvPr id="6" name="Forme libre 12">
            <a:extLst>
              <a:ext uri="{FF2B5EF4-FFF2-40B4-BE49-F238E27FC236}">
                <a16:creationId xmlns:a16="http://schemas.microsoft.com/office/drawing/2014/main" id="{4A47F340-C55C-E5D5-9ADC-A1263F47A608}"/>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D3ACE736-F452-C03A-925C-4AB874D2ED6F}"/>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8" name="Espace réservé du pied de page 3">
            <a:extLst>
              <a:ext uri="{FF2B5EF4-FFF2-40B4-BE49-F238E27FC236}">
                <a16:creationId xmlns:a16="http://schemas.microsoft.com/office/drawing/2014/main" id="{BA8B7FC6-42A8-51CF-47A8-6657E9B2CE5D}"/>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9" name="Espace réservé du numéro de diapositive 4">
            <a:extLst>
              <a:ext uri="{FF2B5EF4-FFF2-40B4-BE49-F238E27FC236}">
                <a16:creationId xmlns:a16="http://schemas.microsoft.com/office/drawing/2014/main" id="{021BEE63-1EAF-5199-3849-5B180E1973AB}"/>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5" name="Groupe 4">
            <a:extLst>
              <a:ext uri="{FF2B5EF4-FFF2-40B4-BE49-F238E27FC236}">
                <a16:creationId xmlns:a16="http://schemas.microsoft.com/office/drawing/2014/main" id="{90255193-0062-527E-4F3E-4AF72082E97E}"/>
              </a:ext>
            </a:extLst>
          </p:cNvPr>
          <p:cNvGrpSpPr/>
          <p:nvPr userDrawn="1"/>
        </p:nvGrpSpPr>
        <p:grpSpPr>
          <a:xfrm>
            <a:off x="-1" y="263015"/>
            <a:ext cx="5860125" cy="375126"/>
            <a:chOff x="-5557295" y="172402"/>
            <a:chExt cx="5860125" cy="375126"/>
          </a:xfrm>
        </p:grpSpPr>
        <p:sp>
          <p:nvSpPr>
            <p:cNvPr id="10" name="Forme libre 11">
              <a:extLst>
                <a:ext uri="{FF2B5EF4-FFF2-40B4-BE49-F238E27FC236}">
                  <a16:creationId xmlns:a16="http://schemas.microsoft.com/office/drawing/2014/main" id="{367C29C6-8DC2-47FD-971B-45861B359921}"/>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3" name="Forme libre 12">
              <a:extLst>
                <a:ext uri="{FF2B5EF4-FFF2-40B4-BE49-F238E27FC236}">
                  <a16:creationId xmlns:a16="http://schemas.microsoft.com/office/drawing/2014/main" id="{A74675DC-97EF-FAE8-35EA-E41DE4449851}"/>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C1E5B70B-B604-13BF-31BE-92B67B50955B}"/>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4" name="Espace réservé du texte 45">
            <a:extLst>
              <a:ext uri="{FF2B5EF4-FFF2-40B4-BE49-F238E27FC236}">
                <a16:creationId xmlns:a16="http://schemas.microsoft.com/office/drawing/2014/main" id="{D5C09ADD-FA01-2C94-428C-E2B56D7B8080}"/>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34390279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ableau 02">
    <p:bg>
      <p:bgPr>
        <a:blipFill dpi="0" rotWithShape="1">
          <a:blip r:embed="rId2">
            <a:lum/>
          </a:blip>
          <a:srcRect/>
          <a:stretch>
            <a:fillRect l="40000" t="-8000" r="-40000" b="-8000"/>
          </a:stretch>
        </a:blipFill>
        <a:effectLst/>
      </p:bgPr>
    </p:bg>
    <p:spTree>
      <p:nvGrpSpPr>
        <p:cNvPr id="1" name=""/>
        <p:cNvGrpSpPr/>
        <p:nvPr/>
      </p:nvGrpSpPr>
      <p:grpSpPr>
        <a:xfrm>
          <a:off x="0" y="0"/>
          <a:ext cx="0" cy="0"/>
          <a:chOff x="0" y="0"/>
          <a:chExt cx="0" cy="0"/>
        </a:xfrm>
      </p:grpSpPr>
      <p:sp>
        <p:nvSpPr>
          <p:cNvPr id="10" name="Forme libre 9">
            <a:extLst>
              <a:ext uri="{FF2B5EF4-FFF2-40B4-BE49-F238E27FC236}">
                <a16:creationId xmlns:a16="http://schemas.microsoft.com/office/drawing/2014/main" id="{A1B1A827-745B-51EA-96B5-7C38D1920B57}"/>
              </a:ext>
            </a:extLst>
          </p:cNvPr>
          <p:cNvSpPr/>
          <p:nvPr userDrawn="1"/>
        </p:nvSpPr>
        <p:spPr>
          <a:xfrm>
            <a:off x="0" y="-20971"/>
            <a:ext cx="12192000" cy="6899942"/>
          </a:xfrm>
          <a:custGeom>
            <a:avLst/>
            <a:gdLst>
              <a:gd name="connsiteX0" fmla="*/ 0 w 11011220"/>
              <a:gd name="connsiteY0" fmla="*/ 0 h 6853042"/>
              <a:gd name="connsiteX1" fmla="*/ 2670048 w 11011220"/>
              <a:gd name="connsiteY1" fmla="*/ 0 h 6853042"/>
              <a:gd name="connsiteX2" fmla="*/ 2670048 w 11011220"/>
              <a:gd name="connsiteY2" fmla="*/ 4958 h 6853042"/>
              <a:gd name="connsiteX3" fmla="*/ 8101974 w 11011220"/>
              <a:gd name="connsiteY3" fmla="*/ 4958 h 6853042"/>
              <a:gd name="connsiteX4" fmla="*/ 8018211 w 11011220"/>
              <a:gd name="connsiteY4" fmla="*/ 211263 h 6853042"/>
              <a:gd name="connsiteX5" fmla="*/ 7737478 w 11011220"/>
              <a:gd name="connsiteY5" fmla="*/ 1756569 h 6853042"/>
              <a:gd name="connsiteX6" fmla="*/ 7737478 w 11011220"/>
              <a:gd name="connsiteY6" fmla="*/ 1761519 h 6853042"/>
              <a:gd name="connsiteX7" fmla="*/ 9019626 w 11011220"/>
              <a:gd name="connsiteY7" fmla="*/ 4858644 h 6853042"/>
              <a:gd name="connsiteX8" fmla="*/ 11011220 w 11011220"/>
              <a:gd name="connsiteY8" fmla="*/ 6853042 h 6853042"/>
              <a:gd name="connsiteX9" fmla="*/ 1552579 w 11011220"/>
              <a:gd name="connsiteY9" fmla="*/ 6853042 h 6853042"/>
              <a:gd name="connsiteX10" fmla="*/ 1552579 w 11011220"/>
              <a:gd name="connsiteY10" fmla="*/ 6848084 h 6853042"/>
              <a:gd name="connsiteX11" fmla="*/ 0 w 11011220"/>
              <a:gd name="connsiteY11" fmla="*/ 6848084 h 685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011220" h="6853042">
                <a:moveTo>
                  <a:pt x="0" y="0"/>
                </a:moveTo>
                <a:lnTo>
                  <a:pt x="2670048" y="0"/>
                </a:lnTo>
                <a:lnTo>
                  <a:pt x="2670048" y="4958"/>
                </a:lnTo>
                <a:lnTo>
                  <a:pt x="8101974" y="4958"/>
                </a:lnTo>
                <a:lnTo>
                  <a:pt x="8018211" y="211263"/>
                </a:lnTo>
                <a:cubicBezTo>
                  <a:pt x="7831389" y="708260"/>
                  <a:pt x="7737811" y="1232317"/>
                  <a:pt x="7737478" y="1756569"/>
                </a:cubicBezTo>
                <a:lnTo>
                  <a:pt x="7737478" y="1761519"/>
                </a:lnTo>
                <a:cubicBezTo>
                  <a:pt x="7738112" y="2882646"/>
                  <a:pt x="8165452" y="4003394"/>
                  <a:pt x="9019626" y="4858644"/>
                </a:cubicBezTo>
                <a:lnTo>
                  <a:pt x="11011220" y="6853042"/>
                </a:lnTo>
                <a:lnTo>
                  <a:pt x="1552579" y="6853042"/>
                </a:lnTo>
                <a:lnTo>
                  <a:pt x="1552579" y="6848084"/>
                </a:lnTo>
                <a:lnTo>
                  <a:pt x="0" y="6848084"/>
                </a:lnTo>
                <a:close/>
              </a:path>
            </a:pathLst>
          </a:custGeom>
          <a:solidFill>
            <a:schemeClr val="bg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 name="Titre 1">
            <a:extLst>
              <a:ext uri="{FF2B5EF4-FFF2-40B4-BE49-F238E27FC236}">
                <a16:creationId xmlns:a16="http://schemas.microsoft.com/office/drawing/2014/main" id="{4DC5CE7E-D269-A260-6353-D23A6A4B0732}"/>
              </a:ext>
            </a:extLst>
          </p:cNvPr>
          <p:cNvSpPr>
            <a:spLocks noGrp="1"/>
          </p:cNvSpPr>
          <p:nvPr>
            <p:ph type="title"/>
          </p:nvPr>
        </p:nvSpPr>
        <p:spPr/>
        <p:txBody>
          <a:bodyPr/>
          <a:lstStyle>
            <a:lvl1pPr>
              <a:defRPr>
                <a:solidFill>
                  <a:schemeClr val="accent3"/>
                </a:solidFill>
              </a:defRPr>
            </a:lvl1pPr>
          </a:lstStyle>
          <a:p>
            <a:r>
              <a:rPr lang="fr-FR"/>
              <a:t>Modifiez le style du titre</a:t>
            </a:r>
          </a:p>
        </p:txBody>
      </p:sp>
      <p:sp>
        <p:nvSpPr>
          <p:cNvPr id="12" name="Forme libre 12">
            <a:extLst>
              <a:ext uri="{FF2B5EF4-FFF2-40B4-BE49-F238E27FC236}">
                <a16:creationId xmlns:a16="http://schemas.microsoft.com/office/drawing/2014/main" id="{92C2C3C5-4DAF-F9C8-0CB2-0ED74826B324}"/>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13" name="Espace réservé de la date 2">
            <a:extLst>
              <a:ext uri="{FF2B5EF4-FFF2-40B4-BE49-F238E27FC236}">
                <a16:creationId xmlns:a16="http://schemas.microsoft.com/office/drawing/2014/main" id="{3FE7F6B4-60B5-9531-5D30-8C2E9AFE122E}"/>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14" name="Espace réservé du pied de page 3">
            <a:extLst>
              <a:ext uri="{FF2B5EF4-FFF2-40B4-BE49-F238E27FC236}">
                <a16:creationId xmlns:a16="http://schemas.microsoft.com/office/drawing/2014/main" id="{238222B4-E515-DA71-77A3-F490DF5EA0ED}"/>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5" name="Espace réservé du numéro de diapositive 4">
            <a:extLst>
              <a:ext uri="{FF2B5EF4-FFF2-40B4-BE49-F238E27FC236}">
                <a16:creationId xmlns:a16="http://schemas.microsoft.com/office/drawing/2014/main" id="{C477C887-B94B-8D8A-15AB-7A003DD3DEEB}"/>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19" name="Groupe 18">
            <a:extLst>
              <a:ext uri="{FF2B5EF4-FFF2-40B4-BE49-F238E27FC236}">
                <a16:creationId xmlns:a16="http://schemas.microsoft.com/office/drawing/2014/main" id="{F3D3BD22-EDD0-FFB5-CBB6-7E10557833FA}"/>
              </a:ext>
            </a:extLst>
          </p:cNvPr>
          <p:cNvGrpSpPr/>
          <p:nvPr userDrawn="1"/>
        </p:nvGrpSpPr>
        <p:grpSpPr>
          <a:xfrm>
            <a:off x="-1" y="263015"/>
            <a:ext cx="5860125" cy="375126"/>
            <a:chOff x="-5557295" y="172402"/>
            <a:chExt cx="5860125" cy="375126"/>
          </a:xfrm>
        </p:grpSpPr>
        <p:sp>
          <p:nvSpPr>
            <p:cNvPr id="20" name="Forme libre 11">
              <a:extLst>
                <a:ext uri="{FF2B5EF4-FFF2-40B4-BE49-F238E27FC236}">
                  <a16:creationId xmlns:a16="http://schemas.microsoft.com/office/drawing/2014/main" id="{DCE06520-3AF5-C562-F50E-95BC5A523A4C}"/>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1" name="Forme libre 12">
              <a:extLst>
                <a:ext uri="{FF2B5EF4-FFF2-40B4-BE49-F238E27FC236}">
                  <a16:creationId xmlns:a16="http://schemas.microsoft.com/office/drawing/2014/main" id="{2FB780CF-88A1-4CDE-6AE9-58E9E0BD1F2E}"/>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761CD43D-5C48-6E79-9132-7809BB8861D6}"/>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4" name="Espace réservé du texte 45">
            <a:extLst>
              <a:ext uri="{FF2B5EF4-FFF2-40B4-BE49-F238E27FC236}">
                <a16:creationId xmlns:a16="http://schemas.microsoft.com/office/drawing/2014/main" id="{CB81CF82-8CE3-D660-D350-7AA11C132C17}"/>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7504277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alendrier">
    <p:bg>
      <p:bgPr>
        <a:blipFill dpi="0" rotWithShape="1">
          <a:blip r:embed="rId2">
            <a:lum/>
          </a:blip>
          <a:srcRect/>
          <a:stretch>
            <a:fillRect l="30000" t="-7000" r="-30000" b="-7000"/>
          </a:stretch>
        </a:blipFill>
        <a:effectLst/>
      </p:bgPr>
    </p:bg>
    <p:spTree>
      <p:nvGrpSpPr>
        <p:cNvPr id="1" name=""/>
        <p:cNvGrpSpPr/>
        <p:nvPr/>
      </p:nvGrpSpPr>
      <p:grpSpPr>
        <a:xfrm>
          <a:off x="0" y="0"/>
          <a:ext cx="0" cy="0"/>
          <a:chOff x="0" y="0"/>
          <a:chExt cx="0" cy="0"/>
        </a:xfrm>
      </p:grpSpPr>
      <p:sp>
        <p:nvSpPr>
          <p:cNvPr id="17" name="Forme libre 9">
            <a:extLst>
              <a:ext uri="{FF2B5EF4-FFF2-40B4-BE49-F238E27FC236}">
                <a16:creationId xmlns:a16="http://schemas.microsoft.com/office/drawing/2014/main" id="{C52C6C69-F242-7427-226C-8EB4BE0E3417}"/>
              </a:ext>
            </a:extLst>
          </p:cNvPr>
          <p:cNvSpPr/>
          <p:nvPr userDrawn="1"/>
        </p:nvSpPr>
        <p:spPr>
          <a:xfrm>
            <a:off x="-1" y="-20971"/>
            <a:ext cx="12192001" cy="6899942"/>
          </a:xfrm>
          <a:custGeom>
            <a:avLst/>
            <a:gdLst>
              <a:gd name="connsiteX0" fmla="*/ 0 w 11011220"/>
              <a:gd name="connsiteY0" fmla="*/ 0 h 6853042"/>
              <a:gd name="connsiteX1" fmla="*/ 2670048 w 11011220"/>
              <a:gd name="connsiteY1" fmla="*/ 0 h 6853042"/>
              <a:gd name="connsiteX2" fmla="*/ 2670048 w 11011220"/>
              <a:gd name="connsiteY2" fmla="*/ 4958 h 6853042"/>
              <a:gd name="connsiteX3" fmla="*/ 8101974 w 11011220"/>
              <a:gd name="connsiteY3" fmla="*/ 4958 h 6853042"/>
              <a:gd name="connsiteX4" fmla="*/ 8018211 w 11011220"/>
              <a:gd name="connsiteY4" fmla="*/ 211263 h 6853042"/>
              <a:gd name="connsiteX5" fmla="*/ 7737478 w 11011220"/>
              <a:gd name="connsiteY5" fmla="*/ 1756569 h 6853042"/>
              <a:gd name="connsiteX6" fmla="*/ 7737478 w 11011220"/>
              <a:gd name="connsiteY6" fmla="*/ 1761519 h 6853042"/>
              <a:gd name="connsiteX7" fmla="*/ 9019626 w 11011220"/>
              <a:gd name="connsiteY7" fmla="*/ 4858644 h 6853042"/>
              <a:gd name="connsiteX8" fmla="*/ 11011220 w 11011220"/>
              <a:gd name="connsiteY8" fmla="*/ 6853042 h 6853042"/>
              <a:gd name="connsiteX9" fmla="*/ 1552579 w 11011220"/>
              <a:gd name="connsiteY9" fmla="*/ 6853042 h 6853042"/>
              <a:gd name="connsiteX10" fmla="*/ 1552579 w 11011220"/>
              <a:gd name="connsiteY10" fmla="*/ 6848084 h 6853042"/>
              <a:gd name="connsiteX11" fmla="*/ 0 w 11011220"/>
              <a:gd name="connsiteY11" fmla="*/ 6848084 h 685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011220" h="6853042">
                <a:moveTo>
                  <a:pt x="0" y="0"/>
                </a:moveTo>
                <a:lnTo>
                  <a:pt x="2670048" y="0"/>
                </a:lnTo>
                <a:lnTo>
                  <a:pt x="2670048" y="4958"/>
                </a:lnTo>
                <a:lnTo>
                  <a:pt x="8101974" y="4958"/>
                </a:lnTo>
                <a:lnTo>
                  <a:pt x="8018211" y="211263"/>
                </a:lnTo>
                <a:cubicBezTo>
                  <a:pt x="7831389" y="708260"/>
                  <a:pt x="7737811" y="1232317"/>
                  <a:pt x="7737478" y="1756569"/>
                </a:cubicBezTo>
                <a:lnTo>
                  <a:pt x="7737478" y="1761519"/>
                </a:lnTo>
                <a:cubicBezTo>
                  <a:pt x="7738112" y="2882646"/>
                  <a:pt x="8165452" y="4003394"/>
                  <a:pt x="9019626" y="4858644"/>
                </a:cubicBezTo>
                <a:lnTo>
                  <a:pt x="11011220" y="6853042"/>
                </a:lnTo>
                <a:lnTo>
                  <a:pt x="1552579" y="6853042"/>
                </a:lnTo>
                <a:lnTo>
                  <a:pt x="1552579" y="6848084"/>
                </a:lnTo>
                <a:lnTo>
                  <a:pt x="0" y="6848084"/>
                </a:lnTo>
                <a:close/>
              </a:path>
            </a:pathLst>
          </a:custGeom>
          <a:solidFill>
            <a:schemeClr val="bg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solidFill>
                <a:schemeClr val="accent3"/>
              </a:solidFill>
            </a:endParaRPr>
          </a:p>
        </p:txBody>
      </p:sp>
      <p:sp>
        <p:nvSpPr>
          <p:cNvPr id="2" name="Titre 1">
            <a:extLst>
              <a:ext uri="{FF2B5EF4-FFF2-40B4-BE49-F238E27FC236}">
                <a16:creationId xmlns:a16="http://schemas.microsoft.com/office/drawing/2014/main" id="{256ACFC7-BEAD-6583-D73B-A62DF40C60C3}"/>
              </a:ext>
            </a:extLst>
          </p:cNvPr>
          <p:cNvSpPr>
            <a:spLocks noGrp="1"/>
          </p:cNvSpPr>
          <p:nvPr>
            <p:ph type="title"/>
          </p:nvPr>
        </p:nvSpPr>
        <p:spPr/>
        <p:txBody>
          <a:bodyPr/>
          <a:lstStyle>
            <a:lvl1pPr>
              <a:defRPr>
                <a:solidFill>
                  <a:schemeClr val="accent3"/>
                </a:solidFill>
              </a:defRPr>
            </a:lvl1pPr>
          </a:lstStyle>
          <a:p>
            <a:r>
              <a:rPr lang="fr-FR"/>
              <a:t>Modifiez le style du titre</a:t>
            </a:r>
          </a:p>
        </p:txBody>
      </p:sp>
      <p:grpSp>
        <p:nvGrpSpPr>
          <p:cNvPr id="6" name="Groupe 5">
            <a:extLst>
              <a:ext uri="{FF2B5EF4-FFF2-40B4-BE49-F238E27FC236}">
                <a16:creationId xmlns:a16="http://schemas.microsoft.com/office/drawing/2014/main" id="{A3A49CD3-9CA8-6BA3-9416-B1440A8500FA}"/>
              </a:ext>
            </a:extLst>
          </p:cNvPr>
          <p:cNvGrpSpPr/>
          <p:nvPr userDrawn="1"/>
        </p:nvGrpSpPr>
        <p:grpSpPr>
          <a:xfrm>
            <a:off x="-1" y="263015"/>
            <a:ext cx="5860125" cy="375126"/>
            <a:chOff x="-5557295" y="172402"/>
            <a:chExt cx="5860125" cy="375126"/>
          </a:xfrm>
        </p:grpSpPr>
        <p:sp>
          <p:nvSpPr>
            <p:cNvPr id="7" name="Forme libre 11">
              <a:extLst>
                <a:ext uri="{FF2B5EF4-FFF2-40B4-BE49-F238E27FC236}">
                  <a16:creationId xmlns:a16="http://schemas.microsoft.com/office/drawing/2014/main" id="{90189B4B-2A6B-AFA0-E96E-C404176E2976}"/>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8" name="Forme libre 12">
              <a:extLst>
                <a:ext uri="{FF2B5EF4-FFF2-40B4-BE49-F238E27FC236}">
                  <a16:creationId xmlns:a16="http://schemas.microsoft.com/office/drawing/2014/main" id="{ED5AA2D0-B4D0-3148-3067-D98BA52A184E}"/>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9" name="Espace réservé du texte 45">
            <a:extLst>
              <a:ext uri="{FF2B5EF4-FFF2-40B4-BE49-F238E27FC236}">
                <a16:creationId xmlns:a16="http://schemas.microsoft.com/office/drawing/2014/main" id="{F1EFDC2A-6314-5FB2-AED0-470C3D22A87F}"/>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10" name="Espace réservé du texte 45">
            <a:extLst>
              <a:ext uri="{FF2B5EF4-FFF2-40B4-BE49-F238E27FC236}">
                <a16:creationId xmlns:a16="http://schemas.microsoft.com/office/drawing/2014/main" id="{F464529F-E5DD-BF02-1454-549F2336130B}"/>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
        <p:nvSpPr>
          <p:cNvPr id="11" name="Forme libre 12">
            <a:extLst>
              <a:ext uri="{FF2B5EF4-FFF2-40B4-BE49-F238E27FC236}">
                <a16:creationId xmlns:a16="http://schemas.microsoft.com/office/drawing/2014/main" id="{E83EEC7D-948F-1B30-3BEF-2A0351851E76}"/>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12" name="Espace réservé de la date 2">
            <a:extLst>
              <a:ext uri="{FF2B5EF4-FFF2-40B4-BE49-F238E27FC236}">
                <a16:creationId xmlns:a16="http://schemas.microsoft.com/office/drawing/2014/main" id="{FFA06006-CE4E-F648-04E3-101DEAFAFE40}"/>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13" name="Espace réservé du pied de page 3">
            <a:extLst>
              <a:ext uri="{FF2B5EF4-FFF2-40B4-BE49-F238E27FC236}">
                <a16:creationId xmlns:a16="http://schemas.microsoft.com/office/drawing/2014/main" id="{9AED4FB6-EB25-DF41-7CBD-219A23020C78}"/>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4" name="Espace réservé du numéro de diapositive 4">
            <a:extLst>
              <a:ext uri="{FF2B5EF4-FFF2-40B4-BE49-F238E27FC236}">
                <a16:creationId xmlns:a16="http://schemas.microsoft.com/office/drawing/2014/main" id="{E1FC0C53-6EAD-D079-AAEB-8A5EBAA7CBF3}"/>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Tree>
    <p:extLst>
      <p:ext uri="{BB962C8B-B14F-4D97-AF65-F5344CB8AC3E}">
        <p14:creationId xmlns:p14="http://schemas.microsoft.com/office/powerpoint/2010/main" val="40826983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hiffres clés">
    <p:bg>
      <p:bgPr>
        <a:blipFill dpi="0" rotWithShape="1">
          <a:blip r:embed="rId2">
            <a:lum/>
          </a:blip>
          <a:srcRect/>
          <a:stretch>
            <a:fillRect l="-35000" t="-9000" r="40000" b="-9000"/>
          </a:stretch>
        </a:blipFill>
        <a:effectLst/>
      </p:bgPr>
    </p:bg>
    <p:spTree>
      <p:nvGrpSpPr>
        <p:cNvPr id="1" name=""/>
        <p:cNvGrpSpPr/>
        <p:nvPr/>
      </p:nvGrpSpPr>
      <p:grpSpPr>
        <a:xfrm>
          <a:off x="0" y="0"/>
          <a:ext cx="0" cy="0"/>
          <a:chOff x="0" y="0"/>
          <a:chExt cx="0" cy="0"/>
        </a:xfrm>
      </p:grpSpPr>
      <p:sp>
        <p:nvSpPr>
          <p:cNvPr id="10" name="Forme libre 9">
            <a:extLst>
              <a:ext uri="{FF2B5EF4-FFF2-40B4-BE49-F238E27FC236}">
                <a16:creationId xmlns:a16="http://schemas.microsoft.com/office/drawing/2014/main" id="{C3D63B46-F987-949E-F9AA-DA4721B0359F}"/>
              </a:ext>
            </a:extLst>
          </p:cNvPr>
          <p:cNvSpPr/>
          <p:nvPr userDrawn="1"/>
        </p:nvSpPr>
        <p:spPr>
          <a:xfrm flipH="1">
            <a:off x="-1" y="0"/>
            <a:ext cx="12192000" cy="6853042"/>
          </a:xfrm>
          <a:custGeom>
            <a:avLst/>
            <a:gdLst>
              <a:gd name="connsiteX0" fmla="*/ 2879725 w 10990518"/>
              <a:gd name="connsiteY0" fmla="*/ 0 h 6853042"/>
              <a:gd name="connsiteX1" fmla="*/ 0 w 10990518"/>
              <a:gd name="connsiteY1" fmla="*/ 0 h 6853042"/>
              <a:gd name="connsiteX2" fmla="*/ 0 w 10990518"/>
              <a:gd name="connsiteY2" fmla="*/ 6853042 h 6853042"/>
              <a:gd name="connsiteX3" fmla="*/ 1531877 w 10990518"/>
              <a:gd name="connsiteY3" fmla="*/ 6853042 h 6853042"/>
              <a:gd name="connsiteX4" fmla="*/ 2879725 w 10990518"/>
              <a:gd name="connsiteY4" fmla="*/ 6853042 h 6853042"/>
              <a:gd name="connsiteX5" fmla="*/ 10990518 w 10990518"/>
              <a:gd name="connsiteY5" fmla="*/ 6853042 h 6853042"/>
              <a:gd name="connsiteX6" fmla="*/ 8998924 w 10990518"/>
              <a:gd name="connsiteY6" fmla="*/ 4858644 h 6853042"/>
              <a:gd name="connsiteX7" fmla="*/ 7716776 w 10990518"/>
              <a:gd name="connsiteY7" fmla="*/ 1761519 h 6853042"/>
              <a:gd name="connsiteX8" fmla="*/ 7716776 w 10990518"/>
              <a:gd name="connsiteY8" fmla="*/ 1756569 h 6853042"/>
              <a:gd name="connsiteX9" fmla="*/ 7997509 w 10990518"/>
              <a:gd name="connsiteY9" fmla="*/ 211263 h 6853042"/>
              <a:gd name="connsiteX10" fmla="*/ 8081272 w 10990518"/>
              <a:gd name="connsiteY10" fmla="*/ 4958 h 6853042"/>
              <a:gd name="connsiteX11" fmla="*/ 2879725 w 10990518"/>
              <a:gd name="connsiteY11" fmla="*/ 4958 h 685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90518" h="6853042">
                <a:moveTo>
                  <a:pt x="2879725" y="0"/>
                </a:moveTo>
                <a:lnTo>
                  <a:pt x="0" y="0"/>
                </a:lnTo>
                <a:lnTo>
                  <a:pt x="0" y="6853042"/>
                </a:lnTo>
                <a:lnTo>
                  <a:pt x="1531877" y="6853042"/>
                </a:lnTo>
                <a:lnTo>
                  <a:pt x="2879725" y="6853042"/>
                </a:lnTo>
                <a:lnTo>
                  <a:pt x="10990518" y="6853042"/>
                </a:lnTo>
                <a:lnTo>
                  <a:pt x="8998924" y="4858644"/>
                </a:lnTo>
                <a:cubicBezTo>
                  <a:pt x="8144750" y="4003394"/>
                  <a:pt x="7717410" y="2882646"/>
                  <a:pt x="7716776" y="1761519"/>
                </a:cubicBezTo>
                <a:lnTo>
                  <a:pt x="7716776" y="1756569"/>
                </a:lnTo>
                <a:cubicBezTo>
                  <a:pt x="7717109" y="1232317"/>
                  <a:pt x="7810687" y="708260"/>
                  <a:pt x="7997509" y="211263"/>
                </a:cubicBezTo>
                <a:lnTo>
                  <a:pt x="8081272" y="4958"/>
                </a:lnTo>
                <a:lnTo>
                  <a:pt x="2879725" y="4958"/>
                </a:lnTo>
                <a:close/>
              </a:path>
            </a:pathLst>
          </a:custGeom>
          <a:solidFill>
            <a:schemeClr val="bg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1" name="Espace réservé du texte 48">
            <a:extLst>
              <a:ext uri="{FF2B5EF4-FFF2-40B4-BE49-F238E27FC236}">
                <a16:creationId xmlns:a16="http://schemas.microsoft.com/office/drawing/2014/main" id="{699774F8-2CAC-4281-C7BD-6B3E8220C090}"/>
              </a:ext>
            </a:extLst>
          </p:cNvPr>
          <p:cNvSpPr>
            <a:spLocks noGrp="1"/>
          </p:cNvSpPr>
          <p:nvPr>
            <p:ph type="body" sz="quarter" idx="20" hasCustomPrompt="1"/>
          </p:nvPr>
        </p:nvSpPr>
        <p:spPr>
          <a:xfrm>
            <a:off x="5214421" y="1671046"/>
            <a:ext cx="2611141" cy="984885"/>
          </a:xfrm>
        </p:spPr>
        <p:txBody>
          <a:bodyPr wrap="square" lIns="0" tIns="0" rIns="0" bIns="0" anchor="b" anchorCtr="0">
            <a:spAutoFit/>
          </a:bodyPr>
          <a:lstStyle>
            <a:lvl1pPr algn="l">
              <a:lnSpc>
                <a:spcPct val="100000"/>
              </a:lnSpc>
              <a:defRPr sz="6400">
                <a:solidFill>
                  <a:schemeClr val="accent4"/>
                </a:solidFill>
                <a:latin typeface="+mn-lt"/>
              </a:defRPr>
            </a:lvl1pPr>
          </a:lstStyle>
          <a:p>
            <a:pPr lvl="0"/>
            <a:r>
              <a:rPr lang="fr-FR"/>
              <a:t>XX</a:t>
            </a:r>
          </a:p>
        </p:txBody>
      </p:sp>
      <p:sp>
        <p:nvSpPr>
          <p:cNvPr id="12" name="Espace réservé du texte 48">
            <a:extLst>
              <a:ext uri="{FF2B5EF4-FFF2-40B4-BE49-F238E27FC236}">
                <a16:creationId xmlns:a16="http://schemas.microsoft.com/office/drawing/2014/main" id="{6E0B3D2C-0628-2036-3FFB-D3D59C30A9C0}"/>
              </a:ext>
            </a:extLst>
          </p:cNvPr>
          <p:cNvSpPr>
            <a:spLocks noGrp="1"/>
          </p:cNvSpPr>
          <p:nvPr>
            <p:ph type="body" sz="quarter" idx="21" hasCustomPrompt="1"/>
          </p:nvPr>
        </p:nvSpPr>
        <p:spPr>
          <a:xfrm>
            <a:off x="5214421" y="2575194"/>
            <a:ext cx="2611141" cy="307777"/>
          </a:xfrm>
        </p:spPr>
        <p:txBody>
          <a:bodyPr wrap="square" lIns="0" tIns="0" rIns="0" bIns="0" anchor="t" anchorCtr="0">
            <a:spAutoFit/>
          </a:bodyPr>
          <a:lstStyle>
            <a:lvl1pPr algn="l">
              <a:lnSpc>
                <a:spcPct val="100000"/>
              </a:lnSpc>
              <a:defRPr sz="2000">
                <a:solidFill>
                  <a:schemeClr val="tx1"/>
                </a:solidFill>
                <a:latin typeface="+mj-lt"/>
              </a:defRPr>
            </a:lvl1pPr>
          </a:lstStyle>
          <a:p>
            <a:pPr lvl="0"/>
            <a:r>
              <a:rPr lang="fr-FR"/>
              <a:t>Lorem ipsum</a:t>
            </a:r>
          </a:p>
        </p:txBody>
      </p:sp>
      <p:sp>
        <p:nvSpPr>
          <p:cNvPr id="13" name="Espace réservé du texte 48">
            <a:extLst>
              <a:ext uri="{FF2B5EF4-FFF2-40B4-BE49-F238E27FC236}">
                <a16:creationId xmlns:a16="http://schemas.microsoft.com/office/drawing/2014/main" id="{F22EA189-DC0E-A682-C143-6920742EB54A}"/>
              </a:ext>
            </a:extLst>
          </p:cNvPr>
          <p:cNvSpPr>
            <a:spLocks noGrp="1"/>
          </p:cNvSpPr>
          <p:nvPr>
            <p:ph type="body" sz="quarter" idx="22" hasCustomPrompt="1"/>
          </p:nvPr>
        </p:nvSpPr>
        <p:spPr>
          <a:xfrm>
            <a:off x="5214421" y="3850720"/>
            <a:ext cx="2611141" cy="984885"/>
          </a:xfrm>
        </p:spPr>
        <p:txBody>
          <a:bodyPr wrap="square" lIns="0" tIns="0" rIns="0" bIns="0" anchor="b" anchorCtr="0">
            <a:spAutoFit/>
          </a:bodyPr>
          <a:lstStyle>
            <a:lvl1pPr algn="l">
              <a:lnSpc>
                <a:spcPct val="100000"/>
              </a:lnSpc>
              <a:defRPr sz="6400">
                <a:solidFill>
                  <a:schemeClr val="accent4"/>
                </a:solidFill>
                <a:latin typeface="+mn-lt"/>
              </a:defRPr>
            </a:lvl1pPr>
          </a:lstStyle>
          <a:p>
            <a:pPr lvl="0"/>
            <a:r>
              <a:rPr lang="fr-FR"/>
              <a:t>XX</a:t>
            </a:r>
          </a:p>
        </p:txBody>
      </p:sp>
      <p:sp>
        <p:nvSpPr>
          <p:cNvPr id="14" name="Espace réservé du texte 48">
            <a:extLst>
              <a:ext uri="{FF2B5EF4-FFF2-40B4-BE49-F238E27FC236}">
                <a16:creationId xmlns:a16="http://schemas.microsoft.com/office/drawing/2014/main" id="{3E287203-AF51-2846-74AF-179373468403}"/>
              </a:ext>
            </a:extLst>
          </p:cNvPr>
          <p:cNvSpPr>
            <a:spLocks noGrp="1"/>
          </p:cNvSpPr>
          <p:nvPr>
            <p:ph type="body" sz="quarter" idx="23" hasCustomPrompt="1"/>
          </p:nvPr>
        </p:nvSpPr>
        <p:spPr>
          <a:xfrm>
            <a:off x="5214421" y="4754868"/>
            <a:ext cx="2611141" cy="307777"/>
          </a:xfrm>
        </p:spPr>
        <p:txBody>
          <a:bodyPr wrap="square" lIns="0" tIns="0" rIns="0" bIns="0" anchor="t" anchorCtr="0">
            <a:spAutoFit/>
          </a:bodyPr>
          <a:lstStyle>
            <a:lvl1pPr algn="l">
              <a:lnSpc>
                <a:spcPct val="100000"/>
              </a:lnSpc>
              <a:defRPr sz="2000">
                <a:solidFill>
                  <a:schemeClr val="tx1"/>
                </a:solidFill>
                <a:latin typeface="+mj-lt"/>
              </a:defRPr>
            </a:lvl1pPr>
          </a:lstStyle>
          <a:p>
            <a:pPr lvl="0"/>
            <a:r>
              <a:rPr lang="fr-FR"/>
              <a:t>Lorem ipsum</a:t>
            </a:r>
          </a:p>
        </p:txBody>
      </p:sp>
      <p:sp>
        <p:nvSpPr>
          <p:cNvPr id="15" name="Espace réservé du texte 48">
            <a:extLst>
              <a:ext uri="{FF2B5EF4-FFF2-40B4-BE49-F238E27FC236}">
                <a16:creationId xmlns:a16="http://schemas.microsoft.com/office/drawing/2014/main" id="{E45B0185-8CEC-2879-18A9-21224282C417}"/>
              </a:ext>
            </a:extLst>
          </p:cNvPr>
          <p:cNvSpPr>
            <a:spLocks noGrp="1"/>
          </p:cNvSpPr>
          <p:nvPr>
            <p:ph type="body" sz="quarter" idx="24" hasCustomPrompt="1"/>
          </p:nvPr>
        </p:nvSpPr>
        <p:spPr>
          <a:xfrm>
            <a:off x="8361659" y="1671046"/>
            <a:ext cx="2611141" cy="984885"/>
          </a:xfrm>
        </p:spPr>
        <p:txBody>
          <a:bodyPr wrap="square" lIns="0" tIns="0" rIns="0" bIns="0" anchor="b" anchorCtr="0">
            <a:spAutoFit/>
          </a:bodyPr>
          <a:lstStyle>
            <a:lvl1pPr algn="l">
              <a:lnSpc>
                <a:spcPct val="100000"/>
              </a:lnSpc>
              <a:defRPr sz="6400">
                <a:solidFill>
                  <a:schemeClr val="accent4"/>
                </a:solidFill>
                <a:latin typeface="+mn-lt"/>
              </a:defRPr>
            </a:lvl1pPr>
          </a:lstStyle>
          <a:p>
            <a:pPr lvl="0"/>
            <a:r>
              <a:rPr lang="fr-FR"/>
              <a:t>XX</a:t>
            </a:r>
          </a:p>
        </p:txBody>
      </p:sp>
      <p:sp>
        <p:nvSpPr>
          <p:cNvPr id="16" name="Espace réservé du texte 48">
            <a:extLst>
              <a:ext uri="{FF2B5EF4-FFF2-40B4-BE49-F238E27FC236}">
                <a16:creationId xmlns:a16="http://schemas.microsoft.com/office/drawing/2014/main" id="{845819A9-0C72-D550-AF7E-3F38CB6B2B94}"/>
              </a:ext>
            </a:extLst>
          </p:cNvPr>
          <p:cNvSpPr>
            <a:spLocks noGrp="1"/>
          </p:cNvSpPr>
          <p:nvPr>
            <p:ph type="body" sz="quarter" idx="25" hasCustomPrompt="1"/>
          </p:nvPr>
        </p:nvSpPr>
        <p:spPr>
          <a:xfrm>
            <a:off x="8361659" y="2575194"/>
            <a:ext cx="2611141" cy="307777"/>
          </a:xfrm>
        </p:spPr>
        <p:txBody>
          <a:bodyPr wrap="square" lIns="0" tIns="0" rIns="0" bIns="0" anchor="t" anchorCtr="0">
            <a:spAutoFit/>
          </a:bodyPr>
          <a:lstStyle>
            <a:lvl1pPr algn="l">
              <a:lnSpc>
                <a:spcPct val="100000"/>
              </a:lnSpc>
              <a:defRPr sz="2000">
                <a:solidFill>
                  <a:schemeClr val="tx1"/>
                </a:solidFill>
                <a:latin typeface="+mj-lt"/>
              </a:defRPr>
            </a:lvl1pPr>
          </a:lstStyle>
          <a:p>
            <a:pPr lvl="0"/>
            <a:r>
              <a:rPr lang="fr-FR"/>
              <a:t>Lorem ipsum</a:t>
            </a:r>
          </a:p>
        </p:txBody>
      </p:sp>
      <p:sp>
        <p:nvSpPr>
          <p:cNvPr id="17" name="Espace réservé du texte 48">
            <a:extLst>
              <a:ext uri="{FF2B5EF4-FFF2-40B4-BE49-F238E27FC236}">
                <a16:creationId xmlns:a16="http://schemas.microsoft.com/office/drawing/2014/main" id="{5EE413F4-2838-BD96-29BA-281685C7DE17}"/>
              </a:ext>
            </a:extLst>
          </p:cNvPr>
          <p:cNvSpPr>
            <a:spLocks noGrp="1"/>
          </p:cNvSpPr>
          <p:nvPr>
            <p:ph type="body" sz="quarter" idx="26" hasCustomPrompt="1"/>
          </p:nvPr>
        </p:nvSpPr>
        <p:spPr>
          <a:xfrm>
            <a:off x="8361659" y="3850720"/>
            <a:ext cx="2611141" cy="984885"/>
          </a:xfrm>
        </p:spPr>
        <p:txBody>
          <a:bodyPr wrap="square" lIns="0" tIns="0" rIns="0" bIns="0" anchor="b" anchorCtr="0">
            <a:spAutoFit/>
          </a:bodyPr>
          <a:lstStyle>
            <a:lvl1pPr algn="l">
              <a:lnSpc>
                <a:spcPct val="100000"/>
              </a:lnSpc>
              <a:defRPr sz="6400">
                <a:solidFill>
                  <a:schemeClr val="accent4"/>
                </a:solidFill>
                <a:latin typeface="+mn-lt"/>
              </a:defRPr>
            </a:lvl1pPr>
          </a:lstStyle>
          <a:p>
            <a:pPr lvl="0"/>
            <a:r>
              <a:rPr lang="fr-FR"/>
              <a:t>XX</a:t>
            </a:r>
          </a:p>
        </p:txBody>
      </p:sp>
      <p:sp>
        <p:nvSpPr>
          <p:cNvPr id="18" name="Espace réservé du texte 48">
            <a:extLst>
              <a:ext uri="{FF2B5EF4-FFF2-40B4-BE49-F238E27FC236}">
                <a16:creationId xmlns:a16="http://schemas.microsoft.com/office/drawing/2014/main" id="{99C98D80-09BB-D004-46B8-42890F525B4F}"/>
              </a:ext>
            </a:extLst>
          </p:cNvPr>
          <p:cNvSpPr>
            <a:spLocks noGrp="1"/>
          </p:cNvSpPr>
          <p:nvPr>
            <p:ph type="body" sz="quarter" idx="27" hasCustomPrompt="1"/>
          </p:nvPr>
        </p:nvSpPr>
        <p:spPr>
          <a:xfrm>
            <a:off x="8361659" y="4754868"/>
            <a:ext cx="2611141" cy="307777"/>
          </a:xfrm>
        </p:spPr>
        <p:txBody>
          <a:bodyPr wrap="square" lIns="0" tIns="0" rIns="0" bIns="0" anchor="t" anchorCtr="0">
            <a:spAutoFit/>
          </a:bodyPr>
          <a:lstStyle>
            <a:lvl1pPr algn="l">
              <a:lnSpc>
                <a:spcPct val="100000"/>
              </a:lnSpc>
              <a:defRPr sz="2000">
                <a:solidFill>
                  <a:schemeClr val="tx1"/>
                </a:solidFill>
                <a:latin typeface="+mj-lt"/>
              </a:defRPr>
            </a:lvl1pPr>
          </a:lstStyle>
          <a:p>
            <a:pPr lvl="0"/>
            <a:r>
              <a:rPr lang="fr-FR"/>
              <a:t>Lorem ipsum</a:t>
            </a:r>
          </a:p>
        </p:txBody>
      </p:sp>
      <p:sp>
        <p:nvSpPr>
          <p:cNvPr id="6" name="Forme libre 12">
            <a:extLst>
              <a:ext uri="{FF2B5EF4-FFF2-40B4-BE49-F238E27FC236}">
                <a16:creationId xmlns:a16="http://schemas.microsoft.com/office/drawing/2014/main" id="{FC8420EF-069A-2B15-BE80-0E449C19B507}"/>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524FC760-8A19-1AE5-D439-AC2C4115F107}"/>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22" name="Espace réservé du pied de page 3">
            <a:extLst>
              <a:ext uri="{FF2B5EF4-FFF2-40B4-BE49-F238E27FC236}">
                <a16:creationId xmlns:a16="http://schemas.microsoft.com/office/drawing/2014/main" id="{16FC95EE-8CB8-7BF0-3950-E38B8BF9D5F0}"/>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23" name="Espace réservé du numéro de diapositive 4">
            <a:extLst>
              <a:ext uri="{FF2B5EF4-FFF2-40B4-BE49-F238E27FC236}">
                <a16:creationId xmlns:a16="http://schemas.microsoft.com/office/drawing/2014/main" id="{A87983A0-01CB-40C9-C094-C725E723143E}"/>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5" name="Groupe 4">
            <a:extLst>
              <a:ext uri="{FF2B5EF4-FFF2-40B4-BE49-F238E27FC236}">
                <a16:creationId xmlns:a16="http://schemas.microsoft.com/office/drawing/2014/main" id="{76E6F55D-DAF6-9444-E256-AE3946A6AD13}"/>
              </a:ext>
            </a:extLst>
          </p:cNvPr>
          <p:cNvGrpSpPr/>
          <p:nvPr userDrawn="1"/>
        </p:nvGrpSpPr>
        <p:grpSpPr>
          <a:xfrm>
            <a:off x="-1" y="263015"/>
            <a:ext cx="5860125" cy="375126"/>
            <a:chOff x="-5557295" y="172402"/>
            <a:chExt cx="5860125" cy="375126"/>
          </a:xfrm>
        </p:grpSpPr>
        <p:sp>
          <p:nvSpPr>
            <p:cNvPr id="19" name="Forme libre 11">
              <a:extLst>
                <a:ext uri="{FF2B5EF4-FFF2-40B4-BE49-F238E27FC236}">
                  <a16:creationId xmlns:a16="http://schemas.microsoft.com/office/drawing/2014/main" id="{794ABA5F-8B9F-CE60-46A5-09ACBA47D4C6}"/>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4" name="Forme libre 12">
              <a:extLst>
                <a:ext uri="{FF2B5EF4-FFF2-40B4-BE49-F238E27FC236}">
                  <a16:creationId xmlns:a16="http://schemas.microsoft.com/office/drawing/2014/main" id="{A9E04064-EE12-F787-45A6-52031ACD53FD}"/>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2" name="Espace réservé du texte 45">
            <a:extLst>
              <a:ext uri="{FF2B5EF4-FFF2-40B4-BE49-F238E27FC236}">
                <a16:creationId xmlns:a16="http://schemas.microsoft.com/office/drawing/2014/main" id="{6DC714C1-A15C-0D21-464C-435A129B09EB}"/>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3" name="Espace réservé du texte 45">
            <a:extLst>
              <a:ext uri="{FF2B5EF4-FFF2-40B4-BE49-F238E27FC236}">
                <a16:creationId xmlns:a16="http://schemas.microsoft.com/office/drawing/2014/main" id="{54311D5A-4260-6FE7-A1BF-41EE87B142FA}"/>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21275527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exte">
    <p:bg>
      <p:bgPr>
        <a:solidFill>
          <a:schemeClr val="accent3"/>
        </a:solidFill>
        <a:effectLst/>
      </p:bgPr>
    </p:bg>
    <p:spTree>
      <p:nvGrpSpPr>
        <p:cNvPr id="1" name=""/>
        <p:cNvGrpSpPr/>
        <p:nvPr/>
      </p:nvGrpSpPr>
      <p:grpSpPr>
        <a:xfrm>
          <a:off x="0" y="0"/>
          <a:ext cx="0" cy="0"/>
          <a:chOff x="0" y="0"/>
          <a:chExt cx="0" cy="0"/>
        </a:xfrm>
      </p:grpSpPr>
      <p:sp>
        <p:nvSpPr>
          <p:cNvPr id="10" name="Forme libre 9">
            <a:extLst>
              <a:ext uri="{FF2B5EF4-FFF2-40B4-BE49-F238E27FC236}">
                <a16:creationId xmlns:a16="http://schemas.microsoft.com/office/drawing/2014/main" id="{C3D63B46-F987-949E-F9AA-DA4721B0359F}"/>
              </a:ext>
            </a:extLst>
          </p:cNvPr>
          <p:cNvSpPr/>
          <p:nvPr userDrawn="1"/>
        </p:nvSpPr>
        <p:spPr>
          <a:xfrm flipH="1">
            <a:off x="-1" y="-51672"/>
            <a:ext cx="11006420" cy="6961343"/>
          </a:xfrm>
          <a:custGeom>
            <a:avLst/>
            <a:gdLst>
              <a:gd name="connsiteX0" fmla="*/ 2879725 w 10990518"/>
              <a:gd name="connsiteY0" fmla="*/ 0 h 6853042"/>
              <a:gd name="connsiteX1" fmla="*/ 0 w 10990518"/>
              <a:gd name="connsiteY1" fmla="*/ 0 h 6853042"/>
              <a:gd name="connsiteX2" fmla="*/ 0 w 10990518"/>
              <a:gd name="connsiteY2" fmla="*/ 6853042 h 6853042"/>
              <a:gd name="connsiteX3" fmla="*/ 1531877 w 10990518"/>
              <a:gd name="connsiteY3" fmla="*/ 6853042 h 6853042"/>
              <a:gd name="connsiteX4" fmla="*/ 2879725 w 10990518"/>
              <a:gd name="connsiteY4" fmla="*/ 6853042 h 6853042"/>
              <a:gd name="connsiteX5" fmla="*/ 10990518 w 10990518"/>
              <a:gd name="connsiteY5" fmla="*/ 6853042 h 6853042"/>
              <a:gd name="connsiteX6" fmla="*/ 8998924 w 10990518"/>
              <a:gd name="connsiteY6" fmla="*/ 4858644 h 6853042"/>
              <a:gd name="connsiteX7" fmla="*/ 7716776 w 10990518"/>
              <a:gd name="connsiteY7" fmla="*/ 1761519 h 6853042"/>
              <a:gd name="connsiteX8" fmla="*/ 7716776 w 10990518"/>
              <a:gd name="connsiteY8" fmla="*/ 1756569 h 6853042"/>
              <a:gd name="connsiteX9" fmla="*/ 7997509 w 10990518"/>
              <a:gd name="connsiteY9" fmla="*/ 211263 h 6853042"/>
              <a:gd name="connsiteX10" fmla="*/ 8081272 w 10990518"/>
              <a:gd name="connsiteY10" fmla="*/ 4958 h 6853042"/>
              <a:gd name="connsiteX11" fmla="*/ 2879725 w 10990518"/>
              <a:gd name="connsiteY11" fmla="*/ 4958 h 685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90518" h="6853042">
                <a:moveTo>
                  <a:pt x="2879725" y="0"/>
                </a:moveTo>
                <a:lnTo>
                  <a:pt x="0" y="0"/>
                </a:lnTo>
                <a:lnTo>
                  <a:pt x="0" y="6853042"/>
                </a:lnTo>
                <a:lnTo>
                  <a:pt x="1531877" y="6853042"/>
                </a:lnTo>
                <a:lnTo>
                  <a:pt x="2879725" y="6853042"/>
                </a:lnTo>
                <a:lnTo>
                  <a:pt x="10990518" y="6853042"/>
                </a:lnTo>
                <a:lnTo>
                  <a:pt x="8998924" y="4858644"/>
                </a:lnTo>
                <a:cubicBezTo>
                  <a:pt x="8144750" y="4003394"/>
                  <a:pt x="7717410" y="2882646"/>
                  <a:pt x="7716776" y="1761519"/>
                </a:cubicBezTo>
                <a:lnTo>
                  <a:pt x="7716776" y="1756569"/>
                </a:lnTo>
                <a:cubicBezTo>
                  <a:pt x="7717109" y="1232317"/>
                  <a:pt x="7810687" y="708260"/>
                  <a:pt x="7997509" y="211263"/>
                </a:cubicBezTo>
                <a:lnTo>
                  <a:pt x="8081272" y="4958"/>
                </a:lnTo>
                <a:lnTo>
                  <a:pt x="2879725" y="4958"/>
                </a:lnTo>
                <a:close/>
              </a:path>
            </a:pathLst>
          </a:custGeom>
          <a:solidFill>
            <a:schemeClr val="bg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 name="Rectangle 1">
            <a:extLst>
              <a:ext uri="{FF2B5EF4-FFF2-40B4-BE49-F238E27FC236}">
                <a16:creationId xmlns:a16="http://schemas.microsoft.com/office/drawing/2014/main" id="{94F67C30-AE14-6D8D-3292-BB90707759D0}"/>
              </a:ext>
            </a:extLst>
          </p:cNvPr>
          <p:cNvSpPr/>
          <p:nvPr userDrawn="1"/>
        </p:nvSpPr>
        <p:spPr>
          <a:xfrm>
            <a:off x="10613985" y="-51672"/>
            <a:ext cx="1578016" cy="6961342"/>
          </a:xfrm>
          <a:prstGeom prst="rect">
            <a:avLst/>
          </a:prstGeom>
          <a:solidFill>
            <a:schemeClr val="bg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8" name="Espace réservé du texte 48">
            <a:extLst>
              <a:ext uri="{FF2B5EF4-FFF2-40B4-BE49-F238E27FC236}">
                <a16:creationId xmlns:a16="http://schemas.microsoft.com/office/drawing/2014/main" id="{9EABB81E-7E9E-580A-364D-42E2F06CA21C}"/>
              </a:ext>
            </a:extLst>
          </p:cNvPr>
          <p:cNvSpPr>
            <a:spLocks noGrp="1"/>
          </p:cNvSpPr>
          <p:nvPr>
            <p:ph type="body" sz="quarter" idx="22" hasCustomPrompt="1"/>
          </p:nvPr>
        </p:nvSpPr>
        <p:spPr>
          <a:xfrm>
            <a:off x="4508204" y="2262295"/>
            <a:ext cx="6904371" cy="2749471"/>
          </a:xfrm>
        </p:spPr>
        <p:txBody>
          <a:bodyPr wrap="square" lIns="0" tIns="0" rIns="0" bIns="0" anchor="t" anchorCtr="0">
            <a:spAutoFit/>
          </a:bodyPr>
          <a:lstStyle>
            <a:lvl1pPr algn="l">
              <a:lnSpc>
                <a:spcPct val="100000"/>
              </a:lnSpc>
              <a:spcBef>
                <a:spcPts val="1000"/>
              </a:spcBef>
              <a:defRPr sz="1800">
                <a:solidFill>
                  <a:schemeClr val="tx1"/>
                </a:solidFill>
                <a:latin typeface="+mn-lt"/>
              </a:defRPr>
            </a:lvl1pPr>
          </a:lstStyle>
          <a:p>
            <a:pPr lvl="0"/>
            <a:r>
              <a:rPr lang="fr-FR" err="1"/>
              <a:t>Omagnat</a:t>
            </a:r>
            <a:r>
              <a:rPr lang="fr-FR"/>
              <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endParaRPr lang="fr-FR"/>
          </a:p>
          <a:p>
            <a:pPr lvl="0"/>
            <a:r>
              <a:rPr lang="fr-FR" err="1"/>
              <a:t>Lam</a:t>
            </a:r>
            <a:r>
              <a:rPr lang="fr-FR"/>
              <a:t> in </a:t>
            </a:r>
            <a:r>
              <a:rPr lang="fr-FR" err="1"/>
              <a:t>numqui</a:t>
            </a:r>
            <a:r>
              <a:rPr lang="fr-FR"/>
              <a:t> </a:t>
            </a:r>
            <a:r>
              <a:rPr lang="fr-FR" err="1"/>
              <a:t>quiatus</a:t>
            </a:r>
            <a:r>
              <a:rPr lang="fr-FR"/>
              <a:t> ape </a:t>
            </a:r>
            <a:r>
              <a:rPr lang="fr-FR" err="1"/>
              <a:t>eatis</a:t>
            </a:r>
            <a:r>
              <a:rPr lang="fr-FR"/>
              <a:t> </a:t>
            </a:r>
            <a:r>
              <a:rPr lang="fr-FR" err="1"/>
              <a:t>volut</a:t>
            </a:r>
            <a:r>
              <a:rPr lang="fr-FR"/>
              <a:t> </a:t>
            </a:r>
            <a:r>
              <a:rPr lang="fr-FR" err="1"/>
              <a:t>eleste</a:t>
            </a:r>
            <a:r>
              <a:rPr lang="fr-FR"/>
              <a:t> </a:t>
            </a:r>
            <a:r>
              <a:rPr lang="fr-FR" err="1"/>
              <a:t>vendi</a:t>
            </a:r>
            <a:r>
              <a:rPr lang="fr-FR"/>
              <a:t> con </a:t>
            </a:r>
            <a:r>
              <a:rPr lang="fr-FR" err="1"/>
              <a:t>ped</a:t>
            </a:r>
            <a:r>
              <a:rPr lang="fr-FR"/>
              <a:t> </a:t>
            </a:r>
            <a:r>
              <a:rPr lang="fr-FR" err="1"/>
              <a:t>quam</a:t>
            </a:r>
            <a:r>
              <a:rPr lang="fr-FR"/>
              <a:t> quia </a:t>
            </a:r>
            <a:r>
              <a:rPr lang="fr-FR" err="1"/>
              <a:t>im</a:t>
            </a:r>
            <a:r>
              <a:rPr lang="fr-FR"/>
              <a:t> et </a:t>
            </a:r>
            <a:r>
              <a:rPr lang="fr-FR" err="1"/>
              <a:t>prorepe</a:t>
            </a:r>
            <a:r>
              <a:rPr lang="fr-FR"/>
              <a:t> </a:t>
            </a:r>
            <a:r>
              <a:rPr lang="fr-FR" err="1"/>
              <a:t>llorum</a:t>
            </a:r>
            <a:r>
              <a:rPr lang="fr-FR"/>
              <a:t> </a:t>
            </a:r>
            <a:r>
              <a:rPr lang="fr-FR" err="1"/>
              <a:t>num</a:t>
            </a:r>
            <a:r>
              <a:rPr lang="fr-FR"/>
              <a:t> </a:t>
            </a:r>
            <a:r>
              <a:rPr lang="fr-FR" err="1"/>
              <a:t>laboribus</a:t>
            </a:r>
            <a:r>
              <a:rPr lang="fr-FR"/>
              <a:t> </a:t>
            </a:r>
            <a:r>
              <a:rPr lang="fr-FR" err="1"/>
              <a:t>consectet</a:t>
            </a:r>
            <a:r>
              <a:rPr lang="fr-FR"/>
              <a:t> </a:t>
            </a:r>
            <a:r>
              <a:rPr lang="fr-FR" err="1"/>
              <a:t>everspi</a:t>
            </a:r>
            <a:r>
              <a:rPr lang="fr-FR"/>
              <a:t> </a:t>
            </a:r>
            <a:r>
              <a:rPr lang="fr-FR" err="1"/>
              <a:t>enistiisit</a:t>
            </a:r>
            <a:r>
              <a:rPr lang="fr-FR"/>
              <a:t> </a:t>
            </a:r>
            <a:r>
              <a:rPr lang="fr-FR" err="1"/>
              <a:t>repedit</a:t>
            </a:r>
            <a:r>
              <a:rPr lang="fr-FR"/>
              <a:t> </a:t>
            </a:r>
            <a:r>
              <a:rPr lang="fr-FR" err="1"/>
              <a:t>iberemperunt</a:t>
            </a:r>
            <a:r>
              <a:rPr lang="fr-FR"/>
              <a:t> </a:t>
            </a:r>
            <a:r>
              <a:rPr lang="fr-FR" err="1"/>
              <a:t>rectibus</a:t>
            </a:r>
            <a:r>
              <a:rPr lang="fr-FR"/>
              <a:t>, </a:t>
            </a:r>
            <a:r>
              <a:rPr lang="fr-FR" err="1"/>
              <a:t>am</a:t>
            </a:r>
            <a:r>
              <a:rPr lang="fr-FR"/>
              <a:t> </a:t>
            </a:r>
            <a:r>
              <a:rPr lang="fr-FR" err="1"/>
              <a:t>etum</a:t>
            </a:r>
            <a:r>
              <a:rPr lang="fr-FR"/>
              <a:t> </a:t>
            </a:r>
            <a:r>
              <a:rPr lang="fr-FR" err="1"/>
              <a:t>autem</a:t>
            </a:r>
            <a:r>
              <a:rPr lang="fr-FR"/>
              <a:t> </a:t>
            </a:r>
            <a:r>
              <a:rPr lang="fr-FR" err="1"/>
              <a:t>velent</a:t>
            </a:r>
            <a:r>
              <a:rPr lang="fr-FR"/>
              <a:t> </a:t>
            </a:r>
            <a:r>
              <a:rPr lang="fr-FR" err="1"/>
              <a:t>lam</a:t>
            </a:r>
            <a:r>
              <a:rPr lang="fr-FR"/>
              <a:t> </a:t>
            </a:r>
            <a:r>
              <a:rPr lang="fr-FR" err="1"/>
              <a:t>estibus</a:t>
            </a:r>
            <a:r>
              <a:rPr lang="fr-FR"/>
              <a:t> </a:t>
            </a:r>
            <a:r>
              <a:rPr lang="fr-FR" err="1"/>
              <a:t>ium</a:t>
            </a:r>
            <a:r>
              <a:rPr lang="fr-FR"/>
              <a:t>, </a:t>
            </a:r>
            <a:r>
              <a:rPr lang="fr-FR" err="1"/>
              <a:t>nimagniant</a:t>
            </a:r>
            <a:r>
              <a:rPr lang="fr-FR"/>
              <a:t> </a:t>
            </a:r>
            <a:r>
              <a:rPr lang="fr-FR" err="1"/>
              <a:t>aligendandit</a:t>
            </a:r>
            <a:r>
              <a:rPr lang="fr-FR"/>
              <a:t> quat.</a:t>
            </a:r>
          </a:p>
          <a:p>
            <a:pPr lvl="0"/>
            <a:r>
              <a:rPr lang="fr-FR"/>
              <a:t>Met, </a:t>
            </a:r>
            <a:r>
              <a:rPr lang="fr-FR" err="1"/>
              <a:t>cus</a:t>
            </a:r>
            <a:r>
              <a:rPr lang="fr-FR"/>
              <a:t> </a:t>
            </a:r>
            <a:r>
              <a:rPr lang="fr-FR" err="1"/>
              <a:t>explita</a:t>
            </a:r>
            <a:r>
              <a:rPr lang="fr-FR"/>
              <a:t> </a:t>
            </a:r>
            <a:r>
              <a:rPr lang="fr-FR" err="1"/>
              <a:t>alibus</a:t>
            </a:r>
            <a:r>
              <a:rPr lang="fr-FR"/>
              <a:t>, tem </a:t>
            </a:r>
            <a:r>
              <a:rPr lang="fr-FR" err="1"/>
              <a:t>ernat</a:t>
            </a:r>
            <a:r>
              <a:rPr lang="fr-FR"/>
              <a:t> </a:t>
            </a:r>
            <a:r>
              <a:rPr lang="fr-FR" err="1"/>
              <a:t>lab</a:t>
            </a:r>
            <a:r>
              <a:rPr lang="fr-FR"/>
              <a:t> </a:t>
            </a:r>
            <a:r>
              <a:rPr lang="fr-FR" err="1"/>
              <a:t>ius</a:t>
            </a:r>
            <a:r>
              <a:rPr lang="fr-FR"/>
              <a:t> </a:t>
            </a:r>
            <a:r>
              <a:rPr lang="fr-FR" err="1"/>
              <a:t>doluptia</a:t>
            </a:r>
            <a:r>
              <a:rPr lang="fr-FR"/>
              <a:t> sent.</a:t>
            </a:r>
          </a:p>
        </p:txBody>
      </p:sp>
      <p:sp>
        <p:nvSpPr>
          <p:cNvPr id="6" name="Forme libre 12">
            <a:extLst>
              <a:ext uri="{FF2B5EF4-FFF2-40B4-BE49-F238E27FC236}">
                <a16:creationId xmlns:a16="http://schemas.microsoft.com/office/drawing/2014/main" id="{6DC0F0FC-FFD3-7D9E-830A-27CEB2215538}"/>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D7645F1A-B175-EEF0-6ED5-6069E0379E85}"/>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15" name="Espace réservé du pied de page 3">
            <a:extLst>
              <a:ext uri="{FF2B5EF4-FFF2-40B4-BE49-F238E27FC236}">
                <a16:creationId xmlns:a16="http://schemas.microsoft.com/office/drawing/2014/main" id="{E066496C-5158-0784-4D3E-D5079F8881E7}"/>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6" name="Espace réservé du numéro de diapositive 4">
            <a:extLst>
              <a:ext uri="{FF2B5EF4-FFF2-40B4-BE49-F238E27FC236}">
                <a16:creationId xmlns:a16="http://schemas.microsoft.com/office/drawing/2014/main" id="{B196FC4F-9710-7045-0A19-CEB042228B6A}"/>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5" name="Groupe 4">
            <a:extLst>
              <a:ext uri="{FF2B5EF4-FFF2-40B4-BE49-F238E27FC236}">
                <a16:creationId xmlns:a16="http://schemas.microsoft.com/office/drawing/2014/main" id="{67563D9F-BE47-9E68-E9D5-3B69F0880677}"/>
              </a:ext>
            </a:extLst>
          </p:cNvPr>
          <p:cNvGrpSpPr/>
          <p:nvPr userDrawn="1"/>
        </p:nvGrpSpPr>
        <p:grpSpPr>
          <a:xfrm>
            <a:off x="-1" y="263015"/>
            <a:ext cx="5860125" cy="375126"/>
            <a:chOff x="-5557295" y="172402"/>
            <a:chExt cx="5860125" cy="375126"/>
          </a:xfrm>
        </p:grpSpPr>
        <p:sp>
          <p:nvSpPr>
            <p:cNvPr id="17" name="Forme libre 11">
              <a:extLst>
                <a:ext uri="{FF2B5EF4-FFF2-40B4-BE49-F238E27FC236}">
                  <a16:creationId xmlns:a16="http://schemas.microsoft.com/office/drawing/2014/main" id="{1E42A965-C1F3-FB2E-2D8A-2ED70CE758B1}"/>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8" name="Forme libre 12">
              <a:extLst>
                <a:ext uri="{FF2B5EF4-FFF2-40B4-BE49-F238E27FC236}">
                  <a16:creationId xmlns:a16="http://schemas.microsoft.com/office/drawing/2014/main" id="{8896A24F-D167-B901-2D93-51A3D0D4E48B}"/>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8805DF22-3EC7-C4F0-9800-B16E3F0645EB}"/>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4" name="Espace réservé du texte 45">
            <a:extLst>
              <a:ext uri="{FF2B5EF4-FFF2-40B4-BE49-F238E27FC236}">
                <a16:creationId xmlns:a16="http://schemas.microsoft.com/office/drawing/2014/main" id="{10C9D8D0-524E-525C-7531-AA400BD65923}"/>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4437595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itation">
    <p:bg>
      <p:bgPr>
        <a:solidFill>
          <a:schemeClr val="bg1"/>
        </a:solidFill>
        <a:effectLst/>
      </p:bgPr>
    </p:bg>
    <p:spTree>
      <p:nvGrpSpPr>
        <p:cNvPr id="1" name=""/>
        <p:cNvGrpSpPr/>
        <p:nvPr/>
      </p:nvGrpSpPr>
      <p:grpSpPr>
        <a:xfrm>
          <a:off x="0" y="0"/>
          <a:ext cx="0" cy="0"/>
          <a:chOff x="0" y="0"/>
          <a:chExt cx="0" cy="0"/>
        </a:xfrm>
      </p:grpSpPr>
      <p:grpSp>
        <p:nvGrpSpPr>
          <p:cNvPr id="24" name="Groupe 23">
            <a:extLst>
              <a:ext uri="{FF2B5EF4-FFF2-40B4-BE49-F238E27FC236}">
                <a16:creationId xmlns:a16="http://schemas.microsoft.com/office/drawing/2014/main" id="{3C9FFE14-2DF7-9F62-EEB3-4BF2080F013B}"/>
              </a:ext>
            </a:extLst>
          </p:cNvPr>
          <p:cNvGrpSpPr/>
          <p:nvPr userDrawn="1"/>
        </p:nvGrpSpPr>
        <p:grpSpPr>
          <a:xfrm>
            <a:off x="1190579" y="1119172"/>
            <a:ext cx="9810841" cy="4742801"/>
            <a:chOff x="1190579" y="1119172"/>
            <a:chExt cx="9810841" cy="4742801"/>
          </a:xfrm>
          <a:solidFill>
            <a:schemeClr val="tx1"/>
          </a:solidFill>
        </p:grpSpPr>
        <p:sp>
          <p:nvSpPr>
            <p:cNvPr id="23" name="Forme libre 22">
              <a:extLst>
                <a:ext uri="{FF2B5EF4-FFF2-40B4-BE49-F238E27FC236}">
                  <a16:creationId xmlns:a16="http://schemas.microsoft.com/office/drawing/2014/main" id="{D937D84E-67AB-0017-8651-5C04553CED3D}"/>
                </a:ext>
              </a:extLst>
            </p:cNvPr>
            <p:cNvSpPr/>
            <p:nvPr userDrawn="1"/>
          </p:nvSpPr>
          <p:spPr>
            <a:xfrm>
              <a:off x="4424886" y="1119172"/>
              <a:ext cx="3311865" cy="4742801"/>
            </a:xfrm>
            <a:custGeom>
              <a:avLst/>
              <a:gdLst>
                <a:gd name="connsiteX0" fmla="*/ 0 w 5613991"/>
                <a:gd name="connsiteY0" fmla="*/ 0 h 4742801"/>
                <a:gd name="connsiteX1" fmla="*/ 5613991 w 5613991"/>
                <a:gd name="connsiteY1" fmla="*/ 0 h 4742801"/>
                <a:gd name="connsiteX2" fmla="*/ 5613991 w 5613991"/>
                <a:gd name="connsiteY2" fmla="*/ 4742801 h 4742801"/>
                <a:gd name="connsiteX3" fmla="*/ 0 w 5613991"/>
                <a:gd name="connsiteY3" fmla="*/ 4742801 h 4742801"/>
                <a:gd name="connsiteX4" fmla="*/ 0 w 5613991"/>
                <a:gd name="connsiteY4" fmla="*/ 0 h 4742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3991" h="4742801">
                  <a:moveTo>
                    <a:pt x="0" y="0"/>
                  </a:moveTo>
                  <a:lnTo>
                    <a:pt x="5613991" y="0"/>
                  </a:lnTo>
                  <a:lnTo>
                    <a:pt x="5613991" y="4742801"/>
                  </a:lnTo>
                  <a:lnTo>
                    <a:pt x="0" y="4742801"/>
                  </a:lnTo>
                  <a:lnTo>
                    <a:pt x="0" y="0"/>
                  </a:lnTo>
                  <a:close/>
                </a:path>
              </a:pathLst>
            </a:custGeom>
            <a:grpFill/>
            <a:ln w="63252" cap="flat">
              <a:noFill/>
              <a:prstDash val="solid"/>
              <a:miter/>
            </a:ln>
          </p:spPr>
          <p:txBody>
            <a:bodyPr rtlCol="0" anchor="ctr"/>
            <a:lstStyle/>
            <a:p>
              <a:endParaRPr lang="fr-FR"/>
            </a:p>
          </p:txBody>
        </p:sp>
        <p:sp>
          <p:nvSpPr>
            <p:cNvPr id="21" name="Forme libre 20">
              <a:extLst>
                <a:ext uri="{FF2B5EF4-FFF2-40B4-BE49-F238E27FC236}">
                  <a16:creationId xmlns:a16="http://schemas.microsoft.com/office/drawing/2014/main" id="{7C1764D6-3405-9CF1-356E-B8C51B8E0340}"/>
                </a:ext>
              </a:extLst>
            </p:cNvPr>
            <p:cNvSpPr/>
            <p:nvPr userDrawn="1"/>
          </p:nvSpPr>
          <p:spPr>
            <a:xfrm>
              <a:off x="1190579" y="1119172"/>
              <a:ext cx="3234307" cy="4742801"/>
            </a:xfrm>
            <a:custGeom>
              <a:avLst/>
              <a:gdLst>
                <a:gd name="connsiteX0" fmla="*/ 2402603 w 3234307"/>
                <a:gd name="connsiteY0" fmla="*/ 0 h 4742801"/>
                <a:gd name="connsiteX1" fmla="*/ 3234307 w 3234307"/>
                <a:gd name="connsiteY1" fmla="*/ 0 h 4742801"/>
                <a:gd name="connsiteX2" fmla="*/ 3234307 w 3234307"/>
                <a:gd name="connsiteY2" fmla="*/ 4742801 h 4742801"/>
                <a:gd name="connsiteX3" fmla="*/ 2402603 w 3234307"/>
                <a:gd name="connsiteY3" fmla="*/ 4742801 h 4742801"/>
                <a:gd name="connsiteX4" fmla="*/ 0 w 3234307"/>
                <a:gd name="connsiteY4" fmla="*/ 2371400 h 4742801"/>
                <a:gd name="connsiteX5" fmla="*/ 2402603 w 3234307"/>
                <a:gd name="connsiteY5" fmla="*/ 0 h 474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4307" h="4742801">
                  <a:moveTo>
                    <a:pt x="2402603" y="0"/>
                  </a:moveTo>
                  <a:lnTo>
                    <a:pt x="3234307" y="0"/>
                  </a:lnTo>
                  <a:lnTo>
                    <a:pt x="3234307" y="4742801"/>
                  </a:lnTo>
                  <a:lnTo>
                    <a:pt x="2402603" y="4742801"/>
                  </a:lnTo>
                  <a:cubicBezTo>
                    <a:pt x="1075415" y="4742801"/>
                    <a:pt x="0" y="3681352"/>
                    <a:pt x="0" y="2371400"/>
                  </a:cubicBezTo>
                  <a:cubicBezTo>
                    <a:pt x="0" y="1061448"/>
                    <a:pt x="1076048" y="0"/>
                    <a:pt x="2402603" y="0"/>
                  </a:cubicBezTo>
                  <a:close/>
                </a:path>
              </a:pathLst>
            </a:custGeom>
            <a:grpFill/>
            <a:ln w="63252" cap="flat">
              <a:noFill/>
              <a:prstDash val="solid"/>
              <a:miter/>
            </a:ln>
          </p:spPr>
          <p:txBody>
            <a:bodyPr rtlCol="0" anchor="ctr"/>
            <a:lstStyle/>
            <a:p>
              <a:endParaRPr lang="fr-FR"/>
            </a:p>
          </p:txBody>
        </p:sp>
        <p:sp>
          <p:nvSpPr>
            <p:cNvPr id="20" name="Forme libre 19">
              <a:extLst>
                <a:ext uri="{FF2B5EF4-FFF2-40B4-BE49-F238E27FC236}">
                  <a16:creationId xmlns:a16="http://schemas.microsoft.com/office/drawing/2014/main" id="{D9ED5DDD-9145-5C8E-4362-EF6AC50BFB72}"/>
                </a:ext>
              </a:extLst>
            </p:cNvPr>
            <p:cNvSpPr/>
            <p:nvPr userDrawn="1"/>
          </p:nvSpPr>
          <p:spPr>
            <a:xfrm>
              <a:off x="7736751" y="1119172"/>
              <a:ext cx="3264669" cy="4742801"/>
            </a:xfrm>
            <a:custGeom>
              <a:avLst/>
              <a:gdLst>
                <a:gd name="connsiteX0" fmla="*/ 0 w 3264669"/>
                <a:gd name="connsiteY0" fmla="*/ 0 h 4742801"/>
                <a:gd name="connsiteX1" fmla="*/ 862066 w 3264669"/>
                <a:gd name="connsiteY1" fmla="*/ 0 h 4742801"/>
                <a:gd name="connsiteX2" fmla="*/ 3264669 w 3264669"/>
                <a:gd name="connsiteY2" fmla="*/ 2371400 h 4742801"/>
                <a:gd name="connsiteX3" fmla="*/ 862066 w 3264669"/>
                <a:gd name="connsiteY3" fmla="*/ 4742801 h 4742801"/>
                <a:gd name="connsiteX4" fmla="*/ 0 w 3264669"/>
                <a:gd name="connsiteY4" fmla="*/ 4742801 h 4742801"/>
                <a:gd name="connsiteX5" fmla="*/ 0 w 3264669"/>
                <a:gd name="connsiteY5" fmla="*/ 0 h 474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4669" h="4742801">
                  <a:moveTo>
                    <a:pt x="0" y="0"/>
                  </a:moveTo>
                  <a:lnTo>
                    <a:pt x="862066" y="0"/>
                  </a:lnTo>
                  <a:cubicBezTo>
                    <a:pt x="2189254" y="0"/>
                    <a:pt x="3264669" y="1061448"/>
                    <a:pt x="3264669" y="2371400"/>
                  </a:cubicBezTo>
                  <a:cubicBezTo>
                    <a:pt x="3264669" y="3681352"/>
                    <a:pt x="2189254" y="4742801"/>
                    <a:pt x="862066" y="4742801"/>
                  </a:cubicBezTo>
                  <a:lnTo>
                    <a:pt x="0" y="4742801"/>
                  </a:lnTo>
                  <a:lnTo>
                    <a:pt x="0" y="0"/>
                  </a:lnTo>
                  <a:close/>
                </a:path>
              </a:pathLst>
            </a:custGeom>
            <a:grpFill/>
            <a:ln w="63252" cap="flat">
              <a:noFill/>
              <a:prstDash val="solid"/>
              <a:miter/>
            </a:ln>
          </p:spPr>
          <p:txBody>
            <a:bodyPr rtlCol="0" anchor="ctr"/>
            <a:lstStyle/>
            <a:p>
              <a:endParaRPr lang="fr-FR"/>
            </a:p>
          </p:txBody>
        </p:sp>
      </p:grpSp>
      <p:sp>
        <p:nvSpPr>
          <p:cNvPr id="25" name="Espace réservé du texte 48">
            <a:extLst>
              <a:ext uri="{FF2B5EF4-FFF2-40B4-BE49-F238E27FC236}">
                <a16:creationId xmlns:a16="http://schemas.microsoft.com/office/drawing/2014/main" id="{0EFE8AAB-B51C-C471-9DDF-DC61F9FE03D1}"/>
              </a:ext>
            </a:extLst>
          </p:cNvPr>
          <p:cNvSpPr>
            <a:spLocks noGrp="1"/>
          </p:cNvSpPr>
          <p:nvPr>
            <p:ph type="body" sz="quarter" idx="25" hasCustomPrompt="1"/>
          </p:nvPr>
        </p:nvSpPr>
        <p:spPr>
          <a:xfrm>
            <a:off x="2643814" y="1005703"/>
            <a:ext cx="6904371" cy="2646878"/>
          </a:xfrm>
        </p:spPr>
        <p:txBody>
          <a:bodyPr wrap="square" lIns="0" tIns="0" rIns="0" bIns="0" anchor="t" anchorCtr="0">
            <a:spAutoFit/>
          </a:bodyPr>
          <a:lstStyle>
            <a:lvl1pPr algn="ctr">
              <a:lnSpc>
                <a:spcPct val="100000"/>
              </a:lnSpc>
              <a:spcBef>
                <a:spcPts val="1000"/>
              </a:spcBef>
              <a:defRPr sz="17200" b="0" i="0">
                <a:solidFill>
                  <a:schemeClr val="accent3"/>
                </a:solidFill>
                <a:latin typeface="+mj-lt"/>
              </a:defRPr>
            </a:lvl1pPr>
          </a:lstStyle>
          <a:p>
            <a:pPr lvl="0"/>
            <a:r>
              <a:rPr lang="fr-FR"/>
              <a:t>“</a:t>
            </a:r>
          </a:p>
        </p:txBody>
      </p:sp>
      <p:sp>
        <p:nvSpPr>
          <p:cNvPr id="8" name="Espace réservé du texte 48">
            <a:extLst>
              <a:ext uri="{FF2B5EF4-FFF2-40B4-BE49-F238E27FC236}">
                <a16:creationId xmlns:a16="http://schemas.microsoft.com/office/drawing/2014/main" id="{BC4AA433-F54F-BC08-CD50-0663CC786B6E}"/>
              </a:ext>
            </a:extLst>
          </p:cNvPr>
          <p:cNvSpPr>
            <a:spLocks noGrp="1"/>
          </p:cNvSpPr>
          <p:nvPr>
            <p:ph type="body" sz="quarter" idx="22" hasCustomPrompt="1"/>
          </p:nvPr>
        </p:nvSpPr>
        <p:spPr>
          <a:xfrm>
            <a:off x="2643814" y="2751891"/>
            <a:ext cx="6904371" cy="1354217"/>
          </a:xfrm>
        </p:spPr>
        <p:txBody>
          <a:bodyPr wrap="square" lIns="0" tIns="0" rIns="0" bIns="0" anchor="t" anchorCtr="0">
            <a:spAutoFit/>
          </a:bodyPr>
          <a:lstStyle>
            <a:lvl1pPr algn="ctr">
              <a:lnSpc>
                <a:spcPct val="100000"/>
              </a:lnSpc>
              <a:spcBef>
                <a:spcPts val="1000"/>
              </a:spcBef>
              <a:defRPr sz="2200" b="0" i="1">
                <a:solidFill>
                  <a:schemeClr val="bg1"/>
                </a:solidFill>
                <a:latin typeface="+mn-lt"/>
              </a:defRPr>
            </a:lvl1pPr>
          </a:lstStyle>
          <a:p>
            <a:pPr lvl="0"/>
            <a:r>
              <a:rPr lang="fr-FR" err="1"/>
              <a:t>Omagnat</a:t>
            </a:r>
            <a:r>
              <a:rPr lang="fr-FR"/>
              <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p>
        </p:txBody>
      </p:sp>
      <p:sp>
        <p:nvSpPr>
          <p:cNvPr id="9" name="Espace réservé du texte 48">
            <a:extLst>
              <a:ext uri="{FF2B5EF4-FFF2-40B4-BE49-F238E27FC236}">
                <a16:creationId xmlns:a16="http://schemas.microsoft.com/office/drawing/2014/main" id="{636FDDBB-AB97-875A-E106-BF286ECB89F8}"/>
              </a:ext>
            </a:extLst>
          </p:cNvPr>
          <p:cNvSpPr>
            <a:spLocks noGrp="1"/>
          </p:cNvSpPr>
          <p:nvPr>
            <p:ph type="body" sz="quarter" idx="23" hasCustomPrompt="1"/>
          </p:nvPr>
        </p:nvSpPr>
        <p:spPr>
          <a:xfrm>
            <a:off x="2643814" y="4357407"/>
            <a:ext cx="6904371" cy="276999"/>
          </a:xfrm>
        </p:spPr>
        <p:txBody>
          <a:bodyPr wrap="square" lIns="0" tIns="0" rIns="0" bIns="0" anchor="t" anchorCtr="0">
            <a:spAutoFit/>
          </a:bodyPr>
          <a:lstStyle>
            <a:lvl1pPr algn="ctr">
              <a:lnSpc>
                <a:spcPct val="100000"/>
              </a:lnSpc>
              <a:spcBef>
                <a:spcPts val="1000"/>
              </a:spcBef>
              <a:defRPr sz="1800" b="0" i="0">
                <a:solidFill>
                  <a:schemeClr val="accent3"/>
                </a:solidFill>
                <a:latin typeface="+mj-lt"/>
              </a:defRPr>
            </a:lvl1pPr>
          </a:lstStyle>
          <a:p>
            <a:pPr lvl="0"/>
            <a:r>
              <a:rPr lang="fr-FR"/>
              <a:t>Nom Prénom</a:t>
            </a:r>
          </a:p>
        </p:txBody>
      </p:sp>
      <p:sp>
        <p:nvSpPr>
          <p:cNvPr id="10" name="Espace réservé du texte 48">
            <a:extLst>
              <a:ext uri="{FF2B5EF4-FFF2-40B4-BE49-F238E27FC236}">
                <a16:creationId xmlns:a16="http://schemas.microsoft.com/office/drawing/2014/main" id="{84181594-36D7-3EB7-7687-0D7A32C3C4A4}"/>
              </a:ext>
            </a:extLst>
          </p:cNvPr>
          <p:cNvSpPr>
            <a:spLocks noGrp="1"/>
          </p:cNvSpPr>
          <p:nvPr>
            <p:ph type="body" sz="quarter" idx="24" hasCustomPrompt="1"/>
          </p:nvPr>
        </p:nvSpPr>
        <p:spPr>
          <a:xfrm>
            <a:off x="2643814" y="4665751"/>
            <a:ext cx="6904371" cy="246221"/>
          </a:xfrm>
        </p:spPr>
        <p:txBody>
          <a:bodyPr wrap="square" lIns="0" tIns="0" rIns="0" bIns="0" anchor="t" anchorCtr="0">
            <a:spAutoFit/>
          </a:bodyPr>
          <a:lstStyle>
            <a:lvl1pPr algn="ctr">
              <a:lnSpc>
                <a:spcPct val="100000"/>
              </a:lnSpc>
              <a:spcBef>
                <a:spcPts val="1000"/>
              </a:spcBef>
              <a:defRPr sz="1600" b="0" i="0">
                <a:solidFill>
                  <a:schemeClr val="bg1"/>
                </a:solidFill>
                <a:latin typeface="+mn-lt"/>
              </a:defRPr>
            </a:lvl1pPr>
          </a:lstStyle>
          <a:p>
            <a:pPr lvl="0"/>
            <a:r>
              <a:rPr lang="fr-FR"/>
              <a:t>Poste</a:t>
            </a:r>
          </a:p>
        </p:txBody>
      </p:sp>
      <p:sp>
        <p:nvSpPr>
          <p:cNvPr id="2" name="Forme libre 12">
            <a:extLst>
              <a:ext uri="{FF2B5EF4-FFF2-40B4-BE49-F238E27FC236}">
                <a16:creationId xmlns:a16="http://schemas.microsoft.com/office/drawing/2014/main" id="{0DB4B38E-3080-9723-9FC4-2437D08FF2ED}"/>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 name="Espace réservé de la date 2">
            <a:extLst>
              <a:ext uri="{FF2B5EF4-FFF2-40B4-BE49-F238E27FC236}">
                <a16:creationId xmlns:a16="http://schemas.microsoft.com/office/drawing/2014/main" id="{9D0263E7-D889-A1EA-0142-E9F7D9472B9E}"/>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7" name="Espace réservé du pied de page 3">
            <a:extLst>
              <a:ext uri="{FF2B5EF4-FFF2-40B4-BE49-F238E27FC236}">
                <a16:creationId xmlns:a16="http://schemas.microsoft.com/office/drawing/2014/main" id="{37640864-98B1-B1CE-3AD6-872A651A5C12}"/>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1" name="Espace réservé du numéro de diapositive 4">
            <a:extLst>
              <a:ext uri="{FF2B5EF4-FFF2-40B4-BE49-F238E27FC236}">
                <a16:creationId xmlns:a16="http://schemas.microsoft.com/office/drawing/2014/main" id="{CEFA2276-829F-E8D6-7240-7BD7F6C25E06}"/>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Tree>
    <p:extLst>
      <p:ext uri="{BB962C8B-B14F-4D97-AF65-F5344CB8AC3E}">
        <p14:creationId xmlns:p14="http://schemas.microsoft.com/office/powerpoint/2010/main" val="4894108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arte">
    <p:bg>
      <p:bgPr>
        <a:solidFill>
          <a:schemeClr val="bg1"/>
        </a:solidFill>
        <a:effectLst/>
      </p:bgPr>
    </p:bg>
    <p:spTree>
      <p:nvGrpSpPr>
        <p:cNvPr id="1" name=""/>
        <p:cNvGrpSpPr/>
        <p:nvPr/>
      </p:nvGrpSpPr>
      <p:grpSpPr>
        <a:xfrm>
          <a:off x="0" y="0"/>
          <a:ext cx="0" cy="0"/>
          <a:chOff x="0" y="0"/>
          <a:chExt cx="0" cy="0"/>
        </a:xfrm>
      </p:grpSpPr>
      <p:pic>
        <p:nvPicPr>
          <p:cNvPr id="2" name="Graphique 8">
            <a:extLst>
              <a:ext uri="{FF2B5EF4-FFF2-40B4-BE49-F238E27FC236}">
                <a16:creationId xmlns:a16="http://schemas.microsoft.com/office/drawing/2014/main" id="{374206C1-0B91-C87D-C62F-76048A5F16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07591" y="1014544"/>
            <a:ext cx="9369052" cy="5411565"/>
          </a:xfrm>
          <a:prstGeom prst="rect">
            <a:avLst/>
          </a:prstGeom>
        </p:spPr>
      </p:pic>
      <p:sp>
        <p:nvSpPr>
          <p:cNvPr id="6" name="Forme libre 12">
            <a:extLst>
              <a:ext uri="{FF2B5EF4-FFF2-40B4-BE49-F238E27FC236}">
                <a16:creationId xmlns:a16="http://schemas.microsoft.com/office/drawing/2014/main" id="{E5CD8813-FC29-69A2-BA3D-6C712CB242AA}"/>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3D888471-FFA0-7364-D9FB-DDE97D7E721D}"/>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8" name="Espace réservé du pied de page 3">
            <a:extLst>
              <a:ext uri="{FF2B5EF4-FFF2-40B4-BE49-F238E27FC236}">
                <a16:creationId xmlns:a16="http://schemas.microsoft.com/office/drawing/2014/main" id="{B9F35397-620D-FE08-E548-B11019FC3F21}"/>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9" name="Espace réservé du numéro de diapositive 4">
            <a:extLst>
              <a:ext uri="{FF2B5EF4-FFF2-40B4-BE49-F238E27FC236}">
                <a16:creationId xmlns:a16="http://schemas.microsoft.com/office/drawing/2014/main" id="{4410963C-D78E-4F85-7C13-121A4DE22124}"/>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5" name="Groupe 4">
            <a:extLst>
              <a:ext uri="{FF2B5EF4-FFF2-40B4-BE49-F238E27FC236}">
                <a16:creationId xmlns:a16="http://schemas.microsoft.com/office/drawing/2014/main" id="{94326CFB-5EA5-F025-40A2-D1707A8694F9}"/>
              </a:ext>
            </a:extLst>
          </p:cNvPr>
          <p:cNvGrpSpPr/>
          <p:nvPr userDrawn="1"/>
        </p:nvGrpSpPr>
        <p:grpSpPr>
          <a:xfrm>
            <a:off x="-1" y="263015"/>
            <a:ext cx="5860125" cy="375126"/>
            <a:chOff x="-5557295" y="172402"/>
            <a:chExt cx="5860125" cy="375126"/>
          </a:xfrm>
        </p:grpSpPr>
        <p:sp>
          <p:nvSpPr>
            <p:cNvPr id="10" name="Forme libre 11">
              <a:extLst>
                <a:ext uri="{FF2B5EF4-FFF2-40B4-BE49-F238E27FC236}">
                  <a16:creationId xmlns:a16="http://schemas.microsoft.com/office/drawing/2014/main" id="{AC4B9993-EE4B-7D3F-E1A0-73F4DF1FBB04}"/>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3" name="Forme libre 12">
              <a:extLst>
                <a:ext uri="{FF2B5EF4-FFF2-40B4-BE49-F238E27FC236}">
                  <a16:creationId xmlns:a16="http://schemas.microsoft.com/office/drawing/2014/main" id="{0D76191F-D9FE-9D78-9A39-6946965228B6}"/>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87336683-2302-48C3-C35F-93F7910813B4}"/>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4" name="Espace réservé du texte 45">
            <a:extLst>
              <a:ext uri="{FF2B5EF4-FFF2-40B4-BE49-F238E27FC236}">
                <a16:creationId xmlns:a16="http://schemas.microsoft.com/office/drawing/2014/main" id="{7336BC76-E506-AE1C-B37C-AC87DAE02192}"/>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3304669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Remerciements">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0" name="Forme libre 19">
            <a:extLst>
              <a:ext uri="{FF2B5EF4-FFF2-40B4-BE49-F238E27FC236}">
                <a16:creationId xmlns:a16="http://schemas.microsoft.com/office/drawing/2014/main" id="{9B8C6DA8-3FF8-9373-6B64-64F362294DF2}"/>
              </a:ext>
            </a:extLst>
          </p:cNvPr>
          <p:cNvSpPr/>
          <p:nvPr userDrawn="1"/>
        </p:nvSpPr>
        <p:spPr>
          <a:xfrm>
            <a:off x="0" y="-19990"/>
            <a:ext cx="6319777" cy="6877990"/>
          </a:xfrm>
          <a:custGeom>
            <a:avLst/>
            <a:gdLst>
              <a:gd name="connsiteX0" fmla="*/ 0 w 6301409"/>
              <a:gd name="connsiteY0" fmla="*/ 0 h 6858000"/>
              <a:gd name="connsiteX1" fmla="*/ 6301409 w 6301409"/>
              <a:gd name="connsiteY1" fmla="*/ 0 h 6858000"/>
              <a:gd name="connsiteX2" fmla="*/ 6301409 w 6301409"/>
              <a:gd name="connsiteY2" fmla="*/ 4958 h 6858000"/>
              <a:gd name="connsiteX3" fmla="*/ 5573767 w 6301409"/>
              <a:gd name="connsiteY3" fmla="*/ 4958 h 6858000"/>
              <a:gd name="connsiteX4" fmla="*/ 5657530 w 6301409"/>
              <a:gd name="connsiteY4" fmla="*/ 211263 h 6858000"/>
              <a:gd name="connsiteX5" fmla="*/ 5938263 w 6301409"/>
              <a:gd name="connsiteY5" fmla="*/ 1756569 h 6858000"/>
              <a:gd name="connsiteX6" fmla="*/ 5938263 w 6301409"/>
              <a:gd name="connsiteY6" fmla="*/ 1761519 h 6858000"/>
              <a:gd name="connsiteX7" fmla="*/ 4656115 w 6301409"/>
              <a:gd name="connsiteY7" fmla="*/ 4858644 h 6858000"/>
              <a:gd name="connsiteX8" fmla="*/ 2664521 w 6301409"/>
              <a:gd name="connsiteY8" fmla="*/ 6853042 h 6858000"/>
              <a:gd name="connsiteX9" fmla="*/ 6301409 w 6301409"/>
              <a:gd name="connsiteY9" fmla="*/ 6853042 h 6858000"/>
              <a:gd name="connsiteX10" fmla="*/ 6301409 w 6301409"/>
              <a:gd name="connsiteY10" fmla="*/ 6858000 h 6858000"/>
              <a:gd name="connsiteX11" fmla="*/ 0 w 6301409"/>
              <a:gd name="connsiteY11" fmla="*/ 6858000 h 6858000"/>
              <a:gd name="connsiteX12" fmla="*/ 0 w 6301409"/>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01409" h="6858000">
                <a:moveTo>
                  <a:pt x="0" y="0"/>
                </a:moveTo>
                <a:lnTo>
                  <a:pt x="6301409" y="0"/>
                </a:lnTo>
                <a:lnTo>
                  <a:pt x="6301409" y="4958"/>
                </a:lnTo>
                <a:lnTo>
                  <a:pt x="5573767" y="4958"/>
                </a:lnTo>
                <a:lnTo>
                  <a:pt x="5657530" y="211263"/>
                </a:lnTo>
                <a:cubicBezTo>
                  <a:pt x="5844352" y="708260"/>
                  <a:pt x="5937930" y="1232317"/>
                  <a:pt x="5938263" y="1756569"/>
                </a:cubicBezTo>
                <a:lnTo>
                  <a:pt x="5938263" y="1761519"/>
                </a:lnTo>
                <a:cubicBezTo>
                  <a:pt x="5937629" y="2882646"/>
                  <a:pt x="5510289" y="4003394"/>
                  <a:pt x="4656115" y="4858644"/>
                </a:cubicBezTo>
                <a:lnTo>
                  <a:pt x="2664521" y="6853042"/>
                </a:lnTo>
                <a:lnTo>
                  <a:pt x="6301409" y="6853042"/>
                </a:lnTo>
                <a:lnTo>
                  <a:pt x="6301409" y="6858000"/>
                </a:lnTo>
                <a:lnTo>
                  <a:pt x="0" y="6858000"/>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 name="Titre 1">
            <a:extLst>
              <a:ext uri="{FF2B5EF4-FFF2-40B4-BE49-F238E27FC236}">
                <a16:creationId xmlns:a16="http://schemas.microsoft.com/office/drawing/2014/main" id="{0913EE61-17AB-0468-84AC-06D83F476E47}"/>
              </a:ext>
            </a:extLst>
          </p:cNvPr>
          <p:cNvSpPr>
            <a:spLocks noGrp="1"/>
          </p:cNvSpPr>
          <p:nvPr>
            <p:ph type="title" hasCustomPrompt="1"/>
          </p:nvPr>
        </p:nvSpPr>
        <p:spPr>
          <a:xfrm>
            <a:off x="537575" y="709225"/>
            <a:ext cx="4440825" cy="830997"/>
          </a:xfrm>
        </p:spPr>
        <p:txBody>
          <a:bodyPr lIns="0" tIns="0" rIns="0" bIns="0"/>
          <a:lstStyle>
            <a:lvl1pPr>
              <a:defRPr sz="6000" b="1">
                <a:solidFill>
                  <a:schemeClr val="bg1"/>
                </a:solidFill>
              </a:defRPr>
            </a:lvl1pPr>
          </a:lstStyle>
          <a:p>
            <a:r>
              <a:rPr lang="fr-FR"/>
              <a:t>Merci</a:t>
            </a:r>
          </a:p>
        </p:txBody>
      </p:sp>
      <p:sp>
        <p:nvSpPr>
          <p:cNvPr id="23" name="Espace réservé du texte 48">
            <a:extLst>
              <a:ext uri="{FF2B5EF4-FFF2-40B4-BE49-F238E27FC236}">
                <a16:creationId xmlns:a16="http://schemas.microsoft.com/office/drawing/2014/main" id="{F2A86746-C112-CF3C-C315-3E1350718FC8}"/>
              </a:ext>
            </a:extLst>
          </p:cNvPr>
          <p:cNvSpPr>
            <a:spLocks noGrp="1"/>
          </p:cNvSpPr>
          <p:nvPr>
            <p:ph type="body" sz="quarter" idx="23" hasCustomPrompt="1"/>
          </p:nvPr>
        </p:nvSpPr>
        <p:spPr>
          <a:xfrm>
            <a:off x="537573" y="2573919"/>
            <a:ext cx="4440825" cy="307777"/>
          </a:xfrm>
        </p:spPr>
        <p:txBody>
          <a:bodyPr wrap="square" lIns="0" tIns="0" rIns="0" bIns="0" anchor="t" anchorCtr="0">
            <a:spAutoFit/>
          </a:bodyPr>
          <a:lstStyle>
            <a:lvl1pPr algn="l">
              <a:lnSpc>
                <a:spcPct val="100000"/>
              </a:lnSpc>
              <a:spcBef>
                <a:spcPts val="0"/>
              </a:spcBef>
              <a:defRPr sz="2000" b="1" i="0">
                <a:solidFill>
                  <a:schemeClr val="bg1"/>
                </a:solidFill>
                <a:latin typeface="+mj-lt"/>
              </a:defRPr>
            </a:lvl1pPr>
          </a:lstStyle>
          <a:p>
            <a:pPr lvl="0"/>
            <a:r>
              <a:rPr lang="fr-FR"/>
              <a:t>Prénom NOM</a:t>
            </a:r>
          </a:p>
        </p:txBody>
      </p:sp>
      <p:pic>
        <p:nvPicPr>
          <p:cNvPr id="5" name="Image 4">
            <a:extLst>
              <a:ext uri="{FF2B5EF4-FFF2-40B4-BE49-F238E27FC236}">
                <a16:creationId xmlns:a16="http://schemas.microsoft.com/office/drawing/2014/main" id="{4D1F9F0E-6B68-F3EA-E15C-7DDA99FED52F}"/>
              </a:ext>
            </a:extLst>
          </p:cNvPr>
          <p:cNvPicPr>
            <a:picLocks noChangeAspect="1"/>
          </p:cNvPicPr>
          <p:nvPr userDrawn="1"/>
        </p:nvPicPr>
        <p:blipFill>
          <a:blip r:embed="rId3"/>
          <a:stretch>
            <a:fillRect/>
          </a:stretch>
        </p:blipFill>
        <p:spPr>
          <a:xfrm>
            <a:off x="1477745" y="5448402"/>
            <a:ext cx="360000" cy="360000"/>
          </a:xfrm>
          <a:prstGeom prst="rect">
            <a:avLst/>
          </a:prstGeom>
        </p:spPr>
      </p:pic>
      <p:pic>
        <p:nvPicPr>
          <p:cNvPr id="7" name="Image 6">
            <a:extLst>
              <a:ext uri="{FF2B5EF4-FFF2-40B4-BE49-F238E27FC236}">
                <a16:creationId xmlns:a16="http://schemas.microsoft.com/office/drawing/2014/main" id="{9680C985-85E9-988C-D0B6-19C144FB68D6}"/>
              </a:ext>
            </a:extLst>
          </p:cNvPr>
          <p:cNvPicPr>
            <a:picLocks noChangeAspect="1"/>
          </p:cNvPicPr>
          <p:nvPr userDrawn="1"/>
        </p:nvPicPr>
        <p:blipFill>
          <a:blip r:embed="rId4"/>
          <a:stretch>
            <a:fillRect/>
          </a:stretch>
        </p:blipFill>
        <p:spPr>
          <a:xfrm>
            <a:off x="1007660" y="5448402"/>
            <a:ext cx="360000" cy="360000"/>
          </a:xfrm>
          <a:prstGeom prst="rect">
            <a:avLst/>
          </a:prstGeom>
        </p:spPr>
      </p:pic>
      <p:pic>
        <p:nvPicPr>
          <p:cNvPr id="9" name="Image 8">
            <a:extLst>
              <a:ext uri="{FF2B5EF4-FFF2-40B4-BE49-F238E27FC236}">
                <a16:creationId xmlns:a16="http://schemas.microsoft.com/office/drawing/2014/main" id="{5B6A29D2-E715-5EF8-1C6A-63F304254A6A}"/>
              </a:ext>
            </a:extLst>
          </p:cNvPr>
          <p:cNvPicPr>
            <a:picLocks noChangeAspect="1"/>
          </p:cNvPicPr>
          <p:nvPr userDrawn="1"/>
        </p:nvPicPr>
        <p:blipFill>
          <a:blip r:embed="rId5"/>
          <a:stretch>
            <a:fillRect/>
          </a:stretch>
        </p:blipFill>
        <p:spPr>
          <a:xfrm>
            <a:off x="537575" y="5448468"/>
            <a:ext cx="360000" cy="360000"/>
          </a:xfrm>
          <a:prstGeom prst="rect">
            <a:avLst/>
          </a:prstGeom>
        </p:spPr>
      </p:pic>
      <p:pic>
        <p:nvPicPr>
          <p:cNvPr id="10" name="Graphique 9">
            <a:extLst>
              <a:ext uri="{FF2B5EF4-FFF2-40B4-BE49-F238E27FC236}">
                <a16:creationId xmlns:a16="http://schemas.microsoft.com/office/drawing/2014/main" id="{8633A241-0227-B87A-140A-5C5A57F3797C}"/>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37575" y="6042302"/>
            <a:ext cx="1054283" cy="540000"/>
          </a:xfrm>
          <a:prstGeom prst="rect">
            <a:avLst/>
          </a:prstGeom>
        </p:spPr>
      </p:pic>
      <p:sp>
        <p:nvSpPr>
          <p:cNvPr id="17" name="Espace réservé du texte 48">
            <a:extLst>
              <a:ext uri="{FF2B5EF4-FFF2-40B4-BE49-F238E27FC236}">
                <a16:creationId xmlns:a16="http://schemas.microsoft.com/office/drawing/2014/main" id="{2ADCC2CA-006E-2254-D2F2-C280E6666786}"/>
              </a:ext>
            </a:extLst>
          </p:cNvPr>
          <p:cNvSpPr>
            <a:spLocks noGrp="1"/>
          </p:cNvSpPr>
          <p:nvPr>
            <p:ph type="body" sz="quarter" idx="24" hasCustomPrompt="1"/>
          </p:nvPr>
        </p:nvSpPr>
        <p:spPr>
          <a:xfrm>
            <a:off x="537573" y="3003506"/>
            <a:ext cx="4440825" cy="830997"/>
          </a:xfrm>
        </p:spPr>
        <p:txBody>
          <a:bodyPr wrap="square" lIns="0" tIns="0" rIns="0" bIns="0" anchor="t" anchorCtr="0">
            <a:spAutoFit/>
          </a:bodyPr>
          <a:lstStyle>
            <a:lvl1pPr algn="l">
              <a:lnSpc>
                <a:spcPct val="100000"/>
              </a:lnSpc>
              <a:spcBef>
                <a:spcPts val="0"/>
              </a:spcBef>
              <a:defRPr sz="1800" b="0" i="1">
                <a:solidFill>
                  <a:schemeClr val="bg1"/>
                </a:solidFill>
                <a:latin typeface="+mj-lt"/>
              </a:defRPr>
            </a:lvl1pPr>
          </a:lstStyle>
          <a:p>
            <a:pPr lvl="0"/>
            <a:r>
              <a:rPr lang="fr-FR"/>
              <a:t>Fonction</a:t>
            </a:r>
          </a:p>
          <a:p>
            <a:pPr lvl="0"/>
            <a:r>
              <a:rPr lang="fr-FR"/>
              <a:t>Email</a:t>
            </a:r>
          </a:p>
          <a:p>
            <a:pPr lvl="0"/>
            <a:r>
              <a:rPr lang="fr-FR"/>
              <a:t>Téléphone </a:t>
            </a:r>
          </a:p>
        </p:txBody>
      </p:sp>
      <p:sp>
        <p:nvSpPr>
          <p:cNvPr id="18" name="Espace réservé du texte 48">
            <a:extLst>
              <a:ext uri="{FF2B5EF4-FFF2-40B4-BE49-F238E27FC236}">
                <a16:creationId xmlns:a16="http://schemas.microsoft.com/office/drawing/2014/main" id="{5693FC0E-0802-F0EB-4BCE-1051DA822E68}"/>
              </a:ext>
            </a:extLst>
          </p:cNvPr>
          <p:cNvSpPr>
            <a:spLocks noGrp="1"/>
          </p:cNvSpPr>
          <p:nvPr>
            <p:ph type="body" sz="quarter" idx="25" hasCustomPrompt="1"/>
          </p:nvPr>
        </p:nvSpPr>
        <p:spPr>
          <a:xfrm>
            <a:off x="537573" y="2144332"/>
            <a:ext cx="4440825" cy="307777"/>
          </a:xfrm>
        </p:spPr>
        <p:txBody>
          <a:bodyPr wrap="square" lIns="0" tIns="0" rIns="0" bIns="0" anchor="t" anchorCtr="0">
            <a:spAutoFit/>
          </a:bodyPr>
          <a:lstStyle>
            <a:lvl1pPr algn="l">
              <a:lnSpc>
                <a:spcPct val="100000"/>
              </a:lnSpc>
              <a:spcBef>
                <a:spcPts val="0"/>
              </a:spcBef>
              <a:defRPr sz="2000" b="1" i="0">
                <a:solidFill>
                  <a:schemeClr val="bg1"/>
                </a:solidFill>
                <a:latin typeface="+mj-lt"/>
              </a:defRPr>
            </a:lvl1pPr>
          </a:lstStyle>
          <a:p>
            <a:pPr lvl="0"/>
            <a:r>
              <a:rPr lang="fr-FR"/>
              <a:t>CONTACT</a:t>
            </a:r>
          </a:p>
        </p:txBody>
      </p:sp>
    </p:spTree>
    <p:extLst>
      <p:ext uri="{BB962C8B-B14F-4D97-AF65-F5344CB8AC3E}">
        <p14:creationId xmlns:p14="http://schemas.microsoft.com/office/powerpoint/2010/main" val="17301274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Pictogrammes 01">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3DAFB4DF-6577-C5CC-FEF8-ADE6C1124775}"/>
              </a:ext>
            </a:extLst>
          </p:cNvPr>
          <p:cNvSpPr>
            <a:spLocks noGrp="1"/>
          </p:cNvSpPr>
          <p:nvPr>
            <p:ph type="title" hasCustomPrompt="1"/>
          </p:nvPr>
        </p:nvSpPr>
        <p:spPr>
          <a:xfrm>
            <a:off x="537575" y="849535"/>
            <a:ext cx="11086578" cy="369332"/>
          </a:xfrm>
        </p:spPr>
        <p:txBody>
          <a:bodyPr/>
          <a:lstStyle>
            <a:lvl1pPr>
              <a:defRPr sz="2000"/>
            </a:lvl1pPr>
          </a:lstStyle>
          <a:p>
            <a:r>
              <a:rPr lang="fr-FR"/>
              <a:t>Pictogrammes à copier-coller (couleur modifiable &gt; contour)</a:t>
            </a:r>
          </a:p>
        </p:txBody>
      </p:sp>
    </p:spTree>
    <p:extLst>
      <p:ext uri="{BB962C8B-B14F-4D97-AF65-F5344CB8AC3E}">
        <p14:creationId xmlns:p14="http://schemas.microsoft.com/office/powerpoint/2010/main" val="27912900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Vide">
    <p:spTree>
      <p:nvGrpSpPr>
        <p:cNvPr id="1" name=""/>
        <p:cNvGrpSpPr/>
        <p:nvPr/>
      </p:nvGrpSpPr>
      <p:grpSpPr>
        <a:xfrm>
          <a:off x="0" y="0"/>
          <a:ext cx="0" cy="0"/>
          <a:chOff x="0" y="0"/>
          <a:chExt cx="0" cy="0"/>
        </a:xfrm>
      </p:grpSpPr>
      <p:sp>
        <p:nvSpPr>
          <p:cNvPr id="4" name="Forme libre 25">
            <a:extLst>
              <a:ext uri="{FF2B5EF4-FFF2-40B4-BE49-F238E27FC236}">
                <a16:creationId xmlns:a16="http://schemas.microsoft.com/office/drawing/2014/main" id="{78E7F50A-B738-C988-F41F-5ECC585067EA}"/>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2" name="Espace réservé du numéro de diapositive 29">
            <a:extLst>
              <a:ext uri="{FF2B5EF4-FFF2-40B4-BE49-F238E27FC236}">
                <a16:creationId xmlns:a16="http://schemas.microsoft.com/office/drawing/2014/main" id="{59F7C265-0D7C-932B-41B9-7D12EA7AE250}"/>
              </a:ext>
            </a:extLst>
          </p:cNvPr>
          <p:cNvSpPr>
            <a:spLocks noGrp="1"/>
          </p:cNvSpPr>
          <p:nvPr>
            <p:ph type="sldNum" sz="quarter" idx="4"/>
          </p:nvPr>
        </p:nvSpPr>
        <p:spPr>
          <a:xfrm>
            <a:off x="11525908" y="6382485"/>
            <a:ext cx="560986" cy="276999"/>
          </a:xfrm>
          <a:prstGeom prst="rect">
            <a:avLst/>
          </a:prstGeom>
        </p:spPr>
        <p:txBody>
          <a:bodyPr vert="horz" wrap="square" lIns="0" tIns="45720" rIns="0" bIns="45720" rtlCol="0" anchor="ctr">
            <a:spAutoFit/>
          </a:bodyPr>
          <a:lstStyle>
            <a:lvl1pPr algn="r">
              <a:defRPr sz="1200">
                <a:solidFill>
                  <a:schemeClr val="bg1"/>
                </a:solidFill>
                <a:latin typeface="+mj-lt"/>
              </a:defRPr>
            </a:lvl1pPr>
          </a:lstStyle>
          <a:p>
            <a:fld id="{CD166EB1-B284-8541-B839-321F682B6B05}" type="slidenum">
              <a:rPr lang="fr-FR" smtClean="0"/>
              <a:pPr/>
              <a:t>‹N°›</a:t>
            </a:fld>
            <a:endParaRPr lang="fr-FR"/>
          </a:p>
        </p:txBody>
      </p:sp>
      <p:sp>
        <p:nvSpPr>
          <p:cNvPr id="3" name="Espace réservé de la date 2">
            <a:extLst>
              <a:ext uri="{FF2B5EF4-FFF2-40B4-BE49-F238E27FC236}">
                <a16:creationId xmlns:a16="http://schemas.microsoft.com/office/drawing/2014/main" id="{816F8419-BA6B-8490-1224-921BA666620E}"/>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5" name="Espace réservé du pied de page 3">
            <a:extLst>
              <a:ext uri="{FF2B5EF4-FFF2-40B4-BE49-F238E27FC236}">
                <a16:creationId xmlns:a16="http://schemas.microsoft.com/office/drawing/2014/main" id="{D90D4573-381C-58A2-E512-7A628CC64232}"/>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Tree>
    <p:extLst>
      <p:ext uri="{BB962C8B-B14F-4D97-AF65-F5344CB8AC3E}">
        <p14:creationId xmlns:p14="http://schemas.microsoft.com/office/powerpoint/2010/main" val="10473651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rchitecture_masque_gri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Image 11" descr="Une image contenant Graphique, graphisme, Police, logo&#10;&#10;Description générée automatiquement">
            <a:extLst>
              <a:ext uri="{FF2B5EF4-FFF2-40B4-BE49-F238E27FC236}">
                <a16:creationId xmlns:a16="http://schemas.microsoft.com/office/drawing/2014/main" id="{CF39D1B6-EAC1-C0C6-42D0-0FA330F6197C}"/>
              </a:ext>
            </a:extLst>
          </p:cNvPr>
          <p:cNvPicPr>
            <a:picLocks noChangeAspect="1"/>
          </p:cNvPicPr>
          <p:nvPr userDrawn="1">
            <p:custDataLst>
              <p:tags r:id="rId2"/>
            </p:custDataLst>
          </p:nvPr>
        </p:nvPicPr>
        <p:blipFill>
          <a:blip r:embed="rId7"/>
          <a:stretch>
            <a:fillRect/>
          </a:stretch>
        </p:blipFill>
        <p:spPr>
          <a:xfrm>
            <a:off x="11361046" y="5904942"/>
            <a:ext cx="794657" cy="794657"/>
          </a:xfrm>
          <a:prstGeom prst="rect">
            <a:avLst/>
          </a:prstGeom>
        </p:spPr>
      </p:pic>
      <p:sp>
        <p:nvSpPr>
          <p:cNvPr id="16" name="Forme libre : forme 4">
            <a:extLst>
              <a:ext uri="{FF2B5EF4-FFF2-40B4-BE49-F238E27FC236}">
                <a16:creationId xmlns:a16="http://schemas.microsoft.com/office/drawing/2014/main" id="{5B20FF11-895E-10A3-49AB-7136E3E46E8B}"/>
              </a:ext>
            </a:extLst>
          </p:cNvPr>
          <p:cNvSpPr/>
          <p:nvPr userDrawn="1">
            <p:custDataLst>
              <p:tags r:id="rId3"/>
            </p:custDataLst>
          </p:nvPr>
        </p:nvSpPr>
        <p:spPr>
          <a:xfrm rot="10800000">
            <a:off x="0" y="139686"/>
            <a:ext cx="502791" cy="656351"/>
          </a:xfrm>
          <a:custGeom>
            <a:avLst/>
            <a:gdLst>
              <a:gd name="connsiteX0" fmla="*/ 2408953 w 3690709"/>
              <a:gd name="connsiteY0" fmla="*/ 0 h 4817907"/>
              <a:gd name="connsiteX1" fmla="*/ 3690709 w 3690709"/>
              <a:gd name="connsiteY1" fmla="*/ 0 h 4817907"/>
              <a:gd name="connsiteX2" fmla="*/ 3690709 w 3690709"/>
              <a:gd name="connsiteY2" fmla="*/ 1682954 h 4817907"/>
              <a:gd name="connsiteX3" fmla="*/ 2365907 w 3690709"/>
              <a:gd name="connsiteY3" fmla="*/ 1682954 h 4817907"/>
              <a:gd name="connsiteX4" fmla="*/ 1639081 w 3690709"/>
              <a:gd name="connsiteY4" fmla="*/ 2409780 h 4817907"/>
              <a:gd name="connsiteX5" fmla="*/ 2365907 w 3690709"/>
              <a:gd name="connsiteY5" fmla="*/ 3135777 h 4817907"/>
              <a:gd name="connsiteX6" fmla="*/ 3690709 w 3690709"/>
              <a:gd name="connsiteY6" fmla="*/ 3135777 h 4817907"/>
              <a:gd name="connsiteX7" fmla="*/ 3690709 w 3690709"/>
              <a:gd name="connsiteY7" fmla="*/ 4817907 h 4817907"/>
              <a:gd name="connsiteX8" fmla="*/ 2408953 w 3690709"/>
              <a:gd name="connsiteY8" fmla="*/ 4817907 h 4817907"/>
              <a:gd name="connsiteX9" fmla="*/ 0 w 3690709"/>
              <a:gd name="connsiteY9" fmla="*/ 2408952 h 4817907"/>
              <a:gd name="connsiteX10" fmla="*/ 2408953 w 3690709"/>
              <a:gd name="connsiteY10" fmla="*/ 0 h 4817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90709" h="4817907">
                <a:moveTo>
                  <a:pt x="2408953" y="0"/>
                </a:moveTo>
                <a:lnTo>
                  <a:pt x="3690709" y="0"/>
                </a:lnTo>
                <a:lnTo>
                  <a:pt x="3690709" y="1682954"/>
                </a:lnTo>
                <a:lnTo>
                  <a:pt x="2365907" y="1682954"/>
                </a:lnTo>
                <a:cubicBezTo>
                  <a:pt x="1964416" y="1682954"/>
                  <a:pt x="1639081" y="2008290"/>
                  <a:pt x="1639081" y="2409780"/>
                </a:cubicBezTo>
                <a:cubicBezTo>
                  <a:pt x="1639081" y="2811275"/>
                  <a:pt x="1964416" y="3135777"/>
                  <a:pt x="2365907" y="3135777"/>
                </a:cubicBezTo>
                <a:lnTo>
                  <a:pt x="3690709" y="3135777"/>
                </a:lnTo>
                <a:lnTo>
                  <a:pt x="3690709" y="4817907"/>
                </a:lnTo>
                <a:lnTo>
                  <a:pt x="2408953" y="4817907"/>
                </a:lnTo>
                <a:cubicBezTo>
                  <a:pt x="1078647" y="4817907"/>
                  <a:pt x="0" y="3739260"/>
                  <a:pt x="0" y="2408952"/>
                </a:cubicBezTo>
                <a:cubicBezTo>
                  <a:pt x="0" y="1078647"/>
                  <a:pt x="1078647" y="0"/>
                  <a:pt x="2408953" y="0"/>
                </a:cubicBezTo>
                <a:close/>
              </a:path>
            </a:pathLst>
          </a:custGeom>
          <a:solidFill>
            <a:srgbClr val="A2B969">
              <a:alpha val="5000"/>
            </a:srgbClr>
          </a:solidFill>
          <a:ln w="31750" cap="flat">
            <a:noFill/>
            <a:prstDash val="solid"/>
            <a:bevel/>
          </a:ln>
        </p:spPr>
        <p:txBody>
          <a:bodyPr wrap="square" rtlCol="0" anchor="ctr">
            <a:noAutofit/>
          </a:bodyPr>
          <a:lstStyle/>
          <a:p>
            <a:pPr algn="ctr"/>
            <a:endParaRPr lang="fr-FR"/>
          </a:p>
        </p:txBody>
      </p:sp>
      <p:sp>
        <p:nvSpPr>
          <p:cNvPr id="25" name="Titre 24">
            <a:extLst>
              <a:ext uri="{FF2B5EF4-FFF2-40B4-BE49-F238E27FC236}">
                <a16:creationId xmlns:a16="http://schemas.microsoft.com/office/drawing/2014/main" id="{18EE1731-4537-E9B9-0F5D-D120F61265CD}"/>
              </a:ext>
            </a:extLst>
          </p:cNvPr>
          <p:cNvSpPr>
            <a:spLocks noGrp="1"/>
          </p:cNvSpPr>
          <p:nvPr>
            <p:ph type="title" hasCustomPrompt="1"/>
          </p:nvPr>
        </p:nvSpPr>
        <p:spPr>
          <a:xfrm>
            <a:off x="838595" y="338788"/>
            <a:ext cx="5375394" cy="369332"/>
          </a:xfrm>
          <a:prstGeom prst="rect">
            <a:avLst/>
          </a:prstGeom>
          <a:noFill/>
        </p:spPr>
        <p:txBody>
          <a:bodyPr wrap="square" rtlCol="0">
            <a:spAutoFit/>
          </a:bodyPr>
          <a:lstStyle>
            <a:lvl1pPr>
              <a:defRPr lang="fr-FR" sz="2000" b="1" cap="all" baseline="0">
                <a:solidFill>
                  <a:srgbClr val="102031"/>
                </a:solidFill>
                <a:latin typeface="Avenir Black" panose="02000503020000020003" pitchFamily="2" charset="0"/>
                <a:ea typeface="+mn-ea"/>
                <a:cs typeface="+mn-cs"/>
              </a:defRPr>
            </a:lvl1pPr>
          </a:lstStyle>
          <a:p>
            <a:pPr marL="0" lvl="0" indent="0"/>
            <a:r>
              <a:rPr lang="fr-FR" dirty="0"/>
              <a:t>TITRE</a:t>
            </a:r>
          </a:p>
        </p:txBody>
      </p:sp>
      <p:sp>
        <p:nvSpPr>
          <p:cNvPr id="29" name="Espace réservé du texte 28">
            <a:extLst>
              <a:ext uri="{FF2B5EF4-FFF2-40B4-BE49-F238E27FC236}">
                <a16:creationId xmlns:a16="http://schemas.microsoft.com/office/drawing/2014/main" id="{4B4DCA80-AF36-A5D8-A976-87B3A70F0970}"/>
              </a:ext>
            </a:extLst>
          </p:cNvPr>
          <p:cNvSpPr>
            <a:spLocks noGrp="1"/>
          </p:cNvSpPr>
          <p:nvPr>
            <p:ph type="body" sz="quarter" idx="10" hasCustomPrompt="1"/>
          </p:nvPr>
        </p:nvSpPr>
        <p:spPr>
          <a:xfrm>
            <a:off x="924539" y="790043"/>
            <a:ext cx="846707" cy="286232"/>
          </a:xfrm>
          <a:prstGeom prst="rect">
            <a:avLst/>
          </a:prstGeom>
          <a:noFill/>
        </p:spPr>
        <p:txBody>
          <a:bodyPr wrap="none" rtlCol="0">
            <a:spAutoFit/>
          </a:bodyPr>
          <a:lstStyle>
            <a:lvl1pPr marL="0" indent="0">
              <a:buNone/>
              <a:defRPr lang="fr-FR" sz="1400" dirty="0" smtClean="0">
                <a:solidFill>
                  <a:srgbClr val="096D6D"/>
                </a:solidFill>
                <a:latin typeface="Avenir Book" panose="02000503020000020003" pitchFamily="2" charset="0"/>
              </a:defRPr>
            </a:lvl1pPr>
          </a:lstStyle>
          <a:p>
            <a:pPr marL="0" lvl="0"/>
            <a:r>
              <a:rPr lang="fr-FR" dirty="0"/>
              <a:t>Sous-titre</a:t>
            </a:r>
          </a:p>
        </p:txBody>
      </p:sp>
      <p:sp>
        <p:nvSpPr>
          <p:cNvPr id="31" name="Espace réservé du texte 30">
            <a:extLst>
              <a:ext uri="{FF2B5EF4-FFF2-40B4-BE49-F238E27FC236}">
                <a16:creationId xmlns:a16="http://schemas.microsoft.com/office/drawing/2014/main" id="{4F9DB383-8B18-4CB4-E7D6-BADD1BD6EFCC}"/>
              </a:ext>
            </a:extLst>
          </p:cNvPr>
          <p:cNvSpPr>
            <a:spLocks noGrp="1"/>
          </p:cNvSpPr>
          <p:nvPr>
            <p:ph type="body" sz="quarter" idx="11" hasCustomPrompt="1"/>
          </p:nvPr>
        </p:nvSpPr>
        <p:spPr>
          <a:xfrm>
            <a:off x="116613" y="216514"/>
            <a:ext cx="680525" cy="609398"/>
          </a:xfrm>
          <a:prstGeom prst="rect">
            <a:avLst/>
          </a:prstGeom>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marL="0" indent="0">
              <a:buNone/>
              <a:defRPr lang="fr-FR" sz="4400" dirty="0">
                <a:solidFill>
                  <a:srgbClr val="93C97B"/>
                </a:solidFill>
                <a:latin typeface="Barlow Black" panose="00000A00000000000000" pitchFamily="2" charset="0"/>
              </a:defRPr>
            </a:lvl1pPr>
          </a:lstStyle>
          <a:p>
            <a:pPr>
              <a:spcBef>
                <a:spcPts val="3400"/>
              </a:spcBef>
            </a:pPr>
            <a:r>
              <a:rPr lang="en-GB" sz="4400" dirty="0">
                <a:solidFill>
                  <a:schemeClr val="bg1">
                    <a:lumMod val="75000"/>
                  </a:schemeClr>
                </a:solidFill>
                <a:latin typeface="Barlow Black" panose="00000A00000000000000" pitchFamily="2" charset="0"/>
              </a:rPr>
              <a:t>00</a:t>
            </a:r>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mars 25</a:t>
            </a:fld>
            <a:r>
              <a:rPr lang="fr-FR" sz="1100" kern="1200" dirty="0">
                <a:solidFill>
                  <a:schemeClr val="bg1"/>
                </a:solidFill>
                <a:latin typeface="Avenir Book" panose="02000503020000020003"/>
                <a:ea typeface="+mn-ea"/>
                <a:cs typeface="+mn-cs"/>
              </a:rPr>
              <a:t>    |</a:t>
            </a:r>
          </a:p>
        </p:txBody>
      </p:sp>
      <p:sp>
        <p:nvSpPr>
          <p:cNvPr id="8" name="Rectangle : coins arrondis 7">
            <a:extLst>
              <a:ext uri="{FF2B5EF4-FFF2-40B4-BE49-F238E27FC236}">
                <a16:creationId xmlns:a16="http://schemas.microsoft.com/office/drawing/2014/main" id="{3BD770B0-21D5-E466-C1A6-77536D715690}"/>
              </a:ext>
            </a:extLst>
          </p:cNvPr>
          <p:cNvSpPr/>
          <p:nvPr userDrawn="1">
            <p:custDataLst>
              <p:tags r:id="rId4"/>
            </p:custDataLst>
          </p:nvPr>
        </p:nvSpPr>
        <p:spPr>
          <a:xfrm flipV="1">
            <a:off x="4787329" y="474113"/>
            <a:ext cx="725466" cy="45719"/>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400" dirty="0"/>
          </a:p>
        </p:txBody>
      </p:sp>
      <p:grpSp>
        <p:nvGrpSpPr>
          <p:cNvPr id="9" name="Groupe 8">
            <a:extLst>
              <a:ext uri="{FF2B5EF4-FFF2-40B4-BE49-F238E27FC236}">
                <a16:creationId xmlns:a16="http://schemas.microsoft.com/office/drawing/2014/main" id="{E804E688-E4F8-E96E-CFE4-D97712435C8D}"/>
              </a:ext>
            </a:extLst>
          </p:cNvPr>
          <p:cNvGrpSpPr/>
          <p:nvPr userDrawn="1">
            <p:custDataLst>
              <p:tags r:id="rId5"/>
            </p:custDataLst>
          </p:nvPr>
        </p:nvGrpSpPr>
        <p:grpSpPr>
          <a:xfrm rot="8217329">
            <a:off x="126957" y="6052671"/>
            <a:ext cx="428426" cy="540954"/>
            <a:chOff x="9790045" y="4246976"/>
            <a:chExt cx="1843965" cy="2328292"/>
          </a:xfrm>
        </p:grpSpPr>
        <p:sp>
          <p:nvSpPr>
            <p:cNvPr id="10" name="Délai  10">
              <a:extLst>
                <a:ext uri="{FF2B5EF4-FFF2-40B4-BE49-F238E27FC236}">
                  <a16:creationId xmlns:a16="http://schemas.microsoft.com/office/drawing/2014/main" id="{F7849B97-B937-B22F-79ED-891A3537A326}"/>
                </a:ext>
              </a:extLst>
            </p:cNvPr>
            <p:cNvSpPr/>
            <p:nvPr/>
          </p:nvSpPr>
          <p:spPr>
            <a:xfrm rot="2571875">
              <a:off x="10485910" y="4484086"/>
              <a:ext cx="1148100" cy="2091182"/>
            </a:xfrm>
            <a:prstGeom prst="flowChartDelay">
              <a:avLst/>
            </a:prstGeom>
            <a:solidFill>
              <a:srgbClr val="1020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llipse 12">
              <a:extLst>
                <a:ext uri="{FF2B5EF4-FFF2-40B4-BE49-F238E27FC236}">
                  <a16:creationId xmlns:a16="http://schemas.microsoft.com/office/drawing/2014/main" id="{C6967639-7D2E-F2A4-AB93-A57ED4441330}"/>
                </a:ext>
              </a:extLst>
            </p:cNvPr>
            <p:cNvSpPr/>
            <p:nvPr/>
          </p:nvSpPr>
          <p:spPr>
            <a:xfrm>
              <a:off x="9790045" y="4246976"/>
              <a:ext cx="920749" cy="920749"/>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4176307570"/>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rchitecture_masque_oran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coins arrondis 6">
            <a:extLst>
              <a:ext uri="{FF2B5EF4-FFF2-40B4-BE49-F238E27FC236}">
                <a16:creationId xmlns:a16="http://schemas.microsoft.com/office/drawing/2014/main" id="{D7B87E15-4AA2-A2F0-F09B-7B91AE50EEF3}"/>
              </a:ext>
            </a:extLst>
          </p:cNvPr>
          <p:cNvSpPr/>
          <p:nvPr userDrawn="1">
            <p:custDataLst>
              <p:tags r:id="rId2"/>
            </p:custDataLst>
          </p:nvPr>
        </p:nvSpPr>
        <p:spPr>
          <a:xfrm flipV="1">
            <a:off x="5862416" y="477735"/>
            <a:ext cx="725466" cy="45719"/>
          </a:xfrm>
          <a:prstGeom prst="round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400"/>
          </a:p>
        </p:txBody>
      </p:sp>
      <p:grpSp>
        <p:nvGrpSpPr>
          <p:cNvPr id="8" name="Groupe 7">
            <a:extLst>
              <a:ext uri="{FF2B5EF4-FFF2-40B4-BE49-F238E27FC236}">
                <a16:creationId xmlns:a16="http://schemas.microsoft.com/office/drawing/2014/main" id="{1DBE4A6B-0BE2-3F37-192A-554E023BC7C5}"/>
              </a:ext>
            </a:extLst>
          </p:cNvPr>
          <p:cNvGrpSpPr/>
          <p:nvPr userDrawn="1">
            <p:custDataLst>
              <p:tags r:id="rId3"/>
            </p:custDataLst>
          </p:nvPr>
        </p:nvGrpSpPr>
        <p:grpSpPr>
          <a:xfrm>
            <a:off x="155324" y="6113809"/>
            <a:ext cx="437865" cy="552872"/>
            <a:chOff x="9790045" y="4246976"/>
            <a:chExt cx="1843965" cy="2328292"/>
          </a:xfrm>
        </p:grpSpPr>
        <p:sp>
          <p:nvSpPr>
            <p:cNvPr id="9" name="Délai  2">
              <a:extLst>
                <a:ext uri="{FF2B5EF4-FFF2-40B4-BE49-F238E27FC236}">
                  <a16:creationId xmlns:a16="http://schemas.microsoft.com/office/drawing/2014/main" id="{3243DAB8-72A0-4957-4E95-168951833B51}"/>
                </a:ext>
              </a:extLst>
            </p:cNvPr>
            <p:cNvSpPr/>
            <p:nvPr/>
          </p:nvSpPr>
          <p:spPr>
            <a:xfrm rot="2571875">
              <a:off x="10485910" y="4484086"/>
              <a:ext cx="1148100" cy="2091182"/>
            </a:xfrm>
            <a:prstGeom prst="flowChartDelay">
              <a:avLst/>
            </a:prstGeom>
            <a:solidFill>
              <a:srgbClr val="10203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122C508D-A2A0-D452-2DD5-2494F8056F6F}"/>
                </a:ext>
              </a:extLst>
            </p:cNvPr>
            <p:cNvSpPr/>
            <p:nvPr/>
          </p:nvSpPr>
          <p:spPr>
            <a:xfrm>
              <a:off x="9790045" y="4246976"/>
              <a:ext cx="920749" cy="920749"/>
            </a:xfrm>
            <a:prstGeom prst="ellipse">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2" name="Image 11" descr="Une image contenant Graphique, graphisme, Police, logo&#10;&#10;Description générée automatiquement">
            <a:extLst>
              <a:ext uri="{FF2B5EF4-FFF2-40B4-BE49-F238E27FC236}">
                <a16:creationId xmlns:a16="http://schemas.microsoft.com/office/drawing/2014/main" id="{CF39D1B6-EAC1-C0C6-42D0-0FA330F6197C}"/>
              </a:ext>
            </a:extLst>
          </p:cNvPr>
          <p:cNvPicPr>
            <a:picLocks noChangeAspect="1"/>
          </p:cNvPicPr>
          <p:nvPr userDrawn="1">
            <p:custDataLst>
              <p:tags r:id="rId4"/>
            </p:custDataLst>
          </p:nvPr>
        </p:nvPicPr>
        <p:blipFill>
          <a:blip r:embed="rId7"/>
          <a:stretch>
            <a:fillRect/>
          </a:stretch>
        </p:blipFill>
        <p:spPr>
          <a:xfrm>
            <a:off x="11361046" y="5904942"/>
            <a:ext cx="794657" cy="794657"/>
          </a:xfrm>
          <a:prstGeom prst="rect">
            <a:avLst/>
          </a:prstGeom>
        </p:spPr>
      </p:pic>
      <p:sp>
        <p:nvSpPr>
          <p:cNvPr id="16" name="Forme libre : forme 4">
            <a:extLst>
              <a:ext uri="{FF2B5EF4-FFF2-40B4-BE49-F238E27FC236}">
                <a16:creationId xmlns:a16="http://schemas.microsoft.com/office/drawing/2014/main" id="{5B20FF11-895E-10A3-49AB-7136E3E46E8B}"/>
              </a:ext>
            </a:extLst>
          </p:cNvPr>
          <p:cNvSpPr/>
          <p:nvPr userDrawn="1">
            <p:custDataLst>
              <p:tags r:id="rId5"/>
            </p:custDataLst>
          </p:nvPr>
        </p:nvSpPr>
        <p:spPr>
          <a:xfrm rot="10800000">
            <a:off x="0" y="139686"/>
            <a:ext cx="502791" cy="656351"/>
          </a:xfrm>
          <a:custGeom>
            <a:avLst/>
            <a:gdLst>
              <a:gd name="connsiteX0" fmla="*/ 2408953 w 3690709"/>
              <a:gd name="connsiteY0" fmla="*/ 0 h 4817907"/>
              <a:gd name="connsiteX1" fmla="*/ 3690709 w 3690709"/>
              <a:gd name="connsiteY1" fmla="*/ 0 h 4817907"/>
              <a:gd name="connsiteX2" fmla="*/ 3690709 w 3690709"/>
              <a:gd name="connsiteY2" fmla="*/ 1682954 h 4817907"/>
              <a:gd name="connsiteX3" fmla="*/ 2365907 w 3690709"/>
              <a:gd name="connsiteY3" fmla="*/ 1682954 h 4817907"/>
              <a:gd name="connsiteX4" fmla="*/ 1639081 w 3690709"/>
              <a:gd name="connsiteY4" fmla="*/ 2409780 h 4817907"/>
              <a:gd name="connsiteX5" fmla="*/ 2365907 w 3690709"/>
              <a:gd name="connsiteY5" fmla="*/ 3135777 h 4817907"/>
              <a:gd name="connsiteX6" fmla="*/ 3690709 w 3690709"/>
              <a:gd name="connsiteY6" fmla="*/ 3135777 h 4817907"/>
              <a:gd name="connsiteX7" fmla="*/ 3690709 w 3690709"/>
              <a:gd name="connsiteY7" fmla="*/ 4817907 h 4817907"/>
              <a:gd name="connsiteX8" fmla="*/ 2408953 w 3690709"/>
              <a:gd name="connsiteY8" fmla="*/ 4817907 h 4817907"/>
              <a:gd name="connsiteX9" fmla="*/ 0 w 3690709"/>
              <a:gd name="connsiteY9" fmla="*/ 2408952 h 4817907"/>
              <a:gd name="connsiteX10" fmla="*/ 2408953 w 3690709"/>
              <a:gd name="connsiteY10" fmla="*/ 0 h 4817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90709" h="4817907">
                <a:moveTo>
                  <a:pt x="2408953" y="0"/>
                </a:moveTo>
                <a:lnTo>
                  <a:pt x="3690709" y="0"/>
                </a:lnTo>
                <a:lnTo>
                  <a:pt x="3690709" y="1682954"/>
                </a:lnTo>
                <a:lnTo>
                  <a:pt x="2365907" y="1682954"/>
                </a:lnTo>
                <a:cubicBezTo>
                  <a:pt x="1964416" y="1682954"/>
                  <a:pt x="1639081" y="2008290"/>
                  <a:pt x="1639081" y="2409780"/>
                </a:cubicBezTo>
                <a:cubicBezTo>
                  <a:pt x="1639081" y="2811275"/>
                  <a:pt x="1964416" y="3135777"/>
                  <a:pt x="2365907" y="3135777"/>
                </a:cubicBezTo>
                <a:lnTo>
                  <a:pt x="3690709" y="3135777"/>
                </a:lnTo>
                <a:lnTo>
                  <a:pt x="3690709" y="4817907"/>
                </a:lnTo>
                <a:lnTo>
                  <a:pt x="2408953" y="4817907"/>
                </a:lnTo>
                <a:cubicBezTo>
                  <a:pt x="1078647" y="4817907"/>
                  <a:pt x="0" y="3739260"/>
                  <a:pt x="0" y="2408952"/>
                </a:cubicBezTo>
                <a:cubicBezTo>
                  <a:pt x="0" y="1078647"/>
                  <a:pt x="1078647" y="0"/>
                  <a:pt x="2408953" y="0"/>
                </a:cubicBezTo>
                <a:close/>
              </a:path>
            </a:pathLst>
          </a:custGeom>
          <a:solidFill>
            <a:srgbClr val="E65012">
              <a:alpha val="5000"/>
            </a:srgbClr>
          </a:solidFill>
          <a:ln w="31750" cap="flat">
            <a:noFill/>
            <a:prstDash val="solid"/>
            <a:bevel/>
          </a:ln>
        </p:spPr>
        <p:txBody>
          <a:bodyPr wrap="square" rtlCol="0" anchor="ctr">
            <a:noAutofit/>
          </a:bodyPr>
          <a:lstStyle/>
          <a:p>
            <a:pPr algn="ctr"/>
            <a:endParaRPr lang="fr-FR"/>
          </a:p>
        </p:txBody>
      </p:sp>
      <p:sp>
        <p:nvSpPr>
          <p:cNvPr id="25" name="Titre 24">
            <a:extLst>
              <a:ext uri="{FF2B5EF4-FFF2-40B4-BE49-F238E27FC236}">
                <a16:creationId xmlns:a16="http://schemas.microsoft.com/office/drawing/2014/main" id="{18EE1731-4537-E9B9-0F5D-D120F61265CD}"/>
              </a:ext>
            </a:extLst>
          </p:cNvPr>
          <p:cNvSpPr>
            <a:spLocks noGrp="1"/>
          </p:cNvSpPr>
          <p:nvPr>
            <p:ph type="title" hasCustomPrompt="1"/>
          </p:nvPr>
        </p:nvSpPr>
        <p:spPr>
          <a:xfrm>
            <a:off x="838595" y="338788"/>
            <a:ext cx="5375394" cy="369332"/>
          </a:xfrm>
          <a:prstGeom prst="rect">
            <a:avLst/>
          </a:prstGeom>
          <a:noFill/>
        </p:spPr>
        <p:txBody>
          <a:bodyPr wrap="square" rtlCol="0">
            <a:spAutoFit/>
          </a:bodyPr>
          <a:lstStyle>
            <a:lvl1pPr>
              <a:defRPr lang="fr-FR" sz="2000" b="1" cap="all" baseline="0">
                <a:solidFill>
                  <a:srgbClr val="102031"/>
                </a:solidFill>
                <a:latin typeface="Avenir Black" panose="02000503020000020003" pitchFamily="2" charset="0"/>
                <a:ea typeface="+mn-ea"/>
                <a:cs typeface="+mn-cs"/>
              </a:defRPr>
            </a:lvl1pPr>
          </a:lstStyle>
          <a:p>
            <a:pPr marL="0" lvl="0" indent="0"/>
            <a:r>
              <a:rPr lang="fr-FR" dirty="0"/>
              <a:t>TITRE</a:t>
            </a:r>
          </a:p>
        </p:txBody>
      </p:sp>
      <p:sp>
        <p:nvSpPr>
          <p:cNvPr id="29" name="Espace réservé du texte 28">
            <a:extLst>
              <a:ext uri="{FF2B5EF4-FFF2-40B4-BE49-F238E27FC236}">
                <a16:creationId xmlns:a16="http://schemas.microsoft.com/office/drawing/2014/main" id="{4B4DCA80-AF36-A5D8-A976-87B3A70F0970}"/>
              </a:ext>
            </a:extLst>
          </p:cNvPr>
          <p:cNvSpPr>
            <a:spLocks noGrp="1"/>
          </p:cNvSpPr>
          <p:nvPr>
            <p:ph type="body" sz="quarter" idx="10" hasCustomPrompt="1"/>
          </p:nvPr>
        </p:nvSpPr>
        <p:spPr>
          <a:xfrm>
            <a:off x="924539" y="790043"/>
            <a:ext cx="846707" cy="286232"/>
          </a:xfrm>
          <a:prstGeom prst="rect">
            <a:avLst/>
          </a:prstGeom>
          <a:noFill/>
        </p:spPr>
        <p:txBody>
          <a:bodyPr wrap="none" rtlCol="0">
            <a:spAutoFit/>
          </a:bodyPr>
          <a:lstStyle>
            <a:lvl1pPr marL="0" indent="0">
              <a:buNone/>
              <a:defRPr lang="fr-FR" sz="1400" dirty="0" smtClean="0">
                <a:solidFill>
                  <a:srgbClr val="096D6D"/>
                </a:solidFill>
                <a:latin typeface="Avenir Book" panose="02000503020000020003" pitchFamily="2" charset="0"/>
              </a:defRPr>
            </a:lvl1pPr>
          </a:lstStyle>
          <a:p>
            <a:pPr marL="0" lvl="0"/>
            <a:r>
              <a:rPr lang="fr-FR" dirty="0"/>
              <a:t>Sous-titre</a:t>
            </a:r>
          </a:p>
        </p:txBody>
      </p:sp>
      <p:sp>
        <p:nvSpPr>
          <p:cNvPr id="31" name="Espace réservé du texte 30">
            <a:extLst>
              <a:ext uri="{FF2B5EF4-FFF2-40B4-BE49-F238E27FC236}">
                <a16:creationId xmlns:a16="http://schemas.microsoft.com/office/drawing/2014/main" id="{4F9DB383-8B18-4CB4-E7D6-BADD1BD6EFCC}"/>
              </a:ext>
            </a:extLst>
          </p:cNvPr>
          <p:cNvSpPr>
            <a:spLocks noGrp="1"/>
          </p:cNvSpPr>
          <p:nvPr>
            <p:ph type="body" sz="quarter" idx="11" hasCustomPrompt="1"/>
          </p:nvPr>
        </p:nvSpPr>
        <p:spPr>
          <a:xfrm>
            <a:off x="116613" y="216514"/>
            <a:ext cx="680525" cy="609398"/>
          </a:xfrm>
          <a:prstGeom prst="rect">
            <a:avLst/>
          </a:prstGeom>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marL="0" indent="0">
              <a:buNone/>
              <a:defRPr lang="fr-FR" sz="4400" dirty="0">
                <a:solidFill>
                  <a:srgbClr val="E75113"/>
                </a:solidFill>
                <a:latin typeface="Barlow Black" panose="00000A00000000000000" pitchFamily="2" charset="0"/>
              </a:defRPr>
            </a:lvl1pPr>
          </a:lstStyle>
          <a:p>
            <a:pPr marL="0" lvl="0">
              <a:spcBef>
                <a:spcPts val="3400"/>
              </a:spcBef>
            </a:pPr>
            <a:r>
              <a:rPr lang="fr-FR" dirty="0"/>
              <a:t>00</a:t>
            </a:r>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mars 25</a:t>
            </a:fld>
            <a:r>
              <a:rPr lang="fr-FR" sz="1100" kern="1200" dirty="0">
                <a:solidFill>
                  <a:schemeClr val="bg1"/>
                </a:solidFill>
                <a:latin typeface="Avenir Book" panose="02000503020000020003"/>
                <a:ea typeface="+mn-ea"/>
                <a:cs typeface="+mn-cs"/>
              </a:rPr>
              <a:t>    |</a:t>
            </a:r>
          </a:p>
        </p:txBody>
      </p:sp>
    </p:spTree>
    <p:extLst>
      <p:ext uri="{BB962C8B-B14F-4D97-AF65-F5344CB8AC3E}">
        <p14:creationId xmlns:p14="http://schemas.microsoft.com/office/powerpoint/2010/main" val="632422395"/>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rchitecture_masque_ve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Image 11" descr="Une image contenant Graphique, graphisme, Police, logo&#10;&#10;Description générée automatiquement">
            <a:extLst>
              <a:ext uri="{FF2B5EF4-FFF2-40B4-BE49-F238E27FC236}">
                <a16:creationId xmlns:a16="http://schemas.microsoft.com/office/drawing/2014/main" id="{CF39D1B6-EAC1-C0C6-42D0-0FA330F6197C}"/>
              </a:ext>
            </a:extLst>
          </p:cNvPr>
          <p:cNvPicPr>
            <a:picLocks noChangeAspect="1"/>
          </p:cNvPicPr>
          <p:nvPr userDrawn="1">
            <p:custDataLst>
              <p:tags r:id="rId2"/>
            </p:custDataLst>
          </p:nvPr>
        </p:nvPicPr>
        <p:blipFill>
          <a:blip r:embed="rId7"/>
          <a:stretch>
            <a:fillRect/>
          </a:stretch>
        </p:blipFill>
        <p:spPr>
          <a:xfrm>
            <a:off x="11361046" y="5904942"/>
            <a:ext cx="794657" cy="794657"/>
          </a:xfrm>
          <a:prstGeom prst="rect">
            <a:avLst/>
          </a:prstGeom>
        </p:spPr>
      </p:pic>
      <p:sp>
        <p:nvSpPr>
          <p:cNvPr id="16" name="Forme libre : forme 4">
            <a:extLst>
              <a:ext uri="{FF2B5EF4-FFF2-40B4-BE49-F238E27FC236}">
                <a16:creationId xmlns:a16="http://schemas.microsoft.com/office/drawing/2014/main" id="{5B20FF11-895E-10A3-49AB-7136E3E46E8B}"/>
              </a:ext>
            </a:extLst>
          </p:cNvPr>
          <p:cNvSpPr/>
          <p:nvPr userDrawn="1">
            <p:custDataLst>
              <p:tags r:id="rId3"/>
            </p:custDataLst>
          </p:nvPr>
        </p:nvSpPr>
        <p:spPr>
          <a:xfrm rot="10800000">
            <a:off x="0" y="139686"/>
            <a:ext cx="502791" cy="656351"/>
          </a:xfrm>
          <a:custGeom>
            <a:avLst/>
            <a:gdLst>
              <a:gd name="connsiteX0" fmla="*/ 2408953 w 3690709"/>
              <a:gd name="connsiteY0" fmla="*/ 0 h 4817907"/>
              <a:gd name="connsiteX1" fmla="*/ 3690709 w 3690709"/>
              <a:gd name="connsiteY1" fmla="*/ 0 h 4817907"/>
              <a:gd name="connsiteX2" fmla="*/ 3690709 w 3690709"/>
              <a:gd name="connsiteY2" fmla="*/ 1682954 h 4817907"/>
              <a:gd name="connsiteX3" fmla="*/ 2365907 w 3690709"/>
              <a:gd name="connsiteY3" fmla="*/ 1682954 h 4817907"/>
              <a:gd name="connsiteX4" fmla="*/ 1639081 w 3690709"/>
              <a:gd name="connsiteY4" fmla="*/ 2409780 h 4817907"/>
              <a:gd name="connsiteX5" fmla="*/ 2365907 w 3690709"/>
              <a:gd name="connsiteY5" fmla="*/ 3135777 h 4817907"/>
              <a:gd name="connsiteX6" fmla="*/ 3690709 w 3690709"/>
              <a:gd name="connsiteY6" fmla="*/ 3135777 h 4817907"/>
              <a:gd name="connsiteX7" fmla="*/ 3690709 w 3690709"/>
              <a:gd name="connsiteY7" fmla="*/ 4817907 h 4817907"/>
              <a:gd name="connsiteX8" fmla="*/ 2408953 w 3690709"/>
              <a:gd name="connsiteY8" fmla="*/ 4817907 h 4817907"/>
              <a:gd name="connsiteX9" fmla="*/ 0 w 3690709"/>
              <a:gd name="connsiteY9" fmla="*/ 2408952 h 4817907"/>
              <a:gd name="connsiteX10" fmla="*/ 2408953 w 3690709"/>
              <a:gd name="connsiteY10" fmla="*/ 0 h 4817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90709" h="4817907">
                <a:moveTo>
                  <a:pt x="2408953" y="0"/>
                </a:moveTo>
                <a:lnTo>
                  <a:pt x="3690709" y="0"/>
                </a:lnTo>
                <a:lnTo>
                  <a:pt x="3690709" y="1682954"/>
                </a:lnTo>
                <a:lnTo>
                  <a:pt x="2365907" y="1682954"/>
                </a:lnTo>
                <a:cubicBezTo>
                  <a:pt x="1964416" y="1682954"/>
                  <a:pt x="1639081" y="2008290"/>
                  <a:pt x="1639081" y="2409780"/>
                </a:cubicBezTo>
                <a:cubicBezTo>
                  <a:pt x="1639081" y="2811275"/>
                  <a:pt x="1964416" y="3135777"/>
                  <a:pt x="2365907" y="3135777"/>
                </a:cubicBezTo>
                <a:lnTo>
                  <a:pt x="3690709" y="3135777"/>
                </a:lnTo>
                <a:lnTo>
                  <a:pt x="3690709" y="4817907"/>
                </a:lnTo>
                <a:lnTo>
                  <a:pt x="2408953" y="4817907"/>
                </a:lnTo>
                <a:cubicBezTo>
                  <a:pt x="1078647" y="4817907"/>
                  <a:pt x="0" y="3739260"/>
                  <a:pt x="0" y="2408952"/>
                </a:cubicBezTo>
                <a:cubicBezTo>
                  <a:pt x="0" y="1078647"/>
                  <a:pt x="1078647" y="0"/>
                  <a:pt x="2408953" y="0"/>
                </a:cubicBezTo>
                <a:close/>
              </a:path>
            </a:pathLst>
          </a:custGeom>
          <a:solidFill>
            <a:srgbClr val="A2B969">
              <a:alpha val="5000"/>
            </a:srgbClr>
          </a:solidFill>
          <a:ln w="31750" cap="flat">
            <a:noFill/>
            <a:prstDash val="solid"/>
            <a:bevel/>
          </a:ln>
        </p:spPr>
        <p:txBody>
          <a:bodyPr wrap="square" rtlCol="0" anchor="ctr">
            <a:noAutofit/>
          </a:bodyPr>
          <a:lstStyle/>
          <a:p>
            <a:pPr algn="ctr"/>
            <a:endParaRPr lang="fr-FR"/>
          </a:p>
        </p:txBody>
      </p:sp>
      <p:sp>
        <p:nvSpPr>
          <p:cNvPr id="25" name="Titre 24">
            <a:extLst>
              <a:ext uri="{FF2B5EF4-FFF2-40B4-BE49-F238E27FC236}">
                <a16:creationId xmlns:a16="http://schemas.microsoft.com/office/drawing/2014/main" id="{18EE1731-4537-E9B9-0F5D-D120F61265CD}"/>
              </a:ext>
            </a:extLst>
          </p:cNvPr>
          <p:cNvSpPr>
            <a:spLocks noGrp="1"/>
          </p:cNvSpPr>
          <p:nvPr>
            <p:ph type="title" hasCustomPrompt="1"/>
          </p:nvPr>
        </p:nvSpPr>
        <p:spPr>
          <a:xfrm>
            <a:off x="838595" y="338788"/>
            <a:ext cx="5375394" cy="369332"/>
          </a:xfrm>
          <a:prstGeom prst="rect">
            <a:avLst/>
          </a:prstGeom>
          <a:noFill/>
        </p:spPr>
        <p:txBody>
          <a:bodyPr wrap="square" rtlCol="0">
            <a:spAutoFit/>
          </a:bodyPr>
          <a:lstStyle>
            <a:lvl1pPr>
              <a:defRPr lang="fr-FR" sz="2000" b="1" cap="all" baseline="0">
                <a:solidFill>
                  <a:srgbClr val="102031"/>
                </a:solidFill>
                <a:latin typeface="Avenir Black" panose="02000503020000020003" pitchFamily="2" charset="0"/>
                <a:ea typeface="+mn-ea"/>
                <a:cs typeface="+mn-cs"/>
              </a:defRPr>
            </a:lvl1pPr>
          </a:lstStyle>
          <a:p>
            <a:pPr marL="0" lvl="0" indent="0"/>
            <a:r>
              <a:rPr lang="fr-FR" dirty="0"/>
              <a:t>TITRE</a:t>
            </a:r>
          </a:p>
        </p:txBody>
      </p:sp>
      <p:sp>
        <p:nvSpPr>
          <p:cNvPr id="29" name="Espace réservé du texte 28">
            <a:extLst>
              <a:ext uri="{FF2B5EF4-FFF2-40B4-BE49-F238E27FC236}">
                <a16:creationId xmlns:a16="http://schemas.microsoft.com/office/drawing/2014/main" id="{4B4DCA80-AF36-A5D8-A976-87B3A70F0970}"/>
              </a:ext>
            </a:extLst>
          </p:cNvPr>
          <p:cNvSpPr>
            <a:spLocks noGrp="1"/>
          </p:cNvSpPr>
          <p:nvPr>
            <p:ph type="body" sz="quarter" idx="10" hasCustomPrompt="1"/>
          </p:nvPr>
        </p:nvSpPr>
        <p:spPr>
          <a:xfrm>
            <a:off x="924539" y="790043"/>
            <a:ext cx="846707" cy="286232"/>
          </a:xfrm>
          <a:prstGeom prst="rect">
            <a:avLst/>
          </a:prstGeom>
          <a:noFill/>
        </p:spPr>
        <p:txBody>
          <a:bodyPr wrap="none" rtlCol="0">
            <a:spAutoFit/>
          </a:bodyPr>
          <a:lstStyle>
            <a:lvl1pPr marL="0" indent="0">
              <a:buNone/>
              <a:defRPr lang="fr-FR" sz="1400" dirty="0" smtClean="0">
                <a:solidFill>
                  <a:srgbClr val="096D6D"/>
                </a:solidFill>
                <a:latin typeface="Avenir Book" panose="02000503020000020003" pitchFamily="2" charset="0"/>
              </a:defRPr>
            </a:lvl1pPr>
          </a:lstStyle>
          <a:p>
            <a:pPr marL="0" lvl="0"/>
            <a:r>
              <a:rPr lang="fr-FR" dirty="0"/>
              <a:t>Sous-titre</a:t>
            </a:r>
          </a:p>
        </p:txBody>
      </p:sp>
      <p:sp>
        <p:nvSpPr>
          <p:cNvPr id="31" name="Espace réservé du texte 30">
            <a:extLst>
              <a:ext uri="{FF2B5EF4-FFF2-40B4-BE49-F238E27FC236}">
                <a16:creationId xmlns:a16="http://schemas.microsoft.com/office/drawing/2014/main" id="{4F9DB383-8B18-4CB4-E7D6-BADD1BD6EFCC}"/>
              </a:ext>
            </a:extLst>
          </p:cNvPr>
          <p:cNvSpPr>
            <a:spLocks noGrp="1"/>
          </p:cNvSpPr>
          <p:nvPr>
            <p:ph type="body" sz="quarter" idx="11" hasCustomPrompt="1"/>
          </p:nvPr>
        </p:nvSpPr>
        <p:spPr>
          <a:xfrm>
            <a:off x="116613" y="216514"/>
            <a:ext cx="680525" cy="609398"/>
          </a:xfrm>
          <a:prstGeom prst="rect">
            <a:avLst/>
          </a:prstGeom>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marL="0" indent="0">
              <a:buNone/>
              <a:defRPr lang="fr-FR" sz="4400" dirty="0">
                <a:solidFill>
                  <a:srgbClr val="93C97B"/>
                </a:solidFill>
                <a:latin typeface="Barlow Black" panose="00000A00000000000000" pitchFamily="2" charset="0"/>
              </a:defRPr>
            </a:lvl1pPr>
          </a:lstStyle>
          <a:p>
            <a:pPr marL="0" lvl="0">
              <a:spcBef>
                <a:spcPts val="3400"/>
              </a:spcBef>
            </a:pPr>
            <a:r>
              <a:rPr lang="fr-FR" dirty="0"/>
              <a:t>00</a:t>
            </a:r>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mars 25</a:t>
            </a:fld>
            <a:r>
              <a:rPr lang="fr-FR" sz="1100" kern="1200" dirty="0">
                <a:solidFill>
                  <a:schemeClr val="bg1"/>
                </a:solidFill>
                <a:latin typeface="Avenir Book" panose="02000503020000020003"/>
                <a:ea typeface="+mn-ea"/>
                <a:cs typeface="+mn-cs"/>
              </a:rPr>
              <a:t>    |</a:t>
            </a:r>
          </a:p>
        </p:txBody>
      </p:sp>
      <p:sp>
        <p:nvSpPr>
          <p:cNvPr id="2" name="Rectangle : coins arrondis 1">
            <a:extLst>
              <a:ext uri="{FF2B5EF4-FFF2-40B4-BE49-F238E27FC236}">
                <a16:creationId xmlns:a16="http://schemas.microsoft.com/office/drawing/2014/main" id="{32391908-6327-0A6E-E1BD-2A13E5BD7645}"/>
              </a:ext>
            </a:extLst>
          </p:cNvPr>
          <p:cNvSpPr/>
          <p:nvPr userDrawn="1">
            <p:custDataLst>
              <p:tags r:id="rId4"/>
            </p:custDataLst>
          </p:nvPr>
        </p:nvSpPr>
        <p:spPr>
          <a:xfrm flipV="1">
            <a:off x="6922286" y="477735"/>
            <a:ext cx="725466" cy="45719"/>
          </a:xfrm>
          <a:prstGeom prst="roundRect">
            <a:avLst/>
          </a:prstGeom>
          <a:solidFill>
            <a:srgbClr val="93C9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400"/>
          </a:p>
        </p:txBody>
      </p:sp>
      <p:grpSp>
        <p:nvGrpSpPr>
          <p:cNvPr id="4" name="Groupe 3">
            <a:extLst>
              <a:ext uri="{FF2B5EF4-FFF2-40B4-BE49-F238E27FC236}">
                <a16:creationId xmlns:a16="http://schemas.microsoft.com/office/drawing/2014/main" id="{BC352DF8-5C00-39C8-A735-F0FDD9A8558A}"/>
              </a:ext>
            </a:extLst>
          </p:cNvPr>
          <p:cNvGrpSpPr/>
          <p:nvPr userDrawn="1">
            <p:custDataLst>
              <p:tags r:id="rId5"/>
            </p:custDataLst>
          </p:nvPr>
        </p:nvGrpSpPr>
        <p:grpSpPr>
          <a:xfrm rot="16200000">
            <a:off x="155324" y="6113809"/>
            <a:ext cx="437865" cy="552872"/>
            <a:chOff x="9790045" y="4246976"/>
            <a:chExt cx="1843965" cy="2328292"/>
          </a:xfrm>
        </p:grpSpPr>
        <p:sp>
          <p:nvSpPr>
            <p:cNvPr id="5" name="Délai  30">
              <a:extLst>
                <a:ext uri="{FF2B5EF4-FFF2-40B4-BE49-F238E27FC236}">
                  <a16:creationId xmlns:a16="http://schemas.microsoft.com/office/drawing/2014/main" id="{D98E0DFC-2079-1B7E-B812-EC894FE1BD2C}"/>
                </a:ext>
              </a:extLst>
            </p:cNvPr>
            <p:cNvSpPr/>
            <p:nvPr/>
          </p:nvSpPr>
          <p:spPr>
            <a:xfrm rot="2571875">
              <a:off x="10485910" y="4484086"/>
              <a:ext cx="1148100" cy="2091182"/>
            </a:xfrm>
            <a:prstGeom prst="flowChartDelay">
              <a:avLst/>
            </a:prstGeom>
            <a:solidFill>
              <a:srgbClr val="93C9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Ellipse 5">
              <a:extLst>
                <a:ext uri="{FF2B5EF4-FFF2-40B4-BE49-F238E27FC236}">
                  <a16:creationId xmlns:a16="http://schemas.microsoft.com/office/drawing/2014/main" id="{9CF77167-9BAB-2FD0-E7DD-1F45D91F76FA}"/>
                </a:ext>
              </a:extLst>
            </p:cNvPr>
            <p:cNvSpPr/>
            <p:nvPr/>
          </p:nvSpPr>
          <p:spPr>
            <a:xfrm>
              <a:off x="9790045" y="4246976"/>
              <a:ext cx="920749" cy="920749"/>
            </a:xfrm>
            <a:prstGeom prst="ellipse">
              <a:avLst/>
            </a:prstGeom>
            <a:solidFill>
              <a:srgbClr val="1020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3074432389"/>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rchitecture_masque_jaun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Image 11" descr="Une image contenant Graphique, graphisme, Police, logo&#10;&#10;Description générée automatiquement">
            <a:extLst>
              <a:ext uri="{FF2B5EF4-FFF2-40B4-BE49-F238E27FC236}">
                <a16:creationId xmlns:a16="http://schemas.microsoft.com/office/drawing/2014/main" id="{CF39D1B6-EAC1-C0C6-42D0-0FA330F6197C}"/>
              </a:ext>
            </a:extLst>
          </p:cNvPr>
          <p:cNvPicPr>
            <a:picLocks noChangeAspect="1"/>
          </p:cNvPicPr>
          <p:nvPr userDrawn="1">
            <p:custDataLst>
              <p:tags r:id="rId2"/>
            </p:custDataLst>
          </p:nvPr>
        </p:nvPicPr>
        <p:blipFill>
          <a:blip r:embed="rId7"/>
          <a:stretch>
            <a:fillRect/>
          </a:stretch>
        </p:blipFill>
        <p:spPr>
          <a:xfrm>
            <a:off x="11361046" y="5904942"/>
            <a:ext cx="794657" cy="794657"/>
          </a:xfrm>
          <a:prstGeom prst="rect">
            <a:avLst/>
          </a:prstGeom>
        </p:spPr>
      </p:pic>
      <p:sp>
        <p:nvSpPr>
          <p:cNvPr id="16" name="Forme libre : forme 4">
            <a:extLst>
              <a:ext uri="{FF2B5EF4-FFF2-40B4-BE49-F238E27FC236}">
                <a16:creationId xmlns:a16="http://schemas.microsoft.com/office/drawing/2014/main" id="{5B20FF11-895E-10A3-49AB-7136E3E46E8B}"/>
              </a:ext>
            </a:extLst>
          </p:cNvPr>
          <p:cNvSpPr/>
          <p:nvPr userDrawn="1">
            <p:custDataLst>
              <p:tags r:id="rId3"/>
            </p:custDataLst>
          </p:nvPr>
        </p:nvSpPr>
        <p:spPr>
          <a:xfrm rot="10800000">
            <a:off x="0" y="139686"/>
            <a:ext cx="502791" cy="656351"/>
          </a:xfrm>
          <a:custGeom>
            <a:avLst/>
            <a:gdLst>
              <a:gd name="connsiteX0" fmla="*/ 2408953 w 3690709"/>
              <a:gd name="connsiteY0" fmla="*/ 0 h 4817907"/>
              <a:gd name="connsiteX1" fmla="*/ 3690709 w 3690709"/>
              <a:gd name="connsiteY1" fmla="*/ 0 h 4817907"/>
              <a:gd name="connsiteX2" fmla="*/ 3690709 w 3690709"/>
              <a:gd name="connsiteY2" fmla="*/ 1682954 h 4817907"/>
              <a:gd name="connsiteX3" fmla="*/ 2365907 w 3690709"/>
              <a:gd name="connsiteY3" fmla="*/ 1682954 h 4817907"/>
              <a:gd name="connsiteX4" fmla="*/ 1639081 w 3690709"/>
              <a:gd name="connsiteY4" fmla="*/ 2409780 h 4817907"/>
              <a:gd name="connsiteX5" fmla="*/ 2365907 w 3690709"/>
              <a:gd name="connsiteY5" fmla="*/ 3135777 h 4817907"/>
              <a:gd name="connsiteX6" fmla="*/ 3690709 w 3690709"/>
              <a:gd name="connsiteY6" fmla="*/ 3135777 h 4817907"/>
              <a:gd name="connsiteX7" fmla="*/ 3690709 w 3690709"/>
              <a:gd name="connsiteY7" fmla="*/ 4817907 h 4817907"/>
              <a:gd name="connsiteX8" fmla="*/ 2408953 w 3690709"/>
              <a:gd name="connsiteY8" fmla="*/ 4817907 h 4817907"/>
              <a:gd name="connsiteX9" fmla="*/ 0 w 3690709"/>
              <a:gd name="connsiteY9" fmla="*/ 2408952 h 4817907"/>
              <a:gd name="connsiteX10" fmla="*/ 2408953 w 3690709"/>
              <a:gd name="connsiteY10" fmla="*/ 0 h 4817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90709" h="4817907">
                <a:moveTo>
                  <a:pt x="2408953" y="0"/>
                </a:moveTo>
                <a:lnTo>
                  <a:pt x="3690709" y="0"/>
                </a:lnTo>
                <a:lnTo>
                  <a:pt x="3690709" y="1682954"/>
                </a:lnTo>
                <a:lnTo>
                  <a:pt x="2365907" y="1682954"/>
                </a:lnTo>
                <a:cubicBezTo>
                  <a:pt x="1964416" y="1682954"/>
                  <a:pt x="1639081" y="2008290"/>
                  <a:pt x="1639081" y="2409780"/>
                </a:cubicBezTo>
                <a:cubicBezTo>
                  <a:pt x="1639081" y="2811275"/>
                  <a:pt x="1964416" y="3135777"/>
                  <a:pt x="2365907" y="3135777"/>
                </a:cubicBezTo>
                <a:lnTo>
                  <a:pt x="3690709" y="3135777"/>
                </a:lnTo>
                <a:lnTo>
                  <a:pt x="3690709" y="4817907"/>
                </a:lnTo>
                <a:lnTo>
                  <a:pt x="2408953" y="4817907"/>
                </a:lnTo>
                <a:cubicBezTo>
                  <a:pt x="1078647" y="4817907"/>
                  <a:pt x="0" y="3739260"/>
                  <a:pt x="0" y="2408952"/>
                </a:cubicBezTo>
                <a:cubicBezTo>
                  <a:pt x="0" y="1078647"/>
                  <a:pt x="1078647" y="0"/>
                  <a:pt x="2408953" y="0"/>
                </a:cubicBezTo>
                <a:close/>
              </a:path>
            </a:pathLst>
          </a:custGeom>
          <a:solidFill>
            <a:srgbClr val="F5C56F">
              <a:alpha val="5000"/>
            </a:srgbClr>
          </a:solidFill>
          <a:ln w="31750" cap="flat">
            <a:noFill/>
            <a:prstDash val="solid"/>
            <a:bevel/>
          </a:ln>
        </p:spPr>
        <p:txBody>
          <a:bodyPr wrap="square" rtlCol="0" anchor="ctr">
            <a:noAutofit/>
          </a:bodyPr>
          <a:lstStyle/>
          <a:p>
            <a:pPr algn="ctr"/>
            <a:endParaRPr lang="fr-FR"/>
          </a:p>
        </p:txBody>
      </p:sp>
      <p:sp>
        <p:nvSpPr>
          <p:cNvPr id="25" name="Titre 24">
            <a:extLst>
              <a:ext uri="{FF2B5EF4-FFF2-40B4-BE49-F238E27FC236}">
                <a16:creationId xmlns:a16="http://schemas.microsoft.com/office/drawing/2014/main" id="{18EE1731-4537-E9B9-0F5D-D120F61265CD}"/>
              </a:ext>
            </a:extLst>
          </p:cNvPr>
          <p:cNvSpPr>
            <a:spLocks noGrp="1"/>
          </p:cNvSpPr>
          <p:nvPr>
            <p:ph type="title" hasCustomPrompt="1"/>
          </p:nvPr>
        </p:nvSpPr>
        <p:spPr>
          <a:xfrm>
            <a:off x="838595" y="338788"/>
            <a:ext cx="5375394" cy="369332"/>
          </a:xfrm>
          <a:prstGeom prst="rect">
            <a:avLst/>
          </a:prstGeom>
          <a:noFill/>
        </p:spPr>
        <p:txBody>
          <a:bodyPr wrap="square" rtlCol="0">
            <a:spAutoFit/>
          </a:bodyPr>
          <a:lstStyle>
            <a:lvl1pPr>
              <a:defRPr lang="fr-FR" sz="2000" b="1" cap="all" baseline="0">
                <a:solidFill>
                  <a:srgbClr val="102031"/>
                </a:solidFill>
                <a:latin typeface="Avenir Black" panose="02000503020000020003" pitchFamily="2" charset="0"/>
                <a:ea typeface="+mn-ea"/>
                <a:cs typeface="+mn-cs"/>
              </a:defRPr>
            </a:lvl1pPr>
          </a:lstStyle>
          <a:p>
            <a:pPr marL="0" lvl="0" indent="0"/>
            <a:r>
              <a:rPr lang="fr-FR" dirty="0"/>
              <a:t>TITRE</a:t>
            </a:r>
          </a:p>
        </p:txBody>
      </p:sp>
      <p:sp>
        <p:nvSpPr>
          <p:cNvPr id="29" name="Espace réservé du texte 28">
            <a:extLst>
              <a:ext uri="{FF2B5EF4-FFF2-40B4-BE49-F238E27FC236}">
                <a16:creationId xmlns:a16="http://schemas.microsoft.com/office/drawing/2014/main" id="{4B4DCA80-AF36-A5D8-A976-87B3A70F0970}"/>
              </a:ext>
            </a:extLst>
          </p:cNvPr>
          <p:cNvSpPr>
            <a:spLocks noGrp="1"/>
          </p:cNvSpPr>
          <p:nvPr>
            <p:ph type="body" sz="quarter" idx="10" hasCustomPrompt="1"/>
          </p:nvPr>
        </p:nvSpPr>
        <p:spPr>
          <a:xfrm>
            <a:off x="924539" y="790043"/>
            <a:ext cx="846707" cy="286232"/>
          </a:xfrm>
          <a:prstGeom prst="rect">
            <a:avLst/>
          </a:prstGeom>
          <a:noFill/>
        </p:spPr>
        <p:txBody>
          <a:bodyPr wrap="none" rtlCol="0">
            <a:spAutoFit/>
          </a:bodyPr>
          <a:lstStyle>
            <a:lvl1pPr marL="0" indent="0">
              <a:buNone/>
              <a:defRPr lang="fr-FR" sz="1400" dirty="0" smtClean="0">
                <a:solidFill>
                  <a:srgbClr val="096D6D"/>
                </a:solidFill>
                <a:latin typeface="Avenir Book" panose="02000503020000020003" pitchFamily="2" charset="0"/>
              </a:defRPr>
            </a:lvl1pPr>
          </a:lstStyle>
          <a:p>
            <a:pPr marL="0" lvl="0"/>
            <a:r>
              <a:rPr lang="fr-FR" dirty="0"/>
              <a:t>Sous-titre</a:t>
            </a:r>
          </a:p>
        </p:txBody>
      </p:sp>
      <p:sp>
        <p:nvSpPr>
          <p:cNvPr id="31" name="Espace réservé du texte 30">
            <a:extLst>
              <a:ext uri="{FF2B5EF4-FFF2-40B4-BE49-F238E27FC236}">
                <a16:creationId xmlns:a16="http://schemas.microsoft.com/office/drawing/2014/main" id="{4F9DB383-8B18-4CB4-E7D6-BADD1BD6EFCC}"/>
              </a:ext>
            </a:extLst>
          </p:cNvPr>
          <p:cNvSpPr>
            <a:spLocks noGrp="1"/>
          </p:cNvSpPr>
          <p:nvPr>
            <p:ph type="body" sz="quarter" idx="11" hasCustomPrompt="1"/>
          </p:nvPr>
        </p:nvSpPr>
        <p:spPr>
          <a:xfrm>
            <a:off x="116613" y="216514"/>
            <a:ext cx="680525" cy="609398"/>
          </a:xfrm>
          <a:prstGeom prst="rect">
            <a:avLst/>
          </a:prstGeom>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marL="0" indent="0">
              <a:buNone/>
              <a:defRPr lang="fr-FR" sz="4400" dirty="0">
                <a:solidFill>
                  <a:srgbClr val="E75113"/>
                </a:solidFill>
                <a:latin typeface="Barlow Black" panose="00000A00000000000000" pitchFamily="2" charset="0"/>
              </a:defRPr>
            </a:lvl1pPr>
          </a:lstStyle>
          <a:p>
            <a:pPr marL="0" lvl="0">
              <a:spcBef>
                <a:spcPts val="3400"/>
              </a:spcBef>
            </a:pPr>
            <a:r>
              <a:rPr lang="en-GB" sz="4400" dirty="0">
                <a:solidFill>
                  <a:srgbClr val="FAB92E"/>
                </a:solidFill>
                <a:latin typeface="Barlow Black" panose="00000A00000000000000" pitchFamily="2" charset="0"/>
              </a:rPr>
              <a:t>00</a:t>
            </a:r>
            <a:endParaRPr lang="fr-FR" dirty="0"/>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mars 25</a:t>
            </a:fld>
            <a:r>
              <a:rPr lang="fr-FR" sz="1100" kern="1200" dirty="0">
                <a:solidFill>
                  <a:schemeClr val="bg1"/>
                </a:solidFill>
                <a:latin typeface="Avenir Book" panose="02000503020000020003"/>
                <a:ea typeface="+mn-ea"/>
                <a:cs typeface="+mn-cs"/>
              </a:rPr>
              <a:t>    |</a:t>
            </a:r>
          </a:p>
        </p:txBody>
      </p:sp>
      <p:sp>
        <p:nvSpPr>
          <p:cNvPr id="2" name="Rectangle : coins arrondis 1">
            <a:extLst>
              <a:ext uri="{FF2B5EF4-FFF2-40B4-BE49-F238E27FC236}">
                <a16:creationId xmlns:a16="http://schemas.microsoft.com/office/drawing/2014/main" id="{A1BC00A5-DC47-A137-705E-3EC58E50E705}"/>
              </a:ext>
            </a:extLst>
          </p:cNvPr>
          <p:cNvSpPr/>
          <p:nvPr userDrawn="1">
            <p:custDataLst>
              <p:tags r:id="rId4"/>
            </p:custDataLst>
          </p:nvPr>
        </p:nvSpPr>
        <p:spPr>
          <a:xfrm flipV="1">
            <a:off x="7993622" y="472711"/>
            <a:ext cx="725466" cy="45719"/>
          </a:xfrm>
          <a:prstGeom prst="roundRect">
            <a:avLst/>
          </a:prstGeom>
          <a:solidFill>
            <a:srgbClr val="FAB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400"/>
          </a:p>
        </p:txBody>
      </p:sp>
      <p:grpSp>
        <p:nvGrpSpPr>
          <p:cNvPr id="3" name="Groupe 2">
            <a:extLst>
              <a:ext uri="{FF2B5EF4-FFF2-40B4-BE49-F238E27FC236}">
                <a16:creationId xmlns:a16="http://schemas.microsoft.com/office/drawing/2014/main" id="{EE35BFF7-93F2-F1A5-CC99-CC76FA7F9119}"/>
              </a:ext>
            </a:extLst>
          </p:cNvPr>
          <p:cNvGrpSpPr/>
          <p:nvPr userDrawn="1">
            <p:custDataLst>
              <p:tags r:id="rId5"/>
            </p:custDataLst>
          </p:nvPr>
        </p:nvGrpSpPr>
        <p:grpSpPr>
          <a:xfrm rot="5182598">
            <a:off x="171123" y="6048826"/>
            <a:ext cx="434031" cy="548033"/>
            <a:chOff x="9790045" y="4246976"/>
            <a:chExt cx="1843965" cy="2328292"/>
          </a:xfrm>
        </p:grpSpPr>
        <p:sp>
          <p:nvSpPr>
            <p:cNvPr id="4" name="Délai  87">
              <a:extLst>
                <a:ext uri="{FF2B5EF4-FFF2-40B4-BE49-F238E27FC236}">
                  <a16:creationId xmlns:a16="http://schemas.microsoft.com/office/drawing/2014/main" id="{A629D8B5-DAA9-B229-75F3-7DBAD840DBB0}"/>
                </a:ext>
              </a:extLst>
            </p:cNvPr>
            <p:cNvSpPr/>
            <p:nvPr/>
          </p:nvSpPr>
          <p:spPr>
            <a:xfrm rot="2571875">
              <a:off x="10485910" y="4484086"/>
              <a:ext cx="1148100" cy="2091182"/>
            </a:xfrm>
            <a:prstGeom prst="flowChartDelay">
              <a:avLst/>
            </a:prstGeom>
            <a:solidFill>
              <a:srgbClr val="1020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llipse 4">
              <a:extLst>
                <a:ext uri="{FF2B5EF4-FFF2-40B4-BE49-F238E27FC236}">
                  <a16:creationId xmlns:a16="http://schemas.microsoft.com/office/drawing/2014/main" id="{28C001A9-3E20-B8BE-64EA-05C0404183B1}"/>
                </a:ext>
              </a:extLst>
            </p:cNvPr>
            <p:cNvSpPr/>
            <p:nvPr/>
          </p:nvSpPr>
          <p:spPr>
            <a:xfrm>
              <a:off x="9790045" y="4246976"/>
              <a:ext cx="920749" cy="920749"/>
            </a:xfrm>
            <a:prstGeom prst="ellipse">
              <a:avLst/>
            </a:prstGeom>
            <a:solidFill>
              <a:srgbClr val="FAB8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4188829886"/>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rchitecture_masque_viole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Image 11" descr="Une image contenant Graphique, graphisme, Police, logo&#10;&#10;Description générée automatiquement">
            <a:extLst>
              <a:ext uri="{FF2B5EF4-FFF2-40B4-BE49-F238E27FC236}">
                <a16:creationId xmlns:a16="http://schemas.microsoft.com/office/drawing/2014/main" id="{CF39D1B6-EAC1-C0C6-42D0-0FA330F6197C}"/>
              </a:ext>
            </a:extLst>
          </p:cNvPr>
          <p:cNvPicPr>
            <a:picLocks noChangeAspect="1"/>
          </p:cNvPicPr>
          <p:nvPr userDrawn="1">
            <p:custDataLst>
              <p:tags r:id="rId2"/>
            </p:custDataLst>
          </p:nvPr>
        </p:nvPicPr>
        <p:blipFill>
          <a:blip r:embed="rId7"/>
          <a:stretch>
            <a:fillRect/>
          </a:stretch>
        </p:blipFill>
        <p:spPr>
          <a:xfrm>
            <a:off x="11361046" y="5904942"/>
            <a:ext cx="794657" cy="794657"/>
          </a:xfrm>
          <a:prstGeom prst="rect">
            <a:avLst/>
          </a:prstGeom>
        </p:spPr>
      </p:pic>
      <p:sp>
        <p:nvSpPr>
          <p:cNvPr id="16" name="Forme libre : forme 4">
            <a:extLst>
              <a:ext uri="{FF2B5EF4-FFF2-40B4-BE49-F238E27FC236}">
                <a16:creationId xmlns:a16="http://schemas.microsoft.com/office/drawing/2014/main" id="{5B20FF11-895E-10A3-49AB-7136E3E46E8B}"/>
              </a:ext>
            </a:extLst>
          </p:cNvPr>
          <p:cNvSpPr/>
          <p:nvPr userDrawn="1">
            <p:custDataLst>
              <p:tags r:id="rId3"/>
            </p:custDataLst>
          </p:nvPr>
        </p:nvSpPr>
        <p:spPr>
          <a:xfrm rot="10800000">
            <a:off x="0" y="139686"/>
            <a:ext cx="502791" cy="656351"/>
          </a:xfrm>
          <a:custGeom>
            <a:avLst/>
            <a:gdLst>
              <a:gd name="connsiteX0" fmla="*/ 2408953 w 3690709"/>
              <a:gd name="connsiteY0" fmla="*/ 0 h 4817907"/>
              <a:gd name="connsiteX1" fmla="*/ 3690709 w 3690709"/>
              <a:gd name="connsiteY1" fmla="*/ 0 h 4817907"/>
              <a:gd name="connsiteX2" fmla="*/ 3690709 w 3690709"/>
              <a:gd name="connsiteY2" fmla="*/ 1682954 h 4817907"/>
              <a:gd name="connsiteX3" fmla="*/ 2365907 w 3690709"/>
              <a:gd name="connsiteY3" fmla="*/ 1682954 h 4817907"/>
              <a:gd name="connsiteX4" fmla="*/ 1639081 w 3690709"/>
              <a:gd name="connsiteY4" fmla="*/ 2409780 h 4817907"/>
              <a:gd name="connsiteX5" fmla="*/ 2365907 w 3690709"/>
              <a:gd name="connsiteY5" fmla="*/ 3135777 h 4817907"/>
              <a:gd name="connsiteX6" fmla="*/ 3690709 w 3690709"/>
              <a:gd name="connsiteY6" fmla="*/ 3135777 h 4817907"/>
              <a:gd name="connsiteX7" fmla="*/ 3690709 w 3690709"/>
              <a:gd name="connsiteY7" fmla="*/ 4817907 h 4817907"/>
              <a:gd name="connsiteX8" fmla="*/ 2408953 w 3690709"/>
              <a:gd name="connsiteY8" fmla="*/ 4817907 h 4817907"/>
              <a:gd name="connsiteX9" fmla="*/ 0 w 3690709"/>
              <a:gd name="connsiteY9" fmla="*/ 2408952 h 4817907"/>
              <a:gd name="connsiteX10" fmla="*/ 2408953 w 3690709"/>
              <a:gd name="connsiteY10" fmla="*/ 0 h 4817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90709" h="4817907">
                <a:moveTo>
                  <a:pt x="2408953" y="0"/>
                </a:moveTo>
                <a:lnTo>
                  <a:pt x="3690709" y="0"/>
                </a:lnTo>
                <a:lnTo>
                  <a:pt x="3690709" y="1682954"/>
                </a:lnTo>
                <a:lnTo>
                  <a:pt x="2365907" y="1682954"/>
                </a:lnTo>
                <a:cubicBezTo>
                  <a:pt x="1964416" y="1682954"/>
                  <a:pt x="1639081" y="2008290"/>
                  <a:pt x="1639081" y="2409780"/>
                </a:cubicBezTo>
                <a:cubicBezTo>
                  <a:pt x="1639081" y="2811275"/>
                  <a:pt x="1964416" y="3135777"/>
                  <a:pt x="2365907" y="3135777"/>
                </a:cubicBezTo>
                <a:lnTo>
                  <a:pt x="3690709" y="3135777"/>
                </a:lnTo>
                <a:lnTo>
                  <a:pt x="3690709" y="4817907"/>
                </a:lnTo>
                <a:lnTo>
                  <a:pt x="2408953" y="4817907"/>
                </a:lnTo>
                <a:cubicBezTo>
                  <a:pt x="1078647" y="4817907"/>
                  <a:pt x="0" y="3739260"/>
                  <a:pt x="0" y="2408952"/>
                </a:cubicBezTo>
                <a:cubicBezTo>
                  <a:pt x="0" y="1078647"/>
                  <a:pt x="1078647" y="0"/>
                  <a:pt x="2408953" y="0"/>
                </a:cubicBezTo>
                <a:close/>
              </a:path>
            </a:pathLst>
          </a:custGeom>
          <a:solidFill>
            <a:srgbClr val="6B8DE7">
              <a:alpha val="5000"/>
            </a:srgbClr>
          </a:solidFill>
          <a:ln w="31750" cap="flat">
            <a:noFill/>
            <a:prstDash val="solid"/>
            <a:bevel/>
          </a:ln>
        </p:spPr>
        <p:txBody>
          <a:bodyPr wrap="square" rtlCol="0" anchor="ctr">
            <a:noAutofit/>
          </a:bodyPr>
          <a:lstStyle/>
          <a:p>
            <a:pPr algn="ctr"/>
            <a:endParaRPr lang="fr-FR"/>
          </a:p>
        </p:txBody>
      </p:sp>
      <p:sp>
        <p:nvSpPr>
          <p:cNvPr id="25" name="Titre 24">
            <a:extLst>
              <a:ext uri="{FF2B5EF4-FFF2-40B4-BE49-F238E27FC236}">
                <a16:creationId xmlns:a16="http://schemas.microsoft.com/office/drawing/2014/main" id="{18EE1731-4537-E9B9-0F5D-D120F61265CD}"/>
              </a:ext>
            </a:extLst>
          </p:cNvPr>
          <p:cNvSpPr>
            <a:spLocks noGrp="1"/>
          </p:cNvSpPr>
          <p:nvPr>
            <p:ph type="title" hasCustomPrompt="1"/>
          </p:nvPr>
        </p:nvSpPr>
        <p:spPr>
          <a:xfrm>
            <a:off x="838595" y="338788"/>
            <a:ext cx="5375394" cy="369332"/>
          </a:xfrm>
          <a:prstGeom prst="rect">
            <a:avLst/>
          </a:prstGeom>
          <a:noFill/>
        </p:spPr>
        <p:txBody>
          <a:bodyPr wrap="square" rtlCol="0">
            <a:spAutoFit/>
          </a:bodyPr>
          <a:lstStyle>
            <a:lvl1pPr>
              <a:defRPr lang="fr-FR" sz="2000" b="1" cap="all" baseline="0">
                <a:solidFill>
                  <a:srgbClr val="102031"/>
                </a:solidFill>
                <a:latin typeface="Avenir Black" panose="02000503020000020003" pitchFamily="2" charset="0"/>
                <a:ea typeface="+mn-ea"/>
                <a:cs typeface="+mn-cs"/>
              </a:defRPr>
            </a:lvl1pPr>
          </a:lstStyle>
          <a:p>
            <a:pPr marL="0" lvl="0" indent="0"/>
            <a:r>
              <a:rPr lang="fr-FR" dirty="0"/>
              <a:t>TITRE</a:t>
            </a:r>
          </a:p>
        </p:txBody>
      </p:sp>
      <p:sp>
        <p:nvSpPr>
          <p:cNvPr id="29" name="Espace réservé du texte 28">
            <a:extLst>
              <a:ext uri="{FF2B5EF4-FFF2-40B4-BE49-F238E27FC236}">
                <a16:creationId xmlns:a16="http://schemas.microsoft.com/office/drawing/2014/main" id="{4B4DCA80-AF36-A5D8-A976-87B3A70F0970}"/>
              </a:ext>
            </a:extLst>
          </p:cNvPr>
          <p:cNvSpPr>
            <a:spLocks noGrp="1"/>
          </p:cNvSpPr>
          <p:nvPr>
            <p:ph type="body" sz="quarter" idx="10" hasCustomPrompt="1"/>
          </p:nvPr>
        </p:nvSpPr>
        <p:spPr>
          <a:xfrm>
            <a:off x="924539" y="790043"/>
            <a:ext cx="846707" cy="286232"/>
          </a:xfrm>
          <a:prstGeom prst="rect">
            <a:avLst/>
          </a:prstGeom>
          <a:noFill/>
        </p:spPr>
        <p:txBody>
          <a:bodyPr wrap="none" rtlCol="0">
            <a:spAutoFit/>
          </a:bodyPr>
          <a:lstStyle>
            <a:lvl1pPr marL="0" indent="0">
              <a:buNone/>
              <a:defRPr lang="fr-FR" sz="1400" dirty="0" smtClean="0">
                <a:solidFill>
                  <a:srgbClr val="096D6D"/>
                </a:solidFill>
                <a:latin typeface="Avenir Book" panose="02000503020000020003" pitchFamily="2" charset="0"/>
              </a:defRPr>
            </a:lvl1pPr>
          </a:lstStyle>
          <a:p>
            <a:pPr marL="0" lvl="0"/>
            <a:r>
              <a:rPr lang="fr-FR" dirty="0"/>
              <a:t>Sous-titre</a:t>
            </a:r>
          </a:p>
        </p:txBody>
      </p:sp>
      <p:sp>
        <p:nvSpPr>
          <p:cNvPr id="31" name="Espace réservé du texte 30">
            <a:extLst>
              <a:ext uri="{FF2B5EF4-FFF2-40B4-BE49-F238E27FC236}">
                <a16:creationId xmlns:a16="http://schemas.microsoft.com/office/drawing/2014/main" id="{4F9DB383-8B18-4CB4-E7D6-BADD1BD6EFCC}"/>
              </a:ext>
            </a:extLst>
          </p:cNvPr>
          <p:cNvSpPr>
            <a:spLocks noGrp="1"/>
          </p:cNvSpPr>
          <p:nvPr>
            <p:ph type="body" sz="quarter" idx="11" hasCustomPrompt="1"/>
          </p:nvPr>
        </p:nvSpPr>
        <p:spPr>
          <a:xfrm>
            <a:off x="116613" y="216514"/>
            <a:ext cx="680525" cy="609398"/>
          </a:xfrm>
          <a:prstGeom prst="rect">
            <a:avLst/>
          </a:prstGeom>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marL="0" indent="0">
              <a:buNone/>
              <a:defRPr lang="fr-FR" sz="4400" dirty="0">
                <a:solidFill>
                  <a:srgbClr val="E75113"/>
                </a:solidFill>
                <a:latin typeface="Barlow Black" panose="00000A00000000000000" pitchFamily="2" charset="0"/>
              </a:defRPr>
            </a:lvl1pPr>
          </a:lstStyle>
          <a:p>
            <a:pPr marL="0" lvl="0">
              <a:spcBef>
                <a:spcPts val="3400"/>
              </a:spcBef>
            </a:pPr>
            <a:r>
              <a:rPr lang="en-GB" sz="4400" dirty="0">
                <a:solidFill>
                  <a:srgbClr val="6B8DE7"/>
                </a:solidFill>
                <a:latin typeface="Barlow Black" panose="00000A00000000000000" pitchFamily="2" charset="0"/>
              </a:rPr>
              <a:t>00</a:t>
            </a:r>
            <a:endParaRPr lang="fr-FR" dirty="0"/>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mars 25</a:t>
            </a:fld>
            <a:r>
              <a:rPr lang="fr-FR" sz="1100" kern="1200" dirty="0">
                <a:solidFill>
                  <a:schemeClr val="bg1"/>
                </a:solidFill>
                <a:latin typeface="Avenir Book" panose="02000503020000020003"/>
                <a:ea typeface="+mn-ea"/>
                <a:cs typeface="+mn-cs"/>
              </a:rPr>
              <a:t>    |</a:t>
            </a:r>
          </a:p>
        </p:txBody>
      </p:sp>
      <p:sp>
        <p:nvSpPr>
          <p:cNvPr id="6" name="Rectangle : coins arrondis 5">
            <a:extLst>
              <a:ext uri="{FF2B5EF4-FFF2-40B4-BE49-F238E27FC236}">
                <a16:creationId xmlns:a16="http://schemas.microsoft.com/office/drawing/2014/main" id="{97F1A43D-13BB-272E-D1BC-6794B6D58654}"/>
              </a:ext>
            </a:extLst>
          </p:cNvPr>
          <p:cNvSpPr/>
          <p:nvPr userDrawn="1">
            <p:custDataLst>
              <p:tags r:id="rId4"/>
            </p:custDataLst>
          </p:nvPr>
        </p:nvSpPr>
        <p:spPr>
          <a:xfrm flipV="1">
            <a:off x="9070132" y="467687"/>
            <a:ext cx="725466" cy="45719"/>
          </a:xfrm>
          <a:prstGeom prst="roundRect">
            <a:avLst/>
          </a:prstGeom>
          <a:solidFill>
            <a:srgbClr val="6B8D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400"/>
          </a:p>
        </p:txBody>
      </p:sp>
      <p:grpSp>
        <p:nvGrpSpPr>
          <p:cNvPr id="7" name="Groupe 6">
            <a:extLst>
              <a:ext uri="{FF2B5EF4-FFF2-40B4-BE49-F238E27FC236}">
                <a16:creationId xmlns:a16="http://schemas.microsoft.com/office/drawing/2014/main" id="{CCAF8A86-62C2-FDE1-91F5-5F45ADC89748}"/>
              </a:ext>
            </a:extLst>
          </p:cNvPr>
          <p:cNvGrpSpPr/>
          <p:nvPr userDrawn="1">
            <p:custDataLst>
              <p:tags r:id="rId5"/>
            </p:custDataLst>
          </p:nvPr>
        </p:nvGrpSpPr>
        <p:grpSpPr>
          <a:xfrm rot="10800000">
            <a:off x="139895" y="6043019"/>
            <a:ext cx="433236" cy="547028"/>
            <a:chOff x="9789002" y="336546"/>
            <a:chExt cx="1843965" cy="2328292"/>
          </a:xfrm>
        </p:grpSpPr>
        <p:sp>
          <p:nvSpPr>
            <p:cNvPr id="8" name="Délai  12">
              <a:extLst>
                <a:ext uri="{FF2B5EF4-FFF2-40B4-BE49-F238E27FC236}">
                  <a16:creationId xmlns:a16="http://schemas.microsoft.com/office/drawing/2014/main" id="{C5405FDD-5711-911B-E060-925AEE459E17}"/>
                </a:ext>
              </a:extLst>
            </p:cNvPr>
            <p:cNvSpPr/>
            <p:nvPr/>
          </p:nvSpPr>
          <p:spPr>
            <a:xfrm rot="2571875">
              <a:off x="10484867" y="573656"/>
              <a:ext cx="1148100" cy="2091182"/>
            </a:xfrm>
            <a:prstGeom prst="flowChartDelay">
              <a:avLst/>
            </a:prstGeom>
            <a:solidFill>
              <a:srgbClr val="6B8DE7"/>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42C90F05-0B84-8C62-47BF-857DE13C1225}"/>
                </a:ext>
              </a:extLst>
            </p:cNvPr>
            <p:cNvSpPr/>
            <p:nvPr/>
          </p:nvSpPr>
          <p:spPr>
            <a:xfrm>
              <a:off x="9789002" y="336546"/>
              <a:ext cx="920749" cy="920749"/>
            </a:xfrm>
            <a:prstGeom prst="ellipse">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2832964463"/>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rchitecture_masque_turquois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Image 11" descr="Une image contenant Graphique, graphisme, Police, logo&#10;&#10;Description générée automatiquement">
            <a:extLst>
              <a:ext uri="{FF2B5EF4-FFF2-40B4-BE49-F238E27FC236}">
                <a16:creationId xmlns:a16="http://schemas.microsoft.com/office/drawing/2014/main" id="{CF39D1B6-EAC1-C0C6-42D0-0FA330F6197C}"/>
              </a:ext>
            </a:extLst>
          </p:cNvPr>
          <p:cNvPicPr>
            <a:picLocks noChangeAspect="1"/>
          </p:cNvPicPr>
          <p:nvPr userDrawn="1">
            <p:custDataLst>
              <p:tags r:id="rId2"/>
            </p:custDataLst>
          </p:nvPr>
        </p:nvPicPr>
        <p:blipFill>
          <a:blip r:embed="rId7"/>
          <a:stretch>
            <a:fillRect/>
          </a:stretch>
        </p:blipFill>
        <p:spPr>
          <a:xfrm>
            <a:off x="11361046" y="5904942"/>
            <a:ext cx="794657" cy="794657"/>
          </a:xfrm>
          <a:prstGeom prst="rect">
            <a:avLst/>
          </a:prstGeom>
        </p:spPr>
      </p:pic>
      <p:sp>
        <p:nvSpPr>
          <p:cNvPr id="16" name="Forme libre : forme 4">
            <a:extLst>
              <a:ext uri="{FF2B5EF4-FFF2-40B4-BE49-F238E27FC236}">
                <a16:creationId xmlns:a16="http://schemas.microsoft.com/office/drawing/2014/main" id="{5B20FF11-895E-10A3-49AB-7136E3E46E8B}"/>
              </a:ext>
            </a:extLst>
          </p:cNvPr>
          <p:cNvSpPr/>
          <p:nvPr userDrawn="1">
            <p:custDataLst>
              <p:tags r:id="rId3"/>
            </p:custDataLst>
          </p:nvPr>
        </p:nvSpPr>
        <p:spPr>
          <a:xfrm rot="10800000">
            <a:off x="0" y="139686"/>
            <a:ext cx="502791" cy="656351"/>
          </a:xfrm>
          <a:custGeom>
            <a:avLst/>
            <a:gdLst>
              <a:gd name="connsiteX0" fmla="*/ 2408953 w 3690709"/>
              <a:gd name="connsiteY0" fmla="*/ 0 h 4817907"/>
              <a:gd name="connsiteX1" fmla="*/ 3690709 w 3690709"/>
              <a:gd name="connsiteY1" fmla="*/ 0 h 4817907"/>
              <a:gd name="connsiteX2" fmla="*/ 3690709 w 3690709"/>
              <a:gd name="connsiteY2" fmla="*/ 1682954 h 4817907"/>
              <a:gd name="connsiteX3" fmla="*/ 2365907 w 3690709"/>
              <a:gd name="connsiteY3" fmla="*/ 1682954 h 4817907"/>
              <a:gd name="connsiteX4" fmla="*/ 1639081 w 3690709"/>
              <a:gd name="connsiteY4" fmla="*/ 2409780 h 4817907"/>
              <a:gd name="connsiteX5" fmla="*/ 2365907 w 3690709"/>
              <a:gd name="connsiteY5" fmla="*/ 3135777 h 4817907"/>
              <a:gd name="connsiteX6" fmla="*/ 3690709 w 3690709"/>
              <a:gd name="connsiteY6" fmla="*/ 3135777 h 4817907"/>
              <a:gd name="connsiteX7" fmla="*/ 3690709 w 3690709"/>
              <a:gd name="connsiteY7" fmla="*/ 4817907 h 4817907"/>
              <a:gd name="connsiteX8" fmla="*/ 2408953 w 3690709"/>
              <a:gd name="connsiteY8" fmla="*/ 4817907 h 4817907"/>
              <a:gd name="connsiteX9" fmla="*/ 0 w 3690709"/>
              <a:gd name="connsiteY9" fmla="*/ 2408952 h 4817907"/>
              <a:gd name="connsiteX10" fmla="*/ 2408953 w 3690709"/>
              <a:gd name="connsiteY10" fmla="*/ 0 h 4817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90709" h="4817907">
                <a:moveTo>
                  <a:pt x="2408953" y="0"/>
                </a:moveTo>
                <a:lnTo>
                  <a:pt x="3690709" y="0"/>
                </a:lnTo>
                <a:lnTo>
                  <a:pt x="3690709" y="1682954"/>
                </a:lnTo>
                <a:lnTo>
                  <a:pt x="2365907" y="1682954"/>
                </a:lnTo>
                <a:cubicBezTo>
                  <a:pt x="1964416" y="1682954"/>
                  <a:pt x="1639081" y="2008290"/>
                  <a:pt x="1639081" y="2409780"/>
                </a:cubicBezTo>
                <a:cubicBezTo>
                  <a:pt x="1639081" y="2811275"/>
                  <a:pt x="1964416" y="3135777"/>
                  <a:pt x="2365907" y="3135777"/>
                </a:cubicBezTo>
                <a:lnTo>
                  <a:pt x="3690709" y="3135777"/>
                </a:lnTo>
                <a:lnTo>
                  <a:pt x="3690709" y="4817907"/>
                </a:lnTo>
                <a:lnTo>
                  <a:pt x="2408953" y="4817907"/>
                </a:lnTo>
                <a:cubicBezTo>
                  <a:pt x="1078647" y="4817907"/>
                  <a:pt x="0" y="3739260"/>
                  <a:pt x="0" y="2408952"/>
                </a:cubicBezTo>
                <a:cubicBezTo>
                  <a:pt x="0" y="1078647"/>
                  <a:pt x="1078647" y="0"/>
                  <a:pt x="2408953" y="0"/>
                </a:cubicBezTo>
                <a:close/>
              </a:path>
            </a:pathLst>
          </a:custGeom>
          <a:solidFill>
            <a:srgbClr val="00B7B5">
              <a:alpha val="5000"/>
            </a:srgbClr>
          </a:solidFill>
          <a:ln w="31750" cap="flat">
            <a:noFill/>
            <a:prstDash val="solid"/>
            <a:bevel/>
          </a:ln>
        </p:spPr>
        <p:txBody>
          <a:bodyPr wrap="square" rtlCol="0" anchor="ctr">
            <a:noAutofit/>
          </a:bodyPr>
          <a:lstStyle/>
          <a:p>
            <a:pPr algn="ctr"/>
            <a:endParaRPr lang="fr-FR"/>
          </a:p>
        </p:txBody>
      </p:sp>
      <p:sp>
        <p:nvSpPr>
          <p:cNvPr id="25" name="Titre 24">
            <a:extLst>
              <a:ext uri="{FF2B5EF4-FFF2-40B4-BE49-F238E27FC236}">
                <a16:creationId xmlns:a16="http://schemas.microsoft.com/office/drawing/2014/main" id="{18EE1731-4537-E9B9-0F5D-D120F61265CD}"/>
              </a:ext>
            </a:extLst>
          </p:cNvPr>
          <p:cNvSpPr>
            <a:spLocks noGrp="1"/>
          </p:cNvSpPr>
          <p:nvPr>
            <p:ph type="title" hasCustomPrompt="1"/>
          </p:nvPr>
        </p:nvSpPr>
        <p:spPr>
          <a:xfrm>
            <a:off x="838595" y="338788"/>
            <a:ext cx="5375394" cy="369332"/>
          </a:xfrm>
          <a:prstGeom prst="rect">
            <a:avLst/>
          </a:prstGeom>
          <a:noFill/>
        </p:spPr>
        <p:txBody>
          <a:bodyPr wrap="square" rtlCol="0">
            <a:spAutoFit/>
          </a:bodyPr>
          <a:lstStyle>
            <a:lvl1pPr>
              <a:defRPr lang="fr-FR" sz="2000" b="1" cap="all" baseline="0">
                <a:solidFill>
                  <a:srgbClr val="102031"/>
                </a:solidFill>
                <a:latin typeface="Avenir Black" panose="02000503020000020003" pitchFamily="2" charset="0"/>
                <a:ea typeface="+mn-ea"/>
                <a:cs typeface="+mn-cs"/>
              </a:defRPr>
            </a:lvl1pPr>
          </a:lstStyle>
          <a:p>
            <a:pPr marL="0" lvl="0" indent="0"/>
            <a:r>
              <a:rPr lang="fr-FR" dirty="0"/>
              <a:t>TITRE</a:t>
            </a:r>
          </a:p>
        </p:txBody>
      </p:sp>
      <p:sp>
        <p:nvSpPr>
          <p:cNvPr id="29" name="Espace réservé du texte 28">
            <a:extLst>
              <a:ext uri="{FF2B5EF4-FFF2-40B4-BE49-F238E27FC236}">
                <a16:creationId xmlns:a16="http://schemas.microsoft.com/office/drawing/2014/main" id="{4B4DCA80-AF36-A5D8-A976-87B3A70F0970}"/>
              </a:ext>
            </a:extLst>
          </p:cNvPr>
          <p:cNvSpPr>
            <a:spLocks noGrp="1"/>
          </p:cNvSpPr>
          <p:nvPr>
            <p:ph type="body" sz="quarter" idx="10" hasCustomPrompt="1"/>
          </p:nvPr>
        </p:nvSpPr>
        <p:spPr>
          <a:xfrm>
            <a:off x="924539" y="790043"/>
            <a:ext cx="846707" cy="286232"/>
          </a:xfrm>
          <a:prstGeom prst="rect">
            <a:avLst/>
          </a:prstGeom>
          <a:noFill/>
        </p:spPr>
        <p:txBody>
          <a:bodyPr wrap="none" rtlCol="0">
            <a:spAutoFit/>
          </a:bodyPr>
          <a:lstStyle>
            <a:lvl1pPr marL="0" indent="0">
              <a:buNone/>
              <a:defRPr lang="fr-FR" sz="1400" dirty="0" smtClean="0">
                <a:solidFill>
                  <a:srgbClr val="096D6D"/>
                </a:solidFill>
                <a:latin typeface="Avenir Book" panose="02000503020000020003" pitchFamily="2" charset="0"/>
              </a:defRPr>
            </a:lvl1pPr>
          </a:lstStyle>
          <a:p>
            <a:pPr marL="0" lvl="0"/>
            <a:r>
              <a:rPr lang="fr-FR" dirty="0"/>
              <a:t>Sous-titre</a:t>
            </a:r>
          </a:p>
        </p:txBody>
      </p:sp>
      <p:sp>
        <p:nvSpPr>
          <p:cNvPr id="31" name="Espace réservé du texte 30">
            <a:extLst>
              <a:ext uri="{FF2B5EF4-FFF2-40B4-BE49-F238E27FC236}">
                <a16:creationId xmlns:a16="http://schemas.microsoft.com/office/drawing/2014/main" id="{4F9DB383-8B18-4CB4-E7D6-BADD1BD6EFCC}"/>
              </a:ext>
            </a:extLst>
          </p:cNvPr>
          <p:cNvSpPr>
            <a:spLocks noGrp="1"/>
          </p:cNvSpPr>
          <p:nvPr>
            <p:ph type="body" sz="quarter" idx="11" hasCustomPrompt="1"/>
          </p:nvPr>
        </p:nvSpPr>
        <p:spPr>
          <a:xfrm>
            <a:off x="116613" y="216514"/>
            <a:ext cx="680525" cy="609398"/>
          </a:xfrm>
          <a:prstGeom prst="rect">
            <a:avLst/>
          </a:prstGeom>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marL="0" indent="0">
              <a:buNone/>
              <a:defRPr lang="fr-FR" sz="4400" dirty="0">
                <a:solidFill>
                  <a:srgbClr val="E75113"/>
                </a:solidFill>
                <a:latin typeface="Barlow Black" panose="00000A00000000000000" pitchFamily="2" charset="0"/>
              </a:defRPr>
            </a:lvl1pPr>
          </a:lstStyle>
          <a:p>
            <a:pPr marL="0" lvl="0">
              <a:spcBef>
                <a:spcPts val="3400"/>
              </a:spcBef>
            </a:pPr>
            <a:r>
              <a:rPr lang="en-GB" sz="4400" dirty="0">
                <a:solidFill>
                  <a:srgbClr val="2F9BB2"/>
                </a:solidFill>
                <a:latin typeface="Barlow Black" panose="00000A00000000000000" pitchFamily="2" charset="0"/>
              </a:rPr>
              <a:t>00</a:t>
            </a:r>
            <a:endParaRPr lang="fr-FR" dirty="0"/>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mars 25</a:t>
            </a:fld>
            <a:r>
              <a:rPr lang="fr-FR" sz="1100" kern="1200" dirty="0">
                <a:solidFill>
                  <a:schemeClr val="bg1"/>
                </a:solidFill>
                <a:latin typeface="Avenir Book" panose="02000503020000020003"/>
                <a:ea typeface="+mn-ea"/>
                <a:cs typeface="+mn-cs"/>
              </a:rPr>
              <a:t>    |</a:t>
            </a:r>
          </a:p>
        </p:txBody>
      </p:sp>
      <p:sp>
        <p:nvSpPr>
          <p:cNvPr id="2" name="Rectangle : coins arrondis 1">
            <a:extLst>
              <a:ext uri="{FF2B5EF4-FFF2-40B4-BE49-F238E27FC236}">
                <a16:creationId xmlns:a16="http://schemas.microsoft.com/office/drawing/2014/main" id="{69A91C6A-2E7F-D587-6E72-C9118EB0E131}"/>
              </a:ext>
            </a:extLst>
          </p:cNvPr>
          <p:cNvSpPr/>
          <p:nvPr userDrawn="1">
            <p:custDataLst>
              <p:tags r:id="rId4"/>
            </p:custDataLst>
          </p:nvPr>
        </p:nvSpPr>
        <p:spPr>
          <a:xfrm flipV="1">
            <a:off x="10131092" y="462663"/>
            <a:ext cx="725466" cy="45719"/>
          </a:xfrm>
          <a:prstGeom prst="roundRect">
            <a:avLst/>
          </a:prstGeom>
          <a:solidFill>
            <a:srgbClr val="2F99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400"/>
          </a:p>
        </p:txBody>
      </p:sp>
      <p:grpSp>
        <p:nvGrpSpPr>
          <p:cNvPr id="3" name="Groupe 2">
            <a:extLst>
              <a:ext uri="{FF2B5EF4-FFF2-40B4-BE49-F238E27FC236}">
                <a16:creationId xmlns:a16="http://schemas.microsoft.com/office/drawing/2014/main" id="{A4B1A693-CB2F-6E2C-7870-A6A645904D03}"/>
              </a:ext>
            </a:extLst>
          </p:cNvPr>
          <p:cNvGrpSpPr/>
          <p:nvPr userDrawn="1">
            <p:custDataLst>
              <p:tags r:id="rId5"/>
            </p:custDataLst>
          </p:nvPr>
        </p:nvGrpSpPr>
        <p:grpSpPr>
          <a:xfrm rot="13590674">
            <a:off x="191314" y="6037242"/>
            <a:ext cx="451048" cy="569518"/>
            <a:chOff x="9789002" y="336546"/>
            <a:chExt cx="1843965" cy="2328292"/>
          </a:xfrm>
        </p:grpSpPr>
        <p:sp>
          <p:nvSpPr>
            <p:cNvPr id="4" name="Délai  2">
              <a:extLst>
                <a:ext uri="{FF2B5EF4-FFF2-40B4-BE49-F238E27FC236}">
                  <a16:creationId xmlns:a16="http://schemas.microsoft.com/office/drawing/2014/main" id="{57C41BE6-9913-6708-047F-3DA6E3395F47}"/>
                </a:ext>
              </a:extLst>
            </p:cNvPr>
            <p:cNvSpPr/>
            <p:nvPr/>
          </p:nvSpPr>
          <p:spPr>
            <a:xfrm rot="2571875">
              <a:off x="10484867" y="573656"/>
              <a:ext cx="1148100" cy="2091182"/>
            </a:xfrm>
            <a:prstGeom prst="flowChartDelay">
              <a:avLst/>
            </a:prstGeom>
            <a:solidFill>
              <a:srgbClr val="309B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llipse 4">
              <a:extLst>
                <a:ext uri="{FF2B5EF4-FFF2-40B4-BE49-F238E27FC236}">
                  <a16:creationId xmlns:a16="http://schemas.microsoft.com/office/drawing/2014/main" id="{F8AF1736-D16F-7670-39B9-20AA04C8816E}"/>
                </a:ext>
              </a:extLst>
            </p:cNvPr>
            <p:cNvSpPr/>
            <p:nvPr/>
          </p:nvSpPr>
          <p:spPr>
            <a:xfrm>
              <a:off x="9789002" y="336546"/>
              <a:ext cx="920749" cy="920749"/>
            </a:xfrm>
            <a:prstGeom prst="ellipse">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1912417366"/>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Texte 2 colonnes">
    <p:spTree>
      <p:nvGrpSpPr>
        <p:cNvPr id="1" name=""/>
        <p:cNvGrpSpPr/>
        <p:nvPr/>
      </p:nvGrpSpPr>
      <p:grpSpPr>
        <a:xfrm>
          <a:off x="0" y="0"/>
          <a:ext cx="0" cy="0"/>
          <a:chOff x="0" y="0"/>
          <a:chExt cx="0" cy="0"/>
        </a:xfrm>
      </p:grpSpPr>
      <p:sp>
        <p:nvSpPr>
          <p:cNvPr id="9" name="Forme">
            <a:extLst>
              <a:ext uri="{FF2B5EF4-FFF2-40B4-BE49-F238E27FC236}">
                <a16:creationId xmlns:a16="http://schemas.microsoft.com/office/drawing/2014/main" id="{BC88A112-8D5D-4071-83A6-96206EDEA365}"/>
              </a:ext>
            </a:extLst>
          </p:cNvPr>
          <p:cNvSpPr/>
          <p:nvPr userDrawn="1"/>
        </p:nvSpPr>
        <p:spPr>
          <a:xfrm>
            <a:off x="0" y="0"/>
            <a:ext cx="5130800" cy="6854190"/>
          </a:xfrm>
          <a:custGeom>
            <a:avLst/>
            <a:gdLst/>
            <a:ahLst/>
            <a:cxnLst/>
            <a:rect l="l" t="t" r="r" b="b"/>
            <a:pathLst>
              <a:path w="5130800" h="6854190">
                <a:moveTo>
                  <a:pt x="2968762" y="0"/>
                </a:moveTo>
                <a:lnTo>
                  <a:pt x="0" y="0"/>
                </a:lnTo>
                <a:lnTo>
                  <a:pt x="0" y="6854014"/>
                </a:lnTo>
                <a:lnTo>
                  <a:pt x="5130224" y="6854014"/>
                </a:lnTo>
                <a:lnTo>
                  <a:pt x="5130224" y="2329563"/>
                </a:lnTo>
                <a:lnTo>
                  <a:pt x="5129732" y="2280741"/>
                </a:lnTo>
                <a:lnTo>
                  <a:pt x="5128261" y="2232163"/>
                </a:lnTo>
                <a:lnTo>
                  <a:pt x="5125821" y="2183839"/>
                </a:lnTo>
                <a:lnTo>
                  <a:pt x="5122422" y="2135779"/>
                </a:lnTo>
                <a:lnTo>
                  <a:pt x="5118074" y="2087993"/>
                </a:lnTo>
                <a:lnTo>
                  <a:pt x="5112785" y="2040490"/>
                </a:lnTo>
                <a:lnTo>
                  <a:pt x="5106566" y="1993280"/>
                </a:lnTo>
                <a:lnTo>
                  <a:pt x="5099426" y="1946373"/>
                </a:lnTo>
                <a:lnTo>
                  <a:pt x="5091375" y="1899778"/>
                </a:lnTo>
                <a:lnTo>
                  <a:pt x="5082422" y="1853506"/>
                </a:lnTo>
                <a:lnTo>
                  <a:pt x="5072577" y="1807565"/>
                </a:lnTo>
                <a:lnTo>
                  <a:pt x="5061849" y="1761967"/>
                </a:lnTo>
                <a:lnTo>
                  <a:pt x="5050248" y="1716720"/>
                </a:lnTo>
                <a:lnTo>
                  <a:pt x="5037784" y="1671834"/>
                </a:lnTo>
                <a:lnTo>
                  <a:pt x="5024466" y="1627319"/>
                </a:lnTo>
                <a:lnTo>
                  <a:pt x="5010304" y="1583185"/>
                </a:lnTo>
                <a:lnTo>
                  <a:pt x="4995307" y="1539442"/>
                </a:lnTo>
                <a:lnTo>
                  <a:pt x="4979485" y="1496099"/>
                </a:lnTo>
                <a:lnTo>
                  <a:pt x="4962848" y="1453166"/>
                </a:lnTo>
                <a:lnTo>
                  <a:pt x="4945405" y="1410652"/>
                </a:lnTo>
                <a:lnTo>
                  <a:pt x="4927165" y="1368568"/>
                </a:lnTo>
                <a:lnTo>
                  <a:pt x="4908139" y="1326923"/>
                </a:lnTo>
                <a:lnTo>
                  <a:pt x="4888336" y="1285728"/>
                </a:lnTo>
                <a:lnTo>
                  <a:pt x="4867765" y="1244991"/>
                </a:lnTo>
                <a:lnTo>
                  <a:pt x="4846436" y="1204722"/>
                </a:lnTo>
                <a:lnTo>
                  <a:pt x="4824359" y="1164932"/>
                </a:lnTo>
                <a:lnTo>
                  <a:pt x="4801543" y="1125629"/>
                </a:lnTo>
                <a:lnTo>
                  <a:pt x="4777998" y="1086825"/>
                </a:lnTo>
                <a:lnTo>
                  <a:pt x="4753733" y="1048528"/>
                </a:lnTo>
                <a:lnTo>
                  <a:pt x="4728758" y="1010747"/>
                </a:lnTo>
                <a:lnTo>
                  <a:pt x="4703083" y="973494"/>
                </a:lnTo>
                <a:lnTo>
                  <a:pt x="4676717" y="936778"/>
                </a:lnTo>
                <a:lnTo>
                  <a:pt x="4649670" y="900608"/>
                </a:lnTo>
                <a:lnTo>
                  <a:pt x="4621951" y="864994"/>
                </a:lnTo>
                <a:lnTo>
                  <a:pt x="4593569" y="829946"/>
                </a:lnTo>
                <a:lnTo>
                  <a:pt x="4564536" y="795474"/>
                </a:lnTo>
                <a:lnTo>
                  <a:pt x="4534859" y="761587"/>
                </a:lnTo>
                <a:lnTo>
                  <a:pt x="4504549" y="728295"/>
                </a:lnTo>
                <a:lnTo>
                  <a:pt x="4473616" y="695608"/>
                </a:lnTo>
                <a:lnTo>
                  <a:pt x="4442068" y="663536"/>
                </a:lnTo>
                <a:lnTo>
                  <a:pt x="4409915" y="632088"/>
                </a:lnTo>
                <a:lnTo>
                  <a:pt x="4377168" y="601275"/>
                </a:lnTo>
                <a:lnTo>
                  <a:pt x="4343835" y="571105"/>
                </a:lnTo>
                <a:lnTo>
                  <a:pt x="4309926" y="541589"/>
                </a:lnTo>
                <a:lnTo>
                  <a:pt x="4275451" y="512736"/>
                </a:lnTo>
                <a:lnTo>
                  <a:pt x="4240420" y="484556"/>
                </a:lnTo>
                <a:lnTo>
                  <a:pt x="4204841" y="457059"/>
                </a:lnTo>
                <a:lnTo>
                  <a:pt x="4168725" y="430255"/>
                </a:lnTo>
                <a:lnTo>
                  <a:pt x="4132081" y="404153"/>
                </a:lnTo>
                <a:lnTo>
                  <a:pt x="4094919" y="378763"/>
                </a:lnTo>
                <a:lnTo>
                  <a:pt x="4057247" y="354095"/>
                </a:lnTo>
                <a:lnTo>
                  <a:pt x="4019077" y="330159"/>
                </a:lnTo>
                <a:lnTo>
                  <a:pt x="3980417" y="306963"/>
                </a:lnTo>
                <a:lnTo>
                  <a:pt x="3941278" y="284519"/>
                </a:lnTo>
                <a:lnTo>
                  <a:pt x="3901667" y="262836"/>
                </a:lnTo>
                <a:lnTo>
                  <a:pt x="3861596" y="241923"/>
                </a:lnTo>
                <a:lnTo>
                  <a:pt x="3821074" y="221791"/>
                </a:lnTo>
                <a:lnTo>
                  <a:pt x="3780110" y="202448"/>
                </a:lnTo>
                <a:lnTo>
                  <a:pt x="3738714" y="183906"/>
                </a:lnTo>
                <a:lnTo>
                  <a:pt x="3696896" y="166173"/>
                </a:lnTo>
                <a:lnTo>
                  <a:pt x="3654665" y="149259"/>
                </a:lnTo>
                <a:lnTo>
                  <a:pt x="3612030" y="133174"/>
                </a:lnTo>
                <a:lnTo>
                  <a:pt x="3569002" y="117928"/>
                </a:lnTo>
                <a:lnTo>
                  <a:pt x="3525589" y="103530"/>
                </a:lnTo>
                <a:lnTo>
                  <a:pt x="3481802" y="89991"/>
                </a:lnTo>
                <a:lnTo>
                  <a:pt x="3437651" y="77320"/>
                </a:lnTo>
                <a:lnTo>
                  <a:pt x="3393143" y="65526"/>
                </a:lnTo>
                <a:lnTo>
                  <a:pt x="3348290" y="54620"/>
                </a:lnTo>
                <a:lnTo>
                  <a:pt x="3303101" y="44611"/>
                </a:lnTo>
                <a:lnTo>
                  <a:pt x="3257585" y="35509"/>
                </a:lnTo>
                <a:lnTo>
                  <a:pt x="3211752" y="27324"/>
                </a:lnTo>
                <a:lnTo>
                  <a:pt x="3165612" y="20065"/>
                </a:lnTo>
                <a:lnTo>
                  <a:pt x="3119174" y="13743"/>
                </a:lnTo>
                <a:lnTo>
                  <a:pt x="3072447" y="8366"/>
                </a:lnTo>
                <a:lnTo>
                  <a:pt x="3025442" y="3946"/>
                </a:lnTo>
                <a:lnTo>
                  <a:pt x="2978168" y="490"/>
                </a:lnTo>
                <a:lnTo>
                  <a:pt x="2968762" y="0"/>
                </a:lnTo>
                <a:close/>
              </a:path>
            </a:pathLst>
          </a:custGeom>
          <a:solidFill>
            <a:schemeClr val="tx2"/>
          </a:solidFill>
          <a:ln>
            <a:noFill/>
          </a:ln>
        </p:spPr>
        <p:txBody>
          <a:bodyPr wrap="square" lIns="0" tIns="0" rIns="0" bIns="0" rtlCol="0"/>
          <a:lstStyle/>
          <a:p>
            <a:endParaRPr/>
          </a:p>
        </p:txBody>
      </p:sp>
      <p:sp>
        <p:nvSpPr>
          <p:cNvPr id="2" name="Titre 1"/>
          <p:cNvSpPr>
            <a:spLocks noGrp="1"/>
          </p:cNvSpPr>
          <p:nvPr>
            <p:ph type="title"/>
          </p:nvPr>
        </p:nvSpPr>
        <p:spPr/>
        <p:txBody>
          <a:bodyPr/>
          <a:lstStyle>
            <a:lvl1pPr>
              <a:defRPr>
                <a:solidFill>
                  <a:schemeClr val="bg1"/>
                </a:solidFill>
              </a:defRPr>
            </a:lvl1pPr>
          </a:lstStyle>
          <a:p>
            <a:r>
              <a:rPr lang="fr-FR"/>
              <a:t>Modifiez le style du titre</a:t>
            </a:r>
            <a:endParaRPr lang="fr-FR" dirty="0"/>
          </a:p>
        </p:txBody>
      </p:sp>
      <p:sp>
        <p:nvSpPr>
          <p:cNvPr id="6" name="Espace réservé du texte 5"/>
          <p:cNvSpPr>
            <a:spLocks noGrp="1"/>
          </p:cNvSpPr>
          <p:nvPr>
            <p:ph type="body" sz="quarter" idx="12"/>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5" name="Espace réservé du pied de page 4"/>
          <p:cNvSpPr>
            <a:spLocks noGrp="1"/>
          </p:cNvSpPr>
          <p:nvPr>
            <p:ph type="ftr" sz="quarter" idx="13"/>
          </p:nvPr>
        </p:nvSpPr>
        <p:spPr/>
        <p:txBody>
          <a:bodyPr/>
          <a:lstStyle/>
          <a:p>
            <a:r>
              <a:rPr lang="fr-FR"/>
              <a:t>Bouygues Construction  |  Mois Année</a:t>
            </a:r>
            <a:endParaRPr lang="fr-FR" dirty="0"/>
          </a:p>
        </p:txBody>
      </p:sp>
      <p:sp>
        <p:nvSpPr>
          <p:cNvPr id="8" name="Espace réservé du numéro de diapositive 7"/>
          <p:cNvSpPr>
            <a:spLocks noGrp="1"/>
          </p:cNvSpPr>
          <p:nvPr>
            <p:ph type="sldNum" sz="quarter" idx="14"/>
          </p:nvPr>
        </p:nvSpPr>
        <p:spPr/>
        <p:txBody>
          <a:bodyPr/>
          <a:lstStyle/>
          <a:p>
            <a:r>
              <a:rPr lang="fr-FR"/>
              <a:t>| </a:t>
            </a:r>
            <a:fld id="{C2EBF694-A8F9-4F06-8F8E-D09447FAA2D5}" type="slidenum">
              <a:rPr smtClean="0"/>
              <a:pPr/>
              <a:t>‹N°›</a:t>
            </a:fld>
            <a:endParaRPr dirty="0"/>
          </a:p>
        </p:txBody>
      </p:sp>
      <p:sp>
        <p:nvSpPr>
          <p:cNvPr id="4" name="Espace réservé du texte 3">
            <a:extLst>
              <a:ext uri="{FF2B5EF4-FFF2-40B4-BE49-F238E27FC236}">
                <a16:creationId xmlns:a16="http://schemas.microsoft.com/office/drawing/2014/main" id="{93198A24-13E4-4B5E-8DF8-DB281C2BEA5B}"/>
              </a:ext>
            </a:extLst>
          </p:cNvPr>
          <p:cNvSpPr>
            <a:spLocks noGrp="1"/>
          </p:cNvSpPr>
          <p:nvPr>
            <p:ph type="body" sz="quarter" idx="15"/>
          </p:nvPr>
        </p:nvSpPr>
        <p:spPr>
          <a:xfrm>
            <a:off x="766763" y="2059992"/>
            <a:ext cx="4105275" cy="2197100"/>
          </a:xfrm>
        </p:spPr>
        <p:txBody>
          <a:bodyPr/>
          <a:lstStyle>
            <a:lvl1pPr>
              <a:defRPr sz="1400" b="0">
                <a:solidFill>
                  <a:schemeClr val="bg1"/>
                </a:solidFill>
              </a:defRPr>
            </a:lvl1pPr>
            <a:lvl2pPr>
              <a:spcBef>
                <a:spcPts val="0"/>
              </a:spcBef>
              <a:defRPr>
                <a:solidFill>
                  <a:schemeClr val="bg1"/>
                </a:solidFill>
              </a:defRPr>
            </a:lvl2pPr>
            <a:lvl3pPr marL="612" indent="0">
              <a:spcBef>
                <a:spcPts val="0"/>
              </a:spcBef>
              <a:buFontTx/>
              <a:buNone/>
              <a:defRPr>
                <a:solidFill>
                  <a:schemeClr val="bg1"/>
                </a:solidFill>
              </a:defRPr>
            </a:lvl3pPr>
            <a:lvl4pPr marL="0" indent="0">
              <a:buFontTx/>
              <a:buNone/>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35765102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rchirecture_Section_gri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mars 25</a:t>
            </a:fld>
            <a:r>
              <a:rPr lang="fr-FR" sz="1100" kern="1200" dirty="0">
                <a:solidFill>
                  <a:schemeClr val="bg1"/>
                </a:solidFill>
                <a:latin typeface="Avenir Book" panose="02000503020000020003"/>
                <a:ea typeface="+mn-ea"/>
                <a:cs typeface="+mn-cs"/>
              </a:rPr>
              <a:t>    |</a:t>
            </a:r>
          </a:p>
        </p:txBody>
      </p:sp>
      <p:sp>
        <p:nvSpPr>
          <p:cNvPr id="9" name="Espace réservé du texte 8">
            <a:extLst>
              <a:ext uri="{FF2B5EF4-FFF2-40B4-BE49-F238E27FC236}">
                <a16:creationId xmlns:a16="http://schemas.microsoft.com/office/drawing/2014/main" id="{A053FBA9-8D6E-4662-095D-6F7BA72D7393}"/>
              </a:ext>
            </a:extLst>
          </p:cNvPr>
          <p:cNvSpPr>
            <a:spLocks noGrp="1"/>
          </p:cNvSpPr>
          <p:nvPr>
            <p:ph type="body" sz="quarter" idx="10" hasCustomPrompt="1"/>
          </p:nvPr>
        </p:nvSpPr>
        <p:spPr>
          <a:xfrm>
            <a:off x="1761206" y="1512888"/>
            <a:ext cx="2374959" cy="4256087"/>
          </a:xfrm>
          <a:prstGeom prst="rect">
            <a:avLst/>
          </a:prstGeom>
        </p:spPr>
        <p:txBody>
          <a:bodyPr/>
          <a:lstStyle>
            <a:lvl1pPr marL="0" indent="0">
              <a:buNone/>
              <a:defRPr/>
            </a:lvl1pPr>
          </a:lstStyle>
          <a:p>
            <a:pPr lvl="0"/>
            <a:r>
              <a:rPr kumimoji="0" lang="fr-FR" sz="34400" b="1" i="0" u="none" strike="noStrike" kern="1200" cap="none" spc="0" normalizeH="0" baseline="0" noProof="0" dirty="0">
                <a:ln>
                  <a:noFill/>
                </a:ln>
                <a:solidFill>
                  <a:prstClr val="white">
                    <a:lumMod val="75000"/>
                  </a:prstClr>
                </a:solidFill>
                <a:effectLst/>
                <a:uLnTx/>
                <a:uFillTx/>
                <a:latin typeface="Avenir Black" panose="02000503020000020003" pitchFamily="2" charset="0"/>
                <a:ea typeface="+mn-ea"/>
                <a:cs typeface="+mn-cs"/>
              </a:rPr>
              <a:t>0</a:t>
            </a:r>
            <a:endParaRPr lang="fr-FR" dirty="0"/>
          </a:p>
        </p:txBody>
      </p:sp>
      <p:sp>
        <p:nvSpPr>
          <p:cNvPr id="13" name="Espace réservé du texte 12">
            <a:extLst>
              <a:ext uri="{FF2B5EF4-FFF2-40B4-BE49-F238E27FC236}">
                <a16:creationId xmlns:a16="http://schemas.microsoft.com/office/drawing/2014/main" id="{A4E0DD6F-2100-E8CD-7021-B364F225952F}"/>
              </a:ext>
            </a:extLst>
          </p:cNvPr>
          <p:cNvSpPr>
            <a:spLocks noGrp="1"/>
          </p:cNvSpPr>
          <p:nvPr>
            <p:ph type="body" sz="quarter" idx="11" hasCustomPrompt="1"/>
          </p:nvPr>
        </p:nvSpPr>
        <p:spPr>
          <a:xfrm>
            <a:off x="4229868" y="2101910"/>
            <a:ext cx="6349822" cy="1777881"/>
          </a:xfrm>
          <a:prstGeom prst="rect">
            <a:avLst/>
          </a:prstGeom>
        </p:spPr>
        <p:txBody>
          <a:bodyPr/>
          <a:lstStyle>
            <a:lvl1pPr marL="0" indent="0">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TITRE SUR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DEUX LIGNES</a:t>
            </a:r>
          </a:p>
        </p:txBody>
      </p:sp>
      <p:sp>
        <p:nvSpPr>
          <p:cNvPr id="20" name="Espace réservé du texte 19">
            <a:extLst>
              <a:ext uri="{FF2B5EF4-FFF2-40B4-BE49-F238E27FC236}">
                <a16:creationId xmlns:a16="http://schemas.microsoft.com/office/drawing/2014/main" id="{8F6EF4AE-70CF-CFED-4B5E-81E4B5220C1A}"/>
              </a:ext>
            </a:extLst>
          </p:cNvPr>
          <p:cNvSpPr>
            <a:spLocks noGrp="1"/>
          </p:cNvSpPr>
          <p:nvPr>
            <p:ph type="body" sz="quarter" idx="12" hasCustomPrompt="1"/>
          </p:nvPr>
        </p:nvSpPr>
        <p:spPr>
          <a:xfrm>
            <a:off x="4221400" y="3958903"/>
            <a:ext cx="6160968" cy="555555"/>
          </a:xfrm>
          <a:prstGeom prst="rect">
            <a:avLst/>
          </a:prstGeom>
        </p:spPr>
        <p:txBody>
          <a:bodyPr/>
          <a:lstStyle>
            <a:lvl1pPr marL="0" indent="0">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800" b="1" i="0" u="none" strike="noStrike" kern="1200" cap="none" spc="0" normalizeH="0" baseline="0" noProof="0" dirty="0">
                <a:ln>
                  <a:noFill/>
                </a:ln>
                <a:solidFill>
                  <a:prstClr val="white">
                    <a:lumMod val="75000"/>
                  </a:prstClr>
                </a:solidFill>
                <a:effectLst/>
                <a:highlight>
                  <a:srgbClr val="102031"/>
                </a:highlight>
                <a:uLnTx/>
                <a:uFillTx/>
                <a:latin typeface="Avenir Light" panose="020B0402020203020204" pitchFamily="34" charset="77"/>
                <a:ea typeface="+mn-ea"/>
                <a:cs typeface="+mn-cs"/>
              </a:rPr>
              <a:t>TITRE</a:t>
            </a:r>
          </a:p>
        </p:txBody>
      </p:sp>
      <p:sp>
        <p:nvSpPr>
          <p:cNvPr id="27" name="Rectangle: Rounded Corners 16">
            <a:extLst>
              <a:ext uri="{FF2B5EF4-FFF2-40B4-BE49-F238E27FC236}">
                <a16:creationId xmlns:a16="http://schemas.microsoft.com/office/drawing/2014/main" id="{F30F7EC5-0EC5-74F2-0CDE-440CB84038BB}"/>
              </a:ext>
            </a:extLst>
          </p:cNvPr>
          <p:cNvSpPr/>
          <p:nvPr userDrawn="1">
            <p:custDataLst>
              <p:tags r:id="rId2"/>
            </p:custDataLst>
          </p:nvPr>
        </p:nvSpPr>
        <p:spPr>
          <a:xfrm>
            <a:off x="4294962" y="3523443"/>
            <a:ext cx="2437579" cy="117488"/>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28" name="Groupe 27">
            <a:extLst>
              <a:ext uri="{FF2B5EF4-FFF2-40B4-BE49-F238E27FC236}">
                <a16:creationId xmlns:a16="http://schemas.microsoft.com/office/drawing/2014/main" id="{35AEB636-64FD-3A63-7464-B031A7870BEA}"/>
              </a:ext>
            </a:extLst>
          </p:cNvPr>
          <p:cNvGrpSpPr/>
          <p:nvPr userDrawn="1">
            <p:custDataLst>
              <p:tags r:id="rId3"/>
            </p:custDataLst>
          </p:nvPr>
        </p:nvGrpSpPr>
        <p:grpSpPr>
          <a:xfrm rot="8217329">
            <a:off x="9801604" y="4156602"/>
            <a:ext cx="1843965" cy="2328292"/>
            <a:chOff x="9790045" y="4246976"/>
            <a:chExt cx="1843965" cy="2328292"/>
          </a:xfrm>
        </p:grpSpPr>
        <p:sp>
          <p:nvSpPr>
            <p:cNvPr id="30" name="Délai  2">
              <a:extLst>
                <a:ext uri="{FF2B5EF4-FFF2-40B4-BE49-F238E27FC236}">
                  <a16:creationId xmlns:a16="http://schemas.microsoft.com/office/drawing/2014/main" id="{3137665A-D6B1-79C1-B361-E4CE4C9D6B84}"/>
                </a:ext>
              </a:extLst>
            </p:cNvPr>
            <p:cNvSpPr/>
            <p:nvPr/>
          </p:nvSpPr>
          <p:spPr>
            <a:xfrm rot="2571875">
              <a:off x="10485910" y="4484086"/>
              <a:ext cx="1148100" cy="2091182"/>
            </a:xfrm>
            <a:prstGeom prst="flowChartDelay">
              <a:avLst/>
            </a:prstGeom>
            <a:solidFill>
              <a:srgbClr val="1020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Ellipse 31">
              <a:extLst>
                <a:ext uri="{FF2B5EF4-FFF2-40B4-BE49-F238E27FC236}">
                  <a16:creationId xmlns:a16="http://schemas.microsoft.com/office/drawing/2014/main" id="{E12AAEA5-0840-BFF4-2317-1C063BCF498A}"/>
                </a:ext>
              </a:extLst>
            </p:cNvPr>
            <p:cNvSpPr/>
            <p:nvPr/>
          </p:nvSpPr>
          <p:spPr>
            <a:xfrm>
              <a:off x="9790045" y="4246976"/>
              <a:ext cx="920749" cy="920749"/>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2586466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40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childTnLst>
                                </p:cTn>
                              </p:par>
                              <p:par>
                                <p:cTn id="8" presetID="42" presetClass="path" presetSubtype="0" decel="100000" fill="hold" grpId="1" nodeType="withEffect">
                                  <p:stCondLst>
                                    <p:cond delay="400"/>
                                  </p:stCondLst>
                                  <p:childTnLst>
                                    <p:animMotion origin="layout" path="M -3.125E-6 -4.44444E-6 L 0.02591 -4.44444E-6 " pathEditMode="relative" rAng="0" ptsTypes="AA">
                                      <p:cBhvr>
                                        <p:cTn id="9" dur="1250" spd="-100000" fill="hold"/>
                                        <p:tgtEl>
                                          <p:spTgt spid="27"/>
                                        </p:tgtEl>
                                        <p:attrNameLst>
                                          <p:attrName>ppt_x</p:attrName>
                                          <p:attrName>ppt_y</p:attrName>
                                        </p:attrNameLst>
                                      </p:cBhvr>
                                      <p:rCtr x="128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7" grpId="1" animBg="1"/>
    </p:bldLst>
  </p:timing>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rchirecture_Section_Oran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mars 25</a:t>
            </a:fld>
            <a:r>
              <a:rPr lang="fr-FR" sz="1100" kern="1200" dirty="0">
                <a:solidFill>
                  <a:schemeClr val="bg1"/>
                </a:solidFill>
                <a:latin typeface="Avenir Book" panose="02000503020000020003"/>
                <a:ea typeface="+mn-ea"/>
                <a:cs typeface="+mn-cs"/>
              </a:rPr>
              <a:t>    |</a:t>
            </a:r>
          </a:p>
        </p:txBody>
      </p:sp>
      <p:sp>
        <p:nvSpPr>
          <p:cNvPr id="9" name="Espace réservé du texte 8">
            <a:extLst>
              <a:ext uri="{FF2B5EF4-FFF2-40B4-BE49-F238E27FC236}">
                <a16:creationId xmlns:a16="http://schemas.microsoft.com/office/drawing/2014/main" id="{A053FBA9-8D6E-4662-095D-6F7BA72D7393}"/>
              </a:ext>
            </a:extLst>
          </p:cNvPr>
          <p:cNvSpPr>
            <a:spLocks noGrp="1"/>
          </p:cNvSpPr>
          <p:nvPr>
            <p:ph type="body" sz="quarter" idx="10" hasCustomPrompt="1"/>
          </p:nvPr>
        </p:nvSpPr>
        <p:spPr>
          <a:xfrm>
            <a:off x="1761206" y="1512888"/>
            <a:ext cx="2374959" cy="4256087"/>
          </a:xfrm>
          <a:prstGeom prst="rect">
            <a:avLst/>
          </a:prstGeom>
        </p:spPr>
        <p:txBody>
          <a:bodyPr/>
          <a:lstStyle>
            <a:lvl1pPr marL="0" indent="0">
              <a:buNone/>
              <a:defRPr/>
            </a:lvl1pPr>
          </a:lstStyle>
          <a:p>
            <a:pPr lvl="0"/>
            <a:r>
              <a:rPr kumimoji="0" lang="fr-FR" sz="34400" b="1" i="0" u="none" strike="noStrike" kern="1200" cap="none" spc="0" normalizeH="0" baseline="0" noProof="0" dirty="0">
                <a:ln>
                  <a:noFill/>
                </a:ln>
                <a:solidFill>
                  <a:srgbClr val="E75113"/>
                </a:solidFill>
                <a:effectLst/>
                <a:uLnTx/>
                <a:uFillTx/>
                <a:latin typeface="Avenir Black" panose="02000503020000020003" pitchFamily="2" charset="0"/>
                <a:ea typeface="+mn-ea"/>
                <a:cs typeface="+mn-cs"/>
              </a:rPr>
              <a:t>0</a:t>
            </a:r>
            <a:endParaRPr lang="fr-FR" dirty="0"/>
          </a:p>
        </p:txBody>
      </p:sp>
      <p:sp>
        <p:nvSpPr>
          <p:cNvPr id="13" name="Espace réservé du texte 12">
            <a:extLst>
              <a:ext uri="{FF2B5EF4-FFF2-40B4-BE49-F238E27FC236}">
                <a16:creationId xmlns:a16="http://schemas.microsoft.com/office/drawing/2014/main" id="{A4E0DD6F-2100-E8CD-7021-B364F225952F}"/>
              </a:ext>
            </a:extLst>
          </p:cNvPr>
          <p:cNvSpPr>
            <a:spLocks noGrp="1"/>
          </p:cNvSpPr>
          <p:nvPr>
            <p:ph type="body" sz="quarter" idx="11" hasCustomPrompt="1"/>
          </p:nvPr>
        </p:nvSpPr>
        <p:spPr>
          <a:xfrm>
            <a:off x="4229868" y="2101910"/>
            <a:ext cx="6349822" cy="1777881"/>
          </a:xfrm>
          <a:prstGeom prst="rect">
            <a:avLst/>
          </a:prstGeom>
        </p:spPr>
        <p:txBody>
          <a:bodyPr/>
          <a:lstStyle>
            <a:lvl1pPr marL="0" indent="0">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TITRE SUR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DEUX LIGNES</a:t>
            </a:r>
          </a:p>
        </p:txBody>
      </p:sp>
      <p:sp>
        <p:nvSpPr>
          <p:cNvPr id="18" name="Rectangle: Rounded Corners 16">
            <a:extLst>
              <a:ext uri="{FF2B5EF4-FFF2-40B4-BE49-F238E27FC236}">
                <a16:creationId xmlns:a16="http://schemas.microsoft.com/office/drawing/2014/main" id="{CB1F8601-3790-938D-F323-384B4D5997A9}"/>
              </a:ext>
            </a:extLst>
          </p:cNvPr>
          <p:cNvSpPr/>
          <p:nvPr userDrawn="1">
            <p:custDataLst>
              <p:tags r:id="rId2"/>
            </p:custDataLst>
          </p:nvPr>
        </p:nvSpPr>
        <p:spPr>
          <a:xfrm>
            <a:off x="4277199" y="3575371"/>
            <a:ext cx="2437579" cy="117488"/>
          </a:xfrm>
          <a:prstGeom prst="roundRect">
            <a:avLst>
              <a:gd name="adj" fmla="val 50000"/>
            </a:avLst>
          </a:prstGeom>
          <a:solidFill>
            <a:srgbClr val="E751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Espace réservé du texte 19">
            <a:extLst>
              <a:ext uri="{FF2B5EF4-FFF2-40B4-BE49-F238E27FC236}">
                <a16:creationId xmlns:a16="http://schemas.microsoft.com/office/drawing/2014/main" id="{8F6EF4AE-70CF-CFED-4B5E-81E4B5220C1A}"/>
              </a:ext>
            </a:extLst>
          </p:cNvPr>
          <p:cNvSpPr>
            <a:spLocks noGrp="1"/>
          </p:cNvSpPr>
          <p:nvPr>
            <p:ph type="body" sz="quarter" idx="12" hasCustomPrompt="1"/>
          </p:nvPr>
        </p:nvSpPr>
        <p:spPr>
          <a:xfrm>
            <a:off x="4221400" y="3958903"/>
            <a:ext cx="6160968" cy="555555"/>
          </a:xfrm>
          <a:prstGeom prst="rect">
            <a:avLst/>
          </a:prstGeom>
        </p:spPr>
        <p:txBody>
          <a:bodyPr/>
          <a:lstStyle>
            <a:lvl1pPr marL="0" indent="0">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sz="2800" b="1" dirty="0">
                <a:solidFill>
                  <a:srgbClr val="E75113"/>
                </a:solidFill>
                <a:highlight>
                  <a:srgbClr val="102031"/>
                </a:highlight>
                <a:latin typeface="Avenir Light" panose="020B0402020203020204" pitchFamily="34" charset="77"/>
              </a:rPr>
              <a:t>TITRE</a:t>
            </a:r>
          </a:p>
        </p:txBody>
      </p:sp>
      <p:grpSp>
        <p:nvGrpSpPr>
          <p:cNvPr id="21" name="Groupe 20">
            <a:extLst>
              <a:ext uri="{FF2B5EF4-FFF2-40B4-BE49-F238E27FC236}">
                <a16:creationId xmlns:a16="http://schemas.microsoft.com/office/drawing/2014/main" id="{EFD68BEC-E40E-69E0-6373-AF29CEAC6F1E}"/>
              </a:ext>
            </a:extLst>
          </p:cNvPr>
          <p:cNvGrpSpPr/>
          <p:nvPr userDrawn="1">
            <p:custDataLst>
              <p:tags r:id="rId3"/>
            </p:custDataLst>
          </p:nvPr>
        </p:nvGrpSpPr>
        <p:grpSpPr>
          <a:xfrm>
            <a:off x="9790045" y="4246976"/>
            <a:ext cx="1843965" cy="2328292"/>
            <a:chOff x="9790045" y="4246976"/>
            <a:chExt cx="1843965" cy="2328292"/>
          </a:xfrm>
        </p:grpSpPr>
        <p:sp>
          <p:nvSpPr>
            <p:cNvPr id="22" name="Délai  2">
              <a:extLst>
                <a:ext uri="{FF2B5EF4-FFF2-40B4-BE49-F238E27FC236}">
                  <a16:creationId xmlns:a16="http://schemas.microsoft.com/office/drawing/2014/main" id="{8AEB4EB7-601D-B875-1CAC-27F854AEA6D2}"/>
                </a:ext>
              </a:extLst>
            </p:cNvPr>
            <p:cNvSpPr/>
            <p:nvPr/>
          </p:nvSpPr>
          <p:spPr>
            <a:xfrm rot="2571875">
              <a:off x="10485910" y="4484086"/>
              <a:ext cx="1148100" cy="2091182"/>
            </a:xfrm>
            <a:prstGeom prst="flowChartDelay">
              <a:avLst/>
            </a:prstGeom>
            <a:solidFill>
              <a:srgbClr val="1020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Ellipse 22">
              <a:extLst>
                <a:ext uri="{FF2B5EF4-FFF2-40B4-BE49-F238E27FC236}">
                  <a16:creationId xmlns:a16="http://schemas.microsoft.com/office/drawing/2014/main" id="{A5C4F44F-0A12-ABB7-8DA8-F084D5C64E33}"/>
                </a:ext>
              </a:extLst>
            </p:cNvPr>
            <p:cNvSpPr/>
            <p:nvPr/>
          </p:nvSpPr>
          <p:spPr>
            <a:xfrm>
              <a:off x="9790045" y="4246976"/>
              <a:ext cx="920749" cy="920749"/>
            </a:xfrm>
            <a:prstGeom prst="ellipse">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3262603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40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childTnLst>
                                </p:cTn>
                              </p:par>
                              <p:par>
                                <p:cTn id="8" presetID="42" presetClass="path" presetSubtype="0" decel="100000" fill="hold" grpId="1" nodeType="withEffect">
                                  <p:stCondLst>
                                    <p:cond delay="400"/>
                                  </p:stCondLst>
                                  <p:childTnLst>
                                    <p:animMotion origin="layout" path="M -3.125E-6 -4.44444E-6 L 0.02591 -4.44444E-6 " pathEditMode="relative" rAng="0" ptsTypes="AA">
                                      <p:cBhvr>
                                        <p:cTn id="9" dur="1250" spd="-100000" fill="hold"/>
                                        <p:tgtEl>
                                          <p:spTgt spid="18"/>
                                        </p:tgtEl>
                                        <p:attrNameLst>
                                          <p:attrName>ppt_x</p:attrName>
                                          <p:attrName>ppt_y</p:attrName>
                                        </p:attrNameLst>
                                      </p:cBhvr>
                                      <p:rCtr x="128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Lst>
  </p:timing>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rchirecture_Section_ve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mars 25</a:t>
            </a:fld>
            <a:r>
              <a:rPr lang="fr-FR" sz="1100" kern="1200" dirty="0">
                <a:solidFill>
                  <a:schemeClr val="bg1"/>
                </a:solidFill>
                <a:latin typeface="Avenir Book" panose="02000503020000020003"/>
                <a:ea typeface="+mn-ea"/>
                <a:cs typeface="+mn-cs"/>
              </a:rPr>
              <a:t>    |</a:t>
            </a:r>
          </a:p>
        </p:txBody>
      </p:sp>
      <p:sp>
        <p:nvSpPr>
          <p:cNvPr id="9" name="Espace réservé du texte 8">
            <a:extLst>
              <a:ext uri="{FF2B5EF4-FFF2-40B4-BE49-F238E27FC236}">
                <a16:creationId xmlns:a16="http://schemas.microsoft.com/office/drawing/2014/main" id="{A053FBA9-8D6E-4662-095D-6F7BA72D7393}"/>
              </a:ext>
            </a:extLst>
          </p:cNvPr>
          <p:cNvSpPr>
            <a:spLocks noGrp="1"/>
          </p:cNvSpPr>
          <p:nvPr>
            <p:ph type="body" sz="quarter" idx="10" hasCustomPrompt="1"/>
          </p:nvPr>
        </p:nvSpPr>
        <p:spPr>
          <a:xfrm>
            <a:off x="1761206" y="1512888"/>
            <a:ext cx="2374959" cy="4256087"/>
          </a:xfrm>
          <a:prstGeom prst="rect">
            <a:avLst/>
          </a:prstGeom>
        </p:spPr>
        <p:txBody>
          <a:bodyPr/>
          <a:lstStyle>
            <a:lvl1pPr marL="0" indent="0">
              <a:buNone/>
              <a:defRPr/>
            </a:lvl1pPr>
          </a:lstStyle>
          <a:p>
            <a:pPr lvl="0"/>
            <a:r>
              <a:rPr kumimoji="0" lang="fr-FR" sz="34400" b="1" i="0" u="none" strike="noStrike" kern="1200" cap="none" spc="0" normalizeH="0" baseline="0" noProof="0" dirty="0">
                <a:ln>
                  <a:noFill/>
                </a:ln>
                <a:solidFill>
                  <a:srgbClr val="93C97B"/>
                </a:solidFill>
                <a:effectLst/>
                <a:uLnTx/>
                <a:uFillTx/>
                <a:latin typeface="Avenir Black" panose="02000503020000020003" pitchFamily="2" charset="0"/>
                <a:ea typeface="+mn-ea"/>
                <a:cs typeface="+mn-cs"/>
              </a:rPr>
              <a:t>0</a:t>
            </a:r>
            <a:endParaRPr lang="fr-FR" dirty="0"/>
          </a:p>
        </p:txBody>
      </p:sp>
      <p:sp>
        <p:nvSpPr>
          <p:cNvPr id="13" name="Espace réservé du texte 12">
            <a:extLst>
              <a:ext uri="{FF2B5EF4-FFF2-40B4-BE49-F238E27FC236}">
                <a16:creationId xmlns:a16="http://schemas.microsoft.com/office/drawing/2014/main" id="{A4E0DD6F-2100-E8CD-7021-B364F225952F}"/>
              </a:ext>
            </a:extLst>
          </p:cNvPr>
          <p:cNvSpPr>
            <a:spLocks noGrp="1"/>
          </p:cNvSpPr>
          <p:nvPr>
            <p:ph type="body" sz="quarter" idx="11" hasCustomPrompt="1"/>
          </p:nvPr>
        </p:nvSpPr>
        <p:spPr>
          <a:xfrm>
            <a:off x="4229868" y="2101910"/>
            <a:ext cx="6349822" cy="1777881"/>
          </a:xfrm>
          <a:prstGeom prst="rect">
            <a:avLst/>
          </a:prstGeom>
        </p:spPr>
        <p:txBody>
          <a:bodyPr/>
          <a:lstStyle>
            <a:lvl1pPr marL="0" indent="0">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TITRE SUR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DEUX LIGNES</a:t>
            </a:r>
          </a:p>
        </p:txBody>
      </p:sp>
      <p:sp>
        <p:nvSpPr>
          <p:cNvPr id="20" name="Espace réservé du texte 19">
            <a:extLst>
              <a:ext uri="{FF2B5EF4-FFF2-40B4-BE49-F238E27FC236}">
                <a16:creationId xmlns:a16="http://schemas.microsoft.com/office/drawing/2014/main" id="{8F6EF4AE-70CF-CFED-4B5E-81E4B5220C1A}"/>
              </a:ext>
            </a:extLst>
          </p:cNvPr>
          <p:cNvSpPr>
            <a:spLocks noGrp="1"/>
          </p:cNvSpPr>
          <p:nvPr>
            <p:ph type="body" sz="quarter" idx="12" hasCustomPrompt="1"/>
          </p:nvPr>
        </p:nvSpPr>
        <p:spPr>
          <a:xfrm>
            <a:off x="4221400" y="3958903"/>
            <a:ext cx="6160968" cy="555555"/>
          </a:xfrm>
          <a:prstGeom prst="rect">
            <a:avLst/>
          </a:prstGeom>
        </p:spPr>
        <p:txBody>
          <a:bodyPr/>
          <a:lstStyle>
            <a:lvl1pPr marL="0" indent="0">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800" b="1" i="0" u="none" strike="noStrike" kern="1200" cap="none" spc="0" normalizeH="0" baseline="0" noProof="0" dirty="0">
                <a:ln>
                  <a:noFill/>
                </a:ln>
                <a:solidFill>
                  <a:srgbClr val="93C97B"/>
                </a:solidFill>
                <a:effectLst/>
                <a:highlight>
                  <a:srgbClr val="102031"/>
                </a:highlight>
                <a:uLnTx/>
                <a:uFillTx/>
                <a:latin typeface="Avenir Light" panose="020B0402020203020204" pitchFamily="34" charset="77"/>
                <a:ea typeface="+mn-ea"/>
                <a:cs typeface="+mn-cs"/>
              </a:rPr>
              <a:t>TITRE</a:t>
            </a:r>
          </a:p>
        </p:txBody>
      </p:sp>
      <p:sp>
        <p:nvSpPr>
          <p:cNvPr id="2" name="Rectangle: Rounded Corners 16">
            <a:extLst>
              <a:ext uri="{FF2B5EF4-FFF2-40B4-BE49-F238E27FC236}">
                <a16:creationId xmlns:a16="http://schemas.microsoft.com/office/drawing/2014/main" id="{30AD7C7B-0BBB-FE0B-F5A7-5C0B49C51DA8}"/>
              </a:ext>
            </a:extLst>
          </p:cNvPr>
          <p:cNvSpPr/>
          <p:nvPr userDrawn="1">
            <p:custDataLst>
              <p:tags r:id="rId2"/>
            </p:custDataLst>
          </p:nvPr>
        </p:nvSpPr>
        <p:spPr>
          <a:xfrm>
            <a:off x="4356767" y="3575371"/>
            <a:ext cx="2437579" cy="117488"/>
          </a:xfrm>
          <a:prstGeom prst="roundRect">
            <a:avLst>
              <a:gd name="adj" fmla="val 50000"/>
            </a:avLst>
          </a:prstGeom>
          <a:solidFill>
            <a:srgbClr val="93C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3" name="Groupe 2">
            <a:extLst>
              <a:ext uri="{FF2B5EF4-FFF2-40B4-BE49-F238E27FC236}">
                <a16:creationId xmlns:a16="http://schemas.microsoft.com/office/drawing/2014/main" id="{A27943C2-815C-197E-0311-8BB9A7C47DB1}"/>
              </a:ext>
            </a:extLst>
          </p:cNvPr>
          <p:cNvGrpSpPr/>
          <p:nvPr userDrawn="1">
            <p:custDataLst>
              <p:tags r:id="rId3"/>
            </p:custDataLst>
          </p:nvPr>
        </p:nvGrpSpPr>
        <p:grpSpPr>
          <a:xfrm rot="16200000">
            <a:off x="10068215" y="4320008"/>
            <a:ext cx="1843965" cy="2328292"/>
            <a:chOff x="9790045" y="4246976"/>
            <a:chExt cx="1843965" cy="2328292"/>
          </a:xfrm>
        </p:grpSpPr>
        <p:sp>
          <p:nvSpPr>
            <p:cNvPr id="4" name="Délai  7">
              <a:extLst>
                <a:ext uri="{FF2B5EF4-FFF2-40B4-BE49-F238E27FC236}">
                  <a16:creationId xmlns:a16="http://schemas.microsoft.com/office/drawing/2014/main" id="{8C8E7B4D-0A01-020E-DC3F-D4FBB2F7DD52}"/>
                </a:ext>
              </a:extLst>
            </p:cNvPr>
            <p:cNvSpPr/>
            <p:nvPr/>
          </p:nvSpPr>
          <p:spPr>
            <a:xfrm rot="2571875">
              <a:off x="10485910" y="4484086"/>
              <a:ext cx="1148100" cy="2091182"/>
            </a:xfrm>
            <a:prstGeom prst="flowChartDelay">
              <a:avLst/>
            </a:prstGeom>
            <a:solidFill>
              <a:srgbClr val="93C9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llipse 4">
              <a:extLst>
                <a:ext uri="{FF2B5EF4-FFF2-40B4-BE49-F238E27FC236}">
                  <a16:creationId xmlns:a16="http://schemas.microsoft.com/office/drawing/2014/main" id="{E6550899-D8B3-18E8-E0D9-5CE14F09F8E0}"/>
                </a:ext>
              </a:extLst>
            </p:cNvPr>
            <p:cNvSpPr/>
            <p:nvPr/>
          </p:nvSpPr>
          <p:spPr>
            <a:xfrm>
              <a:off x="9790045" y="4246976"/>
              <a:ext cx="920749" cy="920749"/>
            </a:xfrm>
            <a:prstGeom prst="ellipse">
              <a:avLst/>
            </a:prstGeom>
            <a:solidFill>
              <a:srgbClr val="1020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3155773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4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42" presetClass="path" presetSubtype="0" decel="100000" fill="hold" grpId="1" nodeType="withEffect">
                                  <p:stCondLst>
                                    <p:cond delay="400"/>
                                  </p:stCondLst>
                                  <p:childTnLst>
                                    <p:animMotion origin="layout" path="M -3.125E-6 -4.44444E-6 L 0.02591 -4.44444E-6 " pathEditMode="relative" rAng="0" ptsTypes="AA">
                                      <p:cBhvr>
                                        <p:cTn id="9" dur="1250" spd="-100000" fill="hold"/>
                                        <p:tgtEl>
                                          <p:spTgt spid="2"/>
                                        </p:tgtEl>
                                        <p:attrNameLst>
                                          <p:attrName>ppt_x</p:attrName>
                                          <p:attrName>ppt_y</p:attrName>
                                        </p:attrNameLst>
                                      </p:cBhvr>
                                      <p:rCtr x="128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rchirecture_Section_Jaun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mars 25</a:t>
            </a:fld>
            <a:r>
              <a:rPr lang="fr-FR" sz="1100" kern="1200" dirty="0">
                <a:solidFill>
                  <a:schemeClr val="bg1"/>
                </a:solidFill>
                <a:latin typeface="Avenir Book" panose="02000503020000020003"/>
                <a:ea typeface="+mn-ea"/>
                <a:cs typeface="+mn-cs"/>
              </a:rPr>
              <a:t>    |</a:t>
            </a:r>
          </a:p>
        </p:txBody>
      </p:sp>
      <p:sp>
        <p:nvSpPr>
          <p:cNvPr id="9" name="Espace réservé du texte 8">
            <a:extLst>
              <a:ext uri="{FF2B5EF4-FFF2-40B4-BE49-F238E27FC236}">
                <a16:creationId xmlns:a16="http://schemas.microsoft.com/office/drawing/2014/main" id="{A053FBA9-8D6E-4662-095D-6F7BA72D7393}"/>
              </a:ext>
            </a:extLst>
          </p:cNvPr>
          <p:cNvSpPr>
            <a:spLocks noGrp="1"/>
          </p:cNvSpPr>
          <p:nvPr>
            <p:ph type="body" sz="quarter" idx="10" hasCustomPrompt="1"/>
          </p:nvPr>
        </p:nvSpPr>
        <p:spPr>
          <a:xfrm>
            <a:off x="1761206" y="1512888"/>
            <a:ext cx="2374959" cy="4256087"/>
          </a:xfrm>
          <a:prstGeom prst="rect">
            <a:avLst/>
          </a:prstGeom>
        </p:spPr>
        <p:txBody>
          <a:bodyPr/>
          <a:lstStyle>
            <a:lvl1pPr marL="0" indent="0">
              <a:buNone/>
              <a:defRPr/>
            </a:lvl1pPr>
          </a:lstStyle>
          <a:p>
            <a:pPr lvl="0"/>
            <a:r>
              <a:rPr kumimoji="0" lang="fr-FR" sz="34400" b="1" i="0" u="none" strike="noStrike" kern="1200" cap="none" spc="0" normalizeH="0" baseline="0" noProof="0" dirty="0">
                <a:ln>
                  <a:noFill/>
                </a:ln>
                <a:solidFill>
                  <a:srgbClr val="FAB82F"/>
                </a:solidFill>
                <a:effectLst/>
                <a:uLnTx/>
                <a:uFillTx/>
                <a:latin typeface="Avenir Black" panose="02000503020000020003" pitchFamily="2" charset="0"/>
                <a:ea typeface="+mn-ea"/>
                <a:cs typeface="+mn-cs"/>
              </a:rPr>
              <a:t>0</a:t>
            </a:r>
            <a:endParaRPr lang="fr-FR" dirty="0"/>
          </a:p>
        </p:txBody>
      </p:sp>
      <p:sp>
        <p:nvSpPr>
          <p:cNvPr id="13" name="Espace réservé du texte 12">
            <a:extLst>
              <a:ext uri="{FF2B5EF4-FFF2-40B4-BE49-F238E27FC236}">
                <a16:creationId xmlns:a16="http://schemas.microsoft.com/office/drawing/2014/main" id="{A4E0DD6F-2100-E8CD-7021-B364F225952F}"/>
              </a:ext>
            </a:extLst>
          </p:cNvPr>
          <p:cNvSpPr>
            <a:spLocks noGrp="1"/>
          </p:cNvSpPr>
          <p:nvPr>
            <p:ph type="body" sz="quarter" idx="11" hasCustomPrompt="1"/>
          </p:nvPr>
        </p:nvSpPr>
        <p:spPr>
          <a:xfrm>
            <a:off x="4229868" y="2101910"/>
            <a:ext cx="6349822" cy="1777881"/>
          </a:xfrm>
          <a:prstGeom prst="rect">
            <a:avLst/>
          </a:prstGeom>
        </p:spPr>
        <p:txBody>
          <a:bodyPr/>
          <a:lstStyle>
            <a:lvl1pPr marL="0" indent="0">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TITRE SUR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DEUX LIGNES</a:t>
            </a:r>
          </a:p>
        </p:txBody>
      </p:sp>
      <p:sp>
        <p:nvSpPr>
          <p:cNvPr id="20" name="Espace réservé du texte 19">
            <a:extLst>
              <a:ext uri="{FF2B5EF4-FFF2-40B4-BE49-F238E27FC236}">
                <a16:creationId xmlns:a16="http://schemas.microsoft.com/office/drawing/2014/main" id="{8F6EF4AE-70CF-CFED-4B5E-81E4B5220C1A}"/>
              </a:ext>
            </a:extLst>
          </p:cNvPr>
          <p:cNvSpPr>
            <a:spLocks noGrp="1"/>
          </p:cNvSpPr>
          <p:nvPr>
            <p:ph type="body" sz="quarter" idx="12" hasCustomPrompt="1"/>
          </p:nvPr>
        </p:nvSpPr>
        <p:spPr>
          <a:xfrm>
            <a:off x="4221400" y="3958903"/>
            <a:ext cx="6160968" cy="555555"/>
          </a:xfrm>
          <a:prstGeom prst="rect">
            <a:avLst/>
          </a:prstGeom>
        </p:spPr>
        <p:txBody>
          <a:bodyPr/>
          <a:lstStyle>
            <a:lvl1pPr marL="0" indent="0">
              <a:buNone/>
              <a:defRPr/>
            </a:lvl1pPr>
          </a:lstStyle>
          <a:p>
            <a:pPr marL="0" indent="0" algn="l">
              <a:buNone/>
            </a:pPr>
            <a:r>
              <a:rPr lang="fr-FR" sz="2800" b="1" dirty="0">
                <a:solidFill>
                  <a:srgbClr val="FAB82F"/>
                </a:solidFill>
                <a:highlight>
                  <a:srgbClr val="102031"/>
                </a:highlight>
                <a:latin typeface="Avenir Light" panose="020B0402020203020204" pitchFamily="34" charset="77"/>
              </a:rPr>
              <a:t>TITRE</a:t>
            </a:r>
          </a:p>
        </p:txBody>
      </p:sp>
      <p:sp>
        <p:nvSpPr>
          <p:cNvPr id="6" name="Rectangle: Rounded Corners 16">
            <a:extLst>
              <a:ext uri="{FF2B5EF4-FFF2-40B4-BE49-F238E27FC236}">
                <a16:creationId xmlns:a16="http://schemas.microsoft.com/office/drawing/2014/main" id="{87A765EA-8209-C0AB-E177-D27F890D3D54}"/>
              </a:ext>
            </a:extLst>
          </p:cNvPr>
          <p:cNvSpPr/>
          <p:nvPr userDrawn="1">
            <p:custDataLst>
              <p:tags r:id="rId2"/>
            </p:custDataLst>
          </p:nvPr>
        </p:nvSpPr>
        <p:spPr>
          <a:xfrm>
            <a:off x="4314041" y="3575371"/>
            <a:ext cx="2437579" cy="117488"/>
          </a:xfrm>
          <a:prstGeom prst="roundRect">
            <a:avLst>
              <a:gd name="adj" fmla="val 50000"/>
            </a:avLst>
          </a:prstGeom>
          <a:solidFill>
            <a:srgbClr val="FAB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7" name="Groupe 6">
            <a:extLst>
              <a:ext uri="{FF2B5EF4-FFF2-40B4-BE49-F238E27FC236}">
                <a16:creationId xmlns:a16="http://schemas.microsoft.com/office/drawing/2014/main" id="{273F78D3-A8A3-EB74-F642-941A069D8E8C}"/>
              </a:ext>
            </a:extLst>
          </p:cNvPr>
          <p:cNvGrpSpPr/>
          <p:nvPr userDrawn="1">
            <p:custDataLst>
              <p:tags r:id="rId3"/>
            </p:custDataLst>
          </p:nvPr>
        </p:nvGrpSpPr>
        <p:grpSpPr>
          <a:xfrm rot="5182598">
            <a:off x="9813622" y="4184800"/>
            <a:ext cx="1843965" cy="2328292"/>
            <a:chOff x="9790045" y="4246976"/>
            <a:chExt cx="1843965" cy="2328292"/>
          </a:xfrm>
        </p:grpSpPr>
        <p:sp>
          <p:nvSpPr>
            <p:cNvPr id="8" name="Délai  2">
              <a:extLst>
                <a:ext uri="{FF2B5EF4-FFF2-40B4-BE49-F238E27FC236}">
                  <a16:creationId xmlns:a16="http://schemas.microsoft.com/office/drawing/2014/main" id="{1FC19798-C751-4583-5166-BF052A5991B1}"/>
                </a:ext>
              </a:extLst>
            </p:cNvPr>
            <p:cNvSpPr/>
            <p:nvPr/>
          </p:nvSpPr>
          <p:spPr>
            <a:xfrm rot="2571875">
              <a:off x="10485910" y="4484086"/>
              <a:ext cx="1148100" cy="2091182"/>
            </a:xfrm>
            <a:prstGeom prst="flowChartDelay">
              <a:avLst/>
            </a:prstGeom>
            <a:solidFill>
              <a:srgbClr val="1020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FAB06DC7-1819-7047-B03C-3ADA4971DB8E}"/>
                </a:ext>
              </a:extLst>
            </p:cNvPr>
            <p:cNvSpPr/>
            <p:nvPr/>
          </p:nvSpPr>
          <p:spPr>
            <a:xfrm>
              <a:off x="9790045" y="4246976"/>
              <a:ext cx="920749" cy="920749"/>
            </a:xfrm>
            <a:prstGeom prst="ellipse">
              <a:avLst/>
            </a:prstGeom>
            <a:solidFill>
              <a:srgbClr val="FAB8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2973363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4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par>
                                <p:cTn id="8" presetID="42" presetClass="path" presetSubtype="0" decel="100000" fill="hold" grpId="1" nodeType="withEffect">
                                  <p:stCondLst>
                                    <p:cond delay="400"/>
                                  </p:stCondLst>
                                  <p:childTnLst>
                                    <p:animMotion origin="layout" path="M -3.125E-6 -4.44444E-6 L 0.02591 -4.44444E-6 " pathEditMode="relative" rAng="0" ptsTypes="AA">
                                      <p:cBhvr>
                                        <p:cTn id="9" dur="1250" spd="-100000" fill="hold"/>
                                        <p:tgtEl>
                                          <p:spTgt spid="6"/>
                                        </p:tgtEl>
                                        <p:attrNameLst>
                                          <p:attrName>ppt_x</p:attrName>
                                          <p:attrName>ppt_y</p:attrName>
                                        </p:attrNameLst>
                                      </p:cBhvr>
                                      <p:rCtr x="128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rchirecture_Section_viole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mars 25</a:t>
            </a:fld>
            <a:r>
              <a:rPr lang="fr-FR" sz="1100" kern="1200" dirty="0">
                <a:solidFill>
                  <a:schemeClr val="bg1"/>
                </a:solidFill>
                <a:latin typeface="Avenir Book" panose="02000503020000020003"/>
                <a:ea typeface="+mn-ea"/>
                <a:cs typeface="+mn-cs"/>
              </a:rPr>
              <a:t>    |</a:t>
            </a:r>
          </a:p>
        </p:txBody>
      </p:sp>
      <p:sp>
        <p:nvSpPr>
          <p:cNvPr id="9" name="Espace réservé du texte 8">
            <a:extLst>
              <a:ext uri="{FF2B5EF4-FFF2-40B4-BE49-F238E27FC236}">
                <a16:creationId xmlns:a16="http://schemas.microsoft.com/office/drawing/2014/main" id="{A053FBA9-8D6E-4662-095D-6F7BA72D7393}"/>
              </a:ext>
            </a:extLst>
          </p:cNvPr>
          <p:cNvSpPr>
            <a:spLocks noGrp="1"/>
          </p:cNvSpPr>
          <p:nvPr>
            <p:ph type="body" sz="quarter" idx="10" hasCustomPrompt="1"/>
          </p:nvPr>
        </p:nvSpPr>
        <p:spPr>
          <a:xfrm>
            <a:off x="1761206" y="1512888"/>
            <a:ext cx="2374959" cy="4256087"/>
          </a:xfrm>
          <a:prstGeom prst="rect">
            <a:avLst/>
          </a:prstGeom>
        </p:spPr>
        <p:txBody>
          <a:bodyPr/>
          <a:lstStyle>
            <a:lvl1pPr marL="0" indent="0">
              <a:buNone/>
              <a:defRPr/>
            </a:lvl1pPr>
          </a:lstStyle>
          <a:p>
            <a:pPr lvl="0"/>
            <a:r>
              <a:rPr kumimoji="0" lang="fr-FR" sz="34400" b="1" i="0" u="none" strike="noStrike" kern="1200" cap="none" spc="0" normalizeH="0" baseline="0" noProof="0" dirty="0">
                <a:ln>
                  <a:noFill/>
                </a:ln>
                <a:solidFill>
                  <a:srgbClr val="6B8DE7"/>
                </a:solidFill>
                <a:effectLst/>
                <a:uLnTx/>
                <a:uFillTx/>
                <a:latin typeface="Avenir Black" panose="02000503020000020003" pitchFamily="2" charset="0"/>
                <a:ea typeface="+mn-ea"/>
                <a:cs typeface="+mn-cs"/>
              </a:rPr>
              <a:t>0</a:t>
            </a:r>
            <a:endParaRPr lang="fr-FR" dirty="0"/>
          </a:p>
        </p:txBody>
      </p:sp>
      <p:sp>
        <p:nvSpPr>
          <p:cNvPr id="13" name="Espace réservé du texte 12">
            <a:extLst>
              <a:ext uri="{FF2B5EF4-FFF2-40B4-BE49-F238E27FC236}">
                <a16:creationId xmlns:a16="http://schemas.microsoft.com/office/drawing/2014/main" id="{A4E0DD6F-2100-E8CD-7021-B364F225952F}"/>
              </a:ext>
            </a:extLst>
          </p:cNvPr>
          <p:cNvSpPr>
            <a:spLocks noGrp="1"/>
          </p:cNvSpPr>
          <p:nvPr>
            <p:ph type="body" sz="quarter" idx="11" hasCustomPrompt="1"/>
          </p:nvPr>
        </p:nvSpPr>
        <p:spPr>
          <a:xfrm>
            <a:off x="4229868" y="2101910"/>
            <a:ext cx="6349822" cy="1777881"/>
          </a:xfrm>
          <a:prstGeom prst="rect">
            <a:avLst/>
          </a:prstGeom>
        </p:spPr>
        <p:txBody>
          <a:bodyPr/>
          <a:lstStyle>
            <a:lvl1pPr marL="0" indent="0">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TITRE SUR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DEUX LIGNES</a:t>
            </a:r>
          </a:p>
        </p:txBody>
      </p:sp>
      <p:sp>
        <p:nvSpPr>
          <p:cNvPr id="20" name="Espace réservé du texte 19">
            <a:extLst>
              <a:ext uri="{FF2B5EF4-FFF2-40B4-BE49-F238E27FC236}">
                <a16:creationId xmlns:a16="http://schemas.microsoft.com/office/drawing/2014/main" id="{8F6EF4AE-70CF-CFED-4B5E-81E4B5220C1A}"/>
              </a:ext>
            </a:extLst>
          </p:cNvPr>
          <p:cNvSpPr>
            <a:spLocks noGrp="1"/>
          </p:cNvSpPr>
          <p:nvPr>
            <p:ph type="body" sz="quarter" idx="12" hasCustomPrompt="1"/>
          </p:nvPr>
        </p:nvSpPr>
        <p:spPr>
          <a:xfrm>
            <a:off x="4221400" y="3958903"/>
            <a:ext cx="6160968" cy="555555"/>
          </a:xfrm>
          <a:prstGeom prst="rect">
            <a:avLst/>
          </a:prstGeom>
        </p:spPr>
        <p:txBody>
          <a:bodyPr/>
          <a:lstStyle>
            <a:lvl1pPr marL="0" indent="0">
              <a:buNone/>
              <a:defRPr/>
            </a:lvl1pPr>
          </a:lstStyle>
          <a:p>
            <a:pPr marL="0" indent="0" algn="l">
              <a:buNone/>
            </a:pPr>
            <a:r>
              <a:rPr lang="fr-FR" sz="2800" b="1" dirty="0">
                <a:solidFill>
                  <a:srgbClr val="6B8DE7"/>
                </a:solidFill>
                <a:highlight>
                  <a:srgbClr val="102031"/>
                </a:highlight>
                <a:latin typeface="Avenir Light" panose="020B0402020203020204" pitchFamily="34" charset="77"/>
              </a:rPr>
              <a:t>TITRE</a:t>
            </a:r>
          </a:p>
        </p:txBody>
      </p:sp>
      <p:sp>
        <p:nvSpPr>
          <p:cNvPr id="2" name="Rectangle: Rounded Corners 16">
            <a:extLst>
              <a:ext uri="{FF2B5EF4-FFF2-40B4-BE49-F238E27FC236}">
                <a16:creationId xmlns:a16="http://schemas.microsoft.com/office/drawing/2014/main" id="{7BE6B667-0822-2608-50CA-857E3D45D61B}"/>
              </a:ext>
            </a:extLst>
          </p:cNvPr>
          <p:cNvSpPr/>
          <p:nvPr userDrawn="1">
            <p:custDataLst>
              <p:tags r:id="rId2"/>
            </p:custDataLst>
          </p:nvPr>
        </p:nvSpPr>
        <p:spPr>
          <a:xfrm>
            <a:off x="4348224" y="3575371"/>
            <a:ext cx="2437579" cy="117488"/>
          </a:xfrm>
          <a:prstGeom prst="roundRect">
            <a:avLst>
              <a:gd name="adj" fmla="val 50000"/>
            </a:avLst>
          </a:prstGeom>
          <a:solidFill>
            <a:srgbClr val="6B8D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5" name="Groupe 4">
            <a:extLst>
              <a:ext uri="{FF2B5EF4-FFF2-40B4-BE49-F238E27FC236}">
                <a16:creationId xmlns:a16="http://schemas.microsoft.com/office/drawing/2014/main" id="{314033DC-F477-DC95-DD58-383885B87730}"/>
              </a:ext>
            </a:extLst>
          </p:cNvPr>
          <p:cNvGrpSpPr/>
          <p:nvPr userDrawn="1">
            <p:custDataLst>
              <p:tags r:id="rId3"/>
            </p:custDataLst>
          </p:nvPr>
        </p:nvGrpSpPr>
        <p:grpSpPr>
          <a:xfrm rot="10800000">
            <a:off x="9978788" y="4111926"/>
            <a:ext cx="1816971" cy="2294210"/>
            <a:chOff x="9789002" y="336546"/>
            <a:chExt cx="1843965" cy="2328292"/>
          </a:xfrm>
        </p:grpSpPr>
        <p:sp>
          <p:nvSpPr>
            <p:cNvPr id="12" name="Délai  15">
              <a:extLst>
                <a:ext uri="{FF2B5EF4-FFF2-40B4-BE49-F238E27FC236}">
                  <a16:creationId xmlns:a16="http://schemas.microsoft.com/office/drawing/2014/main" id="{17BA1938-6CA8-436E-94D7-4D07E53A05D6}"/>
                </a:ext>
              </a:extLst>
            </p:cNvPr>
            <p:cNvSpPr/>
            <p:nvPr/>
          </p:nvSpPr>
          <p:spPr>
            <a:xfrm rot="2571875">
              <a:off x="10484867" y="573656"/>
              <a:ext cx="1148100" cy="2091182"/>
            </a:xfrm>
            <a:prstGeom prst="flowChartDelay">
              <a:avLst/>
            </a:prstGeom>
            <a:solidFill>
              <a:srgbClr val="6B8D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Ellipse 13">
              <a:extLst>
                <a:ext uri="{FF2B5EF4-FFF2-40B4-BE49-F238E27FC236}">
                  <a16:creationId xmlns:a16="http://schemas.microsoft.com/office/drawing/2014/main" id="{14BCEBD8-D08C-82E6-565F-525A3168599C}"/>
                </a:ext>
              </a:extLst>
            </p:cNvPr>
            <p:cNvSpPr/>
            <p:nvPr/>
          </p:nvSpPr>
          <p:spPr>
            <a:xfrm>
              <a:off x="9789002" y="336546"/>
              <a:ext cx="920749" cy="920749"/>
            </a:xfrm>
            <a:prstGeom prst="ellipse">
              <a:avLst/>
            </a:prstGeom>
            <a:solidFill>
              <a:srgbClr val="FF5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1186653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4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42" presetClass="path" presetSubtype="0" decel="100000" fill="hold" grpId="1" nodeType="withEffect">
                                  <p:stCondLst>
                                    <p:cond delay="400"/>
                                  </p:stCondLst>
                                  <p:childTnLst>
                                    <p:animMotion origin="layout" path="M -3.125E-6 -4.44444E-6 L 0.02591 -4.44444E-6 " pathEditMode="relative" rAng="0" ptsTypes="AA">
                                      <p:cBhvr>
                                        <p:cTn id="9" dur="1250" spd="-100000" fill="hold"/>
                                        <p:tgtEl>
                                          <p:spTgt spid="2"/>
                                        </p:tgtEl>
                                        <p:attrNameLst>
                                          <p:attrName>ppt_x</p:attrName>
                                          <p:attrName>ppt_y</p:attrName>
                                        </p:attrNameLst>
                                      </p:cBhvr>
                                      <p:rCtr x="128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rchirecture_Section_turquois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mars 25</a:t>
            </a:fld>
            <a:r>
              <a:rPr lang="fr-FR" sz="1100" kern="1200" dirty="0">
                <a:solidFill>
                  <a:schemeClr val="bg1"/>
                </a:solidFill>
                <a:latin typeface="Avenir Book" panose="02000503020000020003"/>
                <a:ea typeface="+mn-ea"/>
                <a:cs typeface="+mn-cs"/>
              </a:rPr>
              <a:t>    |</a:t>
            </a:r>
          </a:p>
        </p:txBody>
      </p:sp>
      <p:sp>
        <p:nvSpPr>
          <p:cNvPr id="9" name="Espace réservé du texte 8">
            <a:extLst>
              <a:ext uri="{FF2B5EF4-FFF2-40B4-BE49-F238E27FC236}">
                <a16:creationId xmlns:a16="http://schemas.microsoft.com/office/drawing/2014/main" id="{A053FBA9-8D6E-4662-095D-6F7BA72D7393}"/>
              </a:ext>
            </a:extLst>
          </p:cNvPr>
          <p:cNvSpPr>
            <a:spLocks noGrp="1"/>
          </p:cNvSpPr>
          <p:nvPr>
            <p:ph type="body" sz="quarter" idx="10" hasCustomPrompt="1"/>
          </p:nvPr>
        </p:nvSpPr>
        <p:spPr>
          <a:xfrm>
            <a:off x="1761206" y="1512888"/>
            <a:ext cx="2374959" cy="4256087"/>
          </a:xfrm>
          <a:prstGeom prst="rect">
            <a:avLst/>
          </a:prstGeom>
        </p:spPr>
        <p:txBody>
          <a:bodyPr/>
          <a:lstStyle>
            <a:lvl1pPr marL="0" indent="0">
              <a:buNone/>
              <a:defRPr/>
            </a:lvl1pPr>
          </a:lstStyle>
          <a:p>
            <a:pPr lvl="0"/>
            <a:r>
              <a:rPr kumimoji="0" lang="fr-FR" sz="34400" b="1" i="0" u="none" strike="noStrike" kern="1200" cap="none" spc="0" normalizeH="0" baseline="0" noProof="0" dirty="0">
                <a:ln>
                  <a:noFill/>
                </a:ln>
                <a:solidFill>
                  <a:srgbClr val="2F9BB2"/>
                </a:solidFill>
                <a:effectLst/>
                <a:uLnTx/>
                <a:uFillTx/>
                <a:latin typeface="Avenir Black" panose="02000503020000020003" pitchFamily="2" charset="0"/>
                <a:ea typeface="+mn-ea"/>
                <a:cs typeface="+mn-cs"/>
              </a:rPr>
              <a:t>0</a:t>
            </a:r>
            <a:endParaRPr lang="fr-FR" dirty="0"/>
          </a:p>
        </p:txBody>
      </p:sp>
      <p:sp>
        <p:nvSpPr>
          <p:cNvPr id="13" name="Espace réservé du texte 12">
            <a:extLst>
              <a:ext uri="{FF2B5EF4-FFF2-40B4-BE49-F238E27FC236}">
                <a16:creationId xmlns:a16="http://schemas.microsoft.com/office/drawing/2014/main" id="{A4E0DD6F-2100-E8CD-7021-B364F225952F}"/>
              </a:ext>
            </a:extLst>
          </p:cNvPr>
          <p:cNvSpPr>
            <a:spLocks noGrp="1"/>
          </p:cNvSpPr>
          <p:nvPr>
            <p:ph type="body" sz="quarter" idx="11" hasCustomPrompt="1"/>
          </p:nvPr>
        </p:nvSpPr>
        <p:spPr>
          <a:xfrm>
            <a:off x="4229868" y="2101910"/>
            <a:ext cx="6349822" cy="1777881"/>
          </a:xfrm>
          <a:prstGeom prst="rect">
            <a:avLst/>
          </a:prstGeom>
        </p:spPr>
        <p:txBody>
          <a:bodyPr/>
          <a:lstStyle>
            <a:lvl1pPr marL="0" indent="0">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TITRE SUR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DEUX LIGNES</a:t>
            </a:r>
          </a:p>
        </p:txBody>
      </p:sp>
      <p:sp>
        <p:nvSpPr>
          <p:cNvPr id="20" name="Espace réservé du texte 19">
            <a:extLst>
              <a:ext uri="{FF2B5EF4-FFF2-40B4-BE49-F238E27FC236}">
                <a16:creationId xmlns:a16="http://schemas.microsoft.com/office/drawing/2014/main" id="{8F6EF4AE-70CF-CFED-4B5E-81E4B5220C1A}"/>
              </a:ext>
            </a:extLst>
          </p:cNvPr>
          <p:cNvSpPr>
            <a:spLocks noGrp="1"/>
          </p:cNvSpPr>
          <p:nvPr>
            <p:ph type="body" sz="quarter" idx="12" hasCustomPrompt="1"/>
          </p:nvPr>
        </p:nvSpPr>
        <p:spPr>
          <a:xfrm>
            <a:off x="4221400" y="3958903"/>
            <a:ext cx="6160968" cy="555555"/>
          </a:xfrm>
          <a:prstGeom prst="rect">
            <a:avLst/>
          </a:prstGeom>
        </p:spPr>
        <p:txBody>
          <a:bodyPr/>
          <a:lstStyle>
            <a:lvl1pPr marL="0" indent="0">
              <a:buNone/>
              <a:defRPr/>
            </a:lvl1pPr>
          </a:lstStyle>
          <a:p>
            <a:r>
              <a:rPr lang="fr-FR" sz="2800" b="1" dirty="0">
                <a:solidFill>
                  <a:srgbClr val="2F9BB2"/>
                </a:solidFill>
                <a:highlight>
                  <a:srgbClr val="102031"/>
                </a:highlight>
                <a:latin typeface="Avenir Light" panose="020B0402020203020204" pitchFamily="34" charset="77"/>
              </a:rPr>
              <a:t>TITRE</a:t>
            </a:r>
            <a:endParaRPr lang="fr-FR" sz="2800" b="1" dirty="0">
              <a:solidFill>
                <a:srgbClr val="6B8DE7"/>
              </a:solidFill>
              <a:highlight>
                <a:srgbClr val="102031"/>
              </a:highlight>
              <a:latin typeface="Avenir Light" panose="020B0402020203020204" pitchFamily="34" charset="77"/>
            </a:endParaRPr>
          </a:p>
        </p:txBody>
      </p:sp>
      <p:sp>
        <p:nvSpPr>
          <p:cNvPr id="3" name="Rectangle: Rounded Corners 16">
            <a:extLst>
              <a:ext uri="{FF2B5EF4-FFF2-40B4-BE49-F238E27FC236}">
                <a16:creationId xmlns:a16="http://schemas.microsoft.com/office/drawing/2014/main" id="{B1F662C7-E533-6556-81C2-9855CFBF5D4C}"/>
              </a:ext>
            </a:extLst>
          </p:cNvPr>
          <p:cNvSpPr/>
          <p:nvPr userDrawn="1">
            <p:custDataLst>
              <p:tags r:id="rId2"/>
            </p:custDataLst>
          </p:nvPr>
        </p:nvSpPr>
        <p:spPr>
          <a:xfrm>
            <a:off x="4344986" y="3564597"/>
            <a:ext cx="2437579" cy="117488"/>
          </a:xfrm>
          <a:prstGeom prst="roundRect">
            <a:avLst>
              <a:gd name="adj" fmla="val 50000"/>
            </a:avLst>
          </a:prstGeom>
          <a:solidFill>
            <a:srgbClr val="2F9B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 name="Groupe 3">
            <a:extLst>
              <a:ext uri="{FF2B5EF4-FFF2-40B4-BE49-F238E27FC236}">
                <a16:creationId xmlns:a16="http://schemas.microsoft.com/office/drawing/2014/main" id="{B0EFE777-5E25-54F0-4081-C131B0F9DEAB}"/>
              </a:ext>
            </a:extLst>
          </p:cNvPr>
          <p:cNvGrpSpPr/>
          <p:nvPr userDrawn="1">
            <p:custDataLst>
              <p:tags r:id="rId3"/>
            </p:custDataLst>
          </p:nvPr>
        </p:nvGrpSpPr>
        <p:grpSpPr>
          <a:xfrm rot="13580166">
            <a:off x="10119122" y="4057484"/>
            <a:ext cx="1821722" cy="2300207"/>
            <a:chOff x="9789002" y="336546"/>
            <a:chExt cx="1843965" cy="2328292"/>
          </a:xfrm>
        </p:grpSpPr>
        <p:sp>
          <p:nvSpPr>
            <p:cNvPr id="6" name="Délai  10">
              <a:extLst>
                <a:ext uri="{FF2B5EF4-FFF2-40B4-BE49-F238E27FC236}">
                  <a16:creationId xmlns:a16="http://schemas.microsoft.com/office/drawing/2014/main" id="{79C16733-4A80-A237-9151-07F58F1F3699}"/>
                </a:ext>
              </a:extLst>
            </p:cNvPr>
            <p:cNvSpPr/>
            <p:nvPr/>
          </p:nvSpPr>
          <p:spPr>
            <a:xfrm rot="2571875">
              <a:off x="10484867" y="573656"/>
              <a:ext cx="1148100" cy="2091182"/>
            </a:xfrm>
            <a:prstGeom prst="flowChartDelay">
              <a:avLst/>
            </a:prstGeom>
            <a:solidFill>
              <a:srgbClr val="309B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llipse 6">
              <a:extLst>
                <a:ext uri="{FF2B5EF4-FFF2-40B4-BE49-F238E27FC236}">
                  <a16:creationId xmlns:a16="http://schemas.microsoft.com/office/drawing/2014/main" id="{0DE57359-16FA-5993-A392-84030FACEC80}"/>
                </a:ext>
              </a:extLst>
            </p:cNvPr>
            <p:cNvSpPr/>
            <p:nvPr/>
          </p:nvSpPr>
          <p:spPr>
            <a:xfrm>
              <a:off x="9789002" y="336546"/>
              <a:ext cx="920749" cy="920749"/>
            </a:xfrm>
            <a:prstGeom prst="ellipse">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1702328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4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par>
                                <p:cTn id="8" presetID="42" presetClass="path" presetSubtype="0" decel="100000" fill="hold" grpId="1" nodeType="withEffect">
                                  <p:stCondLst>
                                    <p:cond delay="400"/>
                                  </p:stCondLst>
                                  <p:childTnLst>
                                    <p:animMotion origin="layout" path="M -3.125E-6 -4.44444E-6 L 0.02591 -4.44444E-6 " pathEditMode="relative" rAng="0" ptsTypes="AA">
                                      <p:cBhvr>
                                        <p:cTn id="9" dur="1250" spd="-100000" fill="hold"/>
                                        <p:tgtEl>
                                          <p:spTgt spid="3"/>
                                        </p:tgtEl>
                                        <p:attrNameLst>
                                          <p:attrName>ppt_x</p:attrName>
                                          <p:attrName>ppt_y</p:attrName>
                                        </p:attrNameLst>
                                      </p:cBhvr>
                                      <p:rCtr x="128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13" Type="http://schemas.openxmlformats.org/officeDocument/2006/relationships/tags" Target="../tags/tag5.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ags" Target="../tags/tag4.xml"/><Relationship Id="rId17" Type="http://schemas.openxmlformats.org/officeDocument/2006/relationships/image" Target="../media/image5.svg"/><Relationship Id="rId2" Type="http://schemas.openxmlformats.org/officeDocument/2006/relationships/slideLayout" Target="../slideLayouts/slideLayout28.xml"/><Relationship Id="rId16" Type="http://schemas.openxmlformats.org/officeDocument/2006/relationships/image" Target="../media/image4.png"/><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tags" Target="../tags/tag3.xml"/><Relationship Id="rId5" Type="http://schemas.openxmlformats.org/officeDocument/2006/relationships/slideLayout" Target="../slideLayouts/slideLayout31.xml"/><Relationship Id="rId15" Type="http://schemas.openxmlformats.org/officeDocument/2006/relationships/tags" Target="../tags/tag7.xml"/><Relationship Id="rId10" Type="http://schemas.openxmlformats.org/officeDocument/2006/relationships/tags" Target="../tags/tag2.xml"/><Relationship Id="rId4" Type="http://schemas.openxmlformats.org/officeDocument/2006/relationships/slideLayout" Target="../slideLayouts/slideLayout30.xml"/><Relationship Id="rId9" Type="http://schemas.openxmlformats.org/officeDocument/2006/relationships/tags" Target="../tags/tag1.xml"/><Relationship Id="rId14" Type="http://schemas.openxmlformats.org/officeDocument/2006/relationships/tags" Target="../tags/tag6.xml"/></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38.xml"/><Relationship Id="rId13" Type="http://schemas.openxmlformats.org/officeDocument/2006/relationships/image" Target="../media/image4.png"/><Relationship Id="rId3" Type="http://schemas.openxmlformats.org/officeDocument/2006/relationships/slideLayout" Target="../slideLayouts/slideLayout36.xml"/><Relationship Id="rId7" Type="http://schemas.openxmlformats.org/officeDocument/2006/relationships/theme" Target="../theme/theme3.xml"/><Relationship Id="rId12" Type="http://schemas.openxmlformats.org/officeDocument/2006/relationships/tags" Target="../tags/tag42.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tags" Target="../tags/tag41.xml"/><Relationship Id="rId5" Type="http://schemas.openxmlformats.org/officeDocument/2006/relationships/slideLayout" Target="../slideLayouts/slideLayout38.xml"/><Relationship Id="rId15" Type="http://schemas.openxmlformats.org/officeDocument/2006/relationships/image" Target="../media/image20.png"/><Relationship Id="rId10" Type="http://schemas.openxmlformats.org/officeDocument/2006/relationships/tags" Target="../tags/tag40.xml"/><Relationship Id="rId4" Type="http://schemas.openxmlformats.org/officeDocument/2006/relationships/slideLayout" Target="../slideLayouts/slideLayout37.xml"/><Relationship Id="rId9" Type="http://schemas.openxmlformats.org/officeDocument/2006/relationships/tags" Target="../tags/tag39.xml"/><Relationship Id="rId14" Type="http://schemas.openxmlformats.org/officeDocument/2006/relationships/image" Target="../media/image5.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6" name="Forme libre 25">
            <a:extLst>
              <a:ext uri="{FF2B5EF4-FFF2-40B4-BE49-F238E27FC236}">
                <a16:creationId xmlns:a16="http://schemas.microsoft.com/office/drawing/2014/main" id="{1F86ED98-ECB6-B545-B96D-487DB096D68B}"/>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2" name="Espace réservé du titre 1">
            <a:extLst>
              <a:ext uri="{FF2B5EF4-FFF2-40B4-BE49-F238E27FC236}">
                <a16:creationId xmlns:a16="http://schemas.microsoft.com/office/drawing/2014/main" id="{A54A61B3-8DF8-A1A6-BC1C-0E727CB26CA1}"/>
              </a:ext>
            </a:extLst>
          </p:cNvPr>
          <p:cNvSpPr>
            <a:spLocks noGrp="1"/>
          </p:cNvSpPr>
          <p:nvPr>
            <p:ph type="title"/>
          </p:nvPr>
        </p:nvSpPr>
        <p:spPr>
          <a:xfrm>
            <a:off x="537575" y="849535"/>
            <a:ext cx="11086578" cy="590931"/>
          </a:xfrm>
          <a:prstGeom prst="rect">
            <a:avLst/>
          </a:prstGeom>
        </p:spPr>
        <p:txBody>
          <a:bodyPr vert="horz" wrap="square" lIns="91440" tIns="45720" rIns="91440" bIns="45720" rtlCol="0" anchor="t" anchorCtr="0">
            <a:spAutoFit/>
          </a:bodyPr>
          <a:lstStyle/>
          <a:p>
            <a:r>
              <a:rPr lang="fr-FR"/>
              <a:t>Titre de la slide</a:t>
            </a:r>
          </a:p>
        </p:txBody>
      </p:sp>
      <p:sp>
        <p:nvSpPr>
          <p:cNvPr id="3" name="Espace réservé du texte 2">
            <a:extLst>
              <a:ext uri="{FF2B5EF4-FFF2-40B4-BE49-F238E27FC236}">
                <a16:creationId xmlns:a16="http://schemas.microsoft.com/office/drawing/2014/main" id="{1F692DB4-FE59-0C09-79A5-C9DD1B631E18}"/>
              </a:ext>
            </a:extLst>
          </p:cNvPr>
          <p:cNvSpPr>
            <a:spLocks noGrp="1"/>
          </p:cNvSpPr>
          <p:nvPr>
            <p:ph type="body" idx="1"/>
          </p:nvPr>
        </p:nvSpPr>
        <p:spPr>
          <a:xfrm>
            <a:off x="537575" y="2175048"/>
            <a:ext cx="11086578" cy="3820891"/>
          </a:xfrm>
          <a:prstGeom prst="rect">
            <a:avLst/>
          </a:prstGeom>
        </p:spPr>
        <p:txBody>
          <a:bodyPr vert="horz" lIns="91440" tIns="45720" rIns="91440" bIns="45720" rtlCol="0">
            <a:normAutofit/>
          </a:bodyPr>
          <a:lstStyle/>
          <a:p>
            <a:pPr lvl="0"/>
            <a:r>
              <a:rPr lang="fr-FR"/>
              <a:t>Lorem ipsum </a:t>
            </a:r>
            <a:r>
              <a:rPr lang="fr-FR" err="1"/>
              <a:t>dolore</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endParaRPr lang="fr-FR"/>
          </a:p>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p:txBody>
      </p:sp>
      <p:sp>
        <p:nvSpPr>
          <p:cNvPr id="4" name="Espace réservé de la date 3">
            <a:extLst>
              <a:ext uri="{FF2B5EF4-FFF2-40B4-BE49-F238E27FC236}">
                <a16:creationId xmlns:a16="http://schemas.microsoft.com/office/drawing/2014/main" id="{99399531-832D-5914-A0E6-C1277C081489}"/>
              </a:ext>
            </a:extLst>
          </p:cNvPr>
          <p:cNvSpPr>
            <a:spLocks noGrp="1"/>
          </p:cNvSpPr>
          <p:nvPr>
            <p:ph type="dt" sz="half" idx="2"/>
          </p:nvPr>
        </p:nvSpPr>
        <p:spPr>
          <a:xfrm>
            <a:off x="10748077" y="6426109"/>
            <a:ext cx="835015" cy="215444"/>
          </a:xfrm>
          <a:prstGeom prst="rect">
            <a:avLst/>
          </a:prstGeom>
        </p:spPr>
        <p:txBody>
          <a:bodyPr vert="horz" wrap="square" lIns="0" tIns="45720" rIns="0" bIns="45720" rtlCol="0" anchor="ctr">
            <a:spAutoFit/>
          </a:bodyPr>
          <a:lstStyle>
            <a:lvl1pPr algn="l">
              <a:defRPr sz="800">
                <a:solidFill>
                  <a:schemeClr val="tx1"/>
                </a:solidFill>
              </a:defRPr>
            </a:lvl1pPr>
          </a:lstStyle>
          <a:p>
            <a:r>
              <a:rPr lang="fr-FR"/>
              <a:t>Juin 2024</a:t>
            </a:r>
          </a:p>
        </p:txBody>
      </p:sp>
      <p:sp>
        <p:nvSpPr>
          <p:cNvPr id="5" name="Espace réservé du pied de page 4">
            <a:extLst>
              <a:ext uri="{FF2B5EF4-FFF2-40B4-BE49-F238E27FC236}">
                <a16:creationId xmlns:a16="http://schemas.microsoft.com/office/drawing/2014/main" id="{D4E7768A-5EBE-0A78-FD15-72356CDE7A1E}"/>
              </a:ext>
            </a:extLst>
          </p:cNvPr>
          <p:cNvSpPr>
            <a:spLocks noGrp="1"/>
          </p:cNvSpPr>
          <p:nvPr>
            <p:ph type="ftr" sz="quarter" idx="3"/>
          </p:nvPr>
        </p:nvSpPr>
        <p:spPr>
          <a:xfrm>
            <a:off x="8255632" y="6426110"/>
            <a:ext cx="2492445" cy="215444"/>
          </a:xfrm>
          <a:prstGeom prst="rect">
            <a:avLst/>
          </a:prstGeom>
        </p:spPr>
        <p:txBody>
          <a:bodyPr vert="horz" wrap="square" lIns="91440" tIns="45720" rIns="91440" bIns="45720" rtlCol="0" anchor="ctr">
            <a:spAutoFit/>
          </a:bodyPr>
          <a:lstStyle>
            <a:lvl1pPr algn="r">
              <a:defRPr sz="800">
                <a:solidFill>
                  <a:schemeClr val="tx1"/>
                </a:solidFill>
                <a:latin typeface="+mj-lt"/>
              </a:defRPr>
            </a:lvl1pPr>
          </a:lstStyle>
          <a:p>
            <a:r>
              <a:rPr lang="fr-FR"/>
              <a:t>BOUYGUES CONSTRUCTION | </a:t>
            </a:r>
          </a:p>
        </p:txBody>
      </p:sp>
      <p:sp>
        <p:nvSpPr>
          <p:cNvPr id="30" name="Espace réservé du numéro de diapositive 29">
            <a:extLst>
              <a:ext uri="{FF2B5EF4-FFF2-40B4-BE49-F238E27FC236}">
                <a16:creationId xmlns:a16="http://schemas.microsoft.com/office/drawing/2014/main" id="{6980B1DF-90E7-C3FD-93C1-9975E2A0EF5B}"/>
              </a:ext>
            </a:extLst>
          </p:cNvPr>
          <p:cNvSpPr>
            <a:spLocks noGrp="1"/>
          </p:cNvSpPr>
          <p:nvPr>
            <p:ph type="sldNum" sz="quarter" idx="4"/>
          </p:nvPr>
        </p:nvSpPr>
        <p:spPr>
          <a:xfrm>
            <a:off x="11525908" y="6382485"/>
            <a:ext cx="560986" cy="276999"/>
          </a:xfrm>
          <a:prstGeom prst="rect">
            <a:avLst/>
          </a:prstGeom>
        </p:spPr>
        <p:txBody>
          <a:bodyPr vert="horz" wrap="square" lIns="0" tIns="45720" rIns="0" bIns="45720" rtlCol="0" anchor="ctr">
            <a:spAutoFit/>
          </a:bodyPr>
          <a:lstStyle>
            <a:lvl1pPr algn="r">
              <a:defRPr sz="1200">
                <a:solidFill>
                  <a:schemeClr val="bg1"/>
                </a:solidFill>
                <a:latin typeface="+mj-lt"/>
              </a:defRPr>
            </a:lvl1pPr>
          </a:lstStyle>
          <a:p>
            <a:fld id="{CD166EB1-B284-8541-B839-321F682B6B05}" type="slidenum">
              <a:rPr lang="fr-FR" smtClean="0"/>
              <a:pPr/>
              <a:t>‹N°›</a:t>
            </a:fld>
            <a:endParaRPr lang="fr-FR"/>
          </a:p>
        </p:txBody>
      </p:sp>
    </p:spTree>
    <p:extLst>
      <p:ext uri="{BB962C8B-B14F-4D97-AF65-F5344CB8AC3E}">
        <p14:creationId xmlns:p14="http://schemas.microsoft.com/office/powerpoint/2010/main" val="3749809564"/>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49" r:id="rId14"/>
    <p:sldLayoutId id="2147483737" r:id="rId15"/>
    <p:sldLayoutId id="2147483738" r:id="rId16"/>
    <p:sldLayoutId id="2147483739" r:id="rId17"/>
    <p:sldLayoutId id="2147483740" r:id="rId18"/>
    <p:sldLayoutId id="2147483741" r:id="rId19"/>
    <p:sldLayoutId id="2147483742" r:id="rId20"/>
    <p:sldLayoutId id="2147483743" r:id="rId21"/>
    <p:sldLayoutId id="2147483744" r:id="rId22"/>
    <p:sldLayoutId id="2147483745" r:id="rId23"/>
    <p:sldLayoutId id="2147483746" r:id="rId24"/>
    <p:sldLayoutId id="2147483747" r:id="rId25"/>
    <p:sldLayoutId id="2147483748" r:id="rId26"/>
  </p:sldLayoutIdLst>
  <p:hf hdr="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3400"/>
        </a:spcBef>
        <a:buFont typeface="Arial" panose="020B0604020202020204" pitchFamily="34" charset="0"/>
        <a:buNone/>
        <a:defRPr sz="2000" kern="1200">
          <a:solidFill>
            <a:schemeClr val="accent3"/>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Espace réservé du pied de page 4">
            <a:extLst>
              <a:ext uri="{FF2B5EF4-FFF2-40B4-BE49-F238E27FC236}">
                <a16:creationId xmlns:a16="http://schemas.microsoft.com/office/drawing/2014/main" id="{52E05B37-8992-71DE-3826-41A49AF834CB}"/>
              </a:ext>
            </a:extLst>
          </p:cNvPr>
          <p:cNvSpPr txBox="1">
            <a:spLocks/>
          </p:cNvSpPr>
          <p:nvPr userDrawn="1"/>
        </p:nvSpPr>
        <p:spPr>
          <a:xfrm>
            <a:off x="4293232" y="6624626"/>
            <a:ext cx="2492445" cy="215444"/>
          </a:xfrm>
          <a:prstGeom prst="rect">
            <a:avLst/>
          </a:prstGeom>
        </p:spPr>
        <p:txBody>
          <a:bodyPr vert="horz" wrap="square" lIns="91440" tIns="45720" rIns="91440" bIns="45720" rtlCol="0" anchor="ctr">
            <a:spAutoFit/>
          </a:bodyPr>
          <a:lstStyle>
            <a:defPPr>
              <a:defRPr lang="fr-FR"/>
            </a:defPPr>
            <a:lvl1pPr marL="0" algn="r" defTabSz="914400" rtl="0" eaLnBrk="1" latinLnBrk="0" hangingPunct="1">
              <a:defRPr sz="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dirty="0">
              <a:solidFill>
                <a:srgbClr val="102031"/>
              </a:solidFill>
              <a:latin typeface="Calibri"/>
            </a:endParaRPr>
          </a:p>
        </p:txBody>
      </p:sp>
      <p:pic>
        <p:nvPicPr>
          <p:cNvPr id="16" name="Graphique 15">
            <a:extLst>
              <a:ext uri="{FF2B5EF4-FFF2-40B4-BE49-F238E27FC236}">
                <a16:creationId xmlns:a16="http://schemas.microsoft.com/office/drawing/2014/main" id="{8836456A-DF37-959D-FB9A-C66E7F50F511}"/>
              </a:ext>
            </a:extLst>
          </p:cNvPr>
          <p:cNvPicPr>
            <a:picLocks noChangeAspect="1"/>
          </p:cNvPicPr>
          <p:nvPr userDrawn="1">
            <p:custDataLst>
              <p:tags r:id="rId9"/>
            </p:custDataLst>
          </p:nvPr>
        </p:nvPicPr>
        <p:blipFill>
          <a:blip r:embed="rId16">
            <a:extLst>
              <a:ext uri="{96DAC541-7B7A-43D3-8B79-37D633B846F1}">
                <asvg:svgBlip xmlns:asvg="http://schemas.microsoft.com/office/drawing/2016/SVG/main" r:embed="rId17"/>
              </a:ext>
            </a:extLst>
          </a:blip>
          <a:stretch>
            <a:fillRect/>
          </a:stretch>
        </p:blipFill>
        <p:spPr>
          <a:xfrm>
            <a:off x="11029984" y="197431"/>
            <a:ext cx="973453" cy="498598"/>
          </a:xfrm>
          <a:prstGeom prst="rect">
            <a:avLst/>
          </a:prstGeom>
        </p:spPr>
      </p:pic>
      <p:sp>
        <p:nvSpPr>
          <p:cNvPr id="17" name="Rectangle 16">
            <a:extLst>
              <a:ext uri="{FF2B5EF4-FFF2-40B4-BE49-F238E27FC236}">
                <a16:creationId xmlns:a16="http://schemas.microsoft.com/office/drawing/2014/main" id="{7E2725B0-FC78-DFE2-74A2-22A2F0F99FA1}"/>
              </a:ext>
            </a:extLst>
          </p:cNvPr>
          <p:cNvSpPr/>
          <p:nvPr userDrawn="1">
            <p:custDataLst>
              <p:tags r:id="rId10"/>
            </p:custDataLst>
          </p:nvPr>
        </p:nvSpPr>
        <p:spPr>
          <a:xfrm>
            <a:off x="9978909" y="-8916"/>
            <a:ext cx="1035349" cy="498598"/>
          </a:xfrm>
          <a:prstGeom prst="rect">
            <a:avLst/>
          </a:prstGeom>
          <a:solidFill>
            <a:srgbClr val="2F99B0">
              <a:alpha val="410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17">
            <a:extLst>
              <a:ext uri="{FF2B5EF4-FFF2-40B4-BE49-F238E27FC236}">
                <a16:creationId xmlns:a16="http://schemas.microsoft.com/office/drawing/2014/main" id="{12A3EC07-3DA9-1B17-C355-81A4F7640FFF}"/>
              </a:ext>
            </a:extLst>
          </p:cNvPr>
          <p:cNvSpPr/>
          <p:nvPr userDrawn="1">
            <p:custDataLst>
              <p:tags r:id="rId11"/>
            </p:custDataLst>
          </p:nvPr>
        </p:nvSpPr>
        <p:spPr>
          <a:xfrm>
            <a:off x="6767779" y="-4008"/>
            <a:ext cx="1035349" cy="498598"/>
          </a:xfrm>
          <a:prstGeom prst="rect">
            <a:avLst/>
          </a:prstGeom>
          <a:solidFill>
            <a:srgbClr val="93C97B">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CDC3B616-B910-C3D5-2511-AB81C9D3D101}"/>
              </a:ext>
            </a:extLst>
          </p:cNvPr>
          <p:cNvSpPr/>
          <p:nvPr userDrawn="1">
            <p:custDataLst>
              <p:tags r:id="rId12"/>
            </p:custDataLst>
          </p:nvPr>
        </p:nvSpPr>
        <p:spPr>
          <a:xfrm>
            <a:off x="7839204" y="-4008"/>
            <a:ext cx="1035349" cy="498598"/>
          </a:xfrm>
          <a:prstGeom prst="rect">
            <a:avLst/>
          </a:prstGeom>
          <a:solidFill>
            <a:srgbClr val="FAB92E">
              <a:alpha val="410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9">
            <a:extLst>
              <a:ext uri="{FF2B5EF4-FFF2-40B4-BE49-F238E27FC236}">
                <a16:creationId xmlns:a16="http://schemas.microsoft.com/office/drawing/2014/main" id="{2D35D2CB-670B-3A2E-6DA5-B3C37DE9D066}"/>
              </a:ext>
            </a:extLst>
          </p:cNvPr>
          <p:cNvSpPr/>
          <p:nvPr userDrawn="1">
            <p:custDataLst>
              <p:tags r:id="rId13"/>
            </p:custDataLst>
          </p:nvPr>
        </p:nvSpPr>
        <p:spPr>
          <a:xfrm>
            <a:off x="8910629" y="-8916"/>
            <a:ext cx="1035349" cy="498598"/>
          </a:xfrm>
          <a:prstGeom prst="rect">
            <a:avLst/>
          </a:prstGeom>
          <a:solidFill>
            <a:srgbClr val="6B8DE7">
              <a:alpha val="410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20">
            <a:extLst>
              <a:ext uri="{FF2B5EF4-FFF2-40B4-BE49-F238E27FC236}">
                <a16:creationId xmlns:a16="http://schemas.microsoft.com/office/drawing/2014/main" id="{464468C9-D86F-548D-6883-3F77B8660876}"/>
              </a:ext>
            </a:extLst>
          </p:cNvPr>
          <p:cNvSpPr/>
          <p:nvPr userDrawn="1">
            <p:custDataLst>
              <p:tags r:id="rId14"/>
            </p:custDataLst>
          </p:nvPr>
        </p:nvSpPr>
        <p:spPr>
          <a:xfrm>
            <a:off x="5699499" y="0"/>
            <a:ext cx="1035349" cy="498598"/>
          </a:xfrm>
          <a:prstGeom prst="rect">
            <a:avLst/>
          </a:prstGeom>
          <a:solidFill>
            <a:srgbClr val="E75113">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Rectangle 27">
            <a:extLst>
              <a:ext uri="{FF2B5EF4-FFF2-40B4-BE49-F238E27FC236}">
                <a16:creationId xmlns:a16="http://schemas.microsoft.com/office/drawing/2014/main" id="{3CBA140D-FF9B-A1DF-0A96-F56941361A3C}"/>
              </a:ext>
            </a:extLst>
          </p:cNvPr>
          <p:cNvSpPr/>
          <p:nvPr userDrawn="1">
            <p:custDataLst>
              <p:tags r:id="rId15"/>
            </p:custDataLst>
          </p:nvPr>
        </p:nvSpPr>
        <p:spPr>
          <a:xfrm>
            <a:off x="4628074" y="-8916"/>
            <a:ext cx="1035349" cy="498598"/>
          </a:xfrm>
          <a:prstGeom prst="rect">
            <a:avLst/>
          </a:prstGeom>
          <a:solidFill>
            <a:schemeClr val="bg2">
              <a:lumMod val="75000"/>
              <a:alpha val="418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398810595"/>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64"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Espace réservé du pied de page 4">
            <a:extLst>
              <a:ext uri="{FF2B5EF4-FFF2-40B4-BE49-F238E27FC236}">
                <a16:creationId xmlns:a16="http://schemas.microsoft.com/office/drawing/2014/main" id="{52E05B37-8992-71DE-3826-41A49AF834CB}"/>
              </a:ext>
            </a:extLst>
          </p:cNvPr>
          <p:cNvSpPr txBox="1">
            <a:spLocks/>
          </p:cNvSpPr>
          <p:nvPr userDrawn="1"/>
        </p:nvSpPr>
        <p:spPr>
          <a:xfrm>
            <a:off x="4293232" y="6624626"/>
            <a:ext cx="2492445" cy="215444"/>
          </a:xfrm>
          <a:prstGeom prst="rect">
            <a:avLst/>
          </a:prstGeom>
        </p:spPr>
        <p:txBody>
          <a:bodyPr vert="horz" wrap="square" lIns="91440" tIns="45720" rIns="91440" bIns="45720" rtlCol="0" anchor="ctr">
            <a:spAutoFit/>
          </a:bodyPr>
          <a:lstStyle>
            <a:defPPr>
              <a:defRPr lang="fr-FR"/>
            </a:defPPr>
            <a:lvl1pPr marL="0" algn="r" defTabSz="914400" rtl="0" eaLnBrk="1" latinLnBrk="0" hangingPunct="1">
              <a:defRPr sz="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dirty="0">
              <a:solidFill>
                <a:srgbClr val="102031"/>
              </a:solidFill>
              <a:latin typeface="Calibri"/>
            </a:endParaRPr>
          </a:p>
        </p:txBody>
      </p:sp>
      <p:pic>
        <p:nvPicPr>
          <p:cNvPr id="16" name="Graphique 15">
            <a:extLst>
              <a:ext uri="{FF2B5EF4-FFF2-40B4-BE49-F238E27FC236}">
                <a16:creationId xmlns:a16="http://schemas.microsoft.com/office/drawing/2014/main" id="{8836456A-DF37-959D-FB9A-C66E7F50F511}"/>
              </a:ext>
            </a:extLst>
          </p:cNvPr>
          <p:cNvPicPr>
            <a:picLocks noChangeAspect="1"/>
          </p:cNvPicPr>
          <p:nvPr userDrawn="1">
            <p:custDataLst>
              <p:tags r:id="rId8"/>
            </p:custDataLst>
          </p:nvPr>
        </p:nvPicPr>
        <p:blipFill>
          <a:blip r:embed="rId13">
            <a:extLst>
              <a:ext uri="{96DAC541-7B7A-43D3-8B79-37D633B846F1}">
                <asvg:svgBlip xmlns:asvg="http://schemas.microsoft.com/office/drawing/2016/SVG/main" r:embed="rId14"/>
              </a:ext>
            </a:extLst>
          </a:blip>
          <a:stretch>
            <a:fillRect/>
          </a:stretch>
        </p:blipFill>
        <p:spPr>
          <a:xfrm>
            <a:off x="11029984" y="197431"/>
            <a:ext cx="973453" cy="498598"/>
          </a:xfrm>
          <a:prstGeom prst="rect">
            <a:avLst/>
          </a:prstGeom>
        </p:spPr>
      </p:pic>
      <p:sp>
        <p:nvSpPr>
          <p:cNvPr id="2" name="Forme libre : forme 4">
            <a:extLst>
              <a:ext uri="{FF2B5EF4-FFF2-40B4-BE49-F238E27FC236}">
                <a16:creationId xmlns:a16="http://schemas.microsoft.com/office/drawing/2014/main" id="{3F80BD6D-B020-69E8-C4D0-B1E3CC47DABF}"/>
              </a:ext>
            </a:extLst>
          </p:cNvPr>
          <p:cNvSpPr/>
          <p:nvPr userDrawn="1">
            <p:custDataLst>
              <p:tags r:id="rId9"/>
            </p:custDataLst>
          </p:nvPr>
        </p:nvSpPr>
        <p:spPr>
          <a:xfrm rot="10800000">
            <a:off x="0" y="1020046"/>
            <a:ext cx="3690709" cy="4817907"/>
          </a:xfrm>
          <a:custGeom>
            <a:avLst/>
            <a:gdLst>
              <a:gd name="connsiteX0" fmla="*/ 2408953 w 3690709"/>
              <a:gd name="connsiteY0" fmla="*/ 0 h 4817907"/>
              <a:gd name="connsiteX1" fmla="*/ 3690709 w 3690709"/>
              <a:gd name="connsiteY1" fmla="*/ 0 h 4817907"/>
              <a:gd name="connsiteX2" fmla="*/ 3690709 w 3690709"/>
              <a:gd name="connsiteY2" fmla="*/ 1682954 h 4817907"/>
              <a:gd name="connsiteX3" fmla="*/ 2365907 w 3690709"/>
              <a:gd name="connsiteY3" fmla="*/ 1682954 h 4817907"/>
              <a:gd name="connsiteX4" fmla="*/ 1639081 w 3690709"/>
              <a:gd name="connsiteY4" fmla="*/ 2409780 h 4817907"/>
              <a:gd name="connsiteX5" fmla="*/ 2365907 w 3690709"/>
              <a:gd name="connsiteY5" fmla="*/ 3135777 h 4817907"/>
              <a:gd name="connsiteX6" fmla="*/ 3690709 w 3690709"/>
              <a:gd name="connsiteY6" fmla="*/ 3135777 h 4817907"/>
              <a:gd name="connsiteX7" fmla="*/ 3690709 w 3690709"/>
              <a:gd name="connsiteY7" fmla="*/ 4817907 h 4817907"/>
              <a:gd name="connsiteX8" fmla="*/ 2408953 w 3690709"/>
              <a:gd name="connsiteY8" fmla="*/ 4817907 h 4817907"/>
              <a:gd name="connsiteX9" fmla="*/ 0 w 3690709"/>
              <a:gd name="connsiteY9" fmla="*/ 2408952 h 4817907"/>
              <a:gd name="connsiteX10" fmla="*/ 2408953 w 3690709"/>
              <a:gd name="connsiteY10" fmla="*/ 0 h 4817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90709" h="4817907">
                <a:moveTo>
                  <a:pt x="2408953" y="0"/>
                </a:moveTo>
                <a:lnTo>
                  <a:pt x="3690709" y="0"/>
                </a:lnTo>
                <a:lnTo>
                  <a:pt x="3690709" y="1682954"/>
                </a:lnTo>
                <a:lnTo>
                  <a:pt x="2365907" y="1682954"/>
                </a:lnTo>
                <a:cubicBezTo>
                  <a:pt x="1964416" y="1682954"/>
                  <a:pt x="1639081" y="2008290"/>
                  <a:pt x="1639081" y="2409780"/>
                </a:cubicBezTo>
                <a:cubicBezTo>
                  <a:pt x="1639081" y="2811275"/>
                  <a:pt x="1964416" y="3135777"/>
                  <a:pt x="2365907" y="3135777"/>
                </a:cubicBezTo>
                <a:lnTo>
                  <a:pt x="3690709" y="3135777"/>
                </a:lnTo>
                <a:lnTo>
                  <a:pt x="3690709" y="4817907"/>
                </a:lnTo>
                <a:lnTo>
                  <a:pt x="2408953" y="4817907"/>
                </a:lnTo>
                <a:cubicBezTo>
                  <a:pt x="1078647" y="4817907"/>
                  <a:pt x="0" y="3739260"/>
                  <a:pt x="0" y="2408952"/>
                </a:cubicBezTo>
                <a:cubicBezTo>
                  <a:pt x="0" y="1078647"/>
                  <a:pt x="1078647" y="0"/>
                  <a:pt x="2408953" y="0"/>
                </a:cubicBezTo>
                <a:close/>
              </a:path>
            </a:pathLst>
          </a:custGeom>
          <a:solidFill>
            <a:schemeClr val="bg1">
              <a:lumMod val="95000"/>
              <a:alpha val="84000"/>
            </a:schemeClr>
          </a:solidFill>
          <a:ln w="31750" cap="flat">
            <a:noFill/>
            <a:prstDash val="solid"/>
            <a:bevel/>
          </a:ln>
        </p:spPr>
        <p:txBody>
          <a:bodyPr wrap="square" rtlCol="0" anchor="ctr">
            <a:noAutofit/>
          </a:bodyPr>
          <a:lstStyle/>
          <a:p>
            <a:pPr algn="ctr"/>
            <a:endParaRPr lang="fr-FR"/>
          </a:p>
        </p:txBody>
      </p:sp>
      <p:sp>
        <p:nvSpPr>
          <p:cNvPr id="3" name="Délai  15">
            <a:extLst>
              <a:ext uri="{FF2B5EF4-FFF2-40B4-BE49-F238E27FC236}">
                <a16:creationId xmlns:a16="http://schemas.microsoft.com/office/drawing/2014/main" id="{1941DDF8-F972-8E26-9B5D-F9071BDC9233}"/>
              </a:ext>
            </a:extLst>
          </p:cNvPr>
          <p:cNvSpPr/>
          <p:nvPr userDrawn="1">
            <p:custDataLst>
              <p:tags r:id="rId10"/>
            </p:custDataLst>
          </p:nvPr>
        </p:nvSpPr>
        <p:spPr>
          <a:xfrm rot="5400000">
            <a:off x="597898" y="-115894"/>
            <a:ext cx="1049104" cy="1222776"/>
          </a:xfrm>
          <a:prstGeom prst="flowChartDelay">
            <a:avLst/>
          </a:prstGeom>
          <a:solidFill>
            <a:srgbClr val="1020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F224A97C-62EA-E4CF-1526-BBF3FE15B901}"/>
              </a:ext>
            </a:extLst>
          </p:cNvPr>
          <p:cNvSpPr/>
          <p:nvPr userDrawn="1">
            <p:custDataLst>
              <p:tags r:id="rId11"/>
            </p:custDataLst>
          </p:nvPr>
        </p:nvSpPr>
        <p:spPr>
          <a:xfrm>
            <a:off x="0" y="6700603"/>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Image 8" descr="Une image contenant Graphique, croquis, silhouette, art&#10;&#10;Description générée automatiquement">
            <a:extLst>
              <a:ext uri="{FF2B5EF4-FFF2-40B4-BE49-F238E27FC236}">
                <a16:creationId xmlns:a16="http://schemas.microsoft.com/office/drawing/2014/main" id="{1F4F6AB1-648E-91BE-0696-1E34FAD205FC}"/>
              </a:ext>
            </a:extLst>
          </p:cNvPr>
          <p:cNvPicPr>
            <a:picLocks noChangeAspect="1"/>
          </p:cNvPicPr>
          <p:nvPr userDrawn="1">
            <p:custDataLst>
              <p:tags r:id="rId12"/>
            </p:custDataLst>
          </p:nvPr>
        </p:nvPicPr>
        <p:blipFill>
          <a:blip r:embed="rId15"/>
          <a:stretch>
            <a:fillRect/>
          </a:stretch>
        </p:blipFill>
        <p:spPr>
          <a:xfrm>
            <a:off x="625473" y="-47179"/>
            <a:ext cx="986360" cy="986360"/>
          </a:xfrm>
          <a:prstGeom prst="rect">
            <a:avLst/>
          </a:prstGeom>
        </p:spPr>
      </p:pic>
    </p:spTree>
    <p:extLst>
      <p:ext uri="{BB962C8B-B14F-4D97-AF65-F5344CB8AC3E}">
        <p14:creationId xmlns:p14="http://schemas.microsoft.com/office/powerpoint/2010/main" val="1486994466"/>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42" presetClass="path" presetSubtype="0" decel="100000" fill="hold" grpId="1" nodeType="withEffect">
                                  <p:stCondLst>
                                    <p:cond delay="200"/>
                                  </p:stCondLst>
                                  <p:childTnLst>
                                    <p:animMotion origin="layout" path="M 1.875E-6 0 L -0.04557 -0.00046 " pathEditMode="relative" rAng="0" ptsTypes="AA">
                                      <p:cBhvr>
                                        <p:cTn id="9" dur="1250" spd="-100000" fill="hold"/>
                                        <p:tgtEl>
                                          <p:spTgt spid="2"/>
                                        </p:tgtEl>
                                        <p:attrNameLst>
                                          <p:attrName>ppt_x</p:attrName>
                                          <p:attrName>ppt_y</p:attrName>
                                        </p:attrNameLst>
                                      </p:cBhvr>
                                      <p:rCtr x="-2279" y="-23"/>
                                    </p:animMotion>
                                  </p:childTnLst>
                                </p:cTn>
                              </p:par>
                              <p:par>
                                <p:cTn id="10" presetID="2" presetClass="entr" presetSubtype="4" decel="10000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1250" fill="hold"/>
                                        <p:tgtEl>
                                          <p:spTgt spid="8"/>
                                        </p:tgtEl>
                                        <p:attrNameLst>
                                          <p:attrName>ppt_x</p:attrName>
                                        </p:attrNameLst>
                                      </p:cBhvr>
                                      <p:tavLst>
                                        <p:tav tm="0">
                                          <p:val>
                                            <p:strVal val="#ppt_x"/>
                                          </p:val>
                                        </p:tav>
                                        <p:tav tm="100000">
                                          <p:val>
                                            <p:strVal val="#ppt_x"/>
                                          </p:val>
                                        </p:tav>
                                      </p:tavLst>
                                    </p:anim>
                                    <p:anim calcmode="lin" valueType="num">
                                      <p:cBhvr additive="base">
                                        <p:cTn id="13" dur="125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8" grpId="0" animBg="1"/>
    </p:bld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68.xml"/><Relationship Id="rId13" Type="http://schemas.openxmlformats.org/officeDocument/2006/relationships/tags" Target="../tags/tag73.xml"/><Relationship Id="rId18" Type="http://schemas.openxmlformats.org/officeDocument/2006/relationships/image" Target="../media/image22.png"/><Relationship Id="rId3" Type="http://schemas.openxmlformats.org/officeDocument/2006/relationships/tags" Target="../tags/tag63.xml"/><Relationship Id="rId7" Type="http://schemas.openxmlformats.org/officeDocument/2006/relationships/tags" Target="../tags/tag67.xml"/><Relationship Id="rId12" Type="http://schemas.openxmlformats.org/officeDocument/2006/relationships/tags" Target="../tags/tag72.xml"/><Relationship Id="rId17" Type="http://schemas.openxmlformats.org/officeDocument/2006/relationships/slideLayout" Target="../slideLayouts/slideLayout9.xml"/><Relationship Id="rId2" Type="http://schemas.openxmlformats.org/officeDocument/2006/relationships/tags" Target="../tags/tag62.xml"/><Relationship Id="rId16" Type="http://schemas.openxmlformats.org/officeDocument/2006/relationships/tags" Target="../tags/tag76.xml"/><Relationship Id="rId20" Type="http://schemas.openxmlformats.org/officeDocument/2006/relationships/image" Target="../media/image24.svg"/><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tags" Target="../tags/tag71.xml"/><Relationship Id="rId5" Type="http://schemas.openxmlformats.org/officeDocument/2006/relationships/tags" Target="../tags/tag65.xml"/><Relationship Id="rId15" Type="http://schemas.openxmlformats.org/officeDocument/2006/relationships/tags" Target="../tags/tag75.xml"/><Relationship Id="rId10" Type="http://schemas.openxmlformats.org/officeDocument/2006/relationships/tags" Target="../tags/tag70.xml"/><Relationship Id="rId19" Type="http://schemas.openxmlformats.org/officeDocument/2006/relationships/image" Target="../media/image23.png"/><Relationship Id="rId4" Type="http://schemas.openxmlformats.org/officeDocument/2006/relationships/tags" Target="../tags/tag64.xml"/><Relationship Id="rId9" Type="http://schemas.openxmlformats.org/officeDocument/2006/relationships/tags" Target="../tags/tag69.xml"/><Relationship Id="rId14" Type="http://schemas.openxmlformats.org/officeDocument/2006/relationships/tags" Target="../tags/tag74.xml"/></Relationships>
</file>

<file path=ppt/slides/_rels/slide3.xml.rels><?xml version="1.0" encoding="UTF-8" standalone="yes"?>
<Relationships xmlns="http://schemas.openxmlformats.org/package/2006/relationships"><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 Id="rId5" Type="http://schemas.openxmlformats.org/officeDocument/2006/relationships/slideLayout" Target="../slideLayouts/slideLayout9.xml"/><Relationship Id="rId4" Type="http://schemas.openxmlformats.org/officeDocument/2006/relationships/tags" Target="../tags/tag80.xml"/></Relationships>
</file>

<file path=ppt/slides/_rels/slide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tags" Target="../tags/tag83.xml"/><Relationship Id="rId7" Type="http://schemas.openxmlformats.org/officeDocument/2006/relationships/image" Target="../media/image26.svg"/><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image" Target="../media/image25.png"/><Relationship Id="rId11" Type="http://schemas.openxmlformats.org/officeDocument/2006/relationships/image" Target="../media/image30.svg"/><Relationship Id="rId5" Type="http://schemas.openxmlformats.org/officeDocument/2006/relationships/notesSlide" Target="../notesSlides/notesSlide2.xml"/><Relationship Id="rId10" Type="http://schemas.openxmlformats.org/officeDocument/2006/relationships/image" Target="../media/image29.png"/><Relationship Id="rId4" Type="http://schemas.openxmlformats.org/officeDocument/2006/relationships/slideLayout" Target="../slideLayouts/slideLayout20.xml"/><Relationship Id="rId9" Type="http://schemas.openxmlformats.org/officeDocument/2006/relationships/image" Target="../media/image28.svg"/></Relationships>
</file>

<file path=ppt/slides/_rels/slide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tags" Target="../tags/tag84.xml"/><Relationship Id="rId5" Type="http://schemas.openxmlformats.org/officeDocument/2006/relationships/image" Target="../media/image31.png"/><Relationship Id="rId4"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28.xml"/><Relationship Id="rId1" Type="http://schemas.openxmlformats.org/officeDocument/2006/relationships/tags" Target="../tags/tag87.xml"/></Relationships>
</file>

<file path=ppt/slides/_rels/slide8.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28.xml"/><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5.png"/><Relationship Id="rId7" Type="http://schemas.openxmlformats.org/officeDocument/2006/relationships/image" Target="../media/image38.png"/><Relationship Id="rId2" Type="http://schemas.openxmlformats.org/officeDocument/2006/relationships/slideLayout" Target="../slideLayouts/slideLayout28.xml"/><Relationship Id="rId1" Type="http://schemas.openxmlformats.org/officeDocument/2006/relationships/tags" Target="../tags/tag88.xml"/><Relationship Id="rId6" Type="http://schemas.openxmlformats.org/officeDocument/2006/relationships/image" Target="../media/image31.png"/><Relationship Id="rId5" Type="http://schemas.openxmlformats.org/officeDocument/2006/relationships/image" Target="../media/image37.svg"/><Relationship Id="rId4" Type="http://schemas.openxmlformats.org/officeDocument/2006/relationships/image" Target="../media/image36.png"/></Relationships>
</file>

<file path=ppt/slides/_rels/slide1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Layout" Target="../slideLayouts/slideLayout28.xml"/><Relationship Id="rId1" Type="http://schemas.openxmlformats.org/officeDocument/2006/relationships/tags" Target="../tags/tag89.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tags" Target="../tags/tag90.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29.xml"/><Relationship Id="rId1" Type="http://schemas.openxmlformats.org/officeDocument/2006/relationships/tags" Target="../tags/tag91.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29.xml"/><Relationship Id="rId1" Type="http://schemas.openxmlformats.org/officeDocument/2006/relationships/tags" Target="../tags/tag92.xml"/></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Layout" Target="../slideLayouts/slideLayout30.xml"/><Relationship Id="rId1" Type="http://schemas.openxmlformats.org/officeDocument/2006/relationships/tags" Target="../tags/tag93.xml"/><Relationship Id="rId4" Type="http://schemas.openxmlformats.org/officeDocument/2006/relationships/image" Target="../media/image44.sv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1.xml"/><Relationship Id="rId1" Type="http://schemas.openxmlformats.org/officeDocument/2006/relationships/tags" Target="../tags/tag9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1.xml"/><Relationship Id="rId1" Type="http://schemas.openxmlformats.org/officeDocument/2006/relationships/tags" Target="../tags/tag95.xml"/></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slideLayout" Target="../slideLayouts/slideLayout31.xml"/><Relationship Id="rId1" Type="http://schemas.openxmlformats.org/officeDocument/2006/relationships/tags" Target="../tags/tag96.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1.xml"/><Relationship Id="rId1" Type="http://schemas.openxmlformats.org/officeDocument/2006/relationships/tags" Target="../tags/tag9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1.xml"/><Relationship Id="rId1" Type="http://schemas.openxmlformats.org/officeDocument/2006/relationships/tags" Target="../tags/tag98.xml"/></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slideLayout" Target="../slideLayouts/slideLayout31.xml"/><Relationship Id="rId1" Type="http://schemas.openxmlformats.org/officeDocument/2006/relationships/tags" Target="../tags/tag99.xml"/><Relationship Id="rId4" Type="http://schemas.openxmlformats.org/officeDocument/2006/relationships/image" Target="../media/image47.png"/></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slideLayout" Target="../slideLayouts/slideLayout32.xml"/><Relationship Id="rId1" Type="http://schemas.openxmlformats.org/officeDocument/2006/relationships/tags" Target="../tags/tag100.xml"/><Relationship Id="rId5" Type="http://schemas.openxmlformats.org/officeDocument/2006/relationships/image" Target="../media/image49.png"/><Relationship Id="rId4" Type="http://schemas.openxmlformats.org/officeDocument/2006/relationships/image" Target="../media/image4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descr="Une image contenant texte, Police, Graphique, capture d’écran&#10;&#10;Description générée automatiquement">
            <a:extLst>
              <a:ext uri="{FF2B5EF4-FFF2-40B4-BE49-F238E27FC236}">
                <a16:creationId xmlns:a16="http://schemas.microsoft.com/office/drawing/2014/main" id="{D25A688E-24CC-3470-00B4-D14EC128C13E}"/>
              </a:ext>
            </a:extLst>
          </p:cNvPr>
          <p:cNvPicPr>
            <a:picLocks noChangeAspect="1"/>
          </p:cNvPicPr>
          <p:nvPr/>
        </p:nvPicPr>
        <p:blipFill>
          <a:blip r:embed="rId3"/>
          <a:stretch>
            <a:fillRect/>
          </a:stretch>
        </p:blipFill>
        <p:spPr>
          <a:xfrm>
            <a:off x="8241058" y="329510"/>
            <a:ext cx="2563792" cy="1243284"/>
          </a:xfrm>
          <a:prstGeom prst="rect">
            <a:avLst/>
          </a:prstGeom>
        </p:spPr>
      </p:pic>
      <p:sp>
        <p:nvSpPr>
          <p:cNvPr id="11" name="ZoneTexte 10">
            <a:extLst>
              <a:ext uri="{FF2B5EF4-FFF2-40B4-BE49-F238E27FC236}">
                <a16:creationId xmlns:a16="http://schemas.microsoft.com/office/drawing/2014/main" id="{2A60A068-3DB6-6BDF-A627-E68B8516BEC6}"/>
              </a:ext>
            </a:extLst>
          </p:cNvPr>
          <p:cNvSpPr txBox="1"/>
          <p:nvPr/>
        </p:nvSpPr>
        <p:spPr>
          <a:xfrm>
            <a:off x="6675389" y="5874554"/>
            <a:ext cx="1323952" cy="307777"/>
          </a:xfrm>
          <a:prstGeom prst="rect">
            <a:avLst/>
          </a:prstGeom>
          <a:noFill/>
        </p:spPr>
        <p:txBody>
          <a:bodyPr wrap="none" rtlCol="0">
            <a:spAutoFit/>
          </a:bodyPr>
          <a:lstStyle/>
          <a:p>
            <a:r>
              <a:rPr lang="fr-FR" sz="1400" b="1" dirty="0">
                <a:solidFill>
                  <a:schemeClr val="bg1"/>
                </a:solidFill>
              </a:rPr>
              <a:t>Novembre 2024</a:t>
            </a:r>
          </a:p>
        </p:txBody>
      </p:sp>
      <p:sp>
        <p:nvSpPr>
          <p:cNvPr id="2" name="Titre 2">
            <a:extLst>
              <a:ext uri="{FF2B5EF4-FFF2-40B4-BE49-F238E27FC236}">
                <a16:creationId xmlns:a16="http://schemas.microsoft.com/office/drawing/2014/main" id="{B9E7909D-DF10-FE74-5144-F98EF2AB7CEE}"/>
              </a:ext>
            </a:extLst>
          </p:cNvPr>
          <p:cNvSpPr txBox="1">
            <a:spLocks/>
          </p:cNvSpPr>
          <p:nvPr/>
        </p:nvSpPr>
        <p:spPr>
          <a:xfrm>
            <a:off x="5820387" y="3951156"/>
            <a:ext cx="6283234" cy="1293111"/>
          </a:xfrm>
          <a:prstGeom prst="rect">
            <a:avLst/>
          </a:prstGeom>
        </p:spPr>
        <p:txBody>
          <a:bodyPr vert="horz" wrap="square" lIns="91440" tIns="45720" rIns="91440" bIns="45720" rtlCol="0" anchor="b" anchorCtr="0">
            <a:spAutoFit/>
          </a:bodyPr>
          <a:lstStyle>
            <a:lvl1pPr algn="l" defTabSz="914400" rtl="0" eaLnBrk="1" latinLnBrk="0" hangingPunct="1">
              <a:lnSpc>
                <a:spcPct val="90000"/>
              </a:lnSpc>
              <a:spcBef>
                <a:spcPct val="0"/>
              </a:spcBef>
              <a:buNone/>
              <a:defRPr sz="5000" kern="1200">
                <a:solidFill>
                  <a:schemeClr val="bg1"/>
                </a:solidFill>
                <a:latin typeface="+mj-lt"/>
                <a:ea typeface="+mj-ea"/>
                <a:cs typeface="+mj-cs"/>
              </a:defRPr>
            </a:lvl1pPr>
          </a:lstStyle>
          <a:p>
            <a:pPr algn="ctr">
              <a:lnSpc>
                <a:spcPct val="70000"/>
              </a:lnSpc>
            </a:pPr>
            <a:r>
              <a:rPr lang="en-US" sz="5400" b="1" dirty="0">
                <a:ln w="28575">
                  <a:solidFill>
                    <a:schemeClr val="bg1"/>
                  </a:solidFill>
                </a:ln>
              </a:rPr>
              <a:t>Etude Architecture</a:t>
            </a:r>
            <a:br>
              <a:rPr lang="en-US" sz="5400" b="1" dirty="0">
                <a:ln w="28575">
                  <a:solidFill>
                    <a:schemeClr val="bg1"/>
                  </a:solidFill>
                </a:ln>
              </a:rPr>
            </a:br>
            <a:r>
              <a:rPr lang="en-US" sz="2800" b="1" dirty="0">
                <a:ln w="28575">
                  <a:solidFill>
                    <a:schemeClr val="bg1"/>
                  </a:solidFill>
                </a:ln>
              </a:rPr>
              <a:t>&amp;</a:t>
            </a:r>
            <a:r>
              <a:rPr lang="en-US" sz="5400" b="1" dirty="0">
                <a:ln w="28575">
                  <a:solidFill>
                    <a:schemeClr val="bg1"/>
                  </a:solidFill>
                </a:ln>
              </a:rPr>
              <a:t> Revue entre pairs</a:t>
            </a:r>
          </a:p>
        </p:txBody>
      </p:sp>
    </p:spTree>
    <p:extLst>
      <p:ext uri="{BB962C8B-B14F-4D97-AF65-F5344CB8AC3E}">
        <p14:creationId xmlns:p14="http://schemas.microsoft.com/office/powerpoint/2010/main" val="117192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2850E7AE-E5D8-9DA6-8080-FDC23CD64F56}"/>
              </a:ext>
            </a:extLst>
          </p:cNvPr>
          <p:cNvSpPr>
            <a:spLocks noGrp="1"/>
          </p:cNvSpPr>
          <p:nvPr>
            <p:ph type="title"/>
            <p:custDataLst>
              <p:tags r:id="rId1"/>
            </p:custDataLst>
          </p:nvPr>
        </p:nvSpPr>
        <p:spPr>
          <a:xfrm>
            <a:off x="537575" y="849535"/>
            <a:ext cx="11086578" cy="369332"/>
          </a:xfrm>
        </p:spPr>
        <p:txBody>
          <a:bodyPr/>
          <a:lstStyle/>
          <a:p>
            <a:r>
              <a:rPr lang="fr-FR" sz="2000">
                <a:solidFill>
                  <a:srgbClr val="E65012"/>
                </a:solidFill>
              </a:rPr>
              <a:t>I Activités de la communauté des architectes</a:t>
            </a:r>
            <a:endParaRPr lang="fr-FR" sz="2000"/>
          </a:p>
        </p:txBody>
      </p:sp>
      <p:sp>
        <p:nvSpPr>
          <p:cNvPr id="2" name="Espace réservé de la date 1">
            <a:extLst>
              <a:ext uri="{FF2B5EF4-FFF2-40B4-BE49-F238E27FC236}">
                <a16:creationId xmlns:a16="http://schemas.microsoft.com/office/drawing/2014/main" id="{46BAAB24-B454-C82E-0D9D-A52F70BABE8B}"/>
              </a:ext>
            </a:extLst>
          </p:cNvPr>
          <p:cNvSpPr>
            <a:spLocks noGrp="1"/>
          </p:cNvSpPr>
          <p:nvPr>
            <p:ph type="dt" sz="half" idx="10"/>
            <p:custDataLst>
              <p:tags r:id="rId2"/>
            </p:custDataLst>
          </p:nvPr>
        </p:nvSpPr>
        <p:spPr/>
        <p:txBody>
          <a:bodyPr/>
          <a:lstStyle/>
          <a:p>
            <a:r>
              <a:rPr lang="fr-FR">
                <a:latin typeface="Avenir Next LT Pro" panose="020B0504020202020204" pitchFamily="34" charset="0"/>
              </a:rPr>
              <a:t>Juin 2024</a:t>
            </a:r>
          </a:p>
        </p:txBody>
      </p:sp>
      <p:sp>
        <p:nvSpPr>
          <p:cNvPr id="4" name="Espace réservé du numéro de diapositive 3">
            <a:extLst>
              <a:ext uri="{FF2B5EF4-FFF2-40B4-BE49-F238E27FC236}">
                <a16:creationId xmlns:a16="http://schemas.microsoft.com/office/drawing/2014/main" id="{0654D6CC-F3FC-85F0-6D41-60742E4B88D1}"/>
              </a:ext>
            </a:extLst>
          </p:cNvPr>
          <p:cNvSpPr>
            <a:spLocks noGrp="1"/>
          </p:cNvSpPr>
          <p:nvPr>
            <p:ph type="sldNum" sz="quarter" idx="12"/>
            <p:custDataLst>
              <p:tags r:id="rId3"/>
            </p:custDataLst>
          </p:nvPr>
        </p:nvSpPr>
        <p:spPr/>
        <p:txBody>
          <a:bodyPr/>
          <a:lstStyle/>
          <a:p>
            <a:fld id="{6B54B0F7-55DD-40D6-B7F4-70B586885C0B}" type="slidenum">
              <a:rPr lang="fr-FR" smtClean="0">
                <a:latin typeface="Avenir Next LT Pro" panose="020B0504020202020204" pitchFamily="34" charset="0"/>
              </a:rPr>
              <a:pPr/>
              <a:t>2</a:t>
            </a:fld>
            <a:endParaRPr lang="fr-FR">
              <a:latin typeface="Avenir Next LT Pro" panose="020B0504020202020204" pitchFamily="34" charset="0"/>
            </a:endParaRPr>
          </a:p>
        </p:txBody>
      </p:sp>
      <p:sp>
        <p:nvSpPr>
          <p:cNvPr id="6" name="Espace réservé du texte 5">
            <a:extLst>
              <a:ext uri="{FF2B5EF4-FFF2-40B4-BE49-F238E27FC236}">
                <a16:creationId xmlns:a16="http://schemas.microsoft.com/office/drawing/2014/main" id="{DAC5DA09-2784-F005-9BCF-58384168130D}"/>
              </a:ext>
            </a:extLst>
          </p:cNvPr>
          <p:cNvSpPr>
            <a:spLocks noGrp="1"/>
          </p:cNvSpPr>
          <p:nvPr>
            <p:ph type="body" sz="quarter" idx="19"/>
            <p:custDataLst>
              <p:tags r:id="rId4"/>
            </p:custDataLst>
          </p:nvPr>
        </p:nvSpPr>
        <p:spPr/>
        <p:txBody>
          <a:bodyPr>
            <a:normAutofit/>
          </a:bodyPr>
          <a:lstStyle/>
          <a:p>
            <a:r>
              <a:rPr lang="fr-FR"/>
              <a:t>Les différentes INSTANCES d’architecture</a:t>
            </a:r>
            <a:endParaRPr lang="fr-FR">
              <a:latin typeface="+mj-lt"/>
            </a:endParaRPr>
          </a:p>
        </p:txBody>
      </p:sp>
      <p:sp>
        <p:nvSpPr>
          <p:cNvPr id="28" name="Espace réservé du texte 27">
            <a:extLst>
              <a:ext uri="{FF2B5EF4-FFF2-40B4-BE49-F238E27FC236}">
                <a16:creationId xmlns:a16="http://schemas.microsoft.com/office/drawing/2014/main" id="{AB899909-5205-01B7-BCBB-69D43D3F1F39}"/>
              </a:ext>
            </a:extLst>
          </p:cNvPr>
          <p:cNvSpPr>
            <a:spLocks noGrp="1"/>
          </p:cNvSpPr>
          <p:nvPr>
            <p:ph type="body" sz="quarter" idx="30"/>
          </p:nvPr>
        </p:nvSpPr>
        <p:spPr/>
        <p:txBody>
          <a:bodyPr/>
          <a:lstStyle/>
          <a:p>
            <a:r>
              <a:rPr lang="fr-FR"/>
              <a:t>01</a:t>
            </a:r>
          </a:p>
        </p:txBody>
      </p:sp>
      <p:sp>
        <p:nvSpPr>
          <p:cNvPr id="87" name="Rectangle : coins arrondis 86">
            <a:extLst>
              <a:ext uri="{FF2B5EF4-FFF2-40B4-BE49-F238E27FC236}">
                <a16:creationId xmlns:a16="http://schemas.microsoft.com/office/drawing/2014/main" id="{46E82A60-3F22-1B39-CD8B-E244418199D7}"/>
              </a:ext>
            </a:extLst>
          </p:cNvPr>
          <p:cNvSpPr/>
          <p:nvPr>
            <p:custDataLst>
              <p:tags r:id="rId5"/>
            </p:custDataLst>
          </p:nvPr>
        </p:nvSpPr>
        <p:spPr>
          <a:xfrm>
            <a:off x="753763" y="2738087"/>
            <a:ext cx="1441795" cy="905395"/>
          </a:xfrm>
          <a:prstGeom prst="roundRect">
            <a:avLst>
              <a:gd name="adj" fmla="val 7743"/>
            </a:avLst>
          </a:prstGeom>
          <a:solidFill>
            <a:srgbClr val="10203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latin typeface="Avenir Next LT Pro" panose="020B0504020202020204" pitchFamily="34" charset="0"/>
                <a:cs typeface="Arial" panose="020B0604020202020204" pitchFamily="34" charset="0"/>
              </a:rPr>
              <a:t>Objectifs</a:t>
            </a:r>
          </a:p>
        </p:txBody>
      </p:sp>
      <p:sp>
        <p:nvSpPr>
          <p:cNvPr id="88" name="ZoneTexte 87">
            <a:extLst>
              <a:ext uri="{FF2B5EF4-FFF2-40B4-BE49-F238E27FC236}">
                <a16:creationId xmlns:a16="http://schemas.microsoft.com/office/drawing/2014/main" id="{E4D9F613-9C72-9DB4-D716-00ADB5F8BF7D}"/>
              </a:ext>
            </a:extLst>
          </p:cNvPr>
          <p:cNvSpPr txBox="1"/>
          <p:nvPr>
            <p:custDataLst>
              <p:tags r:id="rId6"/>
            </p:custDataLst>
          </p:nvPr>
        </p:nvSpPr>
        <p:spPr>
          <a:xfrm>
            <a:off x="2426228" y="2935618"/>
            <a:ext cx="4860000" cy="507831"/>
          </a:xfrm>
          <a:prstGeom prst="rect">
            <a:avLst/>
          </a:prstGeom>
          <a:noFill/>
        </p:spPr>
        <p:txBody>
          <a:bodyPr wrap="square" lIns="91440" tIns="45720" rIns="91440" bIns="45720" rtlCol="0" anchor="t">
            <a:spAutoFit/>
          </a:bodyPr>
          <a:lstStyle/>
          <a:p>
            <a:pPr marL="171450" indent="-171450">
              <a:buBlip>
                <a:blip r:embed="rId18"/>
              </a:buBlip>
            </a:pPr>
            <a:r>
              <a:rPr lang="fr-FR" sz="900" b="1">
                <a:latin typeface="Avenir Next LT Pro"/>
              </a:rPr>
              <a:t>Présenter et challenger </a:t>
            </a:r>
            <a:r>
              <a:rPr lang="fr-FR" sz="900">
                <a:latin typeface="Avenir Next LT Pro"/>
              </a:rPr>
              <a:t>entre pairs tout ou partie de l’architecture d’un projet</a:t>
            </a:r>
          </a:p>
          <a:p>
            <a:pPr marL="171450" indent="-171450">
              <a:buBlip>
                <a:blip r:embed="rId18"/>
              </a:buBlip>
            </a:pPr>
            <a:r>
              <a:rPr lang="fr-FR" sz="900">
                <a:latin typeface="Avenir Next LT Pro"/>
              </a:rPr>
              <a:t>Présenter les évolutions du cadre de référence</a:t>
            </a:r>
          </a:p>
          <a:p>
            <a:pPr marL="171450" indent="-171450">
              <a:buBlip>
                <a:blip r:embed="rId18"/>
              </a:buBlip>
            </a:pPr>
            <a:r>
              <a:rPr lang="fr-FR" sz="900">
                <a:latin typeface="Avenir Next LT Pro"/>
              </a:rPr>
              <a:t>Partager un sujet de veille (techno, méthode, éditeurs, doctrine…)</a:t>
            </a:r>
            <a:endParaRPr lang="fr-FR" sz="900" b="1">
              <a:latin typeface="Avenir Next LT Pro"/>
            </a:endParaRPr>
          </a:p>
        </p:txBody>
      </p:sp>
      <p:sp>
        <p:nvSpPr>
          <p:cNvPr id="93" name="Rectangle : coins arrondis 92">
            <a:extLst>
              <a:ext uri="{FF2B5EF4-FFF2-40B4-BE49-F238E27FC236}">
                <a16:creationId xmlns:a16="http://schemas.microsoft.com/office/drawing/2014/main" id="{73ECE44A-995D-FDEE-00F4-7BB26C0BFABD}"/>
              </a:ext>
            </a:extLst>
          </p:cNvPr>
          <p:cNvSpPr/>
          <p:nvPr>
            <p:custDataLst>
              <p:tags r:id="rId7"/>
            </p:custDataLst>
          </p:nvPr>
        </p:nvSpPr>
        <p:spPr>
          <a:xfrm>
            <a:off x="779897" y="3737189"/>
            <a:ext cx="1412029" cy="490042"/>
          </a:xfrm>
          <a:prstGeom prst="roundRect">
            <a:avLst>
              <a:gd name="adj" fmla="val 14553"/>
            </a:avLst>
          </a:prstGeom>
          <a:solidFill>
            <a:srgbClr val="10203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latin typeface="Avenir Next LT Pro" panose="020B0504020202020204" pitchFamily="34" charset="0"/>
                <a:cs typeface="Arial" panose="020B0604020202020204" pitchFamily="34" charset="0"/>
              </a:rPr>
              <a:t>Déclencheur(s)</a:t>
            </a:r>
          </a:p>
        </p:txBody>
      </p:sp>
      <p:sp>
        <p:nvSpPr>
          <p:cNvPr id="94" name="ZoneTexte 93">
            <a:extLst>
              <a:ext uri="{FF2B5EF4-FFF2-40B4-BE49-F238E27FC236}">
                <a16:creationId xmlns:a16="http://schemas.microsoft.com/office/drawing/2014/main" id="{2C42850A-BE1E-E915-1611-047CCBD81845}"/>
              </a:ext>
            </a:extLst>
          </p:cNvPr>
          <p:cNvSpPr txBox="1"/>
          <p:nvPr>
            <p:custDataLst>
              <p:tags r:id="rId8"/>
            </p:custDataLst>
          </p:nvPr>
        </p:nvSpPr>
        <p:spPr>
          <a:xfrm>
            <a:off x="2426229" y="3757999"/>
            <a:ext cx="5374494" cy="507831"/>
          </a:xfrm>
          <a:prstGeom prst="rect">
            <a:avLst/>
          </a:prstGeom>
          <a:noFill/>
        </p:spPr>
        <p:txBody>
          <a:bodyPr wrap="square" lIns="91440" tIns="45720" rIns="91440" bIns="45720" rtlCol="0" anchor="t">
            <a:spAutoFit/>
          </a:bodyPr>
          <a:lstStyle>
            <a:defPPr>
              <a:defRPr lang="fr-FR"/>
            </a:defPPr>
            <a:lvl1pPr marL="171453" indent="-171453">
              <a:buFont typeface="Wingdings" panose="05000000000000000000" pitchFamily="2" charset="2"/>
              <a:buChar char="ü"/>
              <a:defRPr sz="1000">
                <a:latin typeface="Montserrat" panose="02000505000000020004" pitchFamily="2" charset="0"/>
              </a:defRPr>
            </a:lvl1pPr>
          </a:lstStyle>
          <a:p>
            <a:pPr marL="171450" indent="-171450">
              <a:buBlip>
                <a:blip r:embed="rId18"/>
              </a:buBlip>
            </a:pPr>
            <a:r>
              <a:rPr lang="fr-FR" sz="900">
                <a:latin typeface="Avenir Next LT Pro"/>
              </a:rPr>
              <a:t>À la demande de l’architecte</a:t>
            </a:r>
            <a:endParaRPr lang="fr-FR">
              <a:latin typeface="Avenir Next LT Pro"/>
            </a:endParaRPr>
          </a:p>
          <a:p>
            <a:pPr marL="171450" indent="-171450">
              <a:buBlip>
                <a:blip r:embed="rId18"/>
              </a:buBlip>
            </a:pPr>
            <a:r>
              <a:rPr lang="fr-FR" sz="900">
                <a:latin typeface="Avenir Next LT Pro"/>
              </a:rPr>
              <a:t>En cas d’évolution du cadre de référence</a:t>
            </a:r>
          </a:p>
          <a:p>
            <a:pPr marL="171450" indent="-171450">
              <a:buBlip>
                <a:blip r:embed="rId18"/>
              </a:buBlip>
            </a:pPr>
            <a:r>
              <a:rPr lang="fr-FR" sz="900" b="1">
                <a:latin typeface="Avenir Next LT Pro"/>
              </a:rPr>
              <a:t>En cas d’évolution d’une architecture</a:t>
            </a:r>
          </a:p>
        </p:txBody>
      </p:sp>
      <p:sp>
        <p:nvSpPr>
          <p:cNvPr id="96" name="Rectangle : coins arrondis 95">
            <a:extLst>
              <a:ext uri="{FF2B5EF4-FFF2-40B4-BE49-F238E27FC236}">
                <a16:creationId xmlns:a16="http://schemas.microsoft.com/office/drawing/2014/main" id="{F94598B6-DEFB-BE06-852F-8E0FF890A97C}"/>
              </a:ext>
            </a:extLst>
          </p:cNvPr>
          <p:cNvSpPr/>
          <p:nvPr>
            <p:custDataLst>
              <p:tags r:id="rId9"/>
            </p:custDataLst>
          </p:nvPr>
        </p:nvSpPr>
        <p:spPr>
          <a:xfrm>
            <a:off x="751097" y="4304436"/>
            <a:ext cx="1441795" cy="398704"/>
          </a:xfrm>
          <a:prstGeom prst="roundRect">
            <a:avLst>
              <a:gd name="adj" fmla="val 17493"/>
            </a:avLst>
          </a:prstGeom>
          <a:solidFill>
            <a:srgbClr val="10203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latin typeface="Avenir Next LT Pro" panose="020B0504020202020204" pitchFamily="34" charset="0"/>
                <a:cs typeface="Arial" panose="020B0604020202020204" pitchFamily="34" charset="0"/>
              </a:rPr>
              <a:t>Fréquence</a:t>
            </a:r>
          </a:p>
        </p:txBody>
      </p:sp>
      <p:sp>
        <p:nvSpPr>
          <p:cNvPr id="97" name="ZoneTexte 96">
            <a:extLst>
              <a:ext uri="{FF2B5EF4-FFF2-40B4-BE49-F238E27FC236}">
                <a16:creationId xmlns:a16="http://schemas.microsoft.com/office/drawing/2014/main" id="{4D0238FB-BC82-A129-9EBF-D7A780B848AB}"/>
              </a:ext>
            </a:extLst>
          </p:cNvPr>
          <p:cNvSpPr txBox="1"/>
          <p:nvPr>
            <p:custDataLst>
              <p:tags r:id="rId10"/>
            </p:custDataLst>
          </p:nvPr>
        </p:nvSpPr>
        <p:spPr>
          <a:xfrm>
            <a:off x="2426228" y="4452450"/>
            <a:ext cx="4860000" cy="230832"/>
          </a:xfrm>
          <a:prstGeom prst="rect">
            <a:avLst/>
          </a:prstGeom>
          <a:noFill/>
        </p:spPr>
        <p:txBody>
          <a:bodyPr wrap="square" rtlCol="0">
            <a:spAutoFit/>
          </a:bodyPr>
          <a:lstStyle/>
          <a:p>
            <a:r>
              <a:rPr lang="fr-FR" sz="900">
                <a:latin typeface="Avenir Next LT Pro" panose="020B0504020202020204" pitchFamily="34" charset="0"/>
              </a:rPr>
              <a:t>Hebdomadaire</a:t>
            </a:r>
          </a:p>
        </p:txBody>
      </p:sp>
      <p:sp>
        <p:nvSpPr>
          <p:cNvPr id="99" name="Rectangle : coins arrondis 98">
            <a:extLst>
              <a:ext uri="{FF2B5EF4-FFF2-40B4-BE49-F238E27FC236}">
                <a16:creationId xmlns:a16="http://schemas.microsoft.com/office/drawing/2014/main" id="{7AFE1FED-15B6-D5AC-A846-EC8A4EB22622}"/>
              </a:ext>
            </a:extLst>
          </p:cNvPr>
          <p:cNvSpPr/>
          <p:nvPr>
            <p:custDataLst>
              <p:tags r:id="rId11"/>
            </p:custDataLst>
          </p:nvPr>
        </p:nvSpPr>
        <p:spPr>
          <a:xfrm>
            <a:off x="751097" y="4781861"/>
            <a:ext cx="1441795" cy="398704"/>
          </a:xfrm>
          <a:prstGeom prst="roundRect">
            <a:avLst>
              <a:gd name="adj" fmla="val 17493"/>
            </a:avLst>
          </a:prstGeom>
          <a:solidFill>
            <a:srgbClr val="10203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latin typeface="Avenir Next LT Pro" panose="020B0504020202020204" pitchFamily="34" charset="0"/>
                <a:cs typeface="Arial" panose="020B0604020202020204" pitchFamily="34" charset="0"/>
              </a:rPr>
              <a:t>Durée</a:t>
            </a:r>
          </a:p>
        </p:txBody>
      </p:sp>
      <p:sp>
        <p:nvSpPr>
          <p:cNvPr id="100" name="ZoneTexte 99">
            <a:extLst>
              <a:ext uri="{FF2B5EF4-FFF2-40B4-BE49-F238E27FC236}">
                <a16:creationId xmlns:a16="http://schemas.microsoft.com/office/drawing/2014/main" id="{4C3E5B56-4138-4B45-7A43-358AE7446BEE}"/>
              </a:ext>
            </a:extLst>
          </p:cNvPr>
          <p:cNvSpPr txBox="1"/>
          <p:nvPr>
            <p:custDataLst>
              <p:tags r:id="rId12"/>
            </p:custDataLst>
          </p:nvPr>
        </p:nvSpPr>
        <p:spPr>
          <a:xfrm>
            <a:off x="2426229" y="4920409"/>
            <a:ext cx="4860000" cy="254044"/>
          </a:xfrm>
          <a:prstGeom prst="rect">
            <a:avLst/>
          </a:prstGeom>
          <a:noFill/>
        </p:spPr>
        <p:txBody>
          <a:bodyPr wrap="square" rtlCol="0">
            <a:spAutoFit/>
          </a:bodyPr>
          <a:lstStyle/>
          <a:p>
            <a:r>
              <a:rPr lang="fr-FR" sz="1000">
                <a:latin typeface="Avenir Next LT Pro" panose="020B0504020202020204" pitchFamily="34" charset="0"/>
              </a:rPr>
              <a:t>1h</a:t>
            </a:r>
          </a:p>
        </p:txBody>
      </p:sp>
      <p:sp>
        <p:nvSpPr>
          <p:cNvPr id="102" name="Rectangle : coins arrondis 101">
            <a:extLst>
              <a:ext uri="{FF2B5EF4-FFF2-40B4-BE49-F238E27FC236}">
                <a16:creationId xmlns:a16="http://schemas.microsoft.com/office/drawing/2014/main" id="{57A3853C-C844-09FF-951C-CB47EE80BEBE}"/>
              </a:ext>
            </a:extLst>
          </p:cNvPr>
          <p:cNvSpPr/>
          <p:nvPr>
            <p:custDataLst>
              <p:tags r:id="rId13"/>
            </p:custDataLst>
          </p:nvPr>
        </p:nvSpPr>
        <p:spPr>
          <a:xfrm>
            <a:off x="750131" y="5272756"/>
            <a:ext cx="1441795" cy="1256156"/>
          </a:xfrm>
          <a:prstGeom prst="roundRect">
            <a:avLst>
              <a:gd name="adj" fmla="val 8199"/>
            </a:avLst>
          </a:prstGeom>
          <a:solidFill>
            <a:srgbClr val="10203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latin typeface="Avenir Next LT Pro" panose="020B0504020202020204" pitchFamily="34" charset="0"/>
                <a:cs typeface="Arial" panose="020B0604020202020204" pitchFamily="34" charset="0"/>
              </a:rPr>
              <a:t>Participants</a:t>
            </a:r>
          </a:p>
        </p:txBody>
      </p:sp>
      <p:sp>
        <p:nvSpPr>
          <p:cNvPr id="145" name="ZoneTexte 144">
            <a:extLst>
              <a:ext uri="{FF2B5EF4-FFF2-40B4-BE49-F238E27FC236}">
                <a16:creationId xmlns:a16="http://schemas.microsoft.com/office/drawing/2014/main" id="{157423CC-9E80-9B9E-B859-A495DEB9F601}"/>
              </a:ext>
            </a:extLst>
          </p:cNvPr>
          <p:cNvSpPr txBox="1"/>
          <p:nvPr>
            <p:custDataLst>
              <p:tags r:id="rId14"/>
            </p:custDataLst>
          </p:nvPr>
        </p:nvSpPr>
        <p:spPr>
          <a:xfrm>
            <a:off x="2426229" y="5328583"/>
            <a:ext cx="4860000" cy="1061829"/>
          </a:xfrm>
          <a:prstGeom prst="rect">
            <a:avLst/>
          </a:prstGeom>
          <a:noFill/>
        </p:spPr>
        <p:txBody>
          <a:bodyPr wrap="square" rtlCol="0">
            <a:spAutoFit/>
          </a:bodyPr>
          <a:lstStyle>
            <a:defPPr>
              <a:defRPr lang="fr-FR"/>
            </a:defPPr>
            <a:lvl1pPr marL="171453" indent="-171453">
              <a:buFont typeface="Wingdings" panose="05000000000000000000" pitchFamily="2" charset="2"/>
              <a:buChar char="ü"/>
              <a:defRPr sz="1000">
                <a:latin typeface="Montserrat" panose="02000505000000020004" pitchFamily="2" charset="0"/>
              </a:defRPr>
            </a:lvl1pPr>
          </a:lstStyle>
          <a:p>
            <a:pPr marL="0" indent="0">
              <a:buNone/>
            </a:pPr>
            <a:r>
              <a:rPr lang="fr-FR" sz="900">
                <a:latin typeface="Avenir Next LT Pro" panose="020B0504020202020204" pitchFamily="34" charset="0"/>
              </a:rPr>
              <a:t>Lead : Collégial, avec l’aide d’un animateur</a:t>
            </a:r>
          </a:p>
          <a:p>
            <a:pPr marL="0" indent="0">
              <a:buNone/>
            </a:pPr>
            <a:endParaRPr lang="fr-FR" sz="900">
              <a:latin typeface="Avenir Next LT Pro" panose="020B0504020202020204" pitchFamily="34" charset="0"/>
            </a:endParaRPr>
          </a:p>
          <a:p>
            <a:pPr marL="0" indent="0">
              <a:buNone/>
            </a:pPr>
            <a:r>
              <a:rPr lang="fr-FR" sz="900">
                <a:latin typeface="Avenir Next LT Pro" panose="020B0504020202020204" pitchFamily="34" charset="0"/>
              </a:rPr>
              <a:t>Participants : </a:t>
            </a:r>
          </a:p>
          <a:p>
            <a:pPr>
              <a:buBlip>
                <a:blip r:embed="rId18"/>
              </a:buBlip>
            </a:pPr>
            <a:r>
              <a:rPr lang="fr-FR" sz="900">
                <a:latin typeface="Avenir Next LT Pro" panose="020B0504020202020204" pitchFamily="34" charset="0"/>
              </a:rPr>
              <a:t>Architectes (entreprise, solution, infrastructure, …)</a:t>
            </a:r>
          </a:p>
          <a:p>
            <a:pPr marL="0" indent="0">
              <a:buNone/>
            </a:pPr>
            <a:endParaRPr lang="fr-FR" sz="900">
              <a:latin typeface="Avenir Next LT Pro" panose="020B0504020202020204" pitchFamily="34" charset="0"/>
            </a:endParaRPr>
          </a:p>
          <a:p>
            <a:pPr marL="0" indent="0">
              <a:buNone/>
            </a:pPr>
            <a:r>
              <a:rPr lang="fr-FR" sz="900">
                <a:latin typeface="Avenir Next LT Pro" panose="020B0504020202020204" pitchFamily="34" charset="0"/>
              </a:rPr>
              <a:t>Autres participants / à la demande :</a:t>
            </a:r>
          </a:p>
          <a:p>
            <a:pPr>
              <a:buBlip>
                <a:blip r:embed="rId18"/>
              </a:buBlip>
            </a:pPr>
            <a:r>
              <a:rPr lang="fr-FR" sz="900">
                <a:latin typeface="Avenir Next LT Pro" panose="020B0504020202020204" pitchFamily="34" charset="0"/>
              </a:rPr>
              <a:t>Selon ordre du jour : CPI, PO, éditeur, etc.</a:t>
            </a:r>
          </a:p>
        </p:txBody>
      </p:sp>
      <p:sp>
        <p:nvSpPr>
          <p:cNvPr id="30" name="ZoneTexte 29">
            <a:extLst>
              <a:ext uri="{FF2B5EF4-FFF2-40B4-BE49-F238E27FC236}">
                <a16:creationId xmlns:a16="http://schemas.microsoft.com/office/drawing/2014/main" id="{729182C8-2E89-78A8-0E33-09FC97ED65DE}"/>
              </a:ext>
            </a:extLst>
          </p:cNvPr>
          <p:cNvSpPr txBox="1"/>
          <p:nvPr>
            <p:custDataLst>
              <p:tags r:id="rId15"/>
            </p:custDataLst>
          </p:nvPr>
        </p:nvSpPr>
        <p:spPr>
          <a:xfrm>
            <a:off x="2454172" y="1777130"/>
            <a:ext cx="3635789" cy="276999"/>
          </a:xfrm>
          <a:prstGeom prst="rect">
            <a:avLst/>
          </a:prstGeom>
          <a:noFill/>
        </p:spPr>
        <p:txBody>
          <a:bodyPr wrap="square" lIns="0" tIns="0" rIns="0" bIns="0" rtlCol="0">
            <a:spAutoFit/>
          </a:bodyPr>
          <a:lstStyle/>
          <a:p>
            <a:pPr algn="ctr"/>
            <a:r>
              <a:rPr lang="fr-FR" b="1" cap="small">
                <a:latin typeface="Avenir Next LT Pro" panose="020B0504020202020204" pitchFamily="34" charset="0"/>
                <a:cs typeface="Arial" panose="020B0604020202020204" pitchFamily="34" charset="0"/>
              </a:rPr>
              <a:t>Revue des architectes</a:t>
            </a:r>
            <a:endParaRPr lang="en-GB" b="1" cap="small">
              <a:latin typeface="Avenir Next LT Pro" panose="020B0504020202020204" pitchFamily="34" charset="0"/>
              <a:cs typeface="Arial" panose="020B0604020202020204" pitchFamily="34" charset="0"/>
            </a:endParaRPr>
          </a:p>
        </p:txBody>
      </p:sp>
      <p:cxnSp>
        <p:nvCxnSpPr>
          <p:cNvPr id="34" name="Connecteur droit 33">
            <a:extLst>
              <a:ext uri="{FF2B5EF4-FFF2-40B4-BE49-F238E27FC236}">
                <a16:creationId xmlns:a16="http://schemas.microsoft.com/office/drawing/2014/main" id="{98426147-AC1A-39C1-5B67-DDAA4B778FA0}"/>
              </a:ext>
            </a:extLst>
          </p:cNvPr>
          <p:cNvCxnSpPr>
            <a:cxnSpLocks/>
          </p:cNvCxnSpPr>
          <p:nvPr/>
        </p:nvCxnSpPr>
        <p:spPr>
          <a:xfrm>
            <a:off x="1465135" y="2738087"/>
            <a:ext cx="6156000" cy="0"/>
          </a:xfrm>
          <a:prstGeom prst="line">
            <a:avLst/>
          </a:prstGeom>
          <a:ln>
            <a:solidFill>
              <a:schemeClr val="bg1">
                <a:lumMod val="75000"/>
                <a:alpha val="72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Connecteur droit 36">
            <a:extLst>
              <a:ext uri="{FF2B5EF4-FFF2-40B4-BE49-F238E27FC236}">
                <a16:creationId xmlns:a16="http://schemas.microsoft.com/office/drawing/2014/main" id="{6934E08A-6BEF-D669-566F-0AE815940D2F}"/>
              </a:ext>
            </a:extLst>
          </p:cNvPr>
          <p:cNvCxnSpPr/>
          <p:nvPr/>
        </p:nvCxnSpPr>
        <p:spPr>
          <a:xfrm>
            <a:off x="1474660" y="3737189"/>
            <a:ext cx="6156000" cy="0"/>
          </a:xfrm>
          <a:prstGeom prst="line">
            <a:avLst/>
          </a:prstGeom>
          <a:ln>
            <a:solidFill>
              <a:schemeClr val="bg1">
                <a:lumMod val="75000"/>
                <a:alpha val="72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Connecteur droit 38">
            <a:extLst>
              <a:ext uri="{FF2B5EF4-FFF2-40B4-BE49-F238E27FC236}">
                <a16:creationId xmlns:a16="http://schemas.microsoft.com/office/drawing/2014/main" id="{0C0CA637-5781-1EBB-51E3-220FF6276C50}"/>
              </a:ext>
            </a:extLst>
          </p:cNvPr>
          <p:cNvCxnSpPr/>
          <p:nvPr/>
        </p:nvCxnSpPr>
        <p:spPr>
          <a:xfrm>
            <a:off x="1485910" y="4304436"/>
            <a:ext cx="6156000" cy="0"/>
          </a:xfrm>
          <a:prstGeom prst="line">
            <a:avLst/>
          </a:prstGeom>
          <a:ln>
            <a:solidFill>
              <a:schemeClr val="bg1">
                <a:lumMod val="75000"/>
                <a:alpha val="72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21432BC2-39CD-848B-435A-C987C5918CE7}"/>
              </a:ext>
            </a:extLst>
          </p:cNvPr>
          <p:cNvCxnSpPr/>
          <p:nvPr/>
        </p:nvCxnSpPr>
        <p:spPr>
          <a:xfrm>
            <a:off x="1485910" y="4781861"/>
            <a:ext cx="6156000" cy="0"/>
          </a:xfrm>
          <a:prstGeom prst="line">
            <a:avLst/>
          </a:prstGeom>
          <a:ln>
            <a:solidFill>
              <a:schemeClr val="bg1">
                <a:lumMod val="75000"/>
                <a:alpha val="72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59CD7AE3-5DDD-CF35-DD4F-CCADDB9CE2FE}"/>
              </a:ext>
            </a:extLst>
          </p:cNvPr>
          <p:cNvCxnSpPr/>
          <p:nvPr/>
        </p:nvCxnSpPr>
        <p:spPr>
          <a:xfrm>
            <a:off x="1499768" y="5276001"/>
            <a:ext cx="6156000" cy="0"/>
          </a:xfrm>
          <a:prstGeom prst="line">
            <a:avLst/>
          </a:prstGeom>
          <a:ln>
            <a:solidFill>
              <a:schemeClr val="bg1">
                <a:lumMod val="75000"/>
                <a:alpha val="72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46" name="Graphique 45">
            <a:extLst>
              <a:ext uri="{FF2B5EF4-FFF2-40B4-BE49-F238E27FC236}">
                <a16:creationId xmlns:a16="http://schemas.microsoft.com/office/drawing/2014/main" id="{57903687-0F8A-378C-6001-87676DF00A56}"/>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179928" y="1925943"/>
            <a:ext cx="495300" cy="495300"/>
          </a:xfrm>
          <a:prstGeom prst="rect">
            <a:avLst/>
          </a:prstGeom>
        </p:spPr>
      </p:pic>
      <p:sp>
        <p:nvSpPr>
          <p:cNvPr id="8" name="ZoneTexte 7">
            <a:extLst>
              <a:ext uri="{FF2B5EF4-FFF2-40B4-BE49-F238E27FC236}">
                <a16:creationId xmlns:a16="http://schemas.microsoft.com/office/drawing/2014/main" id="{03674A21-D7C3-7473-C953-0AB6C0DB3B0D}"/>
              </a:ext>
            </a:extLst>
          </p:cNvPr>
          <p:cNvSpPr txBox="1"/>
          <p:nvPr>
            <p:custDataLst>
              <p:tags r:id="rId16"/>
            </p:custDataLst>
          </p:nvPr>
        </p:nvSpPr>
        <p:spPr>
          <a:xfrm>
            <a:off x="2388546" y="2281183"/>
            <a:ext cx="3775296" cy="415755"/>
          </a:xfrm>
          <a:prstGeom prst="rect">
            <a:avLst/>
          </a:prstGeom>
          <a:noFill/>
        </p:spPr>
        <p:txBody>
          <a:bodyPr wrap="square" rtlCol="0">
            <a:spAutoFit/>
          </a:bodyPr>
          <a:lstStyle/>
          <a:p>
            <a:pPr algn="ctr"/>
            <a:r>
              <a:rPr lang="fr-FR" sz="1051" i="1">
                <a:solidFill>
                  <a:srgbClr val="F1A500"/>
                </a:solidFill>
                <a:latin typeface="Avenir Next LT Pro" panose="020B0504020202020204" pitchFamily="34" charset="0"/>
              </a:rPr>
              <a:t>Instance de partage de l’architecture et </a:t>
            </a:r>
          </a:p>
          <a:p>
            <a:pPr algn="ctr"/>
            <a:r>
              <a:rPr lang="fr-FR" sz="1051" i="1">
                <a:solidFill>
                  <a:srgbClr val="F1A500"/>
                </a:solidFill>
                <a:latin typeface="Avenir Next LT Pro" panose="020B0504020202020204" pitchFamily="34" charset="0"/>
              </a:rPr>
              <a:t>de revue entre pairs</a:t>
            </a:r>
          </a:p>
        </p:txBody>
      </p:sp>
      <p:sp>
        <p:nvSpPr>
          <p:cNvPr id="3" name="Espace réservé du pied de page 2">
            <a:extLst>
              <a:ext uri="{FF2B5EF4-FFF2-40B4-BE49-F238E27FC236}">
                <a16:creationId xmlns:a16="http://schemas.microsoft.com/office/drawing/2014/main" id="{1CA1C28D-4BED-ABF3-330D-FE73F2DEEA4C}"/>
              </a:ext>
            </a:extLst>
          </p:cNvPr>
          <p:cNvSpPr>
            <a:spLocks noGrp="1"/>
          </p:cNvSpPr>
          <p:nvPr>
            <p:ph type="ftr" sz="quarter" idx="11"/>
          </p:nvPr>
        </p:nvSpPr>
        <p:spPr/>
        <p:txBody>
          <a:bodyPr/>
          <a:lstStyle/>
          <a:p>
            <a:r>
              <a:rPr lang="fr-FR"/>
              <a:t>BOUYGUES CONSTRUCTION | </a:t>
            </a:r>
          </a:p>
        </p:txBody>
      </p:sp>
    </p:spTree>
    <p:extLst>
      <p:ext uri="{BB962C8B-B14F-4D97-AF65-F5344CB8AC3E}">
        <p14:creationId xmlns:p14="http://schemas.microsoft.com/office/powerpoint/2010/main" val="2800257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2850E7AE-E5D8-9DA6-8080-FDC23CD64F56}"/>
              </a:ext>
            </a:extLst>
          </p:cNvPr>
          <p:cNvSpPr>
            <a:spLocks noGrp="1"/>
          </p:cNvSpPr>
          <p:nvPr>
            <p:ph type="title"/>
            <p:custDataLst>
              <p:tags r:id="rId1"/>
            </p:custDataLst>
          </p:nvPr>
        </p:nvSpPr>
        <p:spPr>
          <a:xfrm>
            <a:off x="537575" y="849535"/>
            <a:ext cx="11086578" cy="369332"/>
          </a:xfrm>
        </p:spPr>
        <p:txBody>
          <a:bodyPr/>
          <a:lstStyle/>
          <a:p>
            <a:r>
              <a:rPr lang="fr-FR" sz="2000">
                <a:solidFill>
                  <a:srgbClr val="E65012"/>
                </a:solidFill>
              </a:rPr>
              <a:t>I PROPOSITION : La cinématique cible d’un projet</a:t>
            </a:r>
            <a:endParaRPr lang="fr-FR" sz="2000"/>
          </a:p>
        </p:txBody>
      </p:sp>
      <p:sp>
        <p:nvSpPr>
          <p:cNvPr id="2" name="Espace réservé de la date 1">
            <a:extLst>
              <a:ext uri="{FF2B5EF4-FFF2-40B4-BE49-F238E27FC236}">
                <a16:creationId xmlns:a16="http://schemas.microsoft.com/office/drawing/2014/main" id="{46BAAB24-B454-C82E-0D9D-A52F70BABE8B}"/>
              </a:ext>
            </a:extLst>
          </p:cNvPr>
          <p:cNvSpPr>
            <a:spLocks noGrp="1"/>
          </p:cNvSpPr>
          <p:nvPr>
            <p:ph type="dt" sz="half" idx="10"/>
            <p:custDataLst>
              <p:tags r:id="rId2"/>
            </p:custDataLst>
          </p:nvPr>
        </p:nvSpPr>
        <p:spPr/>
        <p:txBody>
          <a:bodyPr/>
          <a:lstStyle/>
          <a:p>
            <a:r>
              <a:rPr lang="fr-FR">
                <a:latin typeface="Avenir Next LT Pro" panose="020B0504020202020204" pitchFamily="34" charset="0"/>
              </a:rPr>
              <a:t>Juin 2024</a:t>
            </a:r>
          </a:p>
        </p:txBody>
      </p:sp>
      <p:sp>
        <p:nvSpPr>
          <p:cNvPr id="4" name="Espace réservé du numéro de diapositive 3">
            <a:extLst>
              <a:ext uri="{FF2B5EF4-FFF2-40B4-BE49-F238E27FC236}">
                <a16:creationId xmlns:a16="http://schemas.microsoft.com/office/drawing/2014/main" id="{0654D6CC-F3FC-85F0-6D41-60742E4B88D1}"/>
              </a:ext>
            </a:extLst>
          </p:cNvPr>
          <p:cNvSpPr>
            <a:spLocks noGrp="1"/>
          </p:cNvSpPr>
          <p:nvPr>
            <p:ph type="sldNum" sz="quarter" idx="12"/>
            <p:custDataLst>
              <p:tags r:id="rId3"/>
            </p:custDataLst>
          </p:nvPr>
        </p:nvSpPr>
        <p:spPr/>
        <p:txBody>
          <a:bodyPr/>
          <a:lstStyle/>
          <a:p>
            <a:fld id="{6B54B0F7-55DD-40D6-B7F4-70B586885C0B}" type="slidenum">
              <a:rPr lang="fr-FR" smtClean="0">
                <a:latin typeface="Avenir Next LT Pro" panose="020B0504020202020204" pitchFamily="34" charset="0"/>
              </a:rPr>
              <a:pPr/>
              <a:t>3</a:t>
            </a:fld>
            <a:endParaRPr lang="fr-FR">
              <a:latin typeface="Avenir Next LT Pro" panose="020B0504020202020204" pitchFamily="34" charset="0"/>
            </a:endParaRPr>
          </a:p>
        </p:txBody>
      </p:sp>
      <p:sp>
        <p:nvSpPr>
          <p:cNvPr id="6" name="Espace réservé du texte 5">
            <a:extLst>
              <a:ext uri="{FF2B5EF4-FFF2-40B4-BE49-F238E27FC236}">
                <a16:creationId xmlns:a16="http://schemas.microsoft.com/office/drawing/2014/main" id="{DAC5DA09-2784-F005-9BCF-58384168130D}"/>
              </a:ext>
            </a:extLst>
          </p:cNvPr>
          <p:cNvSpPr>
            <a:spLocks noGrp="1"/>
          </p:cNvSpPr>
          <p:nvPr>
            <p:ph type="body" sz="quarter" idx="19"/>
            <p:custDataLst>
              <p:tags r:id="rId4"/>
            </p:custDataLst>
          </p:nvPr>
        </p:nvSpPr>
        <p:spPr/>
        <p:txBody>
          <a:bodyPr>
            <a:normAutofit/>
          </a:bodyPr>
          <a:lstStyle/>
          <a:p>
            <a:r>
              <a:rPr lang="fr-FR"/>
              <a:t>Les différentes INSTANCES d’architecture</a:t>
            </a:r>
            <a:endParaRPr lang="fr-FR">
              <a:latin typeface="+mj-lt"/>
            </a:endParaRPr>
          </a:p>
        </p:txBody>
      </p:sp>
      <p:sp>
        <p:nvSpPr>
          <p:cNvPr id="28" name="Espace réservé du texte 27">
            <a:extLst>
              <a:ext uri="{FF2B5EF4-FFF2-40B4-BE49-F238E27FC236}">
                <a16:creationId xmlns:a16="http://schemas.microsoft.com/office/drawing/2014/main" id="{AB899909-5205-01B7-BCBB-69D43D3F1F39}"/>
              </a:ext>
            </a:extLst>
          </p:cNvPr>
          <p:cNvSpPr>
            <a:spLocks noGrp="1"/>
          </p:cNvSpPr>
          <p:nvPr>
            <p:ph type="body" sz="quarter" idx="30"/>
          </p:nvPr>
        </p:nvSpPr>
        <p:spPr/>
        <p:txBody>
          <a:bodyPr/>
          <a:lstStyle/>
          <a:p>
            <a:r>
              <a:rPr lang="fr-FR"/>
              <a:t>01</a:t>
            </a:r>
          </a:p>
        </p:txBody>
      </p:sp>
      <p:sp>
        <p:nvSpPr>
          <p:cNvPr id="3" name="Rectangle 2">
            <a:extLst>
              <a:ext uri="{FF2B5EF4-FFF2-40B4-BE49-F238E27FC236}">
                <a16:creationId xmlns:a16="http://schemas.microsoft.com/office/drawing/2014/main" id="{818B9396-7C9E-BA8C-E64A-BF11798B3769}"/>
              </a:ext>
            </a:extLst>
          </p:cNvPr>
          <p:cNvSpPr/>
          <p:nvPr/>
        </p:nvSpPr>
        <p:spPr>
          <a:xfrm>
            <a:off x="1677112" y="2219995"/>
            <a:ext cx="2712641" cy="28565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200">
                <a:solidFill>
                  <a:schemeClr val="tx1"/>
                </a:solidFill>
                <a:latin typeface="Impact" panose="020B0806030902050204" pitchFamily="34" charset="0"/>
                <a:cs typeface="Arial" panose="020B0604020202020204" pitchFamily="34" charset="0"/>
              </a:rPr>
              <a:t>COMITE  DE SELECTION</a:t>
            </a:r>
          </a:p>
        </p:txBody>
      </p:sp>
      <p:sp>
        <p:nvSpPr>
          <p:cNvPr id="7" name="Losange 6">
            <a:extLst>
              <a:ext uri="{FF2B5EF4-FFF2-40B4-BE49-F238E27FC236}">
                <a16:creationId xmlns:a16="http://schemas.microsoft.com/office/drawing/2014/main" id="{F0B04506-1948-8A87-69F7-3EBCAC23B191}"/>
              </a:ext>
            </a:extLst>
          </p:cNvPr>
          <p:cNvSpPr/>
          <p:nvPr/>
        </p:nvSpPr>
        <p:spPr>
          <a:xfrm>
            <a:off x="2204189" y="3493924"/>
            <a:ext cx="284043" cy="284043"/>
          </a:xfrm>
          <a:prstGeom prst="diamond">
            <a:avLst/>
          </a:prstGeom>
          <a:solidFill>
            <a:srgbClr val="EC7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25A620EF-196A-EBF5-12EC-CE8A3CCFB291}"/>
              </a:ext>
            </a:extLst>
          </p:cNvPr>
          <p:cNvSpPr/>
          <p:nvPr/>
        </p:nvSpPr>
        <p:spPr>
          <a:xfrm>
            <a:off x="4470671" y="2212103"/>
            <a:ext cx="7188987" cy="140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200">
                <a:solidFill>
                  <a:schemeClr val="tx1"/>
                </a:solidFill>
                <a:latin typeface="Impact" panose="020B0806030902050204" pitchFamily="34" charset="0"/>
                <a:cs typeface="Arial" panose="020B0604020202020204" pitchFamily="34" charset="0"/>
              </a:rPr>
              <a:t>DESIGN REVIEW ELARGIE</a:t>
            </a:r>
          </a:p>
        </p:txBody>
      </p:sp>
      <p:sp>
        <p:nvSpPr>
          <p:cNvPr id="9" name="Rectangle 8">
            <a:extLst>
              <a:ext uri="{FF2B5EF4-FFF2-40B4-BE49-F238E27FC236}">
                <a16:creationId xmlns:a16="http://schemas.microsoft.com/office/drawing/2014/main" id="{73AEFE0C-2CFB-CC2F-3D7E-DD9F4BCABC40}"/>
              </a:ext>
            </a:extLst>
          </p:cNvPr>
          <p:cNvSpPr/>
          <p:nvPr/>
        </p:nvSpPr>
        <p:spPr>
          <a:xfrm>
            <a:off x="4470671" y="3679546"/>
            <a:ext cx="7188987" cy="140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200">
                <a:solidFill>
                  <a:schemeClr val="tx1"/>
                </a:solidFill>
                <a:latin typeface="Impact" panose="020B0806030902050204" pitchFamily="34" charset="0"/>
                <a:cs typeface="Arial" panose="020B0604020202020204" pitchFamily="34" charset="0"/>
              </a:rPr>
              <a:t>DESIGN REVIEW STANDARD</a:t>
            </a:r>
          </a:p>
        </p:txBody>
      </p:sp>
      <p:sp>
        <p:nvSpPr>
          <p:cNvPr id="10" name="Losange 9">
            <a:extLst>
              <a:ext uri="{FF2B5EF4-FFF2-40B4-BE49-F238E27FC236}">
                <a16:creationId xmlns:a16="http://schemas.microsoft.com/office/drawing/2014/main" id="{B6FF1700-FCC2-96F2-47AD-2C2695592FCB}"/>
              </a:ext>
            </a:extLst>
          </p:cNvPr>
          <p:cNvSpPr/>
          <p:nvPr/>
        </p:nvSpPr>
        <p:spPr>
          <a:xfrm>
            <a:off x="5456435" y="2655555"/>
            <a:ext cx="284043" cy="284043"/>
          </a:xfrm>
          <a:prstGeom prst="diamond">
            <a:avLst/>
          </a:prstGeom>
          <a:solidFill>
            <a:srgbClr val="FFD9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Losange 10">
            <a:extLst>
              <a:ext uri="{FF2B5EF4-FFF2-40B4-BE49-F238E27FC236}">
                <a16:creationId xmlns:a16="http://schemas.microsoft.com/office/drawing/2014/main" id="{74FDF4B3-E8BC-452D-EB44-406CF5E1BA6C}"/>
              </a:ext>
            </a:extLst>
          </p:cNvPr>
          <p:cNvSpPr/>
          <p:nvPr/>
        </p:nvSpPr>
        <p:spPr>
          <a:xfrm>
            <a:off x="5456435" y="4172217"/>
            <a:ext cx="284043" cy="284043"/>
          </a:xfrm>
          <a:prstGeom prst="diamond">
            <a:avLst/>
          </a:prstGeom>
          <a:solidFill>
            <a:srgbClr val="FFD9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Losange 11">
            <a:extLst>
              <a:ext uri="{FF2B5EF4-FFF2-40B4-BE49-F238E27FC236}">
                <a16:creationId xmlns:a16="http://schemas.microsoft.com/office/drawing/2014/main" id="{C62842D5-FE53-1297-7246-01163D5F2275}"/>
              </a:ext>
            </a:extLst>
          </p:cNvPr>
          <p:cNvSpPr/>
          <p:nvPr/>
        </p:nvSpPr>
        <p:spPr>
          <a:xfrm>
            <a:off x="6624220" y="2655555"/>
            <a:ext cx="284043" cy="284043"/>
          </a:xfrm>
          <a:prstGeom prst="diamond">
            <a:avLst/>
          </a:prstGeom>
          <a:solidFill>
            <a:srgbClr val="EC7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Losange 12">
            <a:extLst>
              <a:ext uri="{FF2B5EF4-FFF2-40B4-BE49-F238E27FC236}">
                <a16:creationId xmlns:a16="http://schemas.microsoft.com/office/drawing/2014/main" id="{ED2AFE91-96F5-4A12-A7D2-558735F48C67}"/>
              </a:ext>
            </a:extLst>
          </p:cNvPr>
          <p:cNvSpPr/>
          <p:nvPr/>
        </p:nvSpPr>
        <p:spPr>
          <a:xfrm>
            <a:off x="6624220" y="4172217"/>
            <a:ext cx="284043" cy="284043"/>
          </a:xfrm>
          <a:prstGeom prst="diamond">
            <a:avLst/>
          </a:prstGeom>
          <a:solidFill>
            <a:srgbClr val="EC7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4" name="Connecteur : en angle 13">
            <a:extLst>
              <a:ext uri="{FF2B5EF4-FFF2-40B4-BE49-F238E27FC236}">
                <a16:creationId xmlns:a16="http://schemas.microsoft.com/office/drawing/2014/main" id="{EC41C2A4-3A81-1714-32B9-429598AFA650}"/>
              </a:ext>
            </a:extLst>
          </p:cNvPr>
          <p:cNvCxnSpPr>
            <a:cxnSpLocks/>
          </p:cNvCxnSpPr>
          <p:nvPr/>
        </p:nvCxnSpPr>
        <p:spPr>
          <a:xfrm>
            <a:off x="2488232" y="3635946"/>
            <a:ext cx="2968203" cy="678293"/>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Losange 14">
            <a:extLst>
              <a:ext uri="{FF2B5EF4-FFF2-40B4-BE49-F238E27FC236}">
                <a16:creationId xmlns:a16="http://schemas.microsoft.com/office/drawing/2014/main" id="{760D9830-BAAA-C9D7-5B13-0C1231E6B13C}"/>
              </a:ext>
            </a:extLst>
          </p:cNvPr>
          <p:cNvSpPr/>
          <p:nvPr/>
        </p:nvSpPr>
        <p:spPr>
          <a:xfrm>
            <a:off x="9132681" y="2655555"/>
            <a:ext cx="284043" cy="284043"/>
          </a:xfrm>
          <a:prstGeom prst="diamond">
            <a:avLst/>
          </a:prstGeom>
          <a:solidFill>
            <a:srgbClr val="EC7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Losange 15">
            <a:extLst>
              <a:ext uri="{FF2B5EF4-FFF2-40B4-BE49-F238E27FC236}">
                <a16:creationId xmlns:a16="http://schemas.microsoft.com/office/drawing/2014/main" id="{86DE7650-D2A6-690F-6484-B61B10A1EB65}"/>
              </a:ext>
            </a:extLst>
          </p:cNvPr>
          <p:cNvSpPr/>
          <p:nvPr/>
        </p:nvSpPr>
        <p:spPr>
          <a:xfrm>
            <a:off x="9132681" y="4172217"/>
            <a:ext cx="284043" cy="284043"/>
          </a:xfrm>
          <a:prstGeom prst="diamond">
            <a:avLst/>
          </a:prstGeom>
          <a:solidFill>
            <a:srgbClr val="EC7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a:extLst>
              <a:ext uri="{FF2B5EF4-FFF2-40B4-BE49-F238E27FC236}">
                <a16:creationId xmlns:a16="http://schemas.microsoft.com/office/drawing/2014/main" id="{BE04261A-1367-5378-9C2E-BBFA872C102B}"/>
              </a:ext>
            </a:extLst>
          </p:cNvPr>
          <p:cNvSpPr/>
          <p:nvPr/>
        </p:nvSpPr>
        <p:spPr>
          <a:xfrm>
            <a:off x="1677112" y="5244952"/>
            <a:ext cx="9982546" cy="133979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200">
                <a:solidFill>
                  <a:schemeClr val="tx1"/>
                </a:solidFill>
                <a:latin typeface="Impact" panose="020B0806030902050204" pitchFamily="34" charset="0"/>
                <a:cs typeface="Arial" panose="020B0604020202020204" pitchFamily="34" charset="0"/>
              </a:rPr>
              <a:t>REVUE DES ARCHITECTES</a:t>
            </a:r>
          </a:p>
        </p:txBody>
      </p:sp>
      <p:sp>
        <p:nvSpPr>
          <p:cNvPr id="18" name="Rectangle 17">
            <a:extLst>
              <a:ext uri="{FF2B5EF4-FFF2-40B4-BE49-F238E27FC236}">
                <a16:creationId xmlns:a16="http://schemas.microsoft.com/office/drawing/2014/main" id="{BB9638D4-0451-9E2B-8D3B-84017853B793}"/>
              </a:ext>
            </a:extLst>
          </p:cNvPr>
          <p:cNvSpPr/>
          <p:nvPr/>
        </p:nvSpPr>
        <p:spPr>
          <a:xfrm>
            <a:off x="6137291" y="2321078"/>
            <a:ext cx="1271587" cy="3519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0" b="1">
                <a:solidFill>
                  <a:schemeClr val="tx1"/>
                </a:solidFill>
                <a:latin typeface="Arial" panose="020B0604020202020204" pitchFamily="34" charset="0"/>
                <a:cs typeface="Arial" panose="020B0604020202020204" pitchFamily="34" charset="0"/>
              </a:rPr>
              <a:t>Validation choix d’architecture</a:t>
            </a:r>
          </a:p>
        </p:txBody>
      </p:sp>
      <p:sp>
        <p:nvSpPr>
          <p:cNvPr id="19" name="Rectangle 18">
            <a:extLst>
              <a:ext uri="{FF2B5EF4-FFF2-40B4-BE49-F238E27FC236}">
                <a16:creationId xmlns:a16="http://schemas.microsoft.com/office/drawing/2014/main" id="{3724EE7E-EFCC-7855-2F4C-E6FAB9F2C2D8}"/>
              </a:ext>
            </a:extLst>
          </p:cNvPr>
          <p:cNvSpPr/>
          <p:nvPr/>
        </p:nvSpPr>
        <p:spPr>
          <a:xfrm>
            <a:off x="8662723" y="2454196"/>
            <a:ext cx="1271587" cy="2173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0" b="1">
                <a:solidFill>
                  <a:schemeClr val="tx1"/>
                </a:solidFill>
                <a:latin typeface="Arial" panose="020B0604020202020204" pitchFamily="34" charset="0"/>
                <a:cs typeface="Arial" panose="020B0604020202020204" pitchFamily="34" charset="0"/>
              </a:rPr>
              <a:t>Validation DAT</a:t>
            </a:r>
          </a:p>
        </p:txBody>
      </p:sp>
      <p:sp>
        <p:nvSpPr>
          <p:cNvPr id="21" name="Rectangle 20">
            <a:extLst>
              <a:ext uri="{FF2B5EF4-FFF2-40B4-BE49-F238E27FC236}">
                <a16:creationId xmlns:a16="http://schemas.microsoft.com/office/drawing/2014/main" id="{984FCE7D-40CB-1D08-771A-7A4808CAB5B0}"/>
              </a:ext>
            </a:extLst>
          </p:cNvPr>
          <p:cNvSpPr/>
          <p:nvPr/>
        </p:nvSpPr>
        <p:spPr>
          <a:xfrm>
            <a:off x="8662723" y="3974836"/>
            <a:ext cx="1271587" cy="2173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0" b="1">
                <a:solidFill>
                  <a:schemeClr val="tx1"/>
                </a:solidFill>
                <a:latin typeface="Arial" panose="020B0604020202020204" pitchFamily="34" charset="0"/>
                <a:cs typeface="Arial" panose="020B0604020202020204" pitchFamily="34" charset="0"/>
              </a:rPr>
              <a:t>Validation DAT</a:t>
            </a:r>
          </a:p>
        </p:txBody>
      </p:sp>
      <p:grpSp>
        <p:nvGrpSpPr>
          <p:cNvPr id="22" name="Groupe 21">
            <a:extLst>
              <a:ext uri="{FF2B5EF4-FFF2-40B4-BE49-F238E27FC236}">
                <a16:creationId xmlns:a16="http://schemas.microsoft.com/office/drawing/2014/main" id="{55B14EA3-DCA8-4033-E119-35A96615026B}"/>
              </a:ext>
            </a:extLst>
          </p:cNvPr>
          <p:cNvGrpSpPr/>
          <p:nvPr/>
        </p:nvGrpSpPr>
        <p:grpSpPr>
          <a:xfrm>
            <a:off x="1677112" y="1664204"/>
            <a:ext cx="10143413" cy="382555"/>
            <a:chOff x="4625463" y="1903446"/>
            <a:chExt cx="6995037" cy="382555"/>
          </a:xfrm>
          <a:solidFill>
            <a:schemeClr val="tx1"/>
          </a:solidFill>
        </p:grpSpPr>
        <p:sp>
          <p:nvSpPr>
            <p:cNvPr id="23" name="Flèche : pentagone 22">
              <a:extLst>
                <a:ext uri="{FF2B5EF4-FFF2-40B4-BE49-F238E27FC236}">
                  <a16:creationId xmlns:a16="http://schemas.microsoft.com/office/drawing/2014/main" id="{5E550BA4-DC53-D7F9-EBA2-755992FBB7F9}"/>
                </a:ext>
              </a:extLst>
            </p:cNvPr>
            <p:cNvSpPr/>
            <p:nvPr/>
          </p:nvSpPr>
          <p:spPr>
            <a:xfrm>
              <a:off x="9694023" y="1903446"/>
              <a:ext cx="1926477" cy="382555"/>
            </a:xfrm>
            <a:prstGeom prst="homePlat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latin typeface="Impact" panose="020B0806030902050204" pitchFamily="34" charset="0"/>
                  <a:cs typeface="Arial" panose="020B0604020202020204" pitchFamily="34" charset="0"/>
                </a:rPr>
                <a:t>RÉALISATION</a:t>
              </a:r>
            </a:p>
          </p:txBody>
        </p:sp>
        <p:sp>
          <p:nvSpPr>
            <p:cNvPr id="24" name="Flèche : pentagone 23">
              <a:extLst>
                <a:ext uri="{FF2B5EF4-FFF2-40B4-BE49-F238E27FC236}">
                  <a16:creationId xmlns:a16="http://schemas.microsoft.com/office/drawing/2014/main" id="{00C59014-CAB5-0CB8-077A-C2BDC906100C}"/>
                </a:ext>
              </a:extLst>
            </p:cNvPr>
            <p:cNvSpPr/>
            <p:nvPr/>
          </p:nvSpPr>
          <p:spPr>
            <a:xfrm>
              <a:off x="8004503" y="1903446"/>
              <a:ext cx="1926477" cy="382555"/>
            </a:xfrm>
            <a:prstGeom prst="homePlat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latin typeface="Impact" panose="020B0806030902050204" pitchFamily="34" charset="0"/>
                  <a:cs typeface="Arial" panose="020B0604020202020204" pitchFamily="34" charset="0"/>
                </a:rPr>
                <a:t>CONCEPTION</a:t>
              </a:r>
            </a:p>
          </p:txBody>
        </p:sp>
        <p:sp>
          <p:nvSpPr>
            <p:cNvPr id="25" name="Flèche : pentagone 24">
              <a:extLst>
                <a:ext uri="{FF2B5EF4-FFF2-40B4-BE49-F238E27FC236}">
                  <a16:creationId xmlns:a16="http://schemas.microsoft.com/office/drawing/2014/main" id="{2CAFA926-7749-3D12-45B1-C17597D43D4D}"/>
                </a:ext>
              </a:extLst>
            </p:cNvPr>
            <p:cNvSpPr/>
            <p:nvPr/>
          </p:nvSpPr>
          <p:spPr>
            <a:xfrm>
              <a:off x="6314983" y="1903446"/>
              <a:ext cx="1926477" cy="382555"/>
            </a:xfrm>
            <a:prstGeom prst="homePlat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latin typeface="Impact" panose="020B0806030902050204" pitchFamily="34" charset="0"/>
                  <a:cs typeface="Arial" panose="020B0604020202020204" pitchFamily="34" charset="0"/>
                </a:rPr>
                <a:t>CADRAGE</a:t>
              </a:r>
            </a:p>
          </p:txBody>
        </p:sp>
        <p:sp>
          <p:nvSpPr>
            <p:cNvPr id="26" name="Flèche : pentagone 25">
              <a:extLst>
                <a:ext uri="{FF2B5EF4-FFF2-40B4-BE49-F238E27FC236}">
                  <a16:creationId xmlns:a16="http://schemas.microsoft.com/office/drawing/2014/main" id="{4C3D0ABF-F7DC-35BF-D30A-06DD90514D38}"/>
                </a:ext>
              </a:extLst>
            </p:cNvPr>
            <p:cNvSpPr/>
            <p:nvPr/>
          </p:nvSpPr>
          <p:spPr>
            <a:xfrm>
              <a:off x="4625463" y="1903446"/>
              <a:ext cx="1926477" cy="382555"/>
            </a:xfrm>
            <a:prstGeom prst="homePlat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200">
                  <a:latin typeface="Impact"/>
                  <a:cs typeface="Arial"/>
                </a:rPr>
                <a:t>SELECTION</a:t>
              </a:r>
              <a:endParaRPr lang="fr-FR" sz="1200">
                <a:latin typeface="Impact" panose="020B0806030902050204" pitchFamily="34" charset="0"/>
                <a:cs typeface="Arial" panose="020B0604020202020204" pitchFamily="34" charset="0"/>
              </a:endParaRPr>
            </a:p>
          </p:txBody>
        </p:sp>
      </p:grpSp>
      <p:sp>
        <p:nvSpPr>
          <p:cNvPr id="27" name="Losange 26">
            <a:extLst>
              <a:ext uri="{FF2B5EF4-FFF2-40B4-BE49-F238E27FC236}">
                <a16:creationId xmlns:a16="http://schemas.microsoft.com/office/drawing/2014/main" id="{13278A19-4007-B2FF-89FD-9A74FDD68AA2}"/>
              </a:ext>
            </a:extLst>
          </p:cNvPr>
          <p:cNvSpPr/>
          <p:nvPr/>
        </p:nvSpPr>
        <p:spPr>
          <a:xfrm>
            <a:off x="7907265" y="2655555"/>
            <a:ext cx="284043" cy="284043"/>
          </a:xfrm>
          <a:prstGeom prst="diamond">
            <a:avLst/>
          </a:prstGeom>
          <a:solidFill>
            <a:srgbClr val="FFD9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Losange 30">
            <a:extLst>
              <a:ext uri="{FF2B5EF4-FFF2-40B4-BE49-F238E27FC236}">
                <a16:creationId xmlns:a16="http://schemas.microsoft.com/office/drawing/2014/main" id="{009EBF5C-1985-2924-A6E6-8EE6C091206D}"/>
              </a:ext>
            </a:extLst>
          </p:cNvPr>
          <p:cNvSpPr/>
          <p:nvPr/>
        </p:nvSpPr>
        <p:spPr>
          <a:xfrm>
            <a:off x="7907265" y="4172217"/>
            <a:ext cx="284043" cy="284043"/>
          </a:xfrm>
          <a:prstGeom prst="diamond">
            <a:avLst/>
          </a:prstGeom>
          <a:solidFill>
            <a:srgbClr val="FFD9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2" name="Connecteur droit avec flèche 31">
            <a:extLst>
              <a:ext uri="{FF2B5EF4-FFF2-40B4-BE49-F238E27FC236}">
                <a16:creationId xmlns:a16="http://schemas.microsoft.com/office/drawing/2014/main" id="{938E330A-A01F-F910-F2A2-8C7CB24C531D}"/>
              </a:ext>
            </a:extLst>
          </p:cNvPr>
          <p:cNvCxnSpPr>
            <a:cxnSpLocks/>
          </p:cNvCxnSpPr>
          <p:nvPr/>
        </p:nvCxnSpPr>
        <p:spPr>
          <a:xfrm>
            <a:off x="5740478" y="2797577"/>
            <a:ext cx="88374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necteur droit avec flèche 32">
            <a:extLst>
              <a:ext uri="{FF2B5EF4-FFF2-40B4-BE49-F238E27FC236}">
                <a16:creationId xmlns:a16="http://schemas.microsoft.com/office/drawing/2014/main" id="{75BD9AE4-68E8-78E7-89CA-7EC4834F9B00}"/>
              </a:ext>
            </a:extLst>
          </p:cNvPr>
          <p:cNvCxnSpPr>
            <a:cxnSpLocks/>
          </p:cNvCxnSpPr>
          <p:nvPr/>
        </p:nvCxnSpPr>
        <p:spPr>
          <a:xfrm>
            <a:off x="6887419" y="2797577"/>
            <a:ext cx="10070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necteur droit avec flèche 35">
            <a:extLst>
              <a:ext uri="{FF2B5EF4-FFF2-40B4-BE49-F238E27FC236}">
                <a16:creationId xmlns:a16="http://schemas.microsoft.com/office/drawing/2014/main" id="{1A08DE4D-C7EF-E299-28C7-FB1799C8BDEF}"/>
              </a:ext>
            </a:extLst>
          </p:cNvPr>
          <p:cNvCxnSpPr>
            <a:cxnSpLocks/>
          </p:cNvCxnSpPr>
          <p:nvPr/>
        </p:nvCxnSpPr>
        <p:spPr>
          <a:xfrm>
            <a:off x="8191308" y="2797577"/>
            <a:ext cx="94137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cteur droit avec flèche 44">
            <a:extLst>
              <a:ext uri="{FF2B5EF4-FFF2-40B4-BE49-F238E27FC236}">
                <a16:creationId xmlns:a16="http://schemas.microsoft.com/office/drawing/2014/main" id="{EAC3C8C7-B607-416F-78AF-4287C2ED35EE}"/>
              </a:ext>
            </a:extLst>
          </p:cNvPr>
          <p:cNvCxnSpPr>
            <a:cxnSpLocks/>
          </p:cNvCxnSpPr>
          <p:nvPr/>
        </p:nvCxnSpPr>
        <p:spPr>
          <a:xfrm>
            <a:off x="5670041" y="4314239"/>
            <a:ext cx="9413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eur droit avec flèche 46">
            <a:extLst>
              <a:ext uri="{FF2B5EF4-FFF2-40B4-BE49-F238E27FC236}">
                <a16:creationId xmlns:a16="http://schemas.microsoft.com/office/drawing/2014/main" id="{F6FFDA5E-5CAC-04C8-1398-B12906FA956A}"/>
              </a:ext>
            </a:extLst>
          </p:cNvPr>
          <p:cNvCxnSpPr>
            <a:cxnSpLocks/>
          </p:cNvCxnSpPr>
          <p:nvPr/>
        </p:nvCxnSpPr>
        <p:spPr>
          <a:xfrm>
            <a:off x="6889053" y="4314239"/>
            <a:ext cx="100540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necteur droit avec flèche 48">
            <a:extLst>
              <a:ext uri="{FF2B5EF4-FFF2-40B4-BE49-F238E27FC236}">
                <a16:creationId xmlns:a16="http://schemas.microsoft.com/office/drawing/2014/main" id="{A0DA29F6-9A34-FB82-A401-987FF48B3603}"/>
              </a:ext>
            </a:extLst>
          </p:cNvPr>
          <p:cNvCxnSpPr>
            <a:cxnSpLocks/>
          </p:cNvCxnSpPr>
          <p:nvPr/>
        </p:nvCxnSpPr>
        <p:spPr>
          <a:xfrm>
            <a:off x="8191308" y="4314239"/>
            <a:ext cx="94137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necteur droit avec flèche 49">
            <a:extLst>
              <a:ext uri="{FF2B5EF4-FFF2-40B4-BE49-F238E27FC236}">
                <a16:creationId xmlns:a16="http://schemas.microsoft.com/office/drawing/2014/main" id="{FEF2C437-54F4-E946-FA13-4399CA4191B3}"/>
              </a:ext>
            </a:extLst>
          </p:cNvPr>
          <p:cNvCxnSpPr>
            <a:cxnSpLocks/>
          </p:cNvCxnSpPr>
          <p:nvPr/>
        </p:nvCxnSpPr>
        <p:spPr>
          <a:xfrm flipV="1">
            <a:off x="2488232" y="2797577"/>
            <a:ext cx="2968203" cy="83836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6457DD66-7D6C-8A68-537E-1509A0E673F3}"/>
              </a:ext>
            </a:extLst>
          </p:cNvPr>
          <p:cNvSpPr/>
          <p:nvPr/>
        </p:nvSpPr>
        <p:spPr>
          <a:xfrm>
            <a:off x="1695847" y="3270245"/>
            <a:ext cx="1271587" cy="2173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0" b="1">
                <a:solidFill>
                  <a:schemeClr val="tx1"/>
                </a:solidFill>
                <a:latin typeface="Arial" panose="020B0604020202020204" pitchFamily="34" charset="0"/>
                <a:cs typeface="Arial" panose="020B0604020202020204" pitchFamily="34" charset="0"/>
              </a:rPr>
              <a:t>Validation projet</a:t>
            </a:r>
          </a:p>
        </p:txBody>
      </p:sp>
      <p:sp>
        <p:nvSpPr>
          <p:cNvPr id="52" name="Losange 51">
            <a:extLst>
              <a:ext uri="{FF2B5EF4-FFF2-40B4-BE49-F238E27FC236}">
                <a16:creationId xmlns:a16="http://schemas.microsoft.com/office/drawing/2014/main" id="{1FBE27E2-1A60-34FD-0D9E-E88CF795BDC8}"/>
              </a:ext>
            </a:extLst>
          </p:cNvPr>
          <p:cNvSpPr/>
          <p:nvPr/>
        </p:nvSpPr>
        <p:spPr>
          <a:xfrm>
            <a:off x="2983335" y="5673676"/>
            <a:ext cx="284043" cy="284043"/>
          </a:xfrm>
          <a:prstGeom prst="diamond">
            <a:avLst/>
          </a:prstGeom>
          <a:solidFill>
            <a:srgbClr val="FFD9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Losange 52">
            <a:extLst>
              <a:ext uri="{FF2B5EF4-FFF2-40B4-BE49-F238E27FC236}">
                <a16:creationId xmlns:a16="http://schemas.microsoft.com/office/drawing/2014/main" id="{BADD75CD-C2FD-329B-F6EC-91B3FD59DF05}"/>
              </a:ext>
            </a:extLst>
          </p:cNvPr>
          <p:cNvSpPr/>
          <p:nvPr/>
        </p:nvSpPr>
        <p:spPr>
          <a:xfrm>
            <a:off x="5151784" y="5673676"/>
            <a:ext cx="284043" cy="284043"/>
          </a:xfrm>
          <a:prstGeom prst="diamond">
            <a:avLst/>
          </a:prstGeom>
          <a:solidFill>
            <a:srgbClr val="FFD9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Losange 53">
            <a:extLst>
              <a:ext uri="{FF2B5EF4-FFF2-40B4-BE49-F238E27FC236}">
                <a16:creationId xmlns:a16="http://schemas.microsoft.com/office/drawing/2014/main" id="{02471CA5-8BE4-120A-AE3A-B502BA6A34D5}"/>
              </a:ext>
            </a:extLst>
          </p:cNvPr>
          <p:cNvSpPr/>
          <p:nvPr/>
        </p:nvSpPr>
        <p:spPr>
          <a:xfrm>
            <a:off x="6377199" y="5673676"/>
            <a:ext cx="284043" cy="284043"/>
          </a:xfrm>
          <a:prstGeom prst="diamond">
            <a:avLst/>
          </a:prstGeom>
          <a:solidFill>
            <a:srgbClr val="FFD9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Losange 54">
            <a:extLst>
              <a:ext uri="{FF2B5EF4-FFF2-40B4-BE49-F238E27FC236}">
                <a16:creationId xmlns:a16="http://schemas.microsoft.com/office/drawing/2014/main" id="{10D74498-BFEB-43D1-BCBA-AA965CE8E2D8}"/>
              </a:ext>
            </a:extLst>
          </p:cNvPr>
          <p:cNvSpPr/>
          <p:nvPr/>
        </p:nvSpPr>
        <p:spPr>
          <a:xfrm>
            <a:off x="8828030" y="5673676"/>
            <a:ext cx="284043" cy="284043"/>
          </a:xfrm>
          <a:prstGeom prst="diamond">
            <a:avLst/>
          </a:prstGeom>
          <a:solidFill>
            <a:srgbClr val="FFD9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Losange 55">
            <a:extLst>
              <a:ext uri="{FF2B5EF4-FFF2-40B4-BE49-F238E27FC236}">
                <a16:creationId xmlns:a16="http://schemas.microsoft.com/office/drawing/2014/main" id="{841B31E1-0FC8-7F99-7F3C-FFE00528C6FD}"/>
              </a:ext>
            </a:extLst>
          </p:cNvPr>
          <p:cNvSpPr/>
          <p:nvPr/>
        </p:nvSpPr>
        <p:spPr>
          <a:xfrm>
            <a:off x="7602614" y="5673676"/>
            <a:ext cx="284043" cy="284043"/>
          </a:xfrm>
          <a:prstGeom prst="diamond">
            <a:avLst/>
          </a:prstGeom>
          <a:solidFill>
            <a:srgbClr val="FFD9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Rectangle 56">
            <a:extLst>
              <a:ext uri="{FF2B5EF4-FFF2-40B4-BE49-F238E27FC236}">
                <a16:creationId xmlns:a16="http://schemas.microsoft.com/office/drawing/2014/main" id="{F4D375C3-FA5C-DC29-ADD0-83A5947A5560}"/>
              </a:ext>
            </a:extLst>
          </p:cNvPr>
          <p:cNvSpPr/>
          <p:nvPr/>
        </p:nvSpPr>
        <p:spPr>
          <a:xfrm>
            <a:off x="4733925" y="3115277"/>
            <a:ext cx="4682800" cy="3759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0" i="1">
                <a:solidFill>
                  <a:schemeClr val="tx1"/>
                </a:solidFill>
                <a:latin typeface="Arial" panose="020B0604020202020204" pitchFamily="34" charset="0"/>
                <a:cs typeface="Arial" panose="020B0604020202020204" pitchFamily="34" charset="0"/>
              </a:rPr>
              <a:t>A la demande du PO/CPI, CODIR DSI ou d’un architecte, les versions intermédiaires des choix d’architecture peuvent être présentées avant soumission à validation</a:t>
            </a:r>
          </a:p>
        </p:txBody>
      </p:sp>
      <p:sp>
        <p:nvSpPr>
          <p:cNvPr id="58" name="Rectangle 57">
            <a:extLst>
              <a:ext uri="{FF2B5EF4-FFF2-40B4-BE49-F238E27FC236}">
                <a16:creationId xmlns:a16="http://schemas.microsoft.com/office/drawing/2014/main" id="{2AD90F5B-FC24-8861-43BD-98681212B317}"/>
              </a:ext>
            </a:extLst>
          </p:cNvPr>
          <p:cNvSpPr/>
          <p:nvPr/>
        </p:nvSpPr>
        <p:spPr>
          <a:xfrm>
            <a:off x="4733925" y="4641102"/>
            <a:ext cx="4682800" cy="3759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0" i="1">
                <a:solidFill>
                  <a:schemeClr val="tx1"/>
                </a:solidFill>
                <a:latin typeface="Arial" panose="020B0604020202020204" pitchFamily="34" charset="0"/>
                <a:cs typeface="Arial" panose="020B0604020202020204" pitchFamily="34" charset="0"/>
              </a:rPr>
              <a:t>A la demande du PO/CPI, ou de l’architecte, les versions intermédiaires des choix d’architecture peuvent être présentées avant soumission à validation</a:t>
            </a:r>
          </a:p>
        </p:txBody>
      </p:sp>
      <p:sp>
        <p:nvSpPr>
          <p:cNvPr id="59" name="Rectangle 58">
            <a:extLst>
              <a:ext uri="{FF2B5EF4-FFF2-40B4-BE49-F238E27FC236}">
                <a16:creationId xmlns:a16="http://schemas.microsoft.com/office/drawing/2014/main" id="{03AE38E9-74D6-5656-36AA-51A792154F09}"/>
              </a:ext>
            </a:extLst>
          </p:cNvPr>
          <p:cNvSpPr/>
          <p:nvPr/>
        </p:nvSpPr>
        <p:spPr>
          <a:xfrm>
            <a:off x="2892426" y="6155126"/>
            <a:ext cx="6322578" cy="3759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0" i="1">
                <a:solidFill>
                  <a:schemeClr val="tx1"/>
                </a:solidFill>
                <a:latin typeface="Arial" panose="020B0604020202020204" pitchFamily="34" charset="0"/>
                <a:cs typeface="Arial" panose="020B0604020202020204" pitchFamily="34" charset="0"/>
              </a:rPr>
              <a:t>A la demande de l’architecte, les versions intermédiaires des choix d’architecture peuvent être présentées avant soumission à validation</a:t>
            </a:r>
          </a:p>
        </p:txBody>
      </p:sp>
      <p:sp>
        <p:nvSpPr>
          <p:cNvPr id="60" name="Triangle isocèle 59">
            <a:extLst>
              <a:ext uri="{FF2B5EF4-FFF2-40B4-BE49-F238E27FC236}">
                <a16:creationId xmlns:a16="http://schemas.microsoft.com/office/drawing/2014/main" id="{5249C39C-3032-77E0-6D65-39263EC996DF}"/>
              </a:ext>
            </a:extLst>
          </p:cNvPr>
          <p:cNvSpPr/>
          <p:nvPr/>
        </p:nvSpPr>
        <p:spPr>
          <a:xfrm>
            <a:off x="5505111" y="3032245"/>
            <a:ext cx="186690" cy="6586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Triangle isocèle 60">
            <a:extLst>
              <a:ext uri="{FF2B5EF4-FFF2-40B4-BE49-F238E27FC236}">
                <a16:creationId xmlns:a16="http://schemas.microsoft.com/office/drawing/2014/main" id="{CA1DE7C2-4701-0556-8093-BE167802C3DA}"/>
              </a:ext>
            </a:extLst>
          </p:cNvPr>
          <p:cNvSpPr/>
          <p:nvPr/>
        </p:nvSpPr>
        <p:spPr>
          <a:xfrm>
            <a:off x="7955456" y="3032245"/>
            <a:ext cx="186690" cy="6586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Triangle isocèle 61">
            <a:extLst>
              <a:ext uri="{FF2B5EF4-FFF2-40B4-BE49-F238E27FC236}">
                <a16:creationId xmlns:a16="http://schemas.microsoft.com/office/drawing/2014/main" id="{E41D69DD-48E3-B17D-5557-067DE7481DBE}"/>
              </a:ext>
            </a:extLst>
          </p:cNvPr>
          <p:cNvSpPr/>
          <p:nvPr/>
        </p:nvSpPr>
        <p:spPr>
          <a:xfrm>
            <a:off x="5505111" y="4578580"/>
            <a:ext cx="186690" cy="6586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Triangle isocèle 62">
            <a:extLst>
              <a:ext uri="{FF2B5EF4-FFF2-40B4-BE49-F238E27FC236}">
                <a16:creationId xmlns:a16="http://schemas.microsoft.com/office/drawing/2014/main" id="{57E6A65B-B91C-9595-87CA-CB5A1D5CBE24}"/>
              </a:ext>
            </a:extLst>
          </p:cNvPr>
          <p:cNvSpPr/>
          <p:nvPr/>
        </p:nvSpPr>
        <p:spPr>
          <a:xfrm>
            <a:off x="7955456" y="4578580"/>
            <a:ext cx="186690" cy="6586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Triangle isocèle 63">
            <a:extLst>
              <a:ext uri="{FF2B5EF4-FFF2-40B4-BE49-F238E27FC236}">
                <a16:creationId xmlns:a16="http://schemas.microsoft.com/office/drawing/2014/main" id="{5BB80C4A-F1EF-243E-9EBC-43D9BB8B0E3A}"/>
              </a:ext>
            </a:extLst>
          </p:cNvPr>
          <p:cNvSpPr/>
          <p:nvPr/>
        </p:nvSpPr>
        <p:spPr>
          <a:xfrm>
            <a:off x="6426456" y="6066565"/>
            <a:ext cx="186690" cy="6586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Triangle isocèle 64">
            <a:extLst>
              <a:ext uri="{FF2B5EF4-FFF2-40B4-BE49-F238E27FC236}">
                <a16:creationId xmlns:a16="http://schemas.microsoft.com/office/drawing/2014/main" id="{D2563F2C-237F-CA20-B915-E186D15BEDA4}"/>
              </a:ext>
            </a:extLst>
          </p:cNvPr>
          <p:cNvSpPr/>
          <p:nvPr/>
        </p:nvSpPr>
        <p:spPr>
          <a:xfrm>
            <a:off x="8876801" y="6066565"/>
            <a:ext cx="186690" cy="6586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Triangle isocèle 65">
            <a:extLst>
              <a:ext uri="{FF2B5EF4-FFF2-40B4-BE49-F238E27FC236}">
                <a16:creationId xmlns:a16="http://schemas.microsoft.com/office/drawing/2014/main" id="{F87F0E1E-4754-5690-91AF-DF59EAC6ECE1}"/>
              </a:ext>
            </a:extLst>
          </p:cNvPr>
          <p:cNvSpPr/>
          <p:nvPr/>
        </p:nvSpPr>
        <p:spPr>
          <a:xfrm>
            <a:off x="5188206" y="6066565"/>
            <a:ext cx="186690" cy="6586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Triangle isocèle 66">
            <a:extLst>
              <a:ext uri="{FF2B5EF4-FFF2-40B4-BE49-F238E27FC236}">
                <a16:creationId xmlns:a16="http://schemas.microsoft.com/office/drawing/2014/main" id="{ABE4FB9D-5E37-D4F7-8FB7-F3DDF7143A85}"/>
              </a:ext>
            </a:extLst>
          </p:cNvPr>
          <p:cNvSpPr/>
          <p:nvPr/>
        </p:nvSpPr>
        <p:spPr>
          <a:xfrm>
            <a:off x="7638551" y="6066565"/>
            <a:ext cx="186690" cy="6586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Triangle isocèle 67">
            <a:extLst>
              <a:ext uri="{FF2B5EF4-FFF2-40B4-BE49-F238E27FC236}">
                <a16:creationId xmlns:a16="http://schemas.microsoft.com/office/drawing/2014/main" id="{0E8FA07F-557C-8DDD-68EA-B5A94079AA48}"/>
              </a:ext>
            </a:extLst>
          </p:cNvPr>
          <p:cNvSpPr/>
          <p:nvPr/>
        </p:nvSpPr>
        <p:spPr>
          <a:xfrm>
            <a:off x="3032011" y="6066565"/>
            <a:ext cx="186690" cy="6586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68">
            <a:extLst>
              <a:ext uri="{FF2B5EF4-FFF2-40B4-BE49-F238E27FC236}">
                <a16:creationId xmlns:a16="http://schemas.microsoft.com/office/drawing/2014/main" id="{C9EF56B5-6090-77EE-BA3A-2F6F28BB9513}"/>
              </a:ext>
            </a:extLst>
          </p:cNvPr>
          <p:cNvSpPr/>
          <p:nvPr/>
        </p:nvSpPr>
        <p:spPr>
          <a:xfrm>
            <a:off x="3094313" y="2504258"/>
            <a:ext cx="1303500" cy="239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r>
              <a:rPr lang="fr-FR" sz="1000" i="1">
                <a:solidFill>
                  <a:schemeClr val="tx1"/>
                </a:solidFill>
                <a:latin typeface="Arial" panose="020B0604020202020204" pitchFamily="34" charset="0"/>
                <a:cs typeface="Arial" panose="020B0604020202020204" pitchFamily="34" charset="0"/>
              </a:rPr>
              <a:t>Si impact majeur</a:t>
            </a:r>
          </a:p>
        </p:txBody>
      </p:sp>
      <p:sp>
        <p:nvSpPr>
          <p:cNvPr id="70" name="Rectangle 69">
            <a:extLst>
              <a:ext uri="{FF2B5EF4-FFF2-40B4-BE49-F238E27FC236}">
                <a16:creationId xmlns:a16="http://schemas.microsoft.com/office/drawing/2014/main" id="{3484E8C7-AB96-B7AD-0CD7-ED0D72A3B5E1}"/>
              </a:ext>
            </a:extLst>
          </p:cNvPr>
          <p:cNvSpPr/>
          <p:nvPr/>
        </p:nvSpPr>
        <p:spPr>
          <a:xfrm>
            <a:off x="3115288" y="4307788"/>
            <a:ext cx="1303500" cy="4501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r>
              <a:rPr lang="fr-FR" sz="1000" i="1">
                <a:solidFill>
                  <a:schemeClr val="tx1"/>
                </a:solidFill>
                <a:latin typeface="Arial" panose="020B0604020202020204" pitchFamily="34" charset="0"/>
                <a:cs typeface="Arial" panose="020B0604020202020204" pitchFamily="34" charset="0"/>
              </a:rPr>
              <a:t>Si impact modéré ou faible</a:t>
            </a:r>
          </a:p>
        </p:txBody>
      </p:sp>
      <p:sp>
        <p:nvSpPr>
          <p:cNvPr id="71" name="Rectangle 70">
            <a:extLst>
              <a:ext uri="{FF2B5EF4-FFF2-40B4-BE49-F238E27FC236}">
                <a16:creationId xmlns:a16="http://schemas.microsoft.com/office/drawing/2014/main" id="{641CA1E9-56F4-A50C-5405-5B96897FCBD0}"/>
              </a:ext>
            </a:extLst>
          </p:cNvPr>
          <p:cNvSpPr/>
          <p:nvPr/>
        </p:nvSpPr>
        <p:spPr>
          <a:xfrm>
            <a:off x="200024" y="1647254"/>
            <a:ext cx="1253067" cy="351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solidFill>
                  <a:schemeClr val="tx1"/>
                </a:solidFill>
                <a:latin typeface="Impact" panose="020B0806030902050204" pitchFamily="34" charset="0"/>
                <a:cs typeface="Arial" panose="020B0604020202020204" pitchFamily="34" charset="0"/>
              </a:rPr>
              <a:t>PHASES PROJET</a:t>
            </a:r>
          </a:p>
        </p:txBody>
      </p:sp>
      <p:sp>
        <p:nvSpPr>
          <p:cNvPr id="72" name="Rectangle 71">
            <a:extLst>
              <a:ext uri="{FF2B5EF4-FFF2-40B4-BE49-F238E27FC236}">
                <a16:creationId xmlns:a16="http://schemas.microsoft.com/office/drawing/2014/main" id="{69ACAD30-EB59-8073-E22F-E1F34D071AD6}"/>
              </a:ext>
            </a:extLst>
          </p:cNvPr>
          <p:cNvSpPr/>
          <p:nvPr/>
        </p:nvSpPr>
        <p:spPr>
          <a:xfrm>
            <a:off x="200024" y="2210990"/>
            <a:ext cx="1253067" cy="28655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solidFill>
                  <a:schemeClr val="tx1"/>
                </a:solidFill>
                <a:latin typeface="Impact" panose="020B0806030902050204" pitchFamily="34" charset="0"/>
                <a:cs typeface="Arial" panose="020B0604020202020204" pitchFamily="34" charset="0"/>
              </a:rPr>
              <a:t>INSTANCES DE PRISE DE DECISION</a:t>
            </a:r>
          </a:p>
        </p:txBody>
      </p:sp>
      <p:sp>
        <p:nvSpPr>
          <p:cNvPr id="73" name="Rectangle 72">
            <a:extLst>
              <a:ext uri="{FF2B5EF4-FFF2-40B4-BE49-F238E27FC236}">
                <a16:creationId xmlns:a16="http://schemas.microsoft.com/office/drawing/2014/main" id="{0B46A3AA-7612-3743-024F-15559BCEB910}"/>
              </a:ext>
            </a:extLst>
          </p:cNvPr>
          <p:cNvSpPr/>
          <p:nvPr/>
        </p:nvSpPr>
        <p:spPr>
          <a:xfrm>
            <a:off x="197141" y="5244952"/>
            <a:ext cx="1253067" cy="1339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solidFill>
                  <a:schemeClr val="tx1"/>
                </a:solidFill>
                <a:latin typeface="Impact" panose="020B0806030902050204" pitchFamily="34" charset="0"/>
                <a:cs typeface="Arial" panose="020B0604020202020204" pitchFamily="34" charset="0"/>
              </a:rPr>
              <a:t>INSTANCES DE PARTAGE</a:t>
            </a:r>
          </a:p>
        </p:txBody>
      </p:sp>
      <p:cxnSp>
        <p:nvCxnSpPr>
          <p:cNvPr id="74" name="Connecteur droit 73">
            <a:extLst>
              <a:ext uri="{FF2B5EF4-FFF2-40B4-BE49-F238E27FC236}">
                <a16:creationId xmlns:a16="http://schemas.microsoft.com/office/drawing/2014/main" id="{6132E790-1D66-592A-3B60-49D3185D2E4A}"/>
              </a:ext>
            </a:extLst>
          </p:cNvPr>
          <p:cNvCxnSpPr>
            <a:cxnSpLocks/>
          </p:cNvCxnSpPr>
          <p:nvPr/>
        </p:nvCxnSpPr>
        <p:spPr>
          <a:xfrm flipH="1">
            <a:off x="297392" y="2155626"/>
            <a:ext cx="1148926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Connecteur droit 74">
            <a:extLst>
              <a:ext uri="{FF2B5EF4-FFF2-40B4-BE49-F238E27FC236}">
                <a16:creationId xmlns:a16="http://schemas.microsoft.com/office/drawing/2014/main" id="{F3E633B1-736E-2090-C2C5-05563783C0C8}"/>
              </a:ext>
            </a:extLst>
          </p:cNvPr>
          <p:cNvCxnSpPr>
            <a:cxnSpLocks/>
          </p:cNvCxnSpPr>
          <p:nvPr/>
        </p:nvCxnSpPr>
        <p:spPr>
          <a:xfrm flipH="1">
            <a:off x="297392" y="5151767"/>
            <a:ext cx="1148926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Rectangle : coins arrondis 75">
            <a:extLst>
              <a:ext uri="{FF2B5EF4-FFF2-40B4-BE49-F238E27FC236}">
                <a16:creationId xmlns:a16="http://schemas.microsoft.com/office/drawing/2014/main" id="{9E9C9EE2-B0A0-7112-CA72-04CE35474C18}"/>
              </a:ext>
            </a:extLst>
          </p:cNvPr>
          <p:cNvSpPr/>
          <p:nvPr/>
        </p:nvSpPr>
        <p:spPr>
          <a:xfrm>
            <a:off x="9801225" y="95825"/>
            <a:ext cx="2515325" cy="1089152"/>
          </a:xfrm>
          <a:prstGeom prst="roundRect">
            <a:avLst/>
          </a:prstGeom>
          <a:noFill/>
          <a:ln w="12660" cap="flat">
            <a:gradFill flip="none" rotWithShape="1">
              <a:gsLst>
                <a:gs pos="0">
                  <a:srgbClr val="102031"/>
                </a:gs>
                <a:gs pos="46000">
                  <a:schemeClr val="bg1">
                    <a:lumMod val="95000"/>
                    <a:alpha val="99000"/>
                  </a:schemeClr>
                </a:gs>
                <a:gs pos="80000">
                  <a:schemeClr val="bg1">
                    <a:alpha val="0"/>
                  </a:schemeClr>
                </a:gs>
              </a:gsLst>
              <a:lin ang="18900000" scaled="1"/>
              <a:tileRect/>
            </a:gradFill>
            <a:prstDash val="solid"/>
            <a:miter/>
          </a:ln>
        </p:spPr>
        <p:txBody>
          <a:bodyPr rtlCol="0" anchor="ctr"/>
          <a:lstStyle/>
          <a:p>
            <a:pPr algn="l"/>
            <a:endParaRPr lang="fr-FR">
              <a:ln>
                <a:solidFill>
                  <a:srgbClr val="102031"/>
                </a:solidFill>
              </a:ln>
            </a:endParaRPr>
          </a:p>
        </p:txBody>
      </p:sp>
      <p:sp>
        <p:nvSpPr>
          <p:cNvPr id="77" name="Losange 76">
            <a:extLst>
              <a:ext uri="{FF2B5EF4-FFF2-40B4-BE49-F238E27FC236}">
                <a16:creationId xmlns:a16="http://schemas.microsoft.com/office/drawing/2014/main" id="{78E5F571-DC81-1043-F8C1-185217DCD371}"/>
              </a:ext>
            </a:extLst>
          </p:cNvPr>
          <p:cNvSpPr/>
          <p:nvPr/>
        </p:nvSpPr>
        <p:spPr>
          <a:xfrm>
            <a:off x="10028439" y="276812"/>
            <a:ext cx="284043" cy="284043"/>
          </a:xfrm>
          <a:prstGeom prst="diamond">
            <a:avLst/>
          </a:prstGeom>
          <a:solidFill>
            <a:srgbClr val="EC7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Losange 77">
            <a:extLst>
              <a:ext uri="{FF2B5EF4-FFF2-40B4-BE49-F238E27FC236}">
                <a16:creationId xmlns:a16="http://schemas.microsoft.com/office/drawing/2014/main" id="{B1130E0E-BA4B-776D-431F-C772E6B6F24F}"/>
              </a:ext>
            </a:extLst>
          </p:cNvPr>
          <p:cNvSpPr/>
          <p:nvPr/>
        </p:nvSpPr>
        <p:spPr>
          <a:xfrm>
            <a:off x="10028439" y="800780"/>
            <a:ext cx="284043" cy="284043"/>
          </a:xfrm>
          <a:prstGeom prst="diamond">
            <a:avLst/>
          </a:prstGeom>
          <a:solidFill>
            <a:srgbClr val="FFD9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78">
            <a:extLst>
              <a:ext uri="{FF2B5EF4-FFF2-40B4-BE49-F238E27FC236}">
                <a16:creationId xmlns:a16="http://schemas.microsoft.com/office/drawing/2014/main" id="{CE73CF0D-B904-AE96-7A80-3D44D99FDE86}"/>
              </a:ext>
            </a:extLst>
          </p:cNvPr>
          <p:cNvSpPr/>
          <p:nvPr/>
        </p:nvSpPr>
        <p:spPr>
          <a:xfrm>
            <a:off x="10312482" y="803094"/>
            <a:ext cx="1774412" cy="2508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r>
              <a:rPr lang="fr-FR" sz="1000" b="1">
                <a:solidFill>
                  <a:schemeClr val="tx1"/>
                </a:solidFill>
                <a:latin typeface="Arial"/>
                <a:cs typeface="Arial"/>
              </a:rPr>
              <a:t>Revue intermédiaire</a:t>
            </a:r>
          </a:p>
        </p:txBody>
      </p:sp>
      <p:sp>
        <p:nvSpPr>
          <p:cNvPr id="80" name="Rectangle 79">
            <a:extLst>
              <a:ext uri="{FF2B5EF4-FFF2-40B4-BE49-F238E27FC236}">
                <a16:creationId xmlns:a16="http://schemas.microsoft.com/office/drawing/2014/main" id="{8F757E3E-DE57-44D4-E990-0AAE926525D7}"/>
              </a:ext>
            </a:extLst>
          </p:cNvPr>
          <p:cNvSpPr/>
          <p:nvPr/>
        </p:nvSpPr>
        <p:spPr>
          <a:xfrm>
            <a:off x="10312482" y="303971"/>
            <a:ext cx="1774412" cy="2297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r>
              <a:rPr lang="fr-FR" sz="1000" b="1">
                <a:solidFill>
                  <a:schemeClr val="tx1"/>
                </a:solidFill>
                <a:latin typeface="Arial"/>
                <a:cs typeface="Arial"/>
              </a:rPr>
              <a:t>Jalon de validation </a:t>
            </a:r>
            <a:endParaRPr lang="fr-FR" sz="1000" b="1">
              <a:solidFill>
                <a:schemeClr val="tx1"/>
              </a:solidFill>
              <a:latin typeface="Arial" panose="020B0604020202020204" pitchFamily="34" charset="0"/>
              <a:cs typeface="Arial" panose="020B0604020202020204" pitchFamily="34" charset="0"/>
            </a:endParaRPr>
          </a:p>
        </p:txBody>
      </p:sp>
      <p:sp>
        <p:nvSpPr>
          <p:cNvPr id="81" name="Rectangle 80">
            <a:extLst>
              <a:ext uri="{FF2B5EF4-FFF2-40B4-BE49-F238E27FC236}">
                <a16:creationId xmlns:a16="http://schemas.microsoft.com/office/drawing/2014/main" id="{15DDBA7F-7979-F0B2-79D7-FACF0720FCB5}"/>
              </a:ext>
            </a:extLst>
          </p:cNvPr>
          <p:cNvSpPr/>
          <p:nvPr/>
        </p:nvSpPr>
        <p:spPr>
          <a:xfrm>
            <a:off x="6137291" y="3825592"/>
            <a:ext cx="1271587" cy="3519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0" b="1">
                <a:solidFill>
                  <a:schemeClr val="tx1"/>
                </a:solidFill>
                <a:latin typeface="Arial" panose="020B0604020202020204" pitchFamily="34" charset="0"/>
                <a:cs typeface="Arial" panose="020B0604020202020204" pitchFamily="34" charset="0"/>
              </a:rPr>
              <a:t>Validation choix d’architecture</a:t>
            </a:r>
          </a:p>
        </p:txBody>
      </p:sp>
      <p:sp>
        <p:nvSpPr>
          <p:cNvPr id="20" name="Losange 19">
            <a:extLst>
              <a:ext uri="{FF2B5EF4-FFF2-40B4-BE49-F238E27FC236}">
                <a16:creationId xmlns:a16="http://schemas.microsoft.com/office/drawing/2014/main" id="{79F2A0DD-7789-585C-4E96-D1DB10E6A384}"/>
              </a:ext>
            </a:extLst>
          </p:cNvPr>
          <p:cNvSpPr/>
          <p:nvPr/>
        </p:nvSpPr>
        <p:spPr>
          <a:xfrm>
            <a:off x="6745882" y="1720664"/>
            <a:ext cx="284043" cy="284043"/>
          </a:xfrm>
          <a:prstGeom prst="diamond">
            <a:avLst/>
          </a:prstGeom>
          <a:solidFill>
            <a:srgbClr val="EC7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Rectangle 28">
            <a:extLst>
              <a:ext uri="{FF2B5EF4-FFF2-40B4-BE49-F238E27FC236}">
                <a16:creationId xmlns:a16="http://schemas.microsoft.com/office/drawing/2014/main" id="{7DFE024F-172B-54C4-104C-2C1E75543D7C}"/>
              </a:ext>
            </a:extLst>
          </p:cNvPr>
          <p:cNvSpPr/>
          <p:nvPr/>
        </p:nvSpPr>
        <p:spPr>
          <a:xfrm>
            <a:off x="6297375" y="1296540"/>
            <a:ext cx="1271587" cy="3519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lang="fr-FR" sz="1100" b="1">
                <a:solidFill>
                  <a:schemeClr val="tx1"/>
                </a:solidFill>
                <a:latin typeface="Arial"/>
                <a:cs typeface="Arial"/>
              </a:rPr>
              <a:t>Comité d'engagement</a:t>
            </a:r>
          </a:p>
        </p:txBody>
      </p:sp>
      <p:sp>
        <p:nvSpPr>
          <p:cNvPr id="30" name="Espace réservé du pied de page 29">
            <a:extLst>
              <a:ext uri="{FF2B5EF4-FFF2-40B4-BE49-F238E27FC236}">
                <a16:creationId xmlns:a16="http://schemas.microsoft.com/office/drawing/2014/main" id="{830E4305-DE13-9DB3-E092-BBD490CDF462}"/>
              </a:ext>
            </a:extLst>
          </p:cNvPr>
          <p:cNvSpPr>
            <a:spLocks noGrp="1"/>
          </p:cNvSpPr>
          <p:nvPr>
            <p:ph type="ftr" sz="quarter" idx="11"/>
          </p:nvPr>
        </p:nvSpPr>
        <p:spPr/>
        <p:txBody>
          <a:bodyPr/>
          <a:lstStyle/>
          <a:p>
            <a:r>
              <a:rPr lang="fr-FR"/>
              <a:t>BOUYGUES CONSTRUCTION | </a:t>
            </a:r>
          </a:p>
        </p:txBody>
      </p:sp>
    </p:spTree>
    <p:extLst>
      <p:ext uri="{BB962C8B-B14F-4D97-AF65-F5344CB8AC3E}">
        <p14:creationId xmlns:p14="http://schemas.microsoft.com/office/powerpoint/2010/main" val="3954208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Espace réservé du texte 5">
            <a:extLst>
              <a:ext uri="{FF2B5EF4-FFF2-40B4-BE49-F238E27FC236}">
                <a16:creationId xmlns:a16="http://schemas.microsoft.com/office/drawing/2014/main" id="{5CCF0E4B-1473-BE52-7891-11EB26137EA3}"/>
              </a:ext>
            </a:extLst>
          </p:cNvPr>
          <p:cNvSpPr>
            <a:spLocks noGrp="1"/>
          </p:cNvSpPr>
          <p:nvPr>
            <p:ph type="body" sz="quarter" idx="19"/>
            <p:custDataLst>
              <p:tags r:id="rId1"/>
            </p:custDataLst>
          </p:nvPr>
        </p:nvSpPr>
        <p:spPr/>
        <p:txBody>
          <a:bodyPr/>
          <a:lstStyle/>
          <a:p>
            <a:r>
              <a:rPr lang="fr-FR"/>
              <a:t>Contenu d’une revue d’architecture</a:t>
            </a:r>
            <a:endParaRPr lang="fr-FR">
              <a:latin typeface="+mj-lt"/>
            </a:endParaRPr>
          </a:p>
        </p:txBody>
      </p:sp>
      <p:sp>
        <p:nvSpPr>
          <p:cNvPr id="45" name="Espace réservé du texte 44">
            <a:extLst>
              <a:ext uri="{FF2B5EF4-FFF2-40B4-BE49-F238E27FC236}">
                <a16:creationId xmlns:a16="http://schemas.microsoft.com/office/drawing/2014/main" id="{E6B8B721-BBA3-956D-71D2-26A818EAB29C}"/>
              </a:ext>
            </a:extLst>
          </p:cNvPr>
          <p:cNvSpPr>
            <a:spLocks noGrp="1"/>
          </p:cNvSpPr>
          <p:nvPr>
            <p:ph type="body" sz="quarter" idx="30"/>
          </p:nvPr>
        </p:nvSpPr>
        <p:spPr/>
        <p:txBody>
          <a:bodyPr/>
          <a:lstStyle/>
          <a:p>
            <a:r>
              <a:rPr lang="fr-FR"/>
              <a:t>03</a:t>
            </a:r>
          </a:p>
        </p:txBody>
      </p:sp>
      <p:sp>
        <p:nvSpPr>
          <p:cNvPr id="5" name="Titre 4">
            <a:extLst>
              <a:ext uri="{FF2B5EF4-FFF2-40B4-BE49-F238E27FC236}">
                <a16:creationId xmlns:a16="http://schemas.microsoft.com/office/drawing/2014/main" id="{2850E7AE-E5D8-9DA6-8080-FDC23CD64F56}"/>
              </a:ext>
            </a:extLst>
          </p:cNvPr>
          <p:cNvSpPr>
            <a:spLocks noGrp="1"/>
          </p:cNvSpPr>
          <p:nvPr>
            <p:ph type="title" idx="4294967295"/>
            <p:custDataLst>
              <p:tags r:id="rId2"/>
            </p:custDataLst>
          </p:nvPr>
        </p:nvSpPr>
        <p:spPr>
          <a:xfrm>
            <a:off x="3575581" y="739552"/>
            <a:ext cx="6176218" cy="423392"/>
          </a:xfrm>
        </p:spPr>
        <p:txBody>
          <a:bodyPr/>
          <a:lstStyle/>
          <a:p>
            <a:r>
              <a:rPr lang="fr-FR" sz="2800" b="1">
                <a:solidFill>
                  <a:srgbClr val="E65012"/>
                </a:solidFill>
              </a:rPr>
              <a:t>L’architecture et les instructions projets</a:t>
            </a:r>
          </a:p>
        </p:txBody>
      </p:sp>
      <p:sp>
        <p:nvSpPr>
          <p:cNvPr id="12" name="Rectangle 11">
            <a:extLst>
              <a:ext uri="{FF2B5EF4-FFF2-40B4-BE49-F238E27FC236}">
                <a16:creationId xmlns:a16="http://schemas.microsoft.com/office/drawing/2014/main" id="{59923D49-D9FF-7C36-E4BF-A44739D2CC95}"/>
              </a:ext>
            </a:extLst>
          </p:cNvPr>
          <p:cNvSpPr/>
          <p:nvPr/>
        </p:nvSpPr>
        <p:spPr>
          <a:xfrm>
            <a:off x="1038324" y="1332816"/>
            <a:ext cx="3448855" cy="4982024"/>
          </a:xfrm>
          <a:prstGeom prst="rect">
            <a:avLst/>
          </a:prstGeom>
          <a:solidFill>
            <a:schemeClr val="accent3"/>
          </a:solidFill>
          <a:ln w="12660" cap="flat">
            <a:noFill/>
            <a:prstDash val="solid"/>
            <a:miter/>
          </a:ln>
        </p:spPr>
        <p:txBody>
          <a:bodyPr rtlCol="0" anchor="ctr"/>
          <a:lstStyle/>
          <a:p>
            <a:pPr algn="l"/>
            <a:endParaRPr lang="fr-FR"/>
          </a:p>
        </p:txBody>
      </p:sp>
      <p:sp>
        <p:nvSpPr>
          <p:cNvPr id="14" name="Rectangle 13">
            <a:extLst>
              <a:ext uri="{FF2B5EF4-FFF2-40B4-BE49-F238E27FC236}">
                <a16:creationId xmlns:a16="http://schemas.microsoft.com/office/drawing/2014/main" id="{ED9A810E-8F30-4B80-A927-47CD8B62136E}"/>
              </a:ext>
            </a:extLst>
          </p:cNvPr>
          <p:cNvSpPr/>
          <p:nvPr/>
        </p:nvSpPr>
        <p:spPr>
          <a:xfrm>
            <a:off x="4488818" y="1332816"/>
            <a:ext cx="4051968" cy="4982024"/>
          </a:xfrm>
          <a:prstGeom prst="rect">
            <a:avLst/>
          </a:prstGeom>
          <a:solidFill>
            <a:schemeClr val="tx1"/>
          </a:solidFill>
          <a:ln w="12660" cap="flat">
            <a:noFill/>
            <a:prstDash val="solid"/>
            <a:miter/>
          </a:ln>
        </p:spPr>
        <p:txBody>
          <a:bodyPr rtlCol="0" anchor="ctr"/>
          <a:lstStyle/>
          <a:p>
            <a:pPr algn="l"/>
            <a:endParaRPr lang="fr-FR"/>
          </a:p>
        </p:txBody>
      </p:sp>
      <p:sp>
        <p:nvSpPr>
          <p:cNvPr id="15" name="Rectangle 14">
            <a:extLst>
              <a:ext uri="{FF2B5EF4-FFF2-40B4-BE49-F238E27FC236}">
                <a16:creationId xmlns:a16="http://schemas.microsoft.com/office/drawing/2014/main" id="{B077017B-6D60-2580-4905-81AA853E4ECE}"/>
              </a:ext>
            </a:extLst>
          </p:cNvPr>
          <p:cNvSpPr/>
          <p:nvPr/>
        </p:nvSpPr>
        <p:spPr>
          <a:xfrm>
            <a:off x="8542424" y="1354081"/>
            <a:ext cx="3295051" cy="4960759"/>
          </a:xfrm>
          <a:prstGeom prst="rect">
            <a:avLst/>
          </a:prstGeom>
          <a:solidFill>
            <a:schemeClr val="accent5"/>
          </a:solidFill>
          <a:ln w="12660" cap="flat">
            <a:noFill/>
            <a:prstDash val="solid"/>
            <a:miter/>
          </a:ln>
        </p:spPr>
        <p:txBody>
          <a:bodyPr rtlCol="0" anchor="ctr"/>
          <a:lstStyle/>
          <a:p>
            <a:pPr algn="l"/>
            <a:endParaRPr lang="fr-FR"/>
          </a:p>
        </p:txBody>
      </p:sp>
      <p:sp>
        <p:nvSpPr>
          <p:cNvPr id="19" name="Espace réservé du texte 48">
            <a:extLst>
              <a:ext uri="{FF2B5EF4-FFF2-40B4-BE49-F238E27FC236}">
                <a16:creationId xmlns:a16="http://schemas.microsoft.com/office/drawing/2014/main" id="{49FD0143-D029-95DC-4BC8-0B037118276B}"/>
              </a:ext>
            </a:extLst>
          </p:cNvPr>
          <p:cNvSpPr txBox="1">
            <a:spLocks/>
          </p:cNvSpPr>
          <p:nvPr/>
        </p:nvSpPr>
        <p:spPr>
          <a:xfrm>
            <a:off x="1353586" y="2221948"/>
            <a:ext cx="2830749" cy="307777"/>
          </a:xfrm>
          <a:prstGeom prst="rect">
            <a:avLst/>
          </a:prstGeom>
        </p:spPr>
        <p:txBody>
          <a:bodyPr wrap="square" lIns="0" tIns="0" rIns="0" bIns="0" anchor="t" anchorCtr="0">
            <a:spAutoFit/>
          </a:bodyPr>
          <a:lstStyle>
            <a:lvl1pPr marL="0" indent="0" algn="l" defTabSz="914400" rtl="0" eaLnBrk="1" latinLnBrk="0" hangingPunct="1">
              <a:lnSpc>
                <a:spcPct val="100000"/>
              </a:lnSpc>
              <a:spcBef>
                <a:spcPts val="3400"/>
              </a:spcBef>
              <a:buFont typeface="Arial" panose="020B0604020202020204" pitchFamily="34" charset="0"/>
              <a:buNone/>
              <a:defRPr sz="2000" kern="1200">
                <a:solidFill>
                  <a:schemeClr val="bg1"/>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fr-FR" b="1">
                <a:latin typeface="Avenir Next LT Pro" panose="020B0504020202020204" pitchFamily="34" charset="0"/>
              </a:rPr>
              <a:t>Pourquoi ? Quoi ?</a:t>
            </a:r>
          </a:p>
        </p:txBody>
      </p:sp>
      <p:sp>
        <p:nvSpPr>
          <p:cNvPr id="21" name="Espace réservé du texte 48">
            <a:extLst>
              <a:ext uri="{FF2B5EF4-FFF2-40B4-BE49-F238E27FC236}">
                <a16:creationId xmlns:a16="http://schemas.microsoft.com/office/drawing/2014/main" id="{35EC7A65-AF30-054C-D23B-2184124257AD}"/>
              </a:ext>
            </a:extLst>
          </p:cNvPr>
          <p:cNvSpPr txBox="1">
            <a:spLocks/>
          </p:cNvSpPr>
          <p:nvPr/>
        </p:nvSpPr>
        <p:spPr>
          <a:xfrm>
            <a:off x="4926501" y="2294201"/>
            <a:ext cx="3138747" cy="243465"/>
          </a:xfrm>
          <a:prstGeom prst="rect">
            <a:avLst/>
          </a:prstGeom>
        </p:spPr>
        <p:txBody>
          <a:bodyPr wrap="square" lIns="0" tIns="0" rIns="0" bIns="0" anchor="t" anchorCtr="0">
            <a:spAutoFit/>
          </a:bodyPr>
          <a:lstStyle>
            <a:defPPr>
              <a:defRPr lang="fr-FR"/>
            </a:defPPr>
            <a:lvl1pPr indent="0">
              <a:lnSpc>
                <a:spcPct val="100000"/>
              </a:lnSpc>
              <a:spcBef>
                <a:spcPts val="0"/>
              </a:spcBef>
              <a:buFont typeface="Arial" panose="020B0604020202020204" pitchFamily="34" charset="0"/>
              <a:buNone/>
              <a:defRPr sz="2000" b="1">
                <a:solidFill>
                  <a:schemeClr val="bg1"/>
                </a:solidFill>
                <a:latin typeface="Avenir Next LT Pro" panose="020B0504020202020204" pitchFamily="34" charset="0"/>
              </a:defRPr>
            </a:lvl1pPr>
            <a:lvl2pPr indent="0">
              <a:lnSpc>
                <a:spcPct val="90000"/>
              </a:lnSpc>
              <a:spcBef>
                <a:spcPts val="500"/>
              </a:spcBef>
              <a:buFont typeface="Arial" panose="020B0604020202020204" pitchFamily="34" charset="0"/>
              <a:buNone/>
              <a:defRPr sz="20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defRPr sz="2000"/>
            </a:lvl4pPr>
            <a:lvl5pPr indent="0">
              <a:lnSpc>
                <a:spcPct val="90000"/>
              </a:lnSpc>
              <a:spcBef>
                <a:spcPts val="500"/>
              </a:spcBef>
              <a:buFont typeface="Arial" panose="020B0604020202020204" pitchFamily="34" charset="0"/>
              <a:buNone/>
              <a:defRPr sz="20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78000"/>
              </a:lnSpc>
            </a:pPr>
            <a:r>
              <a:rPr lang="fr-FR">
                <a:latin typeface="Avenir Next LT Pro"/>
              </a:rPr>
              <a:t>Possibilités ? Comment ?</a:t>
            </a:r>
          </a:p>
        </p:txBody>
      </p:sp>
      <p:sp>
        <p:nvSpPr>
          <p:cNvPr id="23" name="Espace réservé du texte 48">
            <a:extLst>
              <a:ext uri="{FF2B5EF4-FFF2-40B4-BE49-F238E27FC236}">
                <a16:creationId xmlns:a16="http://schemas.microsoft.com/office/drawing/2014/main" id="{568BCF7D-6071-C160-3B47-F111FA3376C8}"/>
              </a:ext>
            </a:extLst>
          </p:cNvPr>
          <p:cNvSpPr txBox="1">
            <a:spLocks/>
          </p:cNvSpPr>
          <p:nvPr/>
        </p:nvSpPr>
        <p:spPr>
          <a:xfrm>
            <a:off x="8967156" y="2222372"/>
            <a:ext cx="2522424" cy="243465"/>
          </a:xfrm>
          <a:prstGeom prst="rect">
            <a:avLst/>
          </a:prstGeom>
        </p:spPr>
        <p:txBody>
          <a:bodyPr wrap="square" lIns="0" tIns="0" rIns="0" bIns="0" anchor="t" anchorCtr="0">
            <a:spAutoFit/>
          </a:bodyPr>
          <a:lstStyle>
            <a:defPPr>
              <a:defRPr lang="fr-FR"/>
            </a:defPPr>
            <a:lvl1pPr indent="0">
              <a:lnSpc>
                <a:spcPct val="100000"/>
              </a:lnSpc>
              <a:spcBef>
                <a:spcPts val="0"/>
              </a:spcBef>
              <a:buFont typeface="Arial" panose="020B0604020202020204" pitchFamily="34" charset="0"/>
              <a:buNone/>
              <a:defRPr sz="2000" b="1">
                <a:solidFill>
                  <a:schemeClr val="bg1"/>
                </a:solidFill>
                <a:latin typeface="Avenir Next LT Pro" panose="020B0504020202020204" pitchFamily="34" charset="0"/>
              </a:defRPr>
            </a:lvl1pPr>
            <a:lvl2pPr indent="0">
              <a:lnSpc>
                <a:spcPct val="90000"/>
              </a:lnSpc>
              <a:spcBef>
                <a:spcPts val="500"/>
              </a:spcBef>
              <a:buFont typeface="Arial" panose="020B0604020202020204" pitchFamily="34" charset="0"/>
              <a:buNone/>
              <a:defRPr sz="20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defRPr sz="2000"/>
            </a:lvl4pPr>
            <a:lvl5pPr indent="0">
              <a:lnSpc>
                <a:spcPct val="90000"/>
              </a:lnSpc>
              <a:spcBef>
                <a:spcPts val="500"/>
              </a:spcBef>
              <a:buFont typeface="Arial" panose="020B0604020202020204" pitchFamily="34" charset="0"/>
              <a:buNone/>
              <a:defRPr sz="20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78000"/>
              </a:lnSpc>
            </a:pPr>
            <a:r>
              <a:rPr lang="fr-FR"/>
              <a:t>Compromis &amp; Choix</a:t>
            </a:r>
          </a:p>
        </p:txBody>
      </p:sp>
      <p:sp>
        <p:nvSpPr>
          <p:cNvPr id="29" name="Triangle 30">
            <a:extLst>
              <a:ext uri="{FF2B5EF4-FFF2-40B4-BE49-F238E27FC236}">
                <a16:creationId xmlns:a16="http://schemas.microsoft.com/office/drawing/2014/main" id="{083412B9-B61D-81F7-7F22-18B49D3A5792}"/>
              </a:ext>
            </a:extLst>
          </p:cNvPr>
          <p:cNvSpPr/>
          <p:nvPr/>
        </p:nvSpPr>
        <p:spPr>
          <a:xfrm rot="5400000">
            <a:off x="4405004" y="2307744"/>
            <a:ext cx="331242" cy="192583"/>
          </a:xfrm>
          <a:prstGeom prst="triangle">
            <a:avLst/>
          </a:prstGeom>
          <a:solidFill>
            <a:schemeClr val="accent3"/>
          </a:solidFill>
          <a:ln w="12660" cap="flat">
            <a:noFill/>
            <a:prstDash val="solid"/>
            <a:miter/>
          </a:ln>
        </p:spPr>
        <p:txBody>
          <a:bodyPr rtlCol="0" anchor="ctr"/>
          <a:lstStyle/>
          <a:p>
            <a:pPr algn="l"/>
            <a:endParaRPr lang="fr-FR"/>
          </a:p>
        </p:txBody>
      </p:sp>
      <p:sp>
        <p:nvSpPr>
          <p:cNvPr id="30" name="Triangle 32">
            <a:extLst>
              <a:ext uri="{FF2B5EF4-FFF2-40B4-BE49-F238E27FC236}">
                <a16:creationId xmlns:a16="http://schemas.microsoft.com/office/drawing/2014/main" id="{42670AD5-D485-E854-8B4B-C80FBF41BE69}"/>
              </a:ext>
            </a:extLst>
          </p:cNvPr>
          <p:cNvSpPr/>
          <p:nvPr/>
        </p:nvSpPr>
        <p:spPr>
          <a:xfrm rot="5400000">
            <a:off x="8468332" y="2340596"/>
            <a:ext cx="331242" cy="192583"/>
          </a:xfrm>
          <a:prstGeom prst="triangle">
            <a:avLst/>
          </a:prstGeom>
          <a:solidFill>
            <a:schemeClr val="tx1"/>
          </a:solidFill>
          <a:ln w="12660" cap="flat">
            <a:noFill/>
            <a:prstDash val="solid"/>
            <a:miter/>
          </a:ln>
        </p:spPr>
        <p:txBody>
          <a:bodyPr rtlCol="0" anchor="ctr"/>
          <a:lstStyle/>
          <a:p>
            <a:pPr algn="l"/>
            <a:endParaRPr lang="fr-FR"/>
          </a:p>
        </p:txBody>
      </p:sp>
      <p:sp>
        <p:nvSpPr>
          <p:cNvPr id="31" name="Triangle 33">
            <a:extLst>
              <a:ext uri="{FF2B5EF4-FFF2-40B4-BE49-F238E27FC236}">
                <a16:creationId xmlns:a16="http://schemas.microsoft.com/office/drawing/2014/main" id="{9743394E-2F22-C1F8-FE8D-E207DFB746C9}"/>
              </a:ext>
            </a:extLst>
          </p:cNvPr>
          <p:cNvSpPr/>
          <p:nvPr/>
        </p:nvSpPr>
        <p:spPr>
          <a:xfrm rot="5400000">
            <a:off x="11310490" y="2367846"/>
            <a:ext cx="331242" cy="192583"/>
          </a:xfrm>
          <a:prstGeom prst="triangle">
            <a:avLst/>
          </a:prstGeom>
          <a:solidFill>
            <a:schemeClr val="accent5"/>
          </a:solidFill>
          <a:ln w="12660" cap="flat">
            <a:noFill/>
            <a:prstDash val="solid"/>
            <a:miter/>
          </a:ln>
        </p:spPr>
        <p:txBody>
          <a:bodyPr rtlCol="0" anchor="ctr"/>
          <a:lstStyle/>
          <a:p>
            <a:pPr algn="l"/>
            <a:endParaRPr lang="fr-FR"/>
          </a:p>
        </p:txBody>
      </p:sp>
      <p:pic>
        <p:nvPicPr>
          <p:cNvPr id="33" name="Graphique 32">
            <a:extLst>
              <a:ext uri="{FF2B5EF4-FFF2-40B4-BE49-F238E27FC236}">
                <a16:creationId xmlns:a16="http://schemas.microsoft.com/office/drawing/2014/main" id="{4958C5DE-613E-B60A-C1AD-1E8CD78290F9}"/>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1270602" y="1466684"/>
            <a:ext cx="566794" cy="593084"/>
          </a:xfrm>
          <a:prstGeom prst="rect">
            <a:avLst/>
          </a:prstGeom>
        </p:spPr>
      </p:pic>
      <p:sp>
        <p:nvSpPr>
          <p:cNvPr id="49" name="ZoneTexte 48">
            <a:extLst>
              <a:ext uri="{FF2B5EF4-FFF2-40B4-BE49-F238E27FC236}">
                <a16:creationId xmlns:a16="http://schemas.microsoft.com/office/drawing/2014/main" id="{FA6A6177-A549-CA04-CDEE-D4CC026FB7A6}"/>
              </a:ext>
            </a:extLst>
          </p:cNvPr>
          <p:cNvSpPr txBox="1"/>
          <p:nvPr/>
        </p:nvSpPr>
        <p:spPr>
          <a:xfrm>
            <a:off x="1175882" y="2693503"/>
            <a:ext cx="3164368" cy="2513509"/>
          </a:xfrm>
          <a:prstGeom prst="rect">
            <a:avLst/>
          </a:prstGeom>
          <a:noFill/>
        </p:spPr>
        <p:txBody>
          <a:bodyPr wrap="square">
            <a:spAutoFit/>
          </a:bodyPr>
          <a:lstStyle/>
          <a:p>
            <a:pPr marL="285750" indent="-285750">
              <a:spcBef>
                <a:spcPts val="200"/>
              </a:spcBef>
              <a:buFont typeface="Arial" panose="020B0604020202020204" pitchFamily="34" charset="0"/>
              <a:buChar char="•"/>
            </a:pPr>
            <a:r>
              <a:rPr lang="fr-FR" sz="1200" b="1">
                <a:solidFill>
                  <a:schemeClr val="bg1"/>
                </a:solidFill>
                <a:latin typeface="Avenir Next LT Pro" panose="020B0504020202020204" pitchFamily="34" charset="0"/>
              </a:rPr>
              <a:t>Contexte &amp; besoins métiers</a:t>
            </a:r>
          </a:p>
          <a:p>
            <a:pPr marL="285750" indent="-285750">
              <a:spcBef>
                <a:spcPts val="200"/>
              </a:spcBef>
              <a:buFont typeface="Arial" panose="020B0604020202020204" pitchFamily="34" charset="0"/>
              <a:buChar char="•"/>
            </a:pPr>
            <a:r>
              <a:rPr lang="fr-FR" sz="1200" b="1">
                <a:solidFill>
                  <a:schemeClr val="bg1"/>
                </a:solidFill>
                <a:latin typeface="Avenir Next LT Pro" panose="020B0504020202020204" pitchFamily="34" charset="0"/>
              </a:rPr>
              <a:t>Vision de l’existant</a:t>
            </a:r>
          </a:p>
          <a:p>
            <a:pPr marL="285750" indent="-285750">
              <a:spcBef>
                <a:spcPts val="200"/>
              </a:spcBef>
              <a:buFont typeface="Arial" panose="020B0604020202020204" pitchFamily="34" charset="0"/>
              <a:buChar char="•"/>
            </a:pPr>
            <a:r>
              <a:rPr lang="fr-FR" sz="1200" b="1">
                <a:solidFill>
                  <a:schemeClr val="bg1"/>
                </a:solidFill>
                <a:latin typeface="Avenir Next LT Pro" panose="020B0504020202020204" pitchFamily="34" charset="0"/>
              </a:rPr>
              <a:t>Problème(s) et causes profondes</a:t>
            </a:r>
          </a:p>
          <a:p>
            <a:pPr marL="285750" indent="-285750">
              <a:spcBef>
                <a:spcPts val="200"/>
              </a:spcBef>
              <a:buFont typeface="Arial" panose="020B0604020202020204" pitchFamily="34" charset="0"/>
              <a:buChar char="•"/>
            </a:pPr>
            <a:endParaRPr lang="fr-FR" sz="1200">
              <a:solidFill>
                <a:schemeClr val="bg1"/>
              </a:solidFill>
              <a:latin typeface="Avenir Next LT Pro" panose="020B0504020202020204" pitchFamily="34" charset="0"/>
            </a:endParaRPr>
          </a:p>
          <a:p>
            <a:pPr marL="285750" indent="-285750">
              <a:spcBef>
                <a:spcPts val="200"/>
              </a:spcBef>
              <a:buFont typeface="Arial" panose="020B0604020202020204" pitchFamily="34" charset="0"/>
              <a:buChar char="•"/>
            </a:pPr>
            <a:r>
              <a:rPr lang="fr-FR" sz="1200" b="1">
                <a:solidFill>
                  <a:schemeClr val="bg1"/>
                </a:solidFill>
                <a:latin typeface="Avenir Next LT Pro" panose="020B0504020202020204" pitchFamily="34" charset="0"/>
              </a:rPr>
              <a:t>Exigences fonctionnelles</a:t>
            </a:r>
            <a:r>
              <a:rPr lang="fr-FR" sz="1200">
                <a:solidFill>
                  <a:schemeClr val="bg1"/>
                </a:solidFill>
                <a:latin typeface="Avenir Next LT Pro" panose="020B0504020202020204" pitchFamily="34" charset="0"/>
              </a:rPr>
              <a:t>, contraintes, dépendances</a:t>
            </a:r>
          </a:p>
          <a:p>
            <a:pPr marL="285750" indent="-285750">
              <a:spcBef>
                <a:spcPts val="200"/>
              </a:spcBef>
              <a:buFont typeface="Arial" panose="020B0604020202020204" pitchFamily="34" charset="0"/>
              <a:buChar char="•"/>
            </a:pPr>
            <a:endParaRPr lang="fr-FR" sz="1200">
              <a:solidFill>
                <a:schemeClr val="bg1"/>
              </a:solidFill>
              <a:latin typeface="Avenir Next LT Pro" panose="020B0504020202020204" pitchFamily="34" charset="0"/>
            </a:endParaRPr>
          </a:p>
          <a:p>
            <a:pPr marL="285750" indent="-285750">
              <a:spcBef>
                <a:spcPts val="200"/>
              </a:spcBef>
              <a:buFont typeface="Arial" panose="020B0604020202020204" pitchFamily="34" charset="0"/>
              <a:buChar char="•"/>
            </a:pPr>
            <a:r>
              <a:rPr lang="fr-FR" sz="1200" b="1">
                <a:solidFill>
                  <a:schemeClr val="bg1"/>
                </a:solidFill>
                <a:latin typeface="Avenir Next LT Pro" panose="020B0504020202020204" pitchFamily="34" charset="0"/>
              </a:rPr>
              <a:t>Exigences</a:t>
            </a:r>
            <a:r>
              <a:rPr lang="fr-FR" sz="1200">
                <a:solidFill>
                  <a:schemeClr val="bg1"/>
                </a:solidFill>
                <a:latin typeface="Avenir Next LT Pro" panose="020B0504020202020204" pitchFamily="34" charset="0"/>
              </a:rPr>
              <a:t> </a:t>
            </a:r>
            <a:r>
              <a:rPr lang="fr-FR" sz="1200" b="1">
                <a:solidFill>
                  <a:schemeClr val="bg1"/>
                </a:solidFill>
                <a:latin typeface="Avenir Next LT Pro" panose="020B0504020202020204" pitchFamily="34" charset="0"/>
              </a:rPr>
              <a:t>non fonctionnelles </a:t>
            </a:r>
            <a:r>
              <a:rPr lang="fr-FR" sz="1200">
                <a:solidFill>
                  <a:schemeClr val="bg1"/>
                </a:solidFill>
                <a:latin typeface="Avenir Next LT Pro" panose="020B0504020202020204" pitchFamily="34" charset="0"/>
              </a:rPr>
              <a:t>(évolutivité, performances, délais ...)</a:t>
            </a:r>
          </a:p>
          <a:p>
            <a:pPr marL="285750" indent="-285750">
              <a:spcBef>
                <a:spcPts val="200"/>
              </a:spcBef>
              <a:buFont typeface="Arial" panose="020B0604020202020204" pitchFamily="34" charset="0"/>
              <a:buChar char="•"/>
            </a:pPr>
            <a:endParaRPr lang="fr-FR" sz="1200">
              <a:solidFill>
                <a:schemeClr val="bg1"/>
              </a:solidFill>
              <a:latin typeface="Avenir Next LT Pro" panose="020B0504020202020204" pitchFamily="34" charset="0"/>
            </a:endParaRPr>
          </a:p>
          <a:p>
            <a:pPr marL="285750" indent="-285750">
              <a:spcBef>
                <a:spcPts val="200"/>
              </a:spcBef>
              <a:buFont typeface="Arial" panose="020B0604020202020204" pitchFamily="34" charset="0"/>
              <a:buChar char="•"/>
            </a:pPr>
            <a:r>
              <a:rPr lang="fr-FR" sz="1200">
                <a:solidFill>
                  <a:schemeClr val="bg1"/>
                </a:solidFill>
                <a:latin typeface="Avenir Next LT Pro" panose="020B0504020202020204" pitchFamily="34" charset="0"/>
              </a:rPr>
              <a:t>Principales </a:t>
            </a:r>
            <a:r>
              <a:rPr lang="fr-FR" sz="1200" b="1">
                <a:solidFill>
                  <a:schemeClr val="bg1"/>
                </a:solidFill>
                <a:latin typeface="Avenir Next LT Pro" panose="020B0504020202020204" pitchFamily="34" charset="0"/>
              </a:rPr>
              <a:t>hypothèses et incertitudes </a:t>
            </a:r>
            <a:r>
              <a:rPr lang="fr-FR" sz="1200">
                <a:solidFill>
                  <a:schemeClr val="bg1"/>
                </a:solidFill>
                <a:latin typeface="Avenir Next LT Pro" panose="020B0504020202020204" pitchFamily="34" charset="0"/>
              </a:rPr>
              <a:t>à prendre en compte</a:t>
            </a:r>
          </a:p>
        </p:txBody>
      </p:sp>
      <p:sp>
        <p:nvSpPr>
          <p:cNvPr id="6" name="ZoneTexte 5">
            <a:extLst>
              <a:ext uri="{FF2B5EF4-FFF2-40B4-BE49-F238E27FC236}">
                <a16:creationId xmlns:a16="http://schemas.microsoft.com/office/drawing/2014/main" id="{0A81DDA0-5D52-DDD6-EFD4-39C5C79B41C8}"/>
              </a:ext>
            </a:extLst>
          </p:cNvPr>
          <p:cNvSpPr txBox="1"/>
          <p:nvPr/>
        </p:nvSpPr>
        <p:spPr>
          <a:xfrm>
            <a:off x="4666917" y="2683663"/>
            <a:ext cx="3677997" cy="3642023"/>
          </a:xfrm>
          <a:prstGeom prst="rect">
            <a:avLst/>
          </a:prstGeom>
          <a:noFill/>
        </p:spPr>
        <p:txBody>
          <a:bodyPr wrap="square">
            <a:spAutoFit/>
          </a:bodyPr>
          <a:lstStyle>
            <a:defPPr>
              <a:defRPr lang="fr-FR"/>
            </a:defPPr>
            <a:lvl1pPr marL="285750" indent="-285750">
              <a:lnSpc>
                <a:spcPct val="78000"/>
              </a:lnSpc>
              <a:buFont typeface="Arial" panose="020B0604020202020204" pitchFamily="34" charset="0"/>
              <a:buChar char="•"/>
              <a:defRPr sz="1100" b="1">
                <a:solidFill>
                  <a:schemeClr val="bg1"/>
                </a:solidFill>
                <a:latin typeface="Avenir Next LT Pro" panose="020B0504020202020204" pitchFamily="34" charset="0"/>
              </a:defRPr>
            </a:lvl1pPr>
          </a:lstStyle>
          <a:p>
            <a:pPr marL="0" indent="0">
              <a:lnSpc>
                <a:spcPct val="100000"/>
              </a:lnSpc>
              <a:spcBef>
                <a:spcPts val="200"/>
              </a:spcBef>
              <a:buNone/>
            </a:pPr>
            <a:r>
              <a:rPr lang="fr-FR" sz="1200"/>
              <a:t>Identification des scénarios et des impacts :</a:t>
            </a:r>
          </a:p>
          <a:p>
            <a:pPr>
              <a:lnSpc>
                <a:spcPct val="100000"/>
              </a:lnSpc>
              <a:spcBef>
                <a:spcPts val="200"/>
              </a:spcBef>
            </a:pPr>
            <a:r>
              <a:rPr lang="fr-FR" sz="1200"/>
              <a:t>Exigences couvertes</a:t>
            </a:r>
          </a:p>
          <a:p>
            <a:pPr>
              <a:lnSpc>
                <a:spcPct val="100000"/>
              </a:lnSpc>
              <a:spcBef>
                <a:spcPts val="200"/>
              </a:spcBef>
            </a:pPr>
            <a:r>
              <a:rPr lang="fr-FR" sz="1200"/>
              <a:t>Conditions préalables</a:t>
            </a:r>
          </a:p>
          <a:p>
            <a:pPr>
              <a:lnSpc>
                <a:spcPct val="100000"/>
              </a:lnSpc>
              <a:spcBef>
                <a:spcPts val="200"/>
              </a:spcBef>
            </a:pPr>
            <a:r>
              <a:rPr lang="fr-FR" sz="1200"/>
              <a:t>Dans le système ou nouveau</a:t>
            </a:r>
          </a:p>
          <a:p>
            <a:pPr>
              <a:lnSpc>
                <a:spcPct val="100000"/>
              </a:lnSpc>
              <a:spcBef>
                <a:spcPts val="200"/>
              </a:spcBef>
            </a:pPr>
            <a:r>
              <a:rPr lang="fr-FR" sz="1200"/>
              <a:t>Périmètres impactés (web/app/...)</a:t>
            </a:r>
          </a:p>
          <a:p>
            <a:pPr>
              <a:lnSpc>
                <a:spcPct val="100000"/>
              </a:lnSpc>
              <a:spcBef>
                <a:spcPts val="200"/>
              </a:spcBef>
            </a:pPr>
            <a:r>
              <a:rPr lang="fr-FR" sz="1200"/>
              <a:t>Architecture : </a:t>
            </a:r>
          </a:p>
          <a:p>
            <a:pPr marL="628650" lvl="1" indent="-171450">
              <a:spcBef>
                <a:spcPts val="200"/>
              </a:spcBef>
              <a:buFont typeface="Arial" panose="020B0604020202020204" pitchFamily="34" charset="0"/>
              <a:buChar char="•"/>
            </a:pPr>
            <a:r>
              <a:rPr lang="fr-FR" sz="1200" b="1">
                <a:solidFill>
                  <a:schemeClr val="bg1"/>
                </a:solidFill>
              </a:rPr>
              <a:t>Fonctionnelle</a:t>
            </a:r>
          </a:p>
          <a:p>
            <a:pPr marL="628650" lvl="1" indent="-171450">
              <a:spcBef>
                <a:spcPts val="200"/>
              </a:spcBef>
              <a:buFont typeface="Arial" panose="020B0604020202020204" pitchFamily="34" charset="0"/>
              <a:buChar char="•"/>
            </a:pPr>
            <a:r>
              <a:rPr lang="fr-FR" sz="1200" b="1">
                <a:solidFill>
                  <a:schemeClr val="bg1"/>
                </a:solidFill>
              </a:rPr>
              <a:t>Technique</a:t>
            </a:r>
          </a:p>
          <a:p>
            <a:pPr marL="628650" lvl="1" indent="-171450">
              <a:spcBef>
                <a:spcPts val="200"/>
              </a:spcBef>
              <a:buFont typeface="Arial" panose="020B0604020202020204" pitchFamily="34" charset="0"/>
              <a:buChar char="•"/>
            </a:pPr>
            <a:r>
              <a:rPr lang="fr-FR" sz="1200" b="1">
                <a:solidFill>
                  <a:schemeClr val="bg1"/>
                </a:solidFill>
              </a:rPr>
              <a:t>Sécurité</a:t>
            </a:r>
          </a:p>
          <a:p>
            <a:pPr marL="628650" lvl="1" indent="-171450">
              <a:spcBef>
                <a:spcPts val="200"/>
              </a:spcBef>
              <a:buFont typeface="Arial" panose="020B0604020202020204" pitchFamily="34" charset="0"/>
              <a:buChar char="•"/>
            </a:pPr>
            <a:r>
              <a:rPr lang="fr-FR" sz="1200" b="1">
                <a:solidFill>
                  <a:schemeClr val="bg1"/>
                </a:solidFill>
              </a:rPr>
              <a:t>Données</a:t>
            </a:r>
          </a:p>
          <a:p>
            <a:pPr marL="628650" lvl="1" indent="-171450">
              <a:spcBef>
                <a:spcPts val="200"/>
              </a:spcBef>
              <a:buFont typeface="Arial" panose="020B0604020202020204" pitchFamily="34" charset="0"/>
              <a:buChar char="•"/>
            </a:pPr>
            <a:r>
              <a:rPr lang="fr-FR" sz="1200" b="1">
                <a:solidFill>
                  <a:schemeClr val="bg1"/>
                </a:solidFill>
              </a:rPr>
              <a:t>Exploitation/Infrastructure</a:t>
            </a:r>
          </a:p>
          <a:p>
            <a:pPr marL="628650" lvl="1" indent="-171450">
              <a:spcBef>
                <a:spcPts val="200"/>
              </a:spcBef>
              <a:buFont typeface="Arial" panose="020B0604020202020204" pitchFamily="34" charset="0"/>
              <a:buChar char="•"/>
            </a:pPr>
            <a:r>
              <a:rPr lang="fr-FR" sz="1200" b="1">
                <a:solidFill>
                  <a:schemeClr val="bg1"/>
                </a:solidFill>
              </a:rPr>
              <a:t>...</a:t>
            </a:r>
          </a:p>
          <a:p>
            <a:pPr>
              <a:lnSpc>
                <a:spcPct val="100000"/>
              </a:lnSpc>
              <a:spcBef>
                <a:spcPts val="200"/>
              </a:spcBef>
            </a:pPr>
            <a:r>
              <a:rPr lang="fr-FR" sz="1200"/>
              <a:t>Exigences non fonctionnelles</a:t>
            </a:r>
          </a:p>
          <a:p>
            <a:pPr>
              <a:lnSpc>
                <a:spcPct val="100000"/>
              </a:lnSpc>
              <a:spcBef>
                <a:spcPts val="200"/>
              </a:spcBef>
            </a:pPr>
            <a:r>
              <a:rPr lang="fr-FR" sz="1200"/>
              <a:t>Identifier les patterns</a:t>
            </a:r>
          </a:p>
          <a:p>
            <a:pPr>
              <a:lnSpc>
                <a:spcPct val="100000"/>
              </a:lnSpc>
              <a:spcBef>
                <a:spcPts val="200"/>
              </a:spcBef>
            </a:pPr>
            <a:r>
              <a:rPr lang="fr-FR" sz="1200"/>
              <a:t>Coût et planification de haut niveau</a:t>
            </a:r>
          </a:p>
          <a:p>
            <a:pPr>
              <a:lnSpc>
                <a:spcPct val="100000"/>
              </a:lnSpc>
              <a:spcBef>
                <a:spcPts val="200"/>
              </a:spcBef>
            </a:pPr>
            <a:r>
              <a:rPr lang="fr-FR" sz="1200"/>
              <a:t>Besoin de maintenance</a:t>
            </a:r>
          </a:p>
          <a:p>
            <a:pPr marL="0" indent="0">
              <a:lnSpc>
                <a:spcPct val="100000"/>
              </a:lnSpc>
              <a:spcBef>
                <a:spcPts val="200"/>
              </a:spcBef>
              <a:buNone/>
            </a:pPr>
            <a:endParaRPr lang="fr-FR" sz="1200"/>
          </a:p>
        </p:txBody>
      </p:sp>
      <p:sp>
        <p:nvSpPr>
          <p:cNvPr id="8" name="ZoneTexte 7">
            <a:extLst>
              <a:ext uri="{FF2B5EF4-FFF2-40B4-BE49-F238E27FC236}">
                <a16:creationId xmlns:a16="http://schemas.microsoft.com/office/drawing/2014/main" id="{DBB3A44B-2D18-F195-A582-D06634A8328F}"/>
              </a:ext>
            </a:extLst>
          </p:cNvPr>
          <p:cNvSpPr txBox="1"/>
          <p:nvPr/>
        </p:nvSpPr>
        <p:spPr>
          <a:xfrm>
            <a:off x="8673005" y="2683663"/>
            <a:ext cx="3033220" cy="2118529"/>
          </a:xfrm>
          <a:prstGeom prst="rect">
            <a:avLst/>
          </a:prstGeom>
          <a:noFill/>
        </p:spPr>
        <p:txBody>
          <a:bodyPr wrap="square">
            <a:spAutoFit/>
          </a:bodyPr>
          <a:lstStyle>
            <a:defPPr>
              <a:defRPr lang="fr-FR"/>
            </a:defPPr>
            <a:lvl1pPr indent="0">
              <a:lnSpc>
                <a:spcPct val="78000"/>
              </a:lnSpc>
              <a:buFont typeface="Arial" panose="020B0604020202020204" pitchFamily="34" charset="0"/>
              <a:buNone/>
              <a:defRPr sz="1400" b="1">
                <a:solidFill>
                  <a:schemeClr val="bg1"/>
                </a:solidFill>
                <a:latin typeface="Avenir Next LT Pro" panose="020B0504020202020204" pitchFamily="34" charset="0"/>
              </a:defRPr>
            </a:lvl1pPr>
            <a:lvl2pPr marL="628650" lvl="1" indent="-171450">
              <a:buFont typeface="Arial" panose="020B0604020202020204" pitchFamily="34" charset="0"/>
              <a:buChar char="•"/>
              <a:defRPr sz="1400" b="1">
                <a:solidFill>
                  <a:schemeClr val="bg1"/>
                </a:solidFill>
              </a:defRPr>
            </a:lvl2pPr>
          </a:lstStyle>
          <a:p>
            <a:pPr>
              <a:lnSpc>
                <a:spcPct val="100000"/>
              </a:lnSpc>
              <a:spcBef>
                <a:spcPts val="200"/>
              </a:spcBef>
            </a:pPr>
            <a:r>
              <a:rPr lang="fr-FR" sz="1200"/>
              <a:t>Synthèse de l'étude : </a:t>
            </a:r>
          </a:p>
          <a:p>
            <a:pPr>
              <a:lnSpc>
                <a:spcPct val="100000"/>
              </a:lnSpc>
              <a:spcBef>
                <a:spcPts val="200"/>
              </a:spcBef>
            </a:pPr>
            <a:endParaRPr lang="fr-FR" sz="1200"/>
          </a:p>
          <a:p>
            <a:pPr marL="285750" indent="-285750">
              <a:lnSpc>
                <a:spcPct val="100000"/>
              </a:lnSpc>
              <a:spcBef>
                <a:spcPts val="200"/>
              </a:spcBef>
              <a:buFont typeface="Arial" panose="020B0604020202020204" pitchFamily="34" charset="0"/>
              <a:buChar char="•"/>
            </a:pPr>
            <a:r>
              <a:rPr lang="fr-FR" sz="1200"/>
              <a:t>Pour chaque scénario </a:t>
            </a:r>
          </a:p>
          <a:p>
            <a:pPr marL="285750" indent="-285750">
              <a:lnSpc>
                <a:spcPct val="100000"/>
              </a:lnSpc>
              <a:spcBef>
                <a:spcPts val="200"/>
              </a:spcBef>
              <a:buFont typeface="Arial" panose="020B0604020202020204" pitchFamily="34" charset="0"/>
              <a:buChar char="•"/>
            </a:pPr>
            <a:r>
              <a:rPr lang="fr-FR" sz="1200"/>
              <a:t>Avantages et inconvénients</a:t>
            </a:r>
          </a:p>
          <a:p>
            <a:pPr marL="285750" indent="-285750">
              <a:lnSpc>
                <a:spcPct val="100000"/>
              </a:lnSpc>
              <a:spcBef>
                <a:spcPts val="200"/>
              </a:spcBef>
              <a:buFont typeface="Arial" panose="020B0604020202020204" pitchFamily="34" charset="0"/>
              <a:buChar char="•"/>
            </a:pPr>
            <a:r>
              <a:rPr lang="fr-FR" sz="1200"/>
              <a:t>Objectif</a:t>
            </a:r>
          </a:p>
          <a:p>
            <a:pPr marL="285750" indent="-285750">
              <a:lnSpc>
                <a:spcPct val="100000"/>
              </a:lnSpc>
              <a:spcBef>
                <a:spcPts val="200"/>
              </a:spcBef>
              <a:buFont typeface="Arial" panose="020B0604020202020204" pitchFamily="34" charset="0"/>
              <a:buChar char="•"/>
            </a:pPr>
            <a:r>
              <a:rPr lang="fr-FR" sz="1200"/>
              <a:t>Trajectoire / Plan de mise en œuvre</a:t>
            </a:r>
          </a:p>
          <a:p>
            <a:pPr>
              <a:lnSpc>
                <a:spcPct val="100000"/>
              </a:lnSpc>
              <a:spcBef>
                <a:spcPts val="200"/>
              </a:spcBef>
            </a:pPr>
            <a:endParaRPr lang="fr-FR" sz="1200"/>
          </a:p>
          <a:p>
            <a:pPr>
              <a:lnSpc>
                <a:spcPct val="100000"/>
              </a:lnSpc>
              <a:spcBef>
                <a:spcPts val="200"/>
              </a:spcBef>
            </a:pPr>
            <a:r>
              <a:rPr lang="fr-FR" sz="1200"/>
              <a:t>Argumentation pour le scénario recommandé</a:t>
            </a:r>
          </a:p>
        </p:txBody>
      </p:sp>
      <p:pic>
        <p:nvPicPr>
          <p:cNvPr id="9" name="Graphique 8">
            <a:extLst>
              <a:ext uri="{FF2B5EF4-FFF2-40B4-BE49-F238E27FC236}">
                <a16:creationId xmlns:a16="http://schemas.microsoft.com/office/drawing/2014/main" id="{FF668325-DF35-61B8-1DE2-3A25F9B1E0EE}"/>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rcRect/>
          <a:stretch/>
        </p:blipFill>
        <p:spPr>
          <a:xfrm>
            <a:off x="8868576" y="1437731"/>
            <a:ext cx="565127" cy="565127"/>
          </a:xfrm>
          <a:prstGeom prst="rect">
            <a:avLst/>
          </a:prstGeom>
        </p:spPr>
      </p:pic>
      <p:pic>
        <p:nvPicPr>
          <p:cNvPr id="10" name="Graphique 9">
            <a:extLst>
              <a:ext uri="{FF2B5EF4-FFF2-40B4-BE49-F238E27FC236}">
                <a16:creationId xmlns:a16="http://schemas.microsoft.com/office/drawing/2014/main" id="{854E1CC0-F6CA-C8DF-8C41-FF41860FAE77}"/>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rcRect/>
          <a:stretch/>
        </p:blipFill>
        <p:spPr>
          <a:xfrm>
            <a:off x="4791908" y="1419864"/>
            <a:ext cx="675783" cy="675783"/>
          </a:xfrm>
          <a:prstGeom prst="rect">
            <a:avLst/>
          </a:prstGeom>
        </p:spPr>
      </p:pic>
      <p:sp>
        <p:nvSpPr>
          <p:cNvPr id="3" name="Espace réservé du numéro de diapositive 3">
            <a:extLst>
              <a:ext uri="{FF2B5EF4-FFF2-40B4-BE49-F238E27FC236}">
                <a16:creationId xmlns:a16="http://schemas.microsoft.com/office/drawing/2014/main" id="{6065A76A-045C-C815-1276-5FB6B112AFAC}"/>
              </a:ext>
            </a:extLst>
          </p:cNvPr>
          <p:cNvSpPr>
            <a:spLocks noGrp="1"/>
          </p:cNvSpPr>
          <p:nvPr>
            <p:ph type="sldNum" sz="quarter" idx="12"/>
            <p:custDataLst>
              <p:tags r:id="rId3"/>
            </p:custDataLst>
          </p:nvPr>
        </p:nvSpPr>
        <p:spPr>
          <a:xfrm>
            <a:off x="11525908" y="6382485"/>
            <a:ext cx="560986" cy="276999"/>
          </a:xfrm>
        </p:spPr>
        <p:txBody>
          <a:bodyPr/>
          <a:lstStyle/>
          <a:p>
            <a:fld id="{6B54B0F7-55DD-40D6-B7F4-70B586885C0B}" type="slidenum">
              <a:rPr lang="fr-FR" smtClean="0">
                <a:latin typeface="Avenir Next LT Pro" panose="020B0504020202020204" pitchFamily="34" charset="0"/>
              </a:rPr>
              <a:pPr/>
              <a:t>4</a:t>
            </a:fld>
            <a:endParaRPr lang="fr-FR">
              <a:latin typeface="Avenir Next LT Pro" panose="020B0504020202020204" pitchFamily="34" charset="0"/>
            </a:endParaRPr>
          </a:p>
        </p:txBody>
      </p:sp>
      <p:sp>
        <p:nvSpPr>
          <p:cNvPr id="2" name="Espace réservé de la date 1">
            <a:extLst>
              <a:ext uri="{FF2B5EF4-FFF2-40B4-BE49-F238E27FC236}">
                <a16:creationId xmlns:a16="http://schemas.microsoft.com/office/drawing/2014/main" id="{1CF2664D-8E7E-89C5-29F2-1B60E1ACEB13}"/>
              </a:ext>
            </a:extLst>
          </p:cNvPr>
          <p:cNvSpPr>
            <a:spLocks noGrp="1"/>
          </p:cNvSpPr>
          <p:nvPr>
            <p:ph type="dt" sz="half" idx="10"/>
          </p:nvPr>
        </p:nvSpPr>
        <p:spPr/>
        <p:txBody>
          <a:bodyPr/>
          <a:lstStyle/>
          <a:p>
            <a:r>
              <a:rPr lang="fr-FR"/>
              <a:t>Juin 2024</a:t>
            </a:r>
          </a:p>
        </p:txBody>
      </p:sp>
      <p:sp>
        <p:nvSpPr>
          <p:cNvPr id="4" name="Espace réservé du pied de page 3">
            <a:extLst>
              <a:ext uri="{FF2B5EF4-FFF2-40B4-BE49-F238E27FC236}">
                <a16:creationId xmlns:a16="http://schemas.microsoft.com/office/drawing/2014/main" id="{9DEE970D-8DFB-054A-D42E-C357E1E51D37}"/>
              </a:ext>
            </a:extLst>
          </p:cNvPr>
          <p:cNvSpPr>
            <a:spLocks noGrp="1"/>
          </p:cNvSpPr>
          <p:nvPr>
            <p:ph type="ftr" sz="quarter" idx="11"/>
          </p:nvPr>
        </p:nvSpPr>
        <p:spPr/>
        <p:txBody>
          <a:bodyPr/>
          <a:lstStyle/>
          <a:p>
            <a:r>
              <a:rPr lang="fr-FR"/>
              <a:t>BOUYGUES CONSTRUCTION | </a:t>
            </a:r>
          </a:p>
        </p:txBody>
      </p:sp>
    </p:spTree>
    <p:extLst>
      <p:ext uri="{BB962C8B-B14F-4D97-AF65-F5344CB8AC3E}">
        <p14:creationId xmlns:p14="http://schemas.microsoft.com/office/powerpoint/2010/main" val="765557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C123C7-5594-6067-0C85-586BB8389691}"/>
              </a:ext>
            </a:extLst>
          </p:cNvPr>
          <p:cNvSpPr>
            <a:spLocks noGrp="1"/>
          </p:cNvSpPr>
          <p:nvPr>
            <p:ph type="title"/>
          </p:nvPr>
        </p:nvSpPr>
        <p:spPr>
          <a:xfrm>
            <a:off x="5997147" y="2925505"/>
            <a:ext cx="5867400" cy="1293111"/>
          </a:xfrm>
        </p:spPr>
        <p:txBody>
          <a:bodyPr/>
          <a:lstStyle/>
          <a:p>
            <a:pPr algn="ctr">
              <a:lnSpc>
                <a:spcPct val="70000"/>
              </a:lnSpc>
            </a:pPr>
            <a:r>
              <a:rPr lang="fr-FR" sz="5400" dirty="0">
                <a:ln w="38100">
                  <a:solidFill>
                    <a:schemeClr val="bg1"/>
                  </a:solidFill>
                </a:ln>
              </a:rPr>
              <a:t>Synthèse de l’étude d’architecture</a:t>
            </a:r>
            <a:endParaRPr lang="fr-FR" dirty="0">
              <a:ln w="38100">
                <a:solidFill>
                  <a:schemeClr val="bg1"/>
                </a:solidFill>
              </a:ln>
            </a:endParaRPr>
          </a:p>
        </p:txBody>
      </p:sp>
      <p:sp>
        <p:nvSpPr>
          <p:cNvPr id="3" name="Espace réservé du texte 2">
            <a:extLst>
              <a:ext uri="{FF2B5EF4-FFF2-40B4-BE49-F238E27FC236}">
                <a16:creationId xmlns:a16="http://schemas.microsoft.com/office/drawing/2014/main" id="{0166EC33-8E82-53FA-0D48-60D66550F139}"/>
              </a:ext>
            </a:extLst>
          </p:cNvPr>
          <p:cNvSpPr>
            <a:spLocks noGrp="1"/>
          </p:cNvSpPr>
          <p:nvPr>
            <p:ph type="body" sz="quarter" idx="13"/>
          </p:nvPr>
        </p:nvSpPr>
        <p:spPr>
          <a:xfrm>
            <a:off x="5997147" y="4120914"/>
            <a:ext cx="6113834" cy="409897"/>
          </a:xfrm>
        </p:spPr>
        <p:txBody>
          <a:bodyPr/>
          <a:lstStyle/>
          <a:p>
            <a:pPr>
              <a:lnSpc>
                <a:spcPct val="70000"/>
              </a:lnSpc>
            </a:pPr>
            <a:r>
              <a:rPr lang="fr-FR" dirty="0">
                <a:ln w="38100">
                  <a:solidFill>
                    <a:schemeClr val="bg1"/>
                  </a:solidFill>
                </a:ln>
              </a:rPr>
              <a:t>Identity &amp; Access Management</a:t>
            </a:r>
          </a:p>
        </p:txBody>
      </p:sp>
      <p:sp>
        <p:nvSpPr>
          <p:cNvPr id="4" name="Espace réservé de la date 3">
            <a:extLst>
              <a:ext uri="{FF2B5EF4-FFF2-40B4-BE49-F238E27FC236}">
                <a16:creationId xmlns:a16="http://schemas.microsoft.com/office/drawing/2014/main" id="{52935FAE-A38C-1997-2ED1-57B1CE76F0E7}"/>
              </a:ext>
            </a:extLst>
          </p:cNvPr>
          <p:cNvSpPr>
            <a:spLocks noGrp="1"/>
          </p:cNvSpPr>
          <p:nvPr>
            <p:ph type="dt" sz="half" idx="10"/>
          </p:nvPr>
        </p:nvSpPr>
        <p:spPr/>
        <p:txBody>
          <a:bodyPr/>
          <a:lstStyle/>
          <a:p>
            <a:r>
              <a:rPr lang="fr-FR" dirty="0"/>
              <a:t>Novembre 2024</a:t>
            </a:r>
          </a:p>
        </p:txBody>
      </p:sp>
      <p:pic>
        <p:nvPicPr>
          <p:cNvPr id="6" name="Image 5" descr="Une image contenant texte, Police, Graphique, capture d’écran&#10;&#10;Description générée automatiquement">
            <a:extLst>
              <a:ext uri="{FF2B5EF4-FFF2-40B4-BE49-F238E27FC236}">
                <a16:creationId xmlns:a16="http://schemas.microsoft.com/office/drawing/2014/main" id="{FC0CA325-0BD0-1271-135E-412CDBF94FF2}"/>
              </a:ext>
            </a:extLst>
          </p:cNvPr>
          <p:cNvPicPr>
            <a:picLocks noChangeAspect="1"/>
          </p:cNvPicPr>
          <p:nvPr/>
        </p:nvPicPr>
        <p:blipFill>
          <a:blip r:embed="rId2"/>
          <a:stretch>
            <a:fillRect/>
          </a:stretch>
        </p:blipFill>
        <p:spPr>
          <a:xfrm>
            <a:off x="8241058" y="329510"/>
            <a:ext cx="2563792" cy="1243284"/>
          </a:xfrm>
          <a:prstGeom prst="rect">
            <a:avLst/>
          </a:prstGeom>
        </p:spPr>
      </p:pic>
    </p:spTree>
    <p:extLst>
      <p:ext uri="{BB962C8B-B14F-4D97-AF65-F5344CB8AC3E}">
        <p14:creationId xmlns:p14="http://schemas.microsoft.com/office/powerpoint/2010/main" val="2021688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6C49338B-85BE-51B7-61A8-3BAECC7E49C6}"/>
              </a:ext>
            </a:extLst>
          </p:cNvPr>
          <p:cNvSpPr>
            <a:spLocks noGrp="1"/>
          </p:cNvSpPr>
          <p:nvPr>
            <p:ph type="title"/>
          </p:nvPr>
        </p:nvSpPr>
        <p:spPr>
          <a:xfrm>
            <a:off x="838595" y="338788"/>
            <a:ext cx="5375394" cy="480131"/>
          </a:xfrm>
          <a:noFill/>
        </p:spPr>
        <p:txBody>
          <a:bodyPr wrap="square" rtlCol="0">
            <a:spAutoFit/>
          </a:bodyPr>
          <a:lstStyle/>
          <a:p>
            <a:r>
              <a:rPr lang="fr-FR" dirty="0"/>
              <a:t>Introduction &amp; objectifs</a:t>
            </a:r>
          </a:p>
        </p:txBody>
      </p:sp>
      <p:sp>
        <p:nvSpPr>
          <p:cNvPr id="6" name="Espace réservé du texte 5">
            <a:extLst>
              <a:ext uri="{FF2B5EF4-FFF2-40B4-BE49-F238E27FC236}">
                <a16:creationId xmlns:a16="http://schemas.microsoft.com/office/drawing/2014/main" id="{BE224C2A-42FC-34C5-1084-194E74C19D88}"/>
              </a:ext>
            </a:extLst>
          </p:cNvPr>
          <p:cNvSpPr>
            <a:spLocks noGrp="1"/>
          </p:cNvSpPr>
          <p:nvPr>
            <p:ph type="body" sz="quarter" idx="10"/>
          </p:nvPr>
        </p:nvSpPr>
        <p:spPr>
          <a:noFill/>
        </p:spPr>
        <p:txBody>
          <a:bodyPr wrap="none" rtlCol="0">
            <a:spAutoFit/>
          </a:bodyPr>
          <a:lstStyle/>
          <a:p>
            <a:r>
              <a:rPr lang="fr-FR" dirty="0"/>
              <a:t>Introduction &amp; Objectifs — Le projet IAM</a:t>
            </a:r>
          </a:p>
        </p:txBody>
      </p:sp>
      <p:sp>
        <p:nvSpPr>
          <p:cNvPr id="7" name="Espace réservé du texte 6">
            <a:extLst>
              <a:ext uri="{FF2B5EF4-FFF2-40B4-BE49-F238E27FC236}">
                <a16:creationId xmlns:a16="http://schemas.microsoft.com/office/drawing/2014/main" id="{0069ABFA-1EF0-2DB2-B007-FB044331B9DD}"/>
              </a:ext>
            </a:extLst>
          </p:cNvPr>
          <p:cNvSpPr>
            <a:spLocks noGrp="1"/>
          </p:cNvSpPr>
          <p:nvPr>
            <p:ph type="body" sz="quarter" idx="11"/>
          </p:nvPr>
        </p:nvSpPr>
        <p:spPr>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fr-FR" dirty="0"/>
              <a:t>01</a:t>
            </a:r>
          </a:p>
        </p:txBody>
      </p:sp>
      <p:sp>
        <p:nvSpPr>
          <p:cNvPr id="8" name="Espace réservé du texte 2">
            <a:extLst>
              <a:ext uri="{FF2B5EF4-FFF2-40B4-BE49-F238E27FC236}">
                <a16:creationId xmlns:a16="http://schemas.microsoft.com/office/drawing/2014/main" id="{B175A0BF-6A7B-E586-CC7D-569872214755}"/>
              </a:ext>
            </a:extLst>
          </p:cNvPr>
          <p:cNvSpPr txBox="1">
            <a:spLocks/>
          </p:cNvSpPr>
          <p:nvPr/>
        </p:nvSpPr>
        <p:spPr>
          <a:xfrm>
            <a:off x="538163" y="1440466"/>
            <a:ext cx="11085990" cy="5065109"/>
          </a:xfrm>
          <a:prstGeom prst="rect">
            <a:avLst/>
          </a:prstGeom>
        </p:spPr>
        <p:txBody>
          <a:bodyPr>
            <a:normAutofit fontScale="92500" lnSpcReduction="10000"/>
          </a:bodyPr>
          <a:lstStyle>
            <a:lvl1pPr marL="0" indent="0" algn="l" defTabSz="914400" rtl="0" eaLnBrk="1" latinLnBrk="0" hangingPunct="1">
              <a:lnSpc>
                <a:spcPct val="90000"/>
              </a:lnSpc>
              <a:spcBef>
                <a:spcPts val="3400"/>
              </a:spcBef>
              <a:buFont typeface="Arial" panose="020B0604020202020204" pitchFamily="34" charset="0"/>
              <a:buNone/>
              <a:defRPr sz="2000" kern="1200">
                <a:solidFill>
                  <a:schemeClr val="accent3"/>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fr-FR" sz="1400" b="1" dirty="0">
                <a:ln w="12700">
                  <a:solidFill>
                    <a:srgbClr val="E65012"/>
                  </a:solidFill>
                </a:ln>
                <a:solidFill>
                  <a:srgbClr val="E65012"/>
                </a:solidFill>
                <a:latin typeface="Verdana (Corps)"/>
              </a:rPr>
              <a:t>Éléments clés du contexte</a:t>
            </a:r>
          </a:p>
          <a:p>
            <a:pPr>
              <a:lnSpc>
                <a:spcPct val="100000"/>
              </a:lnSpc>
              <a:spcBef>
                <a:spcPts val="600"/>
              </a:spcBef>
              <a:spcAft>
                <a:spcPts val="600"/>
              </a:spcAft>
            </a:pPr>
            <a:r>
              <a:rPr lang="fr-FR" sz="1100" b="1" dirty="0">
                <a:ln w="6350">
                  <a:solidFill>
                    <a:srgbClr val="E65012"/>
                  </a:solidFill>
                </a:ln>
                <a:latin typeface="Avenir LT 45 Book" panose="02000503020000020003" pitchFamily="2" charset="0"/>
              </a:rPr>
              <a:t>Ces éléments soulèvent des points de souffrance qui ont fait naitre le projet </a:t>
            </a:r>
            <a:r>
              <a:rPr lang="fr-FR" sz="1200" b="1" dirty="0">
                <a:ln w="6350">
                  <a:solidFill>
                    <a:srgbClr val="E65012"/>
                  </a:solidFill>
                </a:ln>
                <a:latin typeface="Avenir LT 45 Book" panose="02000503020000020003" pitchFamily="2" charset="0"/>
              </a:rPr>
              <a:t>IAM</a:t>
            </a:r>
            <a:endParaRPr lang="fr-FR" sz="1100" b="1" dirty="0">
              <a:ln w="6350">
                <a:solidFill>
                  <a:srgbClr val="E65012"/>
                </a:solidFill>
              </a:ln>
              <a:latin typeface="Avenir LT 45 Book" panose="02000503020000020003" pitchFamily="2" charset="0"/>
            </a:endParaRPr>
          </a:p>
          <a:p>
            <a:pPr marL="180000" indent="-180000">
              <a:lnSpc>
                <a:spcPct val="100000"/>
              </a:lnSpc>
              <a:spcBef>
                <a:spcPts val="0"/>
              </a:spcBef>
              <a:buSzPct val="75000"/>
              <a:buBlip>
                <a:blip r:embed="rId5"/>
              </a:buBlip>
            </a:pPr>
            <a:r>
              <a:rPr lang="fr-FR" sz="1000" dirty="0">
                <a:ln w="1270">
                  <a:solidFill>
                    <a:srgbClr val="595959">
                      <a:alpha val="50000"/>
                    </a:srgbClr>
                  </a:solidFill>
                </a:ln>
                <a:solidFill>
                  <a:srgbClr val="595959"/>
                </a:solidFill>
                <a:latin typeface="Avenir LT 45 Book" panose="02000503020000020003" pitchFamily="2" charset="0"/>
              </a:rPr>
              <a:t>Le système central de gestion de l’identité arrive à ses limites : peu d’automatisations, manque de cohérence globale</a:t>
            </a:r>
          </a:p>
          <a:p>
            <a:pPr marL="180000" indent="-180000">
              <a:lnSpc>
                <a:spcPct val="100000"/>
              </a:lnSpc>
              <a:spcBef>
                <a:spcPts val="0"/>
              </a:spcBef>
              <a:buSzPct val="75000"/>
              <a:buBlip>
                <a:blip r:embed="rId5"/>
              </a:buBlip>
            </a:pPr>
            <a:r>
              <a:rPr lang="fr-FR" sz="1000" dirty="0">
                <a:ln w="1270">
                  <a:solidFill>
                    <a:srgbClr val="595959">
                      <a:alpha val="50000"/>
                    </a:srgbClr>
                  </a:solidFill>
                </a:ln>
                <a:solidFill>
                  <a:srgbClr val="595959"/>
                </a:solidFill>
                <a:latin typeface="Avenir LT 45 Book" panose="02000503020000020003" pitchFamily="2" charset="0"/>
              </a:rPr>
              <a:t>Le manque de compréhension des processus par les parties prenantes, le manque d’homogénéité des processus lorsqu’ils existent</a:t>
            </a:r>
          </a:p>
          <a:p>
            <a:pPr marL="180000" indent="-180000">
              <a:lnSpc>
                <a:spcPct val="100000"/>
              </a:lnSpc>
              <a:spcBef>
                <a:spcPts val="0"/>
              </a:spcBef>
              <a:buSzPct val="75000"/>
              <a:buBlip>
                <a:blip r:embed="rId5"/>
              </a:buBlip>
            </a:pPr>
            <a:r>
              <a:rPr lang="fr-FR" sz="1000" dirty="0">
                <a:ln w="1270">
                  <a:solidFill>
                    <a:srgbClr val="595959">
                      <a:alpha val="50000"/>
                    </a:srgbClr>
                  </a:solidFill>
                </a:ln>
                <a:solidFill>
                  <a:srgbClr val="595959"/>
                </a:solidFill>
                <a:latin typeface="Avenir LT 45 Book" panose="02000503020000020003" pitchFamily="2" charset="0"/>
              </a:rPr>
              <a:t>Les workflows sont inadaptés et impliquent des traitements humains a posteriori</a:t>
            </a:r>
          </a:p>
          <a:p>
            <a:pPr marL="180000" indent="-180000">
              <a:lnSpc>
                <a:spcPct val="100000"/>
              </a:lnSpc>
              <a:spcBef>
                <a:spcPts val="0"/>
              </a:spcBef>
              <a:buSzPct val="75000"/>
              <a:buBlip>
                <a:blip r:embed="rId5"/>
              </a:buBlip>
            </a:pPr>
            <a:r>
              <a:rPr lang="fr-FR" sz="1000" dirty="0">
                <a:ln w="1270">
                  <a:solidFill>
                    <a:srgbClr val="595959">
                      <a:alpha val="50000"/>
                    </a:srgbClr>
                  </a:solidFill>
                </a:ln>
                <a:solidFill>
                  <a:srgbClr val="595959"/>
                </a:solidFill>
                <a:latin typeface="Avenir LT 45 Book" panose="02000503020000020003" pitchFamily="2" charset="0"/>
              </a:rPr>
              <a:t>Multiplicité de sources d’identités, souvent peu fiables, incomplètes, et non correctement gérées.</a:t>
            </a:r>
          </a:p>
          <a:p>
            <a:pPr marL="180000" indent="-180000">
              <a:lnSpc>
                <a:spcPct val="100000"/>
              </a:lnSpc>
              <a:spcBef>
                <a:spcPts val="0"/>
              </a:spcBef>
              <a:buSzPct val="75000"/>
              <a:buBlip>
                <a:blip r:embed="rId5"/>
              </a:buBlip>
            </a:pPr>
            <a:r>
              <a:rPr lang="fr-FR" sz="1000" dirty="0">
                <a:ln w="1270">
                  <a:solidFill>
                    <a:srgbClr val="595959">
                      <a:alpha val="50000"/>
                    </a:srgbClr>
                  </a:solidFill>
                </a:ln>
                <a:solidFill>
                  <a:srgbClr val="595959"/>
                </a:solidFill>
                <a:latin typeface="Avenir LT 45 Book" panose="02000503020000020003" pitchFamily="2" charset="0"/>
              </a:rPr>
              <a:t>Des contre-sens sécuritaires et un manque flagrant de vélocité pour la délivrance d’accès et de droits</a:t>
            </a:r>
          </a:p>
          <a:p>
            <a:pPr marL="180000" indent="-180000">
              <a:lnSpc>
                <a:spcPct val="100000"/>
              </a:lnSpc>
              <a:spcBef>
                <a:spcPts val="0"/>
              </a:spcBef>
              <a:buSzPct val="75000"/>
              <a:buBlip>
                <a:blip r:embed="rId5"/>
              </a:buBlip>
            </a:pPr>
            <a:r>
              <a:rPr lang="fr-FR" sz="1000" dirty="0">
                <a:ln w="1270">
                  <a:solidFill>
                    <a:srgbClr val="595959">
                      <a:alpha val="50000"/>
                    </a:srgbClr>
                  </a:solidFill>
                </a:ln>
                <a:solidFill>
                  <a:srgbClr val="595959"/>
                </a:solidFill>
                <a:latin typeface="Avenir LT 45 Book" panose="02000503020000020003" pitchFamily="2" charset="0"/>
              </a:rPr>
              <a:t>Pas de gestion de la révocation de droits systématique</a:t>
            </a:r>
          </a:p>
          <a:p>
            <a:pPr marL="180000" indent="-180000">
              <a:lnSpc>
                <a:spcPct val="100000"/>
              </a:lnSpc>
              <a:spcBef>
                <a:spcPts val="0"/>
              </a:spcBef>
              <a:buSzPct val="75000"/>
              <a:buBlip>
                <a:blip r:embed="rId5"/>
              </a:buBlip>
            </a:pPr>
            <a:r>
              <a:rPr lang="fr-FR" sz="1000" dirty="0">
                <a:ln w="1270">
                  <a:solidFill>
                    <a:srgbClr val="595959">
                      <a:alpha val="50000"/>
                    </a:srgbClr>
                  </a:solidFill>
                </a:ln>
                <a:solidFill>
                  <a:srgbClr val="595959"/>
                </a:solidFill>
                <a:latin typeface="Avenir LT 45 Book" panose="02000503020000020003" pitchFamily="2" charset="0"/>
              </a:rPr>
              <a:t>Pas de traçabilité, pas d’audit</a:t>
            </a:r>
          </a:p>
          <a:p>
            <a:pPr>
              <a:lnSpc>
                <a:spcPct val="100000"/>
              </a:lnSpc>
              <a:spcBef>
                <a:spcPts val="0"/>
              </a:spcBef>
              <a:buSzPct val="75000"/>
            </a:pPr>
            <a:endParaRPr lang="fr-FR" sz="1000" dirty="0">
              <a:ln w="1270">
                <a:solidFill>
                  <a:schemeClr val="tx1">
                    <a:alpha val="50000"/>
                  </a:schemeClr>
                </a:solidFill>
              </a:ln>
              <a:solidFill>
                <a:schemeClr val="tx1">
                  <a:alpha val="50000"/>
                </a:schemeClr>
              </a:solidFill>
              <a:latin typeface="Avenir LT 45 Book" panose="02000503020000020003" pitchFamily="2" charset="0"/>
            </a:endParaRPr>
          </a:p>
          <a:p>
            <a:pPr>
              <a:lnSpc>
                <a:spcPct val="100000"/>
              </a:lnSpc>
              <a:spcBef>
                <a:spcPts val="0"/>
              </a:spcBef>
              <a:buSzPct val="75000"/>
            </a:pPr>
            <a:r>
              <a:rPr lang="fr-FR" sz="2600" baseline="-10000" dirty="0">
                <a:ln w="2540">
                  <a:solidFill>
                    <a:srgbClr val="E65012">
                      <a:alpha val="80000"/>
                    </a:srgbClr>
                  </a:solidFill>
                </a:ln>
                <a:solidFill>
                  <a:srgbClr val="E65012">
                    <a:alpha val="50000"/>
                  </a:srgbClr>
                </a:solidFill>
                <a:latin typeface="Avenir LT 45 Book" panose="02000503020000020003" pitchFamily="2" charset="0"/>
              </a:rPr>
              <a:t>➜</a:t>
            </a:r>
            <a:r>
              <a:rPr lang="fr-FR" sz="1100" dirty="0">
                <a:ln w="2540">
                  <a:solidFill>
                    <a:srgbClr val="E65012">
                      <a:alpha val="80000"/>
                    </a:srgbClr>
                  </a:solidFill>
                </a:ln>
                <a:solidFill>
                  <a:srgbClr val="E65012">
                    <a:alpha val="50000"/>
                  </a:srgbClr>
                </a:solidFill>
                <a:latin typeface="Avenir LT 45 Book" panose="02000503020000020003" pitchFamily="2" charset="0"/>
              </a:rPr>
              <a:t> Démarrage du projet Master Data Management (</a:t>
            </a:r>
            <a:r>
              <a:rPr lang="fr-FR" sz="1300" dirty="0">
                <a:ln w="2540">
                  <a:solidFill>
                    <a:srgbClr val="E65012">
                      <a:alpha val="80000"/>
                    </a:srgbClr>
                  </a:solidFill>
                </a:ln>
                <a:solidFill>
                  <a:srgbClr val="E65012">
                    <a:alpha val="50000"/>
                  </a:srgbClr>
                </a:solidFill>
                <a:latin typeface="Avenir LT 45 Book" panose="02000503020000020003" pitchFamily="2" charset="0"/>
              </a:rPr>
              <a:t>MDM</a:t>
            </a:r>
            <a:r>
              <a:rPr lang="fr-FR" sz="1100" dirty="0">
                <a:ln w="2540">
                  <a:solidFill>
                    <a:srgbClr val="E65012">
                      <a:alpha val="80000"/>
                    </a:srgbClr>
                  </a:solidFill>
                </a:ln>
                <a:solidFill>
                  <a:srgbClr val="E65012">
                    <a:alpha val="50000"/>
                  </a:srgbClr>
                </a:solidFill>
                <a:latin typeface="Avenir LT 45 Book" panose="02000503020000020003" pitchFamily="2" charset="0"/>
              </a:rPr>
              <a:t>) autour de l’objet </a:t>
            </a:r>
            <a:r>
              <a:rPr lang="en-US" sz="1100" dirty="0">
                <a:ln w="2540">
                  <a:solidFill>
                    <a:srgbClr val="E65012">
                      <a:alpha val="80000"/>
                    </a:srgbClr>
                  </a:solidFill>
                </a:ln>
                <a:solidFill>
                  <a:srgbClr val="E65012">
                    <a:alpha val="50000"/>
                  </a:srgbClr>
                </a:solidFill>
                <a:latin typeface="Avenir LT 45 Book" panose="02000503020000020003" pitchFamily="2" charset="0"/>
              </a:rPr>
              <a:t>Co-Worker</a:t>
            </a:r>
            <a:r>
              <a:rPr lang="fr-FR" sz="1100" dirty="0">
                <a:ln w="2540">
                  <a:solidFill>
                    <a:srgbClr val="E65012">
                      <a:alpha val="80000"/>
                    </a:srgbClr>
                  </a:solidFill>
                </a:ln>
                <a:solidFill>
                  <a:srgbClr val="E65012">
                    <a:alpha val="50000"/>
                  </a:srgbClr>
                </a:solidFill>
                <a:latin typeface="Avenir LT 45 Book" panose="02000503020000020003" pitchFamily="2" charset="0"/>
              </a:rPr>
              <a:t>, </a:t>
            </a:r>
            <a:r>
              <a:rPr lang="en-US" sz="1100" dirty="0">
                <a:ln w="2540">
                  <a:solidFill>
                    <a:srgbClr val="E65012">
                      <a:alpha val="80000"/>
                    </a:srgbClr>
                  </a:solidFill>
                </a:ln>
                <a:solidFill>
                  <a:srgbClr val="E65012">
                    <a:alpha val="50000"/>
                  </a:srgbClr>
                </a:solidFill>
                <a:latin typeface="Avenir LT 45 Book" panose="02000503020000020003" pitchFamily="2" charset="0"/>
              </a:rPr>
              <a:t>Project</a:t>
            </a:r>
            <a:r>
              <a:rPr lang="fr-FR" sz="1100" dirty="0">
                <a:ln w="2540">
                  <a:solidFill>
                    <a:srgbClr val="E65012">
                      <a:alpha val="80000"/>
                    </a:srgbClr>
                  </a:solidFill>
                </a:ln>
                <a:solidFill>
                  <a:srgbClr val="E65012">
                    <a:alpha val="50000"/>
                  </a:srgbClr>
                </a:solidFill>
                <a:latin typeface="Avenir LT 45 Book" panose="02000503020000020003" pitchFamily="2" charset="0"/>
              </a:rPr>
              <a:t> (2024) et </a:t>
            </a:r>
            <a:r>
              <a:rPr lang="en-US" sz="1100" dirty="0">
                <a:ln w="2540">
                  <a:solidFill>
                    <a:srgbClr val="E65012">
                      <a:alpha val="80000"/>
                    </a:srgbClr>
                  </a:solidFill>
                </a:ln>
                <a:solidFill>
                  <a:srgbClr val="E65012">
                    <a:alpha val="50000"/>
                  </a:srgbClr>
                </a:solidFill>
                <a:latin typeface="Avenir LT 45 Book" panose="02000503020000020003" pitchFamily="2" charset="0"/>
              </a:rPr>
              <a:t>Organization</a:t>
            </a:r>
            <a:r>
              <a:rPr lang="fr-FR" sz="1100" dirty="0">
                <a:ln w="2540">
                  <a:solidFill>
                    <a:srgbClr val="E65012">
                      <a:alpha val="80000"/>
                    </a:srgbClr>
                  </a:solidFill>
                </a:ln>
                <a:solidFill>
                  <a:srgbClr val="E65012">
                    <a:alpha val="50000"/>
                  </a:srgbClr>
                </a:solidFill>
                <a:latin typeface="Avenir LT 45 Book" panose="02000503020000020003" pitchFamily="2" charset="0"/>
              </a:rPr>
              <a:t> (en 2025)</a:t>
            </a:r>
            <a:endParaRPr lang="fr-FR" sz="1400" dirty="0">
              <a:solidFill>
                <a:schemeClr val="tx1"/>
              </a:solidFill>
              <a:latin typeface="Verdana (Corps)"/>
            </a:endParaRPr>
          </a:p>
          <a:p>
            <a:pPr>
              <a:lnSpc>
                <a:spcPct val="100000"/>
              </a:lnSpc>
              <a:spcBef>
                <a:spcPts val="600"/>
              </a:spcBef>
            </a:pPr>
            <a:r>
              <a:rPr lang="fr-FR" sz="1400" b="1" dirty="0">
                <a:ln w="12700">
                  <a:solidFill>
                    <a:srgbClr val="E65012"/>
                  </a:solidFill>
                </a:ln>
                <a:solidFill>
                  <a:srgbClr val="E65012"/>
                </a:solidFill>
                <a:latin typeface="Verdana (Corps)"/>
              </a:rPr>
              <a:t>Planning prévisionnel du projet</a:t>
            </a:r>
          </a:p>
          <a:p>
            <a:pPr>
              <a:lnSpc>
                <a:spcPct val="100000"/>
              </a:lnSpc>
              <a:spcBef>
                <a:spcPts val="0"/>
              </a:spcBef>
            </a:pPr>
            <a:endParaRPr lang="fr-FR" sz="1400" b="1" dirty="0">
              <a:ln w="12700">
                <a:solidFill>
                  <a:srgbClr val="E65012"/>
                </a:solidFill>
              </a:ln>
              <a:latin typeface="Verdana (Corps)"/>
            </a:endParaRPr>
          </a:p>
          <a:p>
            <a:pPr>
              <a:spcBef>
                <a:spcPts val="0"/>
              </a:spcBef>
            </a:pPr>
            <a:endParaRPr lang="fr-FR" sz="1400" b="1" dirty="0">
              <a:latin typeface="Verdana (Corps)"/>
            </a:endParaRPr>
          </a:p>
          <a:p>
            <a:pPr>
              <a:spcBef>
                <a:spcPts val="0"/>
              </a:spcBef>
            </a:pPr>
            <a:endParaRPr lang="fr-FR" sz="1400" b="1" dirty="0">
              <a:latin typeface="Verdana (Corps)"/>
            </a:endParaRPr>
          </a:p>
          <a:p>
            <a:pPr>
              <a:lnSpc>
                <a:spcPct val="100000"/>
              </a:lnSpc>
              <a:spcBef>
                <a:spcPts val="0"/>
              </a:spcBef>
            </a:pPr>
            <a:endParaRPr lang="fr-FR" sz="1400" dirty="0">
              <a:latin typeface="Verdana (Corps)"/>
            </a:endParaRPr>
          </a:p>
          <a:p>
            <a:pPr>
              <a:lnSpc>
                <a:spcPct val="100000"/>
              </a:lnSpc>
              <a:spcBef>
                <a:spcPts val="0"/>
              </a:spcBef>
              <a:spcAft>
                <a:spcPts val="600"/>
              </a:spcAft>
            </a:pPr>
            <a:r>
              <a:rPr lang="fr-FR" sz="1400" b="1" dirty="0">
                <a:ln w="12700">
                  <a:solidFill>
                    <a:srgbClr val="E65012"/>
                  </a:solidFill>
                </a:ln>
                <a:solidFill>
                  <a:srgbClr val="E65012"/>
                </a:solidFill>
                <a:latin typeface="Verdana (Corps)"/>
              </a:rPr>
              <a:t>Quel est le problème et quelles sont les questions connexes ?</a:t>
            </a:r>
          </a:p>
          <a:p>
            <a:pPr marL="180000" indent="-180000">
              <a:lnSpc>
                <a:spcPct val="100000"/>
              </a:lnSpc>
              <a:spcBef>
                <a:spcPts val="0"/>
              </a:spcBef>
              <a:buSzPct val="75000"/>
              <a:buBlip>
                <a:blip r:embed="rId5"/>
              </a:buBlip>
            </a:pPr>
            <a:r>
              <a:rPr lang="fr-FR" sz="1000" dirty="0">
                <a:ln w="1270">
                  <a:solidFill>
                    <a:srgbClr val="595959">
                      <a:alpha val="50000"/>
                    </a:srgbClr>
                  </a:solidFill>
                </a:ln>
                <a:solidFill>
                  <a:schemeClr val="tx1">
                    <a:alpha val="50000"/>
                  </a:schemeClr>
                </a:solidFill>
                <a:latin typeface="Avenir LT 45 Book" panose="02000503020000020003" pitchFamily="2" charset="0"/>
              </a:rPr>
              <a:t>Comment maitriser l’identité, la gestion de compte et les habilitations en limitant la surface d’attaque i.e. avec une politique de moindre privilège</a:t>
            </a:r>
          </a:p>
          <a:p>
            <a:pPr marL="180000" indent="-180000">
              <a:lnSpc>
                <a:spcPct val="100000"/>
              </a:lnSpc>
              <a:spcBef>
                <a:spcPts val="0"/>
              </a:spcBef>
              <a:buSzPct val="75000"/>
              <a:buBlip>
                <a:blip r:embed="rId5"/>
              </a:buBlip>
            </a:pPr>
            <a:r>
              <a:rPr lang="fr-FR" sz="1000" dirty="0">
                <a:ln w="1270">
                  <a:solidFill>
                    <a:srgbClr val="595959">
                      <a:alpha val="50000"/>
                    </a:srgbClr>
                  </a:solidFill>
                </a:ln>
                <a:solidFill>
                  <a:schemeClr val="tx1">
                    <a:alpha val="50000"/>
                  </a:schemeClr>
                </a:solidFill>
                <a:latin typeface="Avenir LT 45 Book" panose="02000503020000020003" pitchFamily="2" charset="0"/>
              </a:rPr>
              <a:t>Comment assurer une sécurité orientée métier ?</a:t>
            </a:r>
          </a:p>
          <a:p>
            <a:pPr marL="180000" indent="-180000">
              <a:lnSpc>
                <a:spcPct val="100000"/>
              </a:lnSpc>
              <a:spcBef>
                <a:spcPts val="0"/>
              </a:spcBef>
              <a:buSzPct val="75000"/>
              <a:buBlip>
                <a:blip r:embed="rId5"/>
              </a:buBlip>
            </a:pPr>
            <a:r>
              <a:rPr lang="fr-FR" sz="1000" dirty="0">
                <a:ln w="1270">
                  <a:solidFill>
                    <a:srgbClr val="595959">
                      <a:alpha val="50000"/>
                    </a:srgbClr>
                  </a:solidFill>
                </a:ln>
                <a:solidFill>
                  <a:schemeClr val="tx1">
                    <a:alpha val="50000"/>
                  </a:schemeClr>
                </a:solidFill>
                <a:latin typeface="Avenir LT 45 Book" panose="02000503020000020003" pitchFamily="2" charset="0"/>
              </a:rPr>
              <a:t>Comment faciliter l’intégration des applications di SI en conservant une gestion centralisée des identités et des comptes.</a:t>
            </a:r>
          </a:p>
          <a:p>
            <a:pPr marL="180000" indent="-180000">
              <a:lnSpc>
                <a:spcPct val="100000"/>
              </a:lnSpc>
              <a:spcBef>
                <a:spcPts val="0"/>
              </a:spcBef>
              <a:buSzPct val="75000"/>
              <a:buBlip>
                <a:blip r:embed="rId5"/>
              </a:buBlip>
            </a:pPr>
            <a:r>
              <a:rPr lang="fr-FR" sz="1000" dirty="0">
                <a:ln w="1270">
                  <a:solidFill>
                    <a:srgbClr val="595959">
                      <a:alpha val="50000"/>
                    </a:srgbClr>
                  </a:solidFill>
                </a:ln>
                <a:solidFill>
                  <a:schemeClr val="tx1">
                    <a:alpha val="50000"/>
                  </a:schemeClr>
                </a:solidFill>
                <a:latin typeface="Avenir LT 45 Book" panose="02000503020000020003" pitchFamily="2" charset="0"/>
              </a:rPr>
              <a:t>Comment augmenter l’expérience utilisateur, en optimisant l’octroi de droits, quelles que soient les populations concernées ? Comment s’adapter aux multiples populations ?</a:t>
            </a:r>
          </a:p>
          <a:p>
            <a:pPr marL="180000" indent="-180000">
              <a:lnSpc>
                <a:spcPct val="100000"/>
              </a:lnSpc>
              <a:spcBef>
                <a:spcPts val="0"/>
              </a:spcBef>
              <a:buSzPct val="75000"/>
              <a:buBlip>
                <a:blip r:embed="rId5"/>
              </a:buBlip>
            </a:pPr>
            <a:r>
              <a:rPr lang="fr-FR" sz="1000" dirty="0">
                <a:ln w="1270">
                  <a:solidFill>
                    <a:srgbClr val="595959">
                      <a:alpha val="50000"/>
                    </a:srgbClr>
                  </a:solidFill>
                </a:ln>
                <a:solidFill>
                  <a:schemeClr val="tx1">
                    <a:alpha val="50000"/>
                  </a:schemeClr>
                </a:solidFill>
                <a:latin typeface="Avenir LT 45 Book" panose="02000503020000020003" pitchFamily="2" charset="0"/>
              </a:rPr>
              <a:t>Comment piloter la gestion de l’identité, l’octroi de droit au travers de workflows automatisés de bout-en-bout.</a:t>
            </a:r>
          </a:p>
          <a:p>
            <a:pPr marL="180000" indent="-180000">
              <a:lnSpc>
                <a:spcPct val="100000"/>
              </a:lnSpc>
              <a:spcBef>
                <a:spcPts val="0"/>
              </a:spcBef>
              <a:buSzPct val="75000"/>
              <a:buBlip>
                <a:blip r:embed="rId5"/>
              </a:buBlip>
            </a:pPr>
            <a:r>
              <a:rPr lang="fr-FR" sz="1000" dirty="0">
                <a:ln w="1270">
                  <a:solidFill>
                    <a:srgbClr val="595959">
                      <a:alpha val="50000"/>
                    </a:srgbClr>
                  </a:solidFill>
                </a:ln>
                <a:solidFill>
                  <a:schemeClr val="tx1">
                    <a:alpha val="50000"/>
                  </a:schemeClr>
                </a:solidFill>
                <a:latin typeface="Avenir LT 45 Book" panose="02000503020000020003" pitchFamily="2" charset="0"/>
              </a:rPr>
              <a:t>Comment maitriser et intégrer les multiples sources, hétérogènes et peu fiables, d’identités</a:t>
            </a:r>
          </a:p>
          <a:p>
            <a:pPr>
              <a:lnSpc>
                <a:spcPct val="100000"/>
              </a:lnSpc>
              <a:spcBef>
                <a:spcPts val="600"/>
              </a:spcBef>
              <a:spcAft>
                <a:spcPts val="600"/>
              </a:spcAft>
            </a:pPr>
            <a:r>
              <a:rPr lang="fr-FR" sz="1400" b="1" dirty="0">
                <a:ln w="12700">
                  <a:solidFill>
                    <a:srgbClr val="E65012"/>
                  </a:solidFill>
                </a:ln>
                <a:solidFill>
                  <a:srgbClr val="E65012"/>
                </a:solidFill>
                <a:latin typeface="Verdana (Corps)"/>
              </a:rPr>
              <a:t>Quels sont les scénarios examinés, avec les éléments clés de l'analyse ?</a:t>
            </a:r>
          </a:p>
          <a:p>
            <a:pPr>
              <a:lnSpc>
                <a:spcPct val="100000"/>
              </a:lnSpc>
              <a:spcBef>
                <a:spcPts val="0"/>
              </a:spcBef>
            </a:pPr>
            <a:r>
              <a:rPr lang="fr-FR" sz="1000" dirty="0">
                <a:ln w="1270">
                  <a:solidFill>
                    <a:srgbClr val="595959">
                      <a:alpha val="50000"/>
                    </a:srgbClr>
                  </a:solidFill>
                </a:ln>
                <a:solidFill>
                  <a:schemeClr val="tx1">
                    <a:alpha val="50000"/>
                  </a:schemeClr>
                </a:solidFill>
                <a:latin typeface="Avenir LT 45 Book" panose="02000503020000020003" pitchFamily="2" charset="0"/>
              </a:rPr>
              <a:t>A ce stade, ce document de synthèse est dans sa version préliminaire. Il est destiné à montrer les premières hypothèses, qui à termes justifieront choix et orientations des solutions d’IAM / IGA</a:t>
            </a:r>
            <a:endParaRPr lang="fr-FR" sz="1000" dirty="0">
              <a:ln>
                <a:solidFill>
                  <a:srgbClr val="595959">
                    <a:alpha val="50000"/>
                  </a:srgbClr>
                </a:solidFill>
              </a:ln>
              <a:solidFill>
                <a:schemeClr val="accent6">
                  <a:lumMod val="75000"/>
                </a:schemeClr>
              </a:solidFill>
              <a:latin typeface="Avenir Next LT Pro" panose="020B0504020202020204" pitchFamily="34" charset="0"/>
            </a:endParaRPr>
          </a:p>
          <a:p>
            <a:pPr>
              <a:lnSpc>
                <a:spcPct val="100000"/>
              </a:lnSpc>
              <a:spcBef>
                <a:spcPts val="600"/>
              </a:spcBef>
              <a:spcAft>
                <a:spcPts val="600"/>
              </a:spcAft>
            </a:pPr>
            <a:r>
              <a:rPr lang="fr-FR" sz="1400" b="1" dirty="0">
                <a:ln w="12700">
                  <a:solidFill>
                    <a:srgbClr val="E65012"/>
                  </a:solidFill>
                </a:ln>
                <a:solidFill>
                  <a:srgbClr val="E65012"/>
                </a:solidFill>
                <a:latin typeface="Verdana (Corps)"/>
              </a:rPr>
              <a:t>Objectif de la réunion de synthèse</a:t>
            </a:r>
          </a:p>
          <a:p>
            <a:pPr>
              <a:lnSpc>
                <a:spcPct val="100000"/>
              </a:lnSpc>
              <a:spcBef>
                <a:spcPts val="600"/>
              </a:spcBef>
              <a:spcAft>
                <a:spcPts val="600"/>
              </a:spcAft>
            </a:pPr>
            <a:r>
              <a:rPr lang="fr-FR" sz="1000" dirty="0">
                <a:ln w="1270">
                  <a:solidFill>
                    <a:srgbClr val="595959">
                      <a:alpha val="50000"/>
                    </a:srgbClr>
                  </a:solidFill>
                </a:ln>
                <a:solidFill>
                  <a:schemeClr val="tx1">
                    <a:alpha val="50000"/>
                  </a:schemeClr>
                </a:solidFill>
                <a:latin typeface="Avenir LT 45 Book" panose="02000503020000020003" pitchFamily="2" charset="0"/>
              </a:rPr>
              <a:t>Non applicable à ce stade</a:t>
            </a:r>
          </a:p>
        </p:txBody>
      </p:sp>
      <p:grpSp>
        <p:nvGrpSpPr>
          <p:cNvPr id="9" name="Groupe 8">
            <a:extLst>
              <a:ext uri="{FF2B5EF4-FFF2-40B4-BE49-F238E27FC236}">
                <a16:creationId xmlns:a16="http://schemas.microsoft.com/office/drawing/2014/main" id="{D84BD52E-13C3-C7E8-684F-17D33F1AD9AF}"/>
              </a:ext>
            </a:extLst>
          </p:cNvPr>
          <p:cNvGrpSpPr/>
          <p:nvPr>
            <p:custDataLst>
              <p:tags r:id="rId1"/>
            </p:custDataLst>
          </p:nvPr>
        </p:nvGrpSpPr>
        <p:grpSpPr>
          <a:xfrm>
            <a:off x="432973" y="3519651"/>
            <a:ext cx="10835090" cy="470161"/>
            <a:chOff x="364277" y="5890887"/>
            <a:chExt cx="11547477" cy="686439"/>
          </a:xfrm>
        </p:grpSpPr>
        <p:grpSp>
          <p:nvGrpSpPr>
            <p:cNvPr id="10" name="Groupe 9">
              <a:extLst>
                <a:ext uri="{FF2B5EF4-FFF2-40B4-BE49-F238E27FC236}">
                  <a16:creationId xmlns:a16="http://schemas.microsoft.com/office/drawing/2014/main" id="{F4B26E50-D246-3A65-2754-D98EA9B63D22}"/>
                </a:ext>
              </a:extLst>
            </p:cNvPr>
            <p:cNvGrpSpPr/>
            <p:nvPr>
              <p:custDataLst>
                <p:tags r:id="rId3"/>
              </p:custDataLst>
            </p:nvPr>
          </p:nvGrpSpPr>
          <p:grpSpPr>
            <a:xfrm>
              <a:off x="581730" y="5890887"/>
              <a:ext cx="11330024" cy="399202"/>
              <a:chOff x="1325434" y="1331742"/>
              <a:chExt cx="6903926" cy="293316"/>
            </a:xfrm>
            <a:solidFill>
              <a:schemeClr val="accent3">
                <a:lumMod val="50000"/>
              </a:schemeClr>
            </a:solidFill>
          </p:grpSpPr>
          <p:sp>
            <p:nvSpPr>
              <p:cNvPr id="20" name="AutoShape 4">
                <a:hlinkClick r:id="" action="ppaction://noaction"/>
                <a:extLst>
                  <a:ext uri="{FF2B5EF4-FFF2-40B4-BE49-F238E27FC236}">
                    <a16:creationId xmlns:a16="http://schemas.microsoft.com/office/drawing/2014/main" id="{56F87A3C-F2A2-6309-ABBA-5F1C750A4493}"/>
                  </a:ext>
                </a:extLst>
              </p:cNvPr>
              <p:cNvSpPr>
                <a:spLocks noChangeArrowheads="1"/>
              </p:cNvSpPr>
              <p:nvPr/>
            </p:nvSpPr>
            <p:spPr bwMode="auto">
              <a:xfrm>
                <a:off x="4042085" y="1331747"/>
                <a:ext cx="900001" cy="293304"/>
              </a:xfrm>
              <a:prstGeom prst="chevron">
                <a:avLst>
                  <a:gd name="adj" fmla="val 17413"/>
                </a:avLst>
              </a:prstGeom>
              <a:solidFill>
                <a:srgbClr val="E65012">
                  <a:lumMod val="50000"/>
                  <a:alpha val="13000"/>
                </a:srgbClr>
              </a:solidFill>
              <a:ln w="6350" cap="flat" cmpd="sng" algn="ctr">
                <a:noFill/>
                <a:prstDash val="solid"/>
                <a:miter lim="800000"/>
                <a:headEnd/>
                <a:tailEnd/>
              </a:ln>
              <a:effectLst/>
            </p:spPr>
            <p:txBody>
              <a:bodyPr lIns="17997" tIns="45712" rIns="17997" bIns="45712" anchor="ctr"/>
              <a:lstStyle/>
              <a:p>
                <a:pPr algn="ctr" defTabSz="914366"/>
                <a:r>
                  <a:rPr lang="fr-FR" sz="800" b="1" kern="0" dirty="0">
                    <a:solidFill>
                      <a:srgbClr val="FFFFFF"/>
                    </a:solidFill>
                    <a:latin typeface="Avenir Next LT Pro" panose="020B0504020202020204" pitchFamily="34" charset="0"/>
                    <a:ea typeface="ＭＳ Ｐゴシック" charset="-128"/>
                  </a:rPr>
                  <a:t>Construction</a:t>
                </a:r>
              </a:p>
            </p:txBody>
          </p:sp>
          <p:sp>
            <p:nvSpPr>
              <p:cNvPr id="21" name="AutoShape 4">
                <a:hlinkClick r:id="" action="ppaction://noaction"/>
                <a:extLst>
                  <a:ext uri="{FF2B5EF4-FFF2-40B4-BE49-F238E27FC236}">
                    <a16:creationId xmlns:a16="http://schemas.microsoft.com/office/drawing/2014/main" id="{34209FD0-3707-DE32-D9D6-072290D5BE28}"/>
                  </a:ext>
                </a:extLst>
              </p:cNvPr>
              <p:cNvSpPr>
                <a:spLocks noChangeArrowheads="1"/>
              </p:cNvSpPr>
              <p:nvPr/>
            </p:nvSpPr>
            <p:spPr bwMode="gray">
              <a:xfrm>
                <a:off x="2298440" y="1331743"/>
                <a:ext cx="900001" cy="293310"/>
              </a:xfrm>
              <a:prstGeom prst="chevron">
                <a:avLst>
                  <a:gd name="adj" fmla="val 17526"/>
                </a:avLst>
              </a:prstGeom>
              <a:solidFill>
                <a:srgbClr val="E65012">
                  <a:lumMod val="50000"/>
                  <a:alpha val="13000"/>
                </a:srgbClr>
              </a:solidFill>
              <a:ln w="6350" cap="flat" cmpd="sng" algn="ctr">
                <a:noFill/>
                <a:prstDash val="solid"/>
                <a:miter lim="800000"/>
                <a:headEnd/>
                <a:tailEnd/>
              </a:ln>
              <a:effectLst/>
            </p:spPr>
            <p:txBody>
              <a:bodyPr lIns="17997" tIns="45712" rIns="17997" bIns="45712" anchor="ctr"/>
              <a:lstStyle/>
              <a:p>
                <a:pPr algn="ctr" defTabSz="914366"/>
                <a:r>
                  <a:rPr lang="fr-FR" sz="800" b="1" kern="0">
                    <a:solidFill>
                      <a:srgbClr val="FFFFFF"/>
                    </a:solidFill>
                    <a:latin typeface="Avenir Next LT Pro" panose="020B0504020202020204" pitchFamily="34" charset="0"/>
                    <a:ea typeface="ＭＳ Ｐゴシック" charset="-128"/>
                  </a:rPr>
                  <a:t>Besoins</a:t>
                </a:r>
              </a:p>
            </p:txBody>
          </p:sp>
          <p:sp>
            <p:nvSpPr>
              <p:cNvPr id="22" name="AutoShape 4">
                <a:hlinkClick r:id="" action="ppaction://noaction"/>
                <a:extLst>
                  <a:ext uri="{FF2B5EF4-FFF2-40B4-BE49-F238E27FC236}">
                    <a16:creationId xmlns:a16="http://schemas.microsoft.com/office/drawing/2014/main" id="{840E10FE-211C-DC7E-B509-DCF72037DB60}"/>
                  </a:ext>
                </a:extLst>
              </p:cNvPr>
              <p:cNvSpPr>
                <a:spLocks noChangeArrowheads="1"/>
              </p:cNvSpPr>
              <p:nvPr/>
            </p:nvSpPr>
            <p:spPr bwMode="auto">
              <a:xfrm>
                <a:off x="3170262" y="1331742"/>
                <a:ext cx="900001" cy="293310"/>
              </a:xfrm>
              <a:prstGeom prst="chevron">
                <a:avLst>
                  <a:gd name="adj" fmla="val 16377"/>
                </a:avLst>
              </a:prstGeom>
              <a:solidFill>
                <a:srgbClr val="E65012">
                  <a:lumMod val="50000"/>
                  <a:alpha val="13000"/>
                </a:srgbClr>
              </a:solidFill>
              <a:ln w="6350" cap="flat" cmpd="sng" algn="ctr">
                <a:noFill/>
                <a:prstDash val="solid"/>
                <a:miter lim="800000"/>
                <a:headEnd/>
                <a:tailEnd/>
              </a:ln>
              <a:effectLst/>
            </p:spPr>
            <p:txBody>
              <a:bodyPr lIns="17997" tIns="45712" rIns="17997" bIns="45712" anchor="ctr"/>
              <a:lstStyle/>
              <a:p>
                <a:pPr algn="ctr" defTabSz="914366"/>
                <a:r>
                  <a:rPr lang="fr-FR" sz="800" b="1" kern="0">
                    <a:solidFill>
                      <a:srgbClr val="FFFFFF"/>
                    </a:solidFill>
                    <a:latin typeface="Avenir Next LT Pro" panose="020B0504020202020204" pitchFamily="34" charset="0"/>
                    <a:ea typeface="ＭＳ Ｐゴシック" charset="-128"/>
                  </a:rPr>
                  <a:t>Spécifications</a:t>
                </a:r>
              </a:p>
            </p:txBody>
          </p:sp>
          <p:sp>
            <p:nvSpPr>
              <p:cNvPr id="23" name="AutoShape 4">
                <a:hlinkClick r:id="" action="ppaction://noaction"/>
                <a:extLst>
                  <a:ext uri="{FF2B5EF4-FFF2-40B4-BE49-F238E27FC236}">
                    <a16:creationId xmlns:a16="http://schemas.microsoft.com/office/drawing/2014/main" id="{F4DA75A2-6AA8-48B6-77EB-979A7E8A22CD}"/>
                  </a:ext>
                </a:extLst>
              </p:cNvPr>
              <p:cNvSpPr>
                <a:spLocks noChangeArrowheads="1"/>
              </p:cNvSpPr>
              <p:nvPr/>
            </p:nvSpPr>
            <p:spPr bwMode="auto">
              <a:xfrm>
                <a:off x="5785730" y="1331747"/>
                <a:ext cx="720000" cy="293304"/>
              </a:xfrm>
              <a:prstGeom prst="chevron">
                <a:avLst>
                  <a:gd name="adj" fmla="val 16791"/>
                </a:avLst>
              </a:prstGeom>
              <a:solidFill>
                <a:srgbClr val="E65012">
                  <a:lumMod val="50000"/>
                  <a:alpha val="13000"/>
                </a:srgbClr>
              </a:solidFill>
              <a:ln w="6350" cap="flat" cmpd="sng" algn="ctr">
                <a:noFill/>
                <a:prstDash val="solid"/>
                <a:miter lim="800000"/>
                <a:headEnd/>
                <a:tailEnd/>
              </a:ln>
              <a:effectLst/>
            </p:spPr>
            <p:txBody>
              <a:bodyPr lIns="17997" tIns="45712" rIns="17997" bIns="45712" anchor="ctr"/>
              <a:lstStyle/>
              <a:p>
                <a:pPr algn="ctr" defTabSz="914366"/>
                <a:r>
                  <a:rPr lang="fr-FR" sz="800" b="1" kern="0" dirty="0">
                    <a:solidFill>
                      <a:srgbClr val="FFFFFF"/>
                    </a:solidFill>
                    <a:latin typeface="Avenir Next LT Pro" panose="020B0504020202020204" pitchFamily="34" charset="0"/>
                    <a:ea typeface="ＭＳ Ｐゴシック" charset="-128"/>
                  </a:rPr>
                  <a:t>VSR</a:t>
                </a:r>
              </a:p>
            </p:txBody>
          </p:sp>
          <p:sp>
            <p:nvSpPr>
              <p:cNvPr id="24" name="AutoShape 4">
                <a:hlinkClick r:id="" action="ppaction://noaction"/>
                <a:extLst>
                  <a:ext uri="{FF2B5EF4-FFF2-40B4-BE49-F238E27FC236}">
                    <a16:creationId xmlns:a16="http://schemas.microsoft.com/office/drawing/2014/main" id="{7A17023A-304E-5D3A-6DD1-3C563AE057BD}"/>
                  </a:ext>
                </a:extLst>
              </p:cNvPr>
              <p:cNvSpPr>
                <a:spLocks noChangeArrowheads="1"/>
              </p:cNvSpPr>
              <p:nvPr/>
            </p:nvSpPr>
            <p:spPr bwMode="auto">
              <a:xfrm>
                <a:off x="4913908" y="1331747"/>
                <a:ext cx="900001" cy="293305"/>
              </a:xfrm>
              <a:prstGeom prst="chevron">
                <a:avLst>
                  <a:gd name="adj" fmla="val 16791"/>
                </a:avLst>
              </a:prstGeom>
              <a:solidFill>
                <a:srgbClr val="E65012">
                  <a:lumMod val="50000"/>
                  <a:alpha val="13000"/>
                </a:srgbClr>
              </a:solidFill>
              <a:ln w="6350" cap="flat" cmpd="sng" algn="ctr">
                <a:noFill/>
                <a:prstDash val="solid"/>
                <a:miter lim="800000"/>
                <a:headEnd/>
                <a:tailEnd/>
              </a:ln>
              <a:effectLst/>
            </p:spPr>
            <p:txBody>
              <a:bodyPr lIns="17997" tIns="45712" rIns="17997" bIns="45712" anchor="ctr"/>
              <a:lstStyle/>
              <a:p>
                <a:pPr algn="ctr" defTabSz="914366"/>
                <a:r>
                  <a:rPr lang="fr-FR" sz="800" b="1" kern="0">
                    <a:solidFill>
                      <a:srgbClr val="FFFFFF"/>
                    </a:solidFill>
                    <a:latin typeface="Avenir Next LT Pro" panose="020B0504020202020204" pitchFamily="34" charset="0"/>
                    <a:ea typeface="ＭＳ Ｐゴシック" charset="-128"/>
                  </a:rPr>
                  <a:t>Tests</a:t>
                </a:r>
              </a:p>
            </p:txBody>
          </p:sp>
          <p:sp>
            <p:nvSpPr>
              <p:cNvPr id="25" name="AutoShape 4">
                <a:hlinkClick r:id="" action="ppaction://noaction"/>
                <a:extLst>
                  <a:ext uri="{FF2B5EF4-FFF2-40B4-BE49-F238E27FC236}">
                    <a16:creationId xmlns:a16="http://schemas.microsoft.com/office/drawing/2014/main" id="{4BDAFB6B-CAEA-1F1F-14B6-5428C1EC4FBB}"/>
                  </a:ext>
                </a:extLst>
              </p:cNvPr>
              <p:cNvSpPr>
                <a:spLocks noChangeArrowheads="1"/>
              </p:cNvSpPr>
              <p:nvPr/>
            </p:nvSpPr>
            <p:spPr bwMode="gray">
              <a:xfrm>
                <a:off x="1325434" y="1331745"/>
                <a:ext cx="1001184" cy="293313"/>
              </a:xfrm>
              <a:prstGeom prst="homePlate">
                <a:avLst>
                  <a:gd name="adj" fmla="val 16197"/>
                </a:avLst>
              </a:prstGeom>
              <a:solidFill>
                <a:srgbClr val="E65012">
                  <a:lumMod val="50000"/>
                  <a:alpha val="13000"/>
                </a:srgbClr>
              </a:solidFill>
              <a:ln w="6350" cap="flat" cmpd="sng" algn="ctr">
                <a:noFill/>
                <a:prstDash val="solid"/>
                <a:miter lim="800000"/>
                <a:headEnd/>
                <a:tailEnd/>
              </a:ln>
              <a:effectLst/>
            </p:spPr>
            <p:txBody>
              <a:bodyPr lIns="17997" tIns="45712" rIns="17997" bIns="45712" anchor="ctr"/>
              <a:lstStyle/>
              <a:p>
                <a:pPr algn="ctr" defTabSz="914366"/>
                <a:r>
                  <a:rPr lang="fr-FR" sz="800" b="1" kern="0" dirty="0">
                    <a:solidFill>
                      <a:srgbClr val="FFFFFF"/>
                    </a:solidFill>
                    <a:latin typeface="Avenir Next LT Pro" panose="020B0504020202020204" pitchFamily="34" charset="0"/>
                    <a:ea typeface="ＭＳ Ｐゴシック" charset="-128"/>
                  </a:rPr>
                  <a:t>Opportunité &amp; Faisabilité </a:t>
                </a:r>
              </a:p>
            </p:txBody>
          </p:sp>
          <p:sp>
            <p:nvSpPr>
              <p:cNvPr id="26" name="AutoShape 4">
                <a:hlinkClick r:id="" action="ppaction://noaction"/>
                <a:extLst>
                  <a:ext uri="{FF2B5EF4-FFF2-40B4-BE49-F238E27FC236}">
                    <a16:creationId xmlns:a16="http://schemas.microsoft.com/office/drawing/2014/main" id="{CD2D9EB6-5058-7604-D5F6-780C3507FCF0}"/>
                  </a:ext>
                </a:extLst>
              </p:cNvPr>
              <p:cNvSpPr>
                <a:spLocks noChangeArrowheads="1"/>
              </p:cNvSpPr>
              <p:nvPr/>
            </p:nvSpPr>
            <p:spPr bwMode="auto">
              <a:xfrm>
                <a:off x="6477552" y="1331747"/>
                <a:ext cx="720000" cy="293305"/>
              </a:xfrm>
              <a:prstGeom prst="chevron">
                <a:avLst>
                  <a:gd name="adj" fmla="val 16791"/>
                </a:avLst>
              </a:prstGeom>
              <a:solidFill>
                <a:srgbClr val="E65012">
                  <a:lumMod val="50000"/>
                  <a:alpha val="13000"/>
                </a:srgbClr>
              </a:solidFill>
              <a:ln w="6350" cap="flat" cmpd="sng" algn="ctr">
                <a:noFill/>
                <a:prstDash val="solid"/>
                <a:miter lim="800000"/>
                <a:headEnd/>
                <a:tailEnd/>
              </a:ln>
              <a:effectLst/>
            </p:spPr>
            <p:txBody>
              <a:bodyPr lIns="17997" tIns="45712" rIns="17997" bIns="45712" anchor="ctr"/>
              <a:lstStyle/>
              <a:p>
                <a:pPr algn="ctr" defTabSz="914366"/>
                <a:r>
                  <a:rPr lang="fr-FR" sz="800" b="1" kern="0" dirty="0">
                    <a:solidFill>
                      <a:srgbClr val="FFFFFF"/>
                    </a:solidFill>
                    <a:latin typeface="Avenir Next LT Pro" panose="020B0504020202020204" pitchFamily="34" charset="0"/>
                    <a:ea typeface="ＭＳ Ｐゴシック" charset="-128"/>
                  </a:rPr>
                  <a:t>Run </a:t>
                </a:r>
              </a:p>
            </p:txBody>
          </p:sp>
          <p:sp>
            <p:nvSpPr>
              <p:cNvPr id="27" name="AutoShape 4">
                <a:hlinkClick r:id="" action="ppaction://noaction"/>
                <a:extLst>
                  <a:ext uri="{FF2B5EF4-FFF2-40B4-BE49-F238E27FC236}">
                    <a16:creationId xmlns:a16="http://schemas.microsoft.com/office/drawing/2014/main" id="{CD922C83-8D94-E39F-2B56-F602A32950E0}"/>
                  </a:ext>
                </a:extLst>
              </p:cNvPr>
              <p:cNvSpPr>
                <a:spLocks noChangeArrowheads="1"/>
              </p:cNvSpPr>
              <p:nvPr/>
            </p:nvSpPr>
            <p:spPr bwMode="auto">
              <a:xfrm>
                <a:off x="7182007" y="1331747"/>
                <a:ext cx="1047353" cy="293305"/>
              </a:xfrm>
              <a:prstGeom prst="chevron">
                <a:avLst>
                  <a:gd name="adj" fmla="val 16791"/>
                </a:avLst>
              </a:prstGeom>
              <a:solidFill>
                <a:srgbClr val="E65012">
                  <a:lumMod val="50000"/>
                  <a:alpha val="13000"/>
                </a:srgbClr>
              </a:solidFill>
              <a:ln w="6350" cap="flat" cmpd="sng" algn="ctr">
                <a:noFill/>
                <a:prstDash val="solid"/>
                <a:miter lim="800000"/>
                <a:headEnd/>
                <a:tailEnd/>
              </a:ln>
              <a:effectLst/>
            </p:spPr>
            <p:txBody>
              <a:bodyPr lIns="17997" tIns="45712" rIns="17997" bIns="45712" anchor="ctr"/>
              <a:lstStyle/>
              <a:p>
                <a:pPr algn="ctr" defTabSz="914366"/>
                <a:r>
                  <a:rPr lang="fr-FR" sz="800" b="1" kern="0" dirty="0">
                    <a:solidFill>
                      <a:srgbClr val="FFFFFF"/>
                    </a:solidFill>
                    <a:latin typeface="Avenir Next LT Pro" panose="020B0504020202020204" pitchFamily="34" charset="0"/>
                    <a:ea typeface="ＭＳ Ｐゴシック" charset="-128"/>
                  </a:rPr>
                  <a:t>Décommissionnement</a:t>
                </a:r>
              </a:p>
            </p:txBody>
          </p:sp>
        </p:grpSp>
        <p:sp>
          <p:nvSpPr>
            <p:cNvPr id="11" name="ZoneTexte 10">
              <a:extLst>
                <a:ext uri="{FF2B5EF4-FFF2-40B4-BE49-F238E27FC236}">
                  <a16:creationId xmlns:a16="http://schemas.microsoft.com/office/drawing/2014/main" id="{FD41DECD-3B33-04E0-E913-E27BA9272323}"/>
                </a:ext>
              </a:extLst>
            </p:cNvPr>
            <p:cNvSpPr txBox="1"/>
            <p:nvPr/>
          </p:nvSpPr>
          <p:spPr>
            <a:xfrm>
              <a:off x="1849973" y="6307712"/>
              <a:ext cx="453067" cy="269614"/>
            </a:xfrm>
            <a:prstGeom prst="rect">
              <a:avLst/>
            </a:prstGeom>
            <a:noFill/>
          </p:spPr>
          <p:txBody>
            <a:bodyPr wrap="none" rtlCol="0">
              <a:spAutoFit/>
            </a:bodyPr>
            <a:lstStyle/>
            <a:p>
              <a:pPr algn="l"/>
              <a:r>
                <a:rPr lang="fr-FR" sz="600" i="1">
                  <a:solidFill>
                    <a:schemeClr val="tx1">
                      <a:lumMod val="50000"/>
                      <a:lumOff val="50000"/>
                    </a:schemeClr>
                  </a:solidFill>
                  <a:latin typeface="Avenir Next LT Pro" panose="020B0504020202020204" pitchFamily="34" charset="0"/>
                </a:rPr>
                <a:t>JJ/MM</a:t>
              </a:r>
            </a:p>
          </p:txBody>
        </p:sp>
        <p:sp>
          <p:nvSpPr>
            <p:cNvPr id="12" name="ZoneTexte 11">
              <a:extLst>
                <a:ext uri="{FF2B5EF4-FFF2-40B4-BE49-F238E27FC236}">
                  <a16:creationId xmlns:a16="http://schemas.microsoft.com/office/drawing/2014/main" id="{65349F64-95BF-1A97-8446-5BCBDE60C1E8}"/>
                </a:ext>
              </a:extLst>
            </p:cNvPr>
            <p:cNvSpPr txBox="1"/>
            <p:nvPr/>
          </p:nvSpPr>
          <p:spPr>
            <a:xfrm>
              <a:off x="3218917" y="6307712"/>
              <a:ext cx="453067" cy="269614"/>
            </a:xfrm>
            <a:prstGeom prst="rect">
              <a:avLst/>
            </a:prstGeom>
            <a:noFill/>
          </p:spPr>
          <p:txBody>
            <a:bodyPr wrap="none" rtlCol="0">
              <a:spAutoFit/>
            </a:bodyPr>
            <a:lstStyle/>
            <a:p>
              <a:pPr algn="l"/>
              <a:r>
                <a:rPr lang="fr-FR" sz="600" i="1">
                  <a:solidFill>
                    <a:schemeClr val="tx1">
                      <a:lumMod val="50000"/>
                      <a:lumOff val="50000"/>
                    </a:schemeClr>
                  </a:solidFill>
                  <a:latin typeface="Avenir Next LT Pro" panose="020B0504020202020204" pitchFamily="34" charset="0"/>
                </a:rPr>
                <a:t>JJ/MM</a:t>
              </a:r>
            </a:p>
          </p:txBody>
        </p:sp>
        <p:sp>
          <p:nvSpPr>
            <p:cNvPr id="13" name="ZoneTexte 12">
              <a:extLst>
                <a:ext uri="{FF2B5EF4-FFF2-40B4-BE49-F238E27FC236}">
                  <a16:creationId xmlns:a16="http://schemas.microsoft.com/office/drawing/2014/main" id="{5289AA01-4FF1-3B5A-81A9-B14038EE1838}"/>
                </a:ext>
              </a:extLst>
            </p:cNvPr>
            <p:cNvSpPr txBox="1"/>
            <p:nvPr/>
          </p:nvSpPr>
          <p:spPr>
            <a:xfrm>
              <a:off x="4587864" y="6307712"/>
              <a:ext cx="453067" cy="269614"/>
            </a:xfrm>
            <a:prstGeom prst="rect">
              <a:avLst/>
            </a:prstGeom>
            <a:noFill/>
          </p:spPr>
          <p:txBody>
            <a:bodyPr wrap="none" rtlCol="0">
              <a:spAutoFit/>
            </a:bodyPr>
            <a:lstStyle/>
            <a:p>
              <a:pPr algn="l"/>
              <a:r>
                <a:rPr lang="fr-FR" sz="600" i="1">
                  <a:solidFill>
                    <a:schemeClr val="tx1">
                      <a:lumMod val="50000"/>
                      <a:lumOff val="50000"/>
                    </a:schemeClr>
                  </a:solidFill>
                  <a:latin typeface="Avenir Next LT Pro" panose="020B0504020202020204" pitchFamily="34" charset="0"/>
                </a:rPr>
                <a:t>JJ/MM</a:t>
              </a:r>
            </a:p>
          </p:txBody>
        </p:sp>
        <p:sp>
          <p:nvSpPr>
            <p:cNvPr id="14" name="ZoneTexte 13">
              <a:extLst>
                <a:ext uri="{FF2B5EF4-FFF2-40B4-BE49-F238E27FC236}">
                  <a16:creationId xmlns:a16="http://schemas.microsoft.com/office/drawing/2014/main" id="{66DDBA38-741E-3BFC-A6B5-47691978D1EB}"/>
                </a:ext>
              </a:extLst>
            </p:cNvPr>
            <p:cNvSpPr txBox="1"/>
            <p:nvPr/>
          </p:nvSpPr>
          <p:spPr>
            <a:xfrm>
              <a:off x="5956808" y="6307712"/>
              <a:ext cx="453067" cy="269614"/>
            </a:xfrm>
            <a:prstGeom prst="rect">
              <a:avLst/>
            </a:prstGeom>
            <a:noFill/>
          </p:spPr>
          <p:txBody>
            <a:bodyPr wrap="none" rtlCol="0">
              <a:spAutoFit/>
            </a:bodyPr>
            <a:lstStyle/>
            <a:p>
              <a:pPr algn="l"/>
              <a:r>
                <a:rPr lang="fr-FR" sz="600" i="1">
                  <a:solidFill>
                    <a:schemeClr val="tx1">
                      <a:lumMod val="50000"/>
                      <a:lumOff val="50000"/>
                    </a:schemeClr>
                  </a:solidFill>
                  <a:latin typeface="Avenir Next LT Pro" panose="020B0504020202020204" pitchFamily="34" charset="0"/>
                </a:rPr>
                <a:t>JJ/MM</a:t>
              </a:r>
            </a:p>
          </p:txBody>
        </p:sp>
        <p:sp>
          <p:nvSpPr>
            <p:cNvPr id="15" name="ZoneTexte 14">
              <a:extLst>
                <a:ext uri="{FF2B5EF4-FFF2-40B4-BE49-F238E27FC236}">
                  <a16:creationId xmlns:a16="http://schemas.microsoft.com/office/drawing/2014/main" id="{244C5807-5D6C-42D4-4A12-C62A5B2A9CD0}"/>
                </a:ext>
              </a:extLst>
            </p:cNvPr>
            <p:cNvSpPr txBox="1"/>
            <p:nvPr/>
          </p:nvSpPr>
          <p:spPr>
            <a:xfrm>
              <a:off x="7325753" y="6307712"/>
              <a:ext cx="453067" cy="269614"/>
            </a:xfrm>
            <a:prstGeom prst="rect">
              <a:avLst/>
            </a:prstGeom>
            <a:noFill/>
          </p:spPr>
          <p:txBody>
            <a:bodyPr wrap="none" rtlCol="0">
              <a:spAutoFit/>
            </a:bodyPr>
            <a:lstStyle/>
            <a:p>
              <a:pPr algn="l"/>
              <a:r>
                <a:rPr lang="fr-FR" sz="600" i="1">
                  <a:solidFill>
                    <a:schemeClr val="tx1">
                      <a:lumMod val="50000"/>
                      <a:lumOff val="50000"/>
                    </a:schemeClr>
                  </a:solidFill>
                  <a:latin typeface="Avenir Next LT Pro" panose="020B0504020202020204" pitchFamily="34" charset="0"/>
                </a:rPr>
                <a:t>JJ/MM</a:t>
              </a:r>
            </a:p>
          </p:txBody>
        </p:sp>
        <p:sp>
          <p:nvSpPr>
            <p:cNvPr id="16" name="ZoneTexte 15">
              <a:extLst>
                <a:ext uri="{FF2B5EF4-FFF2-40B4-BE49-F238E27FC236}">
                  <a16:creationId xmlns:a16="http://schemas.microsoft.com/office/drawing/2014/main" id="{6861B4B0-D6BA-6EE9-7437-AC5E362B6438}"/>
                </a:ext>
              </a:extLst>
            </p:cNvPr>
            <p:cNvSpPr txBox="1"/>
            <p:nvPr/>
          </p:nvSpPr>
          <p:spPr>
            <a:xfrm>
              <a:off x="8694698" y="6307712"/>
              <a:ext cx="453067" cy="269614"/>
            </a:xfrm>
            <a:prstGeom prst="rect">
              <a:avLst/>
            </a:prstGeom>
            <a:noFill/>
          </p:spPr>
          <p:txBody>
            <a:bodyPr wrap="none" rtlCol="0">
              <a:spAutoFit/>
            </a:bodyPr>
            <a:lstStyle>
              <a:defPPr>
                <a:defRPr lang="fr-FR"/>
              </a:defPPr>
              <a:lvl1pPr>
                <a:defRPr sz="600" i="1">
                  <a:solidFill>
                    <a:schemeClr val="accent6">
                      <a:lumMod val="75000"/>
                    </a:schemeClr>
                  </a:solidFill>
                  <a:latin typeface="Avenir Next LT Pro" panose="020B0504020202020204" pitchFamily="34" charset="0"/>
                </a:defRPr>
              </a:lvl1pPr>
            </a:lstStyle>
            <a:p>
              <a:r>
                <a:rPr lang="fr-FR">
                  <a:solidFill>
                    <a:schemeClr val="tx1">
                      <a:lumMod val="50000"/>
                      <a:lumOff val="50000"/>
                    </a:schemeClr>
                  </a:solidFill>
                </a:rPr>
                <a:t>JJ/MM</a:t>
              </a:r>
            </a:p>
          </p:txBody>
        </p:sp>
        <p:sp>
          <p:nvSpPr>
            <p:cNvPr id="17" name="ZoneTexte 16">
              <a:extLst>
                <a:ext uri="{FF2B5EF4-FFF2-40B4-BE49-F238E27FC236}">
                  <a16:creationId xmlns:a16="http://schemas.microsoft.com/office/drawing/2014/main" id="{2BAB6738-D317-26C2-990D-D3B9C8F43832}"/>
                </a:ext>
              </a:extLst>
            </p:cNvPr>
            <p:cNvSpPr txBox="1"/>
            <p:nvPr/>
          </p:nvSpPr>
          <p:spPr>
            <a:xfrm>
              <a:off x="9756508" y="6307712"/>
              <a:ext cx="453067" cy="269614"/>
            </a:xfrm>
            <a:prstGeom prst="rect">
              <a:avLst/>
            </a:prstGeom>
            <a:noFill/>
          </p:spPr>
          <p:txBody>
            <a:bodyPr wrap="none" rtlCol="0">
              <a:spAutoFit/>
            </a:bodyPr>
            <a:lstStyle>
              <a:defPPr>
                <a:defRPr lang="fr-FR"/>
              </a:defPPr>
              <a:lvl1pPr>
                <a:defRPr sz="600" i="1">
                  <a:solidFill>
                    <a:schemeClr val="accent6">
                      <a:lumMod val="75000"/>
                    </a:schemeClr>
                  </a:solidFill>
                  <a:latin typeface="Avenir Next LT Pro" panose="020B0504020202020204" pitchFamily="34" charset="0"/>
                </a:defRPr>
              </a:lvl1pPr>
            </a:lstStyle>
            <a:p>
              <a:r>
                <a:rPr lang="fr-FR">
                  <a:solidFill>
                    <a:schemeClr val="tx1">
                      <a:lumMod val="50000"/>
                      <a:lumOff val="50000"/>
                    </a:schemeClr>
                  </a:solidFill>
                </a:rPr>
                <a:t>JJ/MM</a:t>
              </a:r>
            </a:p>
          </p:txBody>
        </p:sp>
        <p:sp>
          <p:nvSpPr>
            <p:cNvPr id="18" name="ZoneTexte 17">
              <a:extLst>
                <a:ext uri="{FF2B5EF4-FFF2-40B4-BE49-F238E27FC236}">
                  <a16:creationId xmlns:a16="http://schemas.microsoft.com/office/drawing/2014/main" id="{5F333A36-6F7B-EDB6-1F17-1CBFA6666B20}"/>
                </a:ext>
              </a:extLst>
            </p:cNvPr>
            <p:cNvSpPr txBox="1"/>
            <p:nvPr/>
          </p:nvSpPr>
          <p:spPr>
            <a:xfrm>
              <a:off x="10866441" y="6307712"/>
              <a:ext cx="453067" cy="269614"/>
            </a:xfrm>
            <a:prstGeom prst="rect">
              <a:avLst/>
            </a:prstGeom>
            <a:noFill/>
          </p:spPr>
          <p:txBody>
            <a:bodyPr wrap="none" rtlCol="0">
              <a:spAutoFit/>
            </a:bodyPr>
            <a:lstStyle/>
            <a:p>
              <a:pPr algn="l"/>
              <a:r>
                <a:rPr lang="fr-FR" sz="600" i="1">
                  <a:solidFill>
                    <a:schemeClr val="tx1">
                      <a:lumMod val="50000"/>
                      <a:lumOff val="50000"/>
                    </a:schemeClr>
                  </a:solidFill>
                  <a:latin typeface="Avenir Next LT Pro" panose="020B0504020202020204" pitchFamily="34" charset="0"/>
                </a:rPr>
                <a:t>JJ/MM</a:t>
              </a:r>
            </a:p>
          </p:txBody>
        </p:sp>
        <p:sp>
          <p:nvSpPr>
            <p:cNvPr id="19" name="ZoneTexte 18">
              <a:extLst>
                <a:ext uri="{FF2B5EF4-FFF2-40B4-BE49-F238E27FC236}">
                  <a16:creationId xmlns:a16="http://schemas.microsoft.com/office/drawing/2014/main" id="{AF0F0463-30F9-2C1B-5B11-1CD4A2D6FE3D}"/>
                </a:ext>
              </a:extLst>
            </p:cNvPr>
            <p:cNvSpPr txBox="1"/>
            <p:nvPr/>
          </p:nvSpPr>
          <p:spPr>
            <a:xfrm>
              <a:off x="364277" y="6307712"/>
              <a:ext cx="453067" cy="269614"/>
            </a:xfrm>
            <a:prstGeom prst="rect">
              <a:avLst/>
            </a:prstGeom>
            <a:noFill/>
          </p:spPr>
          <p:txBody>
            <a:bodyPr wrap="none" rtlCol="0">
              <a:spAutoFit/>
            </a:bodyPr>
            <a:lstStyle/>
            <a:p>
              <a:pPr algn="l"/>
              <a:r>
                <a:rPr lang="fr-FR" sz="600" i="1" dirty="0">
                  <a:solidFill>
                    <a:schemeClr val="tx1">
                      <a:lumMod val="50000"/>
                      <a:lumOff val="50000"/>
                    </a:schemeClr>
                  </a:solidFill>
                  <a:latin typeface="Avenir Next LT Pro" panose="020B0504020202020204" pitchFamily="34" charset="0"/>
                </a:rPr>
                <a:t>JJ/MM</a:t>
              </a:r>
            </a:p>
          </p:txBody>
        </p:sp>
      </p:grpSp>
      <p:sp>
        <p:nvSpPr>
          <p:cNvPr id="29" name="Rectangle : coins arrondis 28">
            <a:extLst>
              <a:ext uri="{FF2B5EF4-FFF2-40B4-BE49-F238E27FC236}">
                <a16:creationId xmlns:a16="http://schemas.microsoft.com/office/drawing/2014/main" id="{288436D9-2464-0CF3-EF5F-8728578421AF}"/>
              </a:ext>
            </a:extLst>
          </p:cNvPr>
          <p:cNvSpPr/>
          <p:nvPr/>
        </p:nvSpPr>
        <p:spPr>
          <a:xfrm>
            <a:off x="8823114" y="905044"/>
            <a:ext cx="2886983" cy="600484"/>
          </a:xfrm>
          <a:prstGeom prst="roundRect">
            <a:avLst/>
          </a:prstGeom>
          <a:noFill/>
          <a:ln w="12700">
            <a:solidFill>
              <a:srgbClr val="E65012">
                <a:alpha val="60000"/>
              </a:srgb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ln>
                  <a:solidFill>
                    <a:srgbClr val="595959">
                      <a:alpha val="50000"/>
                    </a:srgbClr>
                  </a:solidFill>
                </a:ln>
                <a:solidFill>
                  <a:schemeClr val="tx1">
                    <a:lumMod val="50000"/>
                    <a:lumOff val="50000"/>
                  </a:schemeClr>
                </a:solidFill>
                <a:latin typeface="Avenir Book" panose="02000503020000020003" pitchFamily="2" charset="0"/>
              </a:rPr>
              <a:t>Architecte : Gilles GIRAUD</a:t>
            </a:r>
          </a:p>
          <a:p>
            <a:pPr algn="ctr"/>
            <a:r>
              <a:rPr lang="fr-FR" sz="1200" b="1" dirty="0">
                <a:ln>
                  <a:solidFill>
                    <a:srgbClr val="595959">
                      <a:alpha val="50000"/>
                    </a:srgbClr>
                  </a:solidFill>
                </a:ln>
                <a:solidFill>
                  <a:schemeClr val="tx1">
                    <a:lumMod val="50000"/>
                    <a:lumOff val="50000"/>
                  </a:schemeClr>
                </a:solidFill>
                <a:latin typeface="Avenir Book" panose="02000503020000020003" pitchFamily="2" charset="0"/>
              </a:rPr>
              <a:t>Resp. Projet : Sylvain BRENNE</a:t>
            </a:r>
          </a:p>
        </p:txBody>
      </p:sp>
      <p:sp>
        <p:nvSpPr>
          <p:cNvPr id="30" name="ZoneTexte 29">
            <a:extLst>
              <a:ext uri="{FF2B5EF4-FFF2-40B4-BE49-F238E27FC236}">
                <a16:creationId xmlns:a16="http://schemas.microsoft.com/office/drawing/2014/main" id="{32AF2A6A-BB66-9288-5C40-E53F666685B0}"/>
              </a:ext>
            </a:extLst>
          </p:cNvPr>
          <p:cNvSpPr txBox="1"/>
          <p:nvPr>
            <p:custDataLst>
              <p:tags r:id="rId2"/>
            </p:custDataLst>
          </p:nvPr>
        </p:nvSpPr>
        <p:spPr>
          <a:xfrm>
            <a:off x="5713349" y="17417"/>
            <a:ext cx="1013418" cy="430887"/>
          </a:xfrm>
          <a:prstGeom prst="rect">
            <a:avLst/>
          </a:prstGeom>
          <a:noFill/>
        </p:spPr>
        <p:txBody>
          <a:bodyPr wrap="none" rtlCol="0">
            <a:spAutoFit/>
          </a:bodyPr>
          <a:lstStyle/>
          <a:p>
            <a:pPr algn="ctr"/>
            <a:r>
              <a:rPr lang="fr-FR" sz="1100" b="1" dirty="0">
                <a:latin typeface="Avenir Book" panose="02000503020000020003" pitchFamily="2" charset="0"/>
              </a:rPr>
              <a:t>Introduction &amp;</a:t>
            </a:r>
          </a:p>
          <a:p>
            <a:pPr algn="ctr"/>
            <a:r>
              <a:rPr lang="fr-FR" sz="1100" b="1" dirty="0">
                <a:latin typeface="Avenir Book" panose="02000503020000020003" pitchFamily="2" charset="0"/>
              </a:rPr>
              <a:t>Objectifs</a:t>
            </a:r>
          </a:p>
        </p:txBody>
      </p:sp>
    </p:spTree>
    <p:extLst>
      <p:ext uri="{BB962C8B-B14F-4D97-AF65-F5344CB8AC3E}">
        <p14:creationId xmlns:p14="http://schemas.microsoft.com/office/powerpoint/2010/main" val="3397072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D8582-1BBA-E40E-18AE-0394A7BBD440}"/>
            </a:ext>
          </a:extLst>
        </p:cNvPr>
        <p:cNvGrpSpPr/>
        <p:nvPr/>
      </p:nvGrpSpPr>
      <p:grpSpPr>
        <a:xfrm>
          <a:off x="0" y="0"/>
          <a:ext cx="0" cy="0"/>
          <a:chOff x="0" y="0"/>
          <a:chExt cx="0" cy="0"/>
        </a:xfrm>
      </p:grpSpPr>
      <p:sp>
        <p:nvSpPr>
          <p:cNvPr id="5" name="Titre 4">
            <a:extLst>
              <a:ext uri="{FF2B5EF4-FFF2-40B4-BE49-F238E27FC236}">
                <a16:creationId xmlns:a16="http://schemas.microsoft.com/office/drawing/2014/main" id="{5E0ED116-F867-63AC-D340-65221B425638}"/>
              </a:ext>
            </a:extLst>
          </p:cNvPr>
          <p:cNvSpPr>
            <a:spLocks noGrp="1"/>
          </p:cNvSpPr>
          <p:nvPr>
            <p:ph type="title"/>
          </p:nvPr>
        </p:nvSpPr>
        <p:spPr>
          <a:xfrm>
            <a:off x="838595" y="338788"/>
            <a:ext cx="5375394" cy="480131"/>
          </a:xfrm>
          <a:noFill/>
        </p:spPr>
        <p:txBody>
          <a:bodyPr wrap="square" rtlCol="0">
            <a:spAutoFit/>
          </a:bodyPr>
          <a:lstStyle/>
          <a:p>
            <a:r>
              <a:rPr lang="fr-FR" dirty="0"/>
              <a:t>Introduction &amp; objectifs</a:t>
            </a:r>
          </a:p>
        </p:txBody>
      </p:sp>
      <p:sp>
        <p:nvSpPr>
          <p:cNvPr id="6" name="Espace réservé du texte 5">
            <a:extLst>
              <a:ext uri="{FF2B5EF4-FFF2-40B4-BE49-F238E27FC236}">
                <a16:creationId xmlns:a16="http://schemas.microsoft.com/office/drawing/2014/main" id="{7EE14DB4-5989-F0AF-E95A-2352E1694234}"/>
              </a:ext>
            </a:extLst>
          </p:cNvPr>
          <p:cNvSpPr>
            <a:spLocks noGrp="1"/>
          </p:cNvSpPr>
          <p:nvPr>
            <p:ph type="body" sz="quarter" idx="10"/>
          </p:nvPr>
        </p:nvSpPr>
        <p:spPr>
          <a:xfrm>
            <a:off x="924539" y="790043"/>
            <a:ext cx="2039341" cy="286232"/>
          </a:xfrm>
          <a:noFill/>
        </p:spPr>
        <p:txBody>
          <a:bodyPr wrap="none" rtlCol="0">
            <a:spAutoFit/>
          </a:bodyPr>
          <a:lstStyle/>
          <a:p>
            <a:r>
              <a:rPr lang="fr-FR" dirty="0"/>
              <a:t>Plan d’occupation des sols</a:t>
            </a:r>
          </a:p>
        </p:txBody>
      </p:sp>
      <p:sp>
        <p:nvSpPr>
          <p:cNvPr id="7" name="Espace réservé du texte 6">
            <a:extLst>
              <a:ext uri="{FF2B5EF4-FFF2-40B4-BE49-F238E27FC236}">
                <a16:creationId xmlns:a16="http://schemas.microsoft.com/office/drawing/2014/main" id="{66B6F98B-E3D8-39EF-4638-690359AE2567}"/>
              </a:ext>
            </a:extLst>
          </p:cNvPr>
          <p:cNvSpPr>
            <a:spLocks noGrp="1"/>
          </p:cNvSpPr>
          <p:nvPr>
            <p:ph type="body" sz="quarter" idx="11"/>
          </p:nvPr>
        </p:nvSpPr>
        <p:spPr>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fr-FR" dirty="0"/>
              <a:t>01</a:t>
            </a:r>
          </a:p>
        </p:txBody>
      </p:sp>
      <p:sp>
        <p:nvSpPr>
          <p:cNvPr id="30" name="ZoneTexte 29">
            <a:extLst>
              <a:ext uri="{FF2B5EF4-FFF2-40B4-BE49-F238E27FC236}">
                <a16:creationId xmlns:a16="http://schemas.microsoft.com/office/drawing/2014/main" id="{7ACD537D-A7F1-F77C-405D-D6A54BF3D589}"/>
              </a:ext>
            </a:extLst>
          </p:cNvPr>
          <p:cNvSpPr txBox="1"/>
          <p:nvPr>
            <p:custDataLst>
              <p:tags r:id="rId1"/>
            </p:custDataLst>
          </p:nvPr>
        </p:nvSpPr>
        <p:spPr>
          <a:xfrm>
            <a:off x="5713349" y="17417"/>
            <a:ext cx="1013418" cy="430887"/>
          </a:xfrm>
          <a:prstGeom prst="rect">
            <a:avLst/>
          </a:prstGeom>
          <a:noFill/>
        </p:spPr>
        <p:txBody>
          <a:bodyPr wrap="none" rtlCol="0">
            <a:spAutoFit/>
          </a:bodyPr>
          <a:lstStyle/>
          <a:p>
            <a:pPr algn="ctr"/>
            <a:r>
              <a:rPr lang="fr-FR" sz="1100" b="1" dirty="0">
                <a:latin typeface="Avenir Book" panose="02000503020000020003" pitchFamily="2" charset="0"/>
              </a:rPr>
              <a:t>Introduction &amp;</a:t>
            </a:r>
          </a:p>
          <a:p>
            <a:pPr algn="ctr"/>
            <a:r>
              <a:rPr lang="fr-FR" sz="1100" b="1" dirty="0">
                <a:latin typeface="Avenir Book" panose="02000503020000020003" pitchFamily="2" charset="0"/>
              </a:rPr>
              <a:t>Objectifs</a:t>
            </a:r>
          </a:p>
        </p:txBody>
      </p:sp>
      <p:pic>
        <p:nvPicPr>
          <p:cNvPr id="36" name="POS" descr="Une image contenant texte, logiciel, Icône d’ordinateur, Page web&#10;&#10;Description générée automatiquement">
            <a:extLst>
              <a:ext uri="{FF2B5EF4-FFF2-40B4-BE49-F238E27FC236}">
                <a16:creationId xmlns:a16="http://schemas.microsoft.com/office/drawing/2014/main" id="{D405766D-7F75-8509-9324-D8A1307910B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924539" y="1076275"/>
            <a:ext cx="10701918" cy="5330471"/>
          </a:xfrm>
          <a:prstGeom prst="rect">
            <a:avLst/>
          </a:prstGeom>
          <a:noFill/>
          <a:ln>
            <a:noFill/>
          </a:ln>
        </p:spPr>
      </p:pic>
      <p:sp>
        <p:nvSpPr>
          <p:cNvPr id="37" name="Rectangle : coins arrondis 36">
            <a:extLst>
              <a:ext uri="{FF2B5EF4-FFF2-40B4-BE49-F238E27FC236}">
                <a16:creationId xmlns:a16="http://schemas.microsoft.com/office/drawing/2014/main" id="{E9147706-DBAE-B8C2-E0CE-B5D40ED5BFE0}"/>
              </a:ext>
            </a:extLst>
          </p:cNvPr>
          <p:cNvSpPr/>
          <p:nvPr/>
        </p:nvSpPr>
        <p:spPr>
          <a:xfrm>
            <a:off x="1062924" y="2120901"/>
            <a:ext cx="651576" cy="1308100"/>
          </a:xfrm>
          <a:prstGeom prst="roundRect">
            <a:avLst>
              <a:gd name="adj" fmla="val 4348"/>
            </a:avLst>
          </a:prstGeom>
          <a:noFill/>
          <a:ln w="34925" cap="flat">
            <a:solidFill>
              <a:srgbClr val="C00000"/>
            </a:solidFill>
            <a:prstDash val="solid"/>
            <a:miter/>
          </a:ln>
        </p:spPr>
        <p:txBody>
          <a:bodyPr rtlCol="0" anchor="ctr"/>
          <a:lstStyle/>
          <a:p>
            <a:pPr algn="l"/>
            <a:endParaRPr lang="fr-FR" dirty="0"/>
          </a:p>
        </p:txBody>
      </p:sp>
      <p:sp>
        <p:nvSpPr>
          <p:cNvPr id="38" name="Rectangle : coins arrondis 37">
            <a:extLst>
              <a:ext uri="{FF2B5EF4-FFF2-40B4-BE49-F238E27FC236}">
                <a16:creationId xmlns:a16="http://schemas.microsoft.com/office/drawing/2014/main" id="{9657D3E5-4A43-24BC-431F-4FB836F8E965}"/>
              </a:ext>
            </a:extLst>
          </p:cNvPr>
          <p:cNvSpPr/>
          <p:nvPr/>
        </p:nvSpPr>
        <p:spPr>
          <a:xfrm>
            <a:off x="6266656" y="2260147"/>
            <a:ext cx="627063" cy="228260"/>
          </a:xfrm>
          <a:prstGeom prst="roundRect">
            <a:avLst>
              <a:gd name="adj" fmla="val 4348"/>
            </a:avLst>
          </a:prstGeom>
          <a:noFill/>
          <a:ln w="34925" cap="flat">
            <a:solidFill>
              <a:srgbClr val="C00000"/>
            </a:solidFill>
            <a:prstDash val="solid"/>
            <a:miter/>
          </a:ln>
        </p:spPr>
        <p:txBody>
          <a:bodyPr rtlCol="0" anchor="ctr"/>
          <a:lstStyle/>
          <a:p>
            <a:pPr algn="l"/>
            <a:endParaRPr lang="fr-FR"/>
          </a:p>
        </p:txBody>
      </p:sp>
      <p:sp>
        <p:nvSpPr>
          <p:cNvPr id="39" name="Rectangle : coins arrondis 38">
            <a:extLst>
              <a:ext uri="{FF2B5EF4-FFF2-40B4-BE49-F238E27FC236}">
                <a16:creationId xmlns:a16="http://schemas.microsoft.com/office/drawing/2014/main" id="{557863BE-93CF-C4A9-0B1C-D23CADFF7107}"/>
              </a:ext>
            </a:extLst>
          </p:cNvPr>
          <p:cNvSpPr/>
          <p:nvPr/>
        </p:nvSpPr>
        <p:spPr>
          <a:xfrm>
            <a:off x="9361488" y="2279650"/>
            <a:ext cx="580231" cy="177800"/>
          </a:xfrm>
          <a:prstGeom prst="roundRect">
            <a:avLst>
              <a:gd name="adj" fmla="val 4348"/>
            </a:avLst>
          </a:prstGeom>
          <a:noFill/>
          <a:ln w="34925" cap="flat">
            <a:solidFill>
              <a:srgbClr val="C00000"/>
            </a:solidFill>
            <a:prstDash val="solid"/>
            <a:miter/>
          </a:ln>
        </p:spPr>
        <p:txBody>
          <a:bodyPr rtlCol="0" anchor="ctr"/>
          <a:lstStyle/>
          <a:p>
            <a:pPr algn="l"/>
            <a:endParaRPr lang="fr-FR"/>
          </a:p>
        </p:txBody>
      </p:sp>
      <p:sp>
        <p:nvSpPr>
          <p:cNvPr id="40" name="Rectangle : coins arrondis 39">
            <a:extLst>
              <a:ext uri="{FF2B5EF4-FFF2-40B4-BE49-F238E27FC236}">
                <a16:creationId xmlns:a16="http://schemas.microsoft.com/office/drawing/2014/main" id="{1BC8D8BC-EFA8-631E-409E-CA9F65812448}"/>
              </a:ext>
            </a:extLst>
          </p:cNvPr>
          <p:cNvSpPr/>
          <p:nvPr/>
        </p:nvSpPr>
        <p:spPr>
          <a:xfrm>
            <a:off x="7500939" y="1874044"/>
            <a:ext cx="621506" cy="202406"/>
          </a:xfrm>
          <a:prstGeom prst="roundRect">
            <a:avLst>
              <a:gd name="adj" fmla="val 4348"/>
            </a:avLst>
          </a:prstGeom>
          <a:noFill/>
          <a:ln w="34925" cap="flat">
            <a:solidFill>
              <a:srgbClr val="C00000"/>
            </a:solidFill>
            <a:prstDash val="solid"/>
            <a:miter/>
          </a:ln>
        </p:spPr>
        <p:txBody>
          <a:bodyPr rtlCol="0" anchor="ctr"/>
          <a:lstStyle/>
          <a:p>
            <a:pPr algn="l"/>
            <a:endParaRPr lang="fr-FR"/>
          </a:p>
        </p:txBody>
      </p:sp>
      <p:sp>
        <p:nvSpPr>
          <p:cNvPr id="41" name="Rectangle : coins arrondis 40">
            <a:extLst>
              <a:ext uri="{FF2B5EF4-FFF2-40B4-BE49-F238E27FC236}">
                <a16:creationId xmlns:a16="http://schemas.microsoft.com/office/drawing/2014/main" id="{4B7B1F7A-09E4-D57E-F5AA-982A386BDC94}"/>
              </a:ext>
            </a:extLst>
          </p:cNvPr>
          <p:cNvSpPr/>
          <p:nvPr/>
        </p:nvSpPr>
        <p:spPr>
          <a:xfrm>
            <a:off x="6265069" y="1857375"/>
            <a:ext cx="640556" cy="222250"/>
          </a:xfrm>
          <a:prstGeom prst="roundRect">
            <a:avLst>
              <a:gd name="adj" fmla="val 4348"/>
            </a:avLst>
          </a:prstGeom>
          <a:noFill/>
          <a:ln w="34925" cap="flat">
            <a:solidFill>
              <a:srgbClr val="C00000"/>
            </a:solidFill>
            <a:prstDash val="solid"/>
            <a:miter/>
          </a:ln>
        </p:spPr>
        <p:txBody>
          <a:bodyPr rtlCol="0" anchor="ctr"/>
          <a:lstStyle/>
          <a:p>
            <a:pPr algn="l"/>
            <a:endParaRPr lang="fr-FR"/>
          </a:p>
        </p:txBody>
      </p:sp>
      <p:sp>
        <p:nvSpPr>
          <p:cNvPr id="42" name="Rectangle : coins arrondis 41">
            <a:extLst>
              <a:ext uri="{FF2B5EF4-FFF2-40B4-BE49-F238E27FC236}">
                <a16:creationId xmlns:a16="http://schemas.microsoft.com/office/drawing/2014/main" id="{D004CF2C-552D-0ED3-F8CC-B00735F85A19}"/>
              </a:ext>
            </a:extLst>
          </p:cNvPr>
          <p:cNvSpPr/>
          <p:nvPr/>
        </p:nvSpPr>
        <p:spPr>
          <a:xfrm>
            <a:off x="6896896" y="2076450"/>
            <a:ext cx="599280" cy="188119"/>
          </a:xfrm>
          <a:prstGeom prst="roundRect">
            <a:avLst>
              <a:gd name="adj" fmla="val 4348"/>
            </a:avLst>
          </a:prstGeom>
          <a:noFill/>
          <a:ln w="34925" cap="flat">
            <a:solidFill>
              <a:srgbClr val="C00000"/>
            </a:solidFill>
            <a:prstDash val="solid"/>
            <a:miter/>
          </a:ln>
        </p:spPr>
        <p:txBody>
          <a:bodyPr rtlCol="0" anchor="ctr"/>
          <a:lstStyle/>
          <a:p>
            <a:pPr algn="l"/>
            <a:endParaRPr lang="fr-FR"/>
          </a:p>
        </p:txBody>
      </p:sp>
    </p:spTree>
    <p:extLst>
      <p:ext uri="{BB962C8B-B14F-4D97-AF65-F5344CB8AC3E}">
        <p14:creationId xmlns:p14="http://schemas.microsoft.com/office/powerpoint/2010/main" val="3123510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 coins arrondis 11">
            <a:extLst>
              <a:ext uri="{FF2B5EF4-FFF2-40B4-BE49-F238E27FC236}">
                <a16:creationId xmlns:a16="http://schemas.microsoft.com/office/drawing/2014/main" id="{C9E77B26-DB5B-8554-2ED2-95B2F7151767}"/>
              </a:ext>
            </a:extLst>
          </p:cNvPr>
          <p:cNvSpPr>
            <a:spLocks/>
          </p:cNvSpPr>
          <p:nvPr/>
        </p:nvSpPr>
        <p:spPr>
          <a:xfrm>
            <a:off x="713153" y="3337653"/>
            <a:ext cx="11206599" cy="2965262"/>
          </a:xfrm>
          <a:prstGeom prst="roundRect">
            <a:avLst>
              <a:gd name="adj" fmla="val 4193"/>
            </a:avLst>
          </a:prstGeom>
          <a:gradFill>
            <a:gsLst>
              <a:gs pos="0">
                <a:schemeClr val="accent1">
                  <a:lumMod val="5000"/>
                  <a:lumOff val="95000"/>
                  <a:alpha val="29000"/>
                </a:schemeClr>
              </a:gs>
              <a:gs pos="100000">
                <a:schemeClr val="bg1">
                  <a:lumMod val="50000"/>
                  <a:alpha val="15000"/>
                </a:schemeClr>
              </a:gs>
            </a:gsLst>
            <a:lin ang="5400000" scaled="1"/>
          </a:gradFill>
          <a:ln>
            <a:gradFill>
              <a:gsLst>
                <a:gs pos="0">
                  <a:schemeClr val="accent1">
                    <a:lumMod val="5000"/>
                    <a:lumOff val="95000"/>
                    <a:alpha val="29000"/>
                  </a:schemeClr>
                </a:gs>
                <a:gs pos="20000">
                  <a:srgbClr val="E65012">
                    <a:alpha val="45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ln w="15875">
                <a:solidFill>
                  <a:srgbClr val="0F6FC6"/>
                </a:solidFill>
              </a:ln>
              <a:solidFill>
                <a:srgbClr val="0F6FC6"/>
              </a:solidFill>
              <a:latin typeface="+mj-lt"/>
            </a:endParaRPr>
          </a:p>
        </p:txBody>
      </p:sp>
      <p:sp>
        <p:nvSpPr>
          <p:cNvPr id="2" name="Titre 1">
            <a:extLst>
              <a:ext uri="{FF2B5EF4-FFF2-40B4-BE49-F238E27FC236}">
                <a16:creationId xmlns:a16="http://schemas.microsoft.com/office/drawing/2014/main" id="{879B5B06-C018-61CE-31F2-F92CC862DAE8}"/>
              </a:ext>
            </a:extLst>
          </p:cNvPr>
          <p:cNvSpPr>
            <a:spLocks noGrp="1"/>
          </p:cNvSpPr>
          <p:nvPr>
            <p:ph type="title"/>
          </p:nvPr>
        </p:nvSpPr>
        <p:spPr>
          <a:xfrm>
            <a:off x="838595" y="338788"/>
            <a:ext cx="5375394" cy="369332"/>
          </a:xfrm>
        </p:spPr>
        <p:txBody>
          <a:bodyPr/>
          <a:lstStyle/>
          <a:p>
            <a:r>
              <a:rPr lang="fr-FR" dirty="0"/>
              <a:t>Introduction &amp; objectifs</a:t>
            </a:r>
          </a:p>
        </p:txBody>
      </p:sp>
      <p:sp>
        <p:nvSpPr>
          <p:cNvPr id="18" name="Espace réservé du texte 17">
            <a:extLst>
              <a:ext uri="{FF2B5EF4-FFF2-40B4-BE49-F238E27FC236}">
                <a16:creationId xmlns:a16="http://schemas.microsoft.com/office/drawing/2014/main" id="{B4DD1B52-73A0-0841-95AF-142CE9463FA4}"/>
              </a:ext>
            </a:extLst>
          </p:cNvPr>
          <p:cNvSpPr>
            <a:spLocks noGrp="1"/>
          </p:cNvSpPr>
          <p:nvPr>
            <p:ph type="body" sz="quarter" idx="10"/>
          </p:nvPr>
        </p:nvSpPr>
        <p:spPr>
          <a:xfrm>
            <a:off x="924539" y="790043"/>
            <a:ext cx="1452642" cy="286232"/>
          </a:xfrm>
        </p:spPr>
        <p:txBody>
          <a:bodyPr/>
          <a:lstStyle/>
          <a:p>
            <a:r>
              <a:rPr lang="fr-FR" dirty="0"/>
              <a:t>Ecosystème actuel</a:t>
            </a:r>
          </a:p>
        </p:txBody>
      </p:sp>
      <p:sp>
        <p:nvSpPr>
          <p:cNvPr id="22" name="Espace réservé du texte 21">
            <a:extLst>
              <a:ext uri="{FF2B5EF4-FFF2-40B4-BE49-F238E27FC236}">
                <a16:creationId xmlns:a16="http://schemas.microsoft.com/office/drawing/2014/main" id="{9CB32727-6F95-4C0D-579D-E388A63DB0DB}"/>
              </a:ext>
            </a:extLst>
          </p:cNvPr>
          <p:cNvSpPr>
            <a:spLocks noGrp="1"/>
          </p:cNvSpPr>
          <p:nvPr>
            <p:ph type="body" sz="quarter" idx="11"/>
          </p:nvPr>
        </p:nvSpPr>
        <p:spPr/>
        <p:txBody>
          <a:bodyPr/>
          <a:lstStyle/>
          <a:p>
            <a:r>
              <a:rPr lang="fr-FR" dirty="0"/>
              <a:t>01</a:t>
            </a:r>
          </a:p>
        </p:txBody>
      </p:sp>
      <p:sp>
        <p:nvSpPr>
          <p:cNvPr id="8" name="Rectangle : coins arrondis 7">
            <a:extLst>
              <a:ext uri="{FF2B5EF4-FFF2-40B4-BE49-F238E27FC236}">
                <a16:creationId xmlns:a16="http://schemas.microsoft.com/office/drawing/2014/main" id="{BE7BD60D-7A88-0569-22CF-FF7C9B657F05}"/>
              </a:ext>
            </a:extLst>
          </p:cNvPr>
          <p:cNvSpPr>
            <a:spLocks/>
          </p:cNvSpPr>
          <p:nvPr/>
        </p:nvSpPr>
        <p:spPr>
          <a:xfrm>
            <a:off x="5550476" y="1609933"/>
            <a:ext cx="6369277" cy="1525414"/>
          </a:xfrm>
          <a:prstGeom prst="roundRect">
            <a:avLst/>
          </a:prstGeom>
          <a:gradFill>
            <a:gsLst>
              <a:gs pos="50000">
                <a:schemeClr val="accent1">
                  <a:lumMod val="5000"/>
                  <a:lumOff val="95000"/>
                  <a:alpha val="29000"/>
                </a:schemeClr>
              </a:gs>
              <a:gs pos="100000">
                <a:schemeClr val="bg1">
                  <a:lumMod val="50000"/>
                  <a:alpha val="15000"/>
                </a:schemeClr>
              </a:gs>
            </a:gsLst>
            <a:lin ang="16200000" scaled="0"/>
          </a:gradFill>
          <a:ln>
            <a:gradFill flip="none" rotWithShape="1">
              <a:gsLst>
                <a:gs pos="0">
                  <a:schemeClr val="accent1">
                    <a:lumMod val="5000"/>
                    <a:lumOff val="95000"/>
                    <a:alpha val="29000"/>
                  </a:schemeClr>
                </a:gs>
                <a:gs pos="28000">
                  <a:srgbClr val="E65012">
                    <a:alpha val="45000"/>
                  </a:srgb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ln w="15875">
                <a:solidFill>
                  <a:srgbClr val="0F6FC6"/>
                </a:solidFill>
              </a:ln>
              <a:solidFill>
                <a:srgbClr val="0F6FC6"/>
              </a:solidFill>
              <a:latin typeface="+mj-lt"/>
            </a:endParaRPr>
          </a:p>
        </p:txBody>
      </p:sp>
      <p:sp>
        <p:nvSpPr>
          <p:cNvPr id="13" name="Rectangle : coins arrondis 12">
            <a:extLst>
              <a:ext uri="{FF2B5EF4-FFF2-40B4-BE49-F238E27FC236}">
                <a16:creationId xmlns:a16="http://schemas.microsoft.com/office/drawing/2014/main" id="{1806FB8C-A49E-8DB5-0764-431AE1A58AB1}"/>
              </a:ext>
            </a:extLst>
          </p:cNvPr>
          <p:cNvSpPr/>
          <p:nvPr/>
        </p:nvSpPr>
        <p:spPr>
          <a:xfrm>
            <a:off x="952171" y="3604053"/>
            <a:ext cx="1409600" cy="1080120"/>
          </a:xfrm>
          <a:prstGeom prst="roundRect">
            <a:avLst/>
          </a:prstGeom>
          <a:solidFill>
            <a:srgbClr val="E65012">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fr-FR" sz="1200" dirty="0">
                <a:ln>
                  <a:solidFill>
                    <a:schemeClr val="bg1"/>
                  </a:solidFill>
                </a:ln>
                <a:solidFill>
                  <a:schemeClr val="bg1"/>
                </a:solidFill>
                <a:latin typeface="+mj-lt"/>
              </a:rPr>
              <a:t>SIRH</a:t>
            </a:r>
          </a:p>
        </p:txBody>
      </p:sp>
      <p:sp>
        <p:nvSpPr>
          <p:cNvPr id="14" name="Rectangle : coins arrondis 13">
            <a:extLst>
              <a:ext uri="{FF2B5EF4-FFF2-40B4-BE49-F238E27FC236}">
                <a16:creationId xmlns:a16="http://schemas.microsoft.com/office/drawing/2014/main" id="{A86148BD-715E-29FA-590A-FF6A72D68FA5}"/>
              </a:ext>
            </a:extLst>
          </p:cNvPr>
          <p:cNvSpPr/>
          <p:nvPr/>
        </p:nvSpPr>
        <p:spPr>
          <a:xfrm>
            <a:off x="8429127" y="2049936"/>
            <a:ext cx="1584945" cy="645408"/>
          </a:xfrm>
          <a:prstGeom prst="roundRect">
            <a:avLst/>
          </a:prstGeom>
          <a:solidFill>
            <a:srgbClr val="E65012">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fr-FR" sz="1400" dirty="0">
                <a:ln>
                  <a:solidFill>
                    <a:schemeClr val="bg1"/>
                  </a:solidFill>
                </a:ln>
                <a:solidFill>
                  <a:schemeClr val="bg1"/>
                </a:solidFill>
                <a:latin typeface="+mj-lt"/>
              </a:rPr>
              <a:t>Azure AD</a:t>
            </a:r>
          </a:p>
        </p:txBody>
      </p:sp>
      <p:sp>
        <p:nvSpPr>
          <p:cNvPr id="15" name="Rectangle : coins arrondis 14">
            <a:extLst>
              <a:ext uri="{FF2B5EF4-FFF2-40B4-BE49-F238E27FC236}">
                <a16:creationId xmlns:a16="http://schemas.microsoft.com/office/drawing/2014/main" id="{28613950-8FE9-5082-A608-12F00F56421E}"/>
              </a:ext>
            </a:extLst>
          </p:cNvPr>
          <p:cNvSpPr/>
          <p:nvPr/>
        </p:nvSpPr>
        <p:spPr>
          <a:xfrm>
            <a:off x="8456733" y="3719136"/>
            <a:ext cx="1592659" cy="904637"/>
          </a:xfrm>
          <a:custGeom>
            <a:avLst/>
            <a:gdLst>
              <a:gd name="connsiteX0" fmla="*/ 0 w 1584945"/>
              <a:gd name="connsiteY0" fmla="*/ 149470 h 896802"/>
              <a:gd name="connsiteX1" fmla="*/ 149470 w 1584945"/>
              <a:gd name="connsiteY1" fmla="*/ 0 h 896802"/>
              <a:gd name="connsiteX2" fmla="*/ 1435475 w 1584945"/>
              <a:gd name="connsiteY2" fmla="*/ 0 h 896802"/>
              <a:gd name="connsiteX3" fmla="*/ 1584945 w 1584945"/>
              <a:gd name="connsiteY3" fmla="*/ 149470 h 896802"/>
              <a:gd name="connsiteX4" fmla="*/ 1584945 w 1584945"/>
              <a:gd name="connsiteY4" fmla="*/ 747332 h 896802"/>
              <a:gd name="connsiteX5" fmla="*/ 1435475 w 1584945"/>
              <a:gd name="connsiteY5" fmla="*/ 896802 h 896802"/>
              <a:gd name="connsiteX6" fmla="*/ 149470 w 1584945"/>
              <a:gd name="connsiteY6" fmla="*/ 896802 h 896802"/>
              <a:gd name="connsiteX7" fmla="*/ 0 w 1584945"/>
              <a:gd name="connsiteY7" fmla="*/ 747332 h 896802"/>
              <a:gd name="connsiteX8" fmla="*/ 0 w 1584945"/>
              <a:gd name="connsiteY8" fmla="*/ 149470 h 896802"/>
              <a:gd name="connsiteX0" fmla="*/ 0 w 1584945"/>
              <a:gd name="connsiteY0" fmla="*/ 149470 h 896802"/>
              <a:gd name="connsiteX1" fmla="*/ 149470 w 1584945"/>
              <a:gd name="connsiteY1" fmla="*/ 0 h 896802"/>
              <a:gd name="connsiteX2" fmla="*/ 1435475 w 1584945"/>
              <a:gd name="connsiteY2" fmla="*/ 0 h 896802"/>
              <a:gd name="connsiteX3" fmla="*/ 1584945 w 1584945"/>
              <a:gd name="connsiteY3" fmla="*/ 149470 h 896802"/>
              <a:gd name="connsiteX4" fmla="*/ 1582961 w 1584945"/>
              <a:gd name="connsiteY4" fmla="*/ 198540 h 896802"/>
              <a:gd name="connsiteX5" fmla="*/ 1584945 w 1584945"/>
              <a:gd name="connsiteY5" fmla="*/ 747332 h 896802"/>
              <a:gd name="connsiteX6" fmla="*/ 1435475 w 1584945"/>
              <a:gd name="connsiteY6" fmla="*/ 896802 h 896802"/>
              <a:gd name="connsiteX7" fmla="*/ 149470 w 1584945"/>
              <a:gd name="connsiteY7" fmla="*/ 896802 h 896802"/>
              <a:gd name="connsiteX8" fmla="*/ 0 w 1584945"/>
              <a:gd name="connsiteY8" fmla="*/ 747332 h 896802"/>
              <a:gd name="connsiteX9" fmla="*/ 0 w 1584945"/>
              <a:gd name="connsiteY9" fmla="*/ 149470 h 896802"/>
              <a:gd name="connsiteX0" fmla="*/ 0 w 1584945"/>
              <a:gd name="connsiteY0" fmla="*/ 157305 h 904637"/>
              <a:gd name="connsiteX1" fmla="*/ 149470 w 1584945"/>
              <a:gd name="connsiteY1" fmla="*/ 7835 h 904637"/>
              <a:gd name="connsiteX2" fmla="*/ 779686 w 1584945"/>
              <a:gd name="connsiteY2" fmla="*/ 0 h 904637"/>
              <a:gd name="connsiteX3" fmla="*/ 1435475 w 1584945"/>
              <a:gd name="connsiteY3" fmla="*/ 7835 h 904637"/>
              <a:gd name="connsiteX4" fmla="*/ 1584945 w 1584945"/>
              <a:gd name="connsiteY4" fmla="*/ 157305 h 904637"/>
              <a:gd name="connsiteX5" fmla="*/ 1582961 w 1584945"/>
              <a:gd name="connsiteY5" fmla="*/ 206375 h 904637"/>
              <a:gd name="connsiteX6" fmla="*/ 1584945 w 1584945"/>
              <a:gd name="connsiteY6" fmla="*/ 755167 h 904637"/>
              <a:gd name="connsiteX7" fmla="*/ 1435475 w 1584945"/>
              <a:gd name="connsiteY7" fmla="*/ 904637 h 904637"/>
              <a:gd name="connsiteX8" fmla="*/ 149470 w 1584945"/>
              <a:gd name="connsiteY8" fmla="*/ 904637 h 904637"/>
              <a:gd name="connsiteX9" fmla="*/ 0 w 1584945"/>
              <a:gd name="connsiteY9" fmla="*/ 755167 h 904637"/>
              <a:gd name="connsiteX10" fmla="*/ 0 w 1584945"/>
              <a:gd name="connsiteY10" fmla="*/ 157305 h 904637"/>
              <a:gd name="connsiteX0" fmla="*/ 7714 w 1592659"/>
              <a:gd name="connsiteY0" fmla="*/ 157305 h 904637"/>
              <a:gd name="connsiteX1" fmla="*/ 157184 w 1592659"/>
              <a:gd name="connsiteY1" fmla="*/ 7835 h 904637"/>
              <a:gd name="connsiteX2" fmla="*/ 787400 w 1592659"/>
              <a:gd name="connsiteY2" fmla="*/ 0 h 904637"/>
              <a:gd name="connsiteX3" fmla="*/ 1443189 w 1592659"/>
              <a:gd name="connsiteY3" fmla="*/ 7835 h 904637"/>
              <a:gd name="connsiteX4" fmla="*/ 1592659 w 1592659"/>
              <a:gd name="connsiteY4" fmla="*/ 157305 h 904637"/>
              <a:gd name="connsiteX5" fmla="*/ 1590675 w 1592659"/>
              <a:gd name="connsiteY5" fmla="*/ 206375 h 904637"/>
              <a:gd name="connsiteX6" fmla="*/ 1592659 w 1592659"/>
              <a:gd name="connsiteY6" fmla="*/ 755167 h 904637"/>
              <a:gd name="connsiteX7" fmla="*/ 1443189 w 1592659"/>
              <a:gd name="connsiteY7" fmla="*/ 904637 h 904637"/>
              <a:gd name="connsiteX8" fmla="*/ 157184 w 1592659"/>
              <a:gd name="connsiteY8" fmla="*/ 904637 h 904637"/>
              <a:gd name="connsiteX9" fmla="*/ 7714 w 1592659"/>
              <a:gd name="connsiteY9" fmla="*/ 755167 h 904637"/>
              <a:gd name="connsiteX10" fmla="*/ 0 w 1592659"/>
              <a:gd name="connsiteY10" fmla="*/ 431801 h 904637"/>
              <a:gd name="connsiteX11" fmla="*/ 7714 w 1592659"/>
              <a:gd name="connsiteY11" fmla="*/ 157305 h 904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92659" h="904637">
                <a:moveTo>
                  <a:pt x="7714" y="157305"/>
                </a:moveTo>
                <a:cubicBezTo>
                  <a:pt x="7714" y="74755"/>
                  <a:pt x="74634" y="7835"/>
                  <a:pt x="157184" y="7835"/>
                </a:cubicBezTo>
                <a:lnTo>
                  <a:pt x="787400" y="0"/>
                </a:lnTo>
                <a:lnTo>
                  <a:pt x="1443189" y="7835"/>
                </a:lnTo>
                <a:cubicBezTo>
                  <a:pt x="1525739" y="7835"/>
                  <a:pt x="1592659" y="74755"/>
                  <a:pt x="1592659" y="157305"/>
                </a:cubicBezTo>
                <a:cubicBezTo>
                  <a:pt x="1591998" y="173662"/>
                  <a:pt x="1591336" y="190018"/>
                  <a:pt x="1590675" y="206375"/>
                </a:cubicBezTo>
                <a:cubicBezTo>
                  <a:pt x="1591336" y="389306"/>
                  <a:pt x="1591998" y="572236"/>
                  <a:pt x="1592659" y="755167"/>
                </a:cubicBezTo>
                <a:cubicBezTo>
                  <a:pt x="1592659" y="837717"/>
                  <a:pt x="1525739" y="904637"/>
                  <a:pt x="1443189" y="904637"/>
                </a:cubicBezTo>
                <a:lnTo>
                  <a:pt x="157184" y="904637"/>
                </a:lnTo>
                <a:cubicBezTo>
                  <a:pt x="74634" y="904637"/>
                  <a:pt x="7714" y="837717"/>
                  <a:pt x="7714" y="755167"/>
                </a:cubicBezTo>
                <a:lnTo>
                  <a:pt x="0" y="431801"/>
                </a:lnTo>
                <a:lnTo>
                  <a:pt x="7714" y="157305"/>
                </a:lnTo>
                <a:close/>
              </a:path>
            </a:pathLst>
          </a:custGeom>
          <a:solidFill>
            <a:srgbClr val="E65012">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fr-FR" sz="1200" dirty="0">
                <a:ln>
                  <a:solidFill>
                    <a:schemeClr val="bg1"/>
                  </a:solidFill>
                </a:ln>
                <a:solidFill>
                  <a:schemeClr val="bg1"/>
                </a:solidFill>
                <a:latin typeface="+mj-lt"/>
              </a:rPr>
              <a:t>AD</a:t>
            </a:r>
          </a:p>
        </p:txBody>
      </p:sp>
      <p:sp>
        <p:nvSpPr>
          <p:cNvPr id="16" name="Rectangle : coins arrondis 15">
            <a:extLst>
              <a:ext uri="{FF2B5EF4-FFF2-40B4-BE49-F238E27FC236}">
                <a16:creationId xmlns:a16="http://schemas.microsoft.com/office/drawing/2014/main" id="{CA676523-9BF7-06B3-99BE-16BC634E22C8}"/>
              </a:ext>
            </a:extLst>
          </p:cNvPr>
          <p:cNvSpPr/>
          <p:nvPr/>
        </p:nvSpPr>
        <p:spPr>
          <a:xfrm>
            <a:off x="5849574" y="2049936"/>
            <a:ext cx="1584945" cy="645408"/>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fr-FR" sz="1100" dirty="0">
                <a:ln>
                  <a:solidFill>
                    <a:schemeClr val="bg1"/>
                  </a:solidFill>
                </a:ln>
                <a:latin typeface="+mj-lt"/>
              </a:rPr>
              <a:t>Office 365</a:t>
            </a:r>
          </a:p>
        </p:txBody>
      </p:sp>
      <p:cxnSp>
        <p:nvCxnSpPr>
          <p:cNvPr id="19" name="Connecteur droit avec flèche 18">
            <a:extLst>
              <a:ext uri="{FF2B5EF4-FFF2-40B4-BE49-F238E27FC236}">
                <a16:creationId xmlns:a16="http://schemas.microsoft.com/office/drawing/2014/main" id="{BF81403A-464E-22D2-D75E-397E29F5EAF8}"/>
              </a:ext>
            </a:extLst>
          </p:cNvPr>
          <p:cNvCxnSpPr>
            <a:cxnSpLocks/>
            <a:stCxn id="13" idx="3"/>
            <a:endCxn id="34" idx="2"/>
          </p:cNvCxnSpPr>
          <p:nvPr/>
        </p:nvCxnSpPr>
        <p:spPr>
          <a:xfrm>
            <a:off x="2361771" y="4144113"/>
            <a:ext cx="2179882" cy="3577"/>
          </a:xfrm>
          <a:prstGeom prst="straightConnector1">
            <a:avLst/>
          </a:prstGeom>
          <a:ln w="28575" cap="rnd">
            <a:solidFill>
              <a:schemeClr val="tx1">
                <a:lumMod val="75000"/>
                <a:lumOff val="25000"/>
              </a:schemeClr>
            </a:solidFill>
            <a:roun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Connecteur droit avec flèche 19">
            <a:extLst>
              <a:ext uri="{FF2B5EF4-FFF2-40B4-BE49-F238E27FC236}">
                <a16:creationId xmlns:a16="http://schemas.microsoft.com/office/drawing/2014/main" id="{4C7D65E7-70B7-B46F-C81C-2DE2A1316776}"/>
              </a:ext>
            </a:extLst>
          </p:cNvPr>
          <p:cNvCxnSpPr>
            <a:cxnSpLocks/>
            <a:stCxn id="34" idx="6"/>
            <a:endCxn id="15" idx="10"/>
          </p:cNvCxnSpPr>
          <p:nvPr/>
        </p:nvCxnSpPr>
        <p:spPr>
          <a:xfrm>
            <a:off x="6435881" y="4147690"/>
            <a:ext cx="2020852" cy="3247"/>
          </a:xfrm>
          <a:prstGeom prst="straightConnector1">
            <a:avLst/>
          </a:prstGeom>
          <a:ln w="28575" cap="rnd">
            <a:solidFill>
              <a:schemeClr val="tx1">
                <a:lumMod val="75000"/>
                <a:lumOff val="25000"/>
              </a:schemeClr>
            </a:solidFill>
            <a:roun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Connecteur droit avec flèche 20">
            <a:extLst>
              <a:ext uri="{FF2B5EF4-FFF2-40B4-BE49-F238E27FC236}">
                <a16:creationId xmlns:a16="http://schemas.microsoft.com/office/drawing/2014/main" id="{31A028F7-7705-0E29-CFD1-D8D986686279}"/>
              </a:ext>
            </a:extLst>
          </p:cNvPr>
          <p:cNvCxnSpPr>
            <a:cxnSpLocks/>
            <a:stCxn id="15" idx="2"/>
            <a:endCxn id="14" idx="2"/>
          </p:cNvCxnSpPr>
          <p:nvPr/>
        </p:nvCxnSpPr>
        <p:spPr>
          <a:xfrm flipH="1" flipV="1">
            <a:off x="9221600" y="2695344"/>
            <a:ext cx="22533" cy="1023792"/>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cteur droit avec flèche 27">
            <a:extLst>
              <a:ext uri="{FF2B5EF4-FFF2-40B4-BE49-F238E27FC236}">
                <a16:creationId xmlns:a16="http://schemas.microsoft.com/office/drawing/2014/main" id="{7A9FEDC0-3BDC-C820-1851-B9919EF8D6ED}"/>
              </a:ext>
            </a:extLst>
          </p:cNvPr>
          <p:cNvCxnSpPr>
            <a:cxnSpLocks/>
            <a:stCxn id="14" idx="1"/>
            <a:endCxn id="16" idx="3"/>
          </p:cNvCxnSpPr>
          <p:nvPr/>
        </p:nvCxnSpPr>
        <p:spPr>
          <a:xfrm flipH="1">
            <a:off x="7434519" y="2372640"/>
            <a:ext cx="994608" cy="0"/>
          </a:xfrm>
          <a:prstGeom prst="straightConnector1">
            <a:avLst/>
          </a:prstGeom>
          <a:ln>
            <a:solidFill>
              <a:srgbClr val="0F6FC6"/>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2" name="Rectangle : coins arrondis 31">
            <a:extLst>
              <a:ext uri="{FF2B5EF4-FFF2-40B4-BE49-F238E27FC236}">
                <a16:creationId xmlns:a16="http://schemas.microsoft.com/office/drawing/2014/main" id="{0EE67F57-8747-E545-8DF8-2040C75C6D5C}"/>
              </a:ext>
            </a:extLst>
          </p:cNvPr>
          <p:cNvSpPr/>
          <p:nvPr/>
        </p:nvSpPr>
        <p:spPr>
          <a:xfrm>
            <a:off x="10578250" y="2062165"/>
            <a:ext cx="1101053" cy="620951"/>
          </a:xfrm>
          <a:custGeom>
            <a:avLst/>
            <a:gdLst>
              <a:gd name="connsiteX0" fmla="*/ 0 w 1101053"/>
              <a:gd name="connsiteY0" fmla="*/ 103494 h 620951"/>
              <a:gd name="connsiteX1" fmla="*/ 103494 w 1101053"/>
              <a:gd name="connsiteY1" fmla="*/ 0 h 620951"/>
              <a:gd name="connsiteX2" fmla="*/ 997559 w 1101053"/>
              <a:gd name="connsiteY2" fmla="*/ 0 h 620951"/>
              <a:gd name="connsiteX3" fmla="*/ 1101053 w 1101053"/>
              <a:gd name="connsiteY3" fmla="*/ 103494 h 620951"/>
              <a:gd name="connsiteX4" fmla="*/ 1101053 w 1101053"/>
              <a:gd name="connsiteY4" fmla="*/ 517457 h 620951"/>
              <a:gd name="connsiteX5" fmla="*/ 997559 w 1101053"/>
              <a:gd name="connsiteY5" fmla="*/ 620951 h 620951"/>
              <a:gd name="connsiteX6" fmla="*/ 103494 w 1101053"/>
              <a:gd name="connsiteY6" fmla="*/ 620951 h 620951"/>
              <a:gd name="connsiteX7" fmla="*/ 0 w 1101053"/>
              <a:gd name="connsiteY7" fmla="*/ 517457 h 620951"/>
              <a:gd name="connsiteX8" fmla="*/ 0 w 1101053"/>
              <a:gd name="connsiteY8" fmla="*/ 103494 h 620951"/>
              <a:gd name="connsiteX0" fmla="*/ 0 w 1101053"/>
              <a:gd name="connsiteY0" fmla="*/ 103494 h 620951"/>
              <a:gd name="connsiteX1" fmla="*/ 103494 w 1101053"/>
              <a:gd name="connsiteY1" fmla="*/ 0 h 620951"/>
              <a:gd name="connsiteX2" fmla="*/ 997559 w 1101053"/>
              <a:gd name="connsiteY2" fmla="*/ 0 h 620951"/>
              <a:gd name="connsiteX3" fmla="*/ 1101053 w 1101053"/>
              <a:gd name="connsiteY3" fmla="*/ 103494 h 620951"/>
              <a:gd name="connsiteX4" fmla="*/ 1101053 w 1101053"/>
              <a:gd name="connsiteY4" fmla="*/ 517457 h 620951"/>
              <a:gd name="connsiteX5" fmla="*/ 997559 w 1101053"/>
              <a:gd name="connsiteY5" fmla="*/ 620951 h 620951"/>
              <a:gd name="connsiteX6" fmla="*/ 160882 w 1101053"/>
              <a:gd name="connsiteY6" fmla="*/ 620825 h 620951"/>
              <a:gd name="connsiteX7" fmla="*/ 103494 w 1101053"/>
              <a:gd name="connsiteY7" fmla="*/ 620951 h 620951"/>
              <a:gd name="connsiteX8" fmla="*/ 0 w 1101053"/>
              <a:gd name="connsiteY8" fmla="*/ 517457 h 620951"/>
              <a:gd name="connsiteX9" fmla="*/ 0 w 1101053"/>
              <a:gd name="connsiteY9" fmla="*/ 103494 h 620951"/>
              <a:gd name="connsiteX0" fmla="*/ 0 w 1101053"/>
              <a:gd name="connsiteY0" fmla="*/ 103494 h 620951"/>
              <a:gd name="connsiteX1" fmla="*/ 103494 w 1101053"/>
              <a:gd name="connsiteY1" fmla="*/ 0 h 620951"/>
              <a:gd name="connsiteX2" fmla="*/ 997559 w 1101053"/>
              <a:gd name="connsiteY2" fmla="*/ 0 h 620951"/>
              <a:gd name="connsiteX3" fmla="*/ 1101053 w 1101053"/>
              <a:gd name="connsiteY3" fmla="*/ 103494 h 620951"/>
              <a:gd name="connsiteX4" fmla="*/ 1101053 w 1101053"/>
              <a:gd name="connsiteY4" fmla="*/ 517457 h 620951"/>
              <a:gd name="connsiteX5" fmla="*/ 997559 w 1101053"/>
              <a:gd name="connsiteY5" fmla="*/ 620951 h 620951"/>
              <a:gd name="connsiteX6" fmla="*/ 541088 w 1101053"/>
              <a:gd name="connsiteY6" fmla="*/ 619237 h 620951"/>
              <a:gd name="connsiteX7" fmla="*/ 160882 w 1101053"/>
              <a:gd name="connsiteY7" fmla="*/ 620825 h 620951"/>
              <a:gd name="connsiteX8" fmla="*/ 103494 w 1101053"/>
              <a:gd name="connsiteY8" fmla="*/ 620951 h 620951"/>
              <a:gd name="connsiteX9" fmla="*/ 0 w 1101053"/>
              <a:gd name="connsiteY9" fmla="*/ 517457 h 620951"/>
              <a:gd name="connsiteX10" fmla="*/ 0 w 1101053"/>
              <a:gd name="connsiteY10" fmla="*/ 103494 h 620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01053" h="620951">
                <a:moveTo>
                  <a:pt x="0" y="103494"/>
                </a:moveTo>
                <a:cubicBezTo>
                  <a:pt x="0" y="46336"/>
                  <a:pt x="46336" y="0"/>
                  <a:pt x="103494" y="0"/>
                </a:cubicBezTo>
                <a:lnTo>
                  <a:pt x="997559" y="0"/>
                </a:lnTo>
                <a:cubicBezTo>
                  <a:pt x="1054717" y="0"/>
                  <a:pt x="1101053" y="46336"/>
                  <a:pt x="1101053" y="103494"/>
                </a:cubicBezTo>
                <a:lnTo>
                  <a:pt x="1101053" y="517457"/>
                </a:lnTo>
                <a:cubicBezTo>
                  <a:pt x="1101053" y="574615"/>
                  <a:pt x="1054717" y="620951"/>
                  <a:pt x="997559" y="620951"/>
                </a:cubicBezTo>
                <a:lnTo>
                  <a:pt x="541088" y="619237"/>
                </a:lnTo>
                <a:lnTo>
                  <a:pt x="160882" y="620825"/>
                </a:lnTo>
                <a:lnTo>
                  <a:pt x="103494" y="620951"/>
                </a:lnTo>
                <a:cubicBezTo>
                  <a:pt x="46336" y="620951"/>
                  <a:pt x="0" y="574615"/>
                  <a:pt x="0" y="517457"/>
                </a:cubicBezTo>
                <a:lnTo>
                  <a:pt x="0" y="103494"/>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fr-FR" sz="1100" dirty="0">
                <a:ln>
                  <a:solidFill>
                    <a:schemeClr val="bg1"/>
                  </a:solidFill>
                </a:ln>
                <a:latin typeface="+mj-lt"/>
              </a:rPr>
              <a:t>EXCHANGE </a:t>
            </a:r>
          </a:p>
          <a:p>
            <a:pPr algn="ctr">
              <a:lnSpc>
                <a:spcPct val="80000"/>
              </a:lnSpc>
            </a:pPr>
            <a:r>
              <a:rPr lang="fr-FR" sz="1100" dirty="0">
                <a:ln>
                  <a:solidFill>
                    <a:schemeClr val="bg1"/>
                  </a:solidFill>
                </a:ln>
                <a:latin typeface="+mj-lt"/>
              </a:rPr>
              <a:t>on-line</a:t>
            </a:r>
          </a:p>
        </p:txBody>
      </p:sp>
      <p:cxnSp>
        <p:nvCxnSpPr>
          <p:cNvPr id="33" name="Connecteur droit avec flèche 32">
            <a:extLst>
              <a:ext uri="{FF2B5EF4-FFF2-40B4-BE49-F238E27FC236}">
                <a16:creationId xmlns:a16="http://schemas.microsoft.com/office/drawing/2014/main" id="{C6F75701-54CC-798F-F60D-A116B9DEEE70}"/>
              </a:ext>
            </a:extLst>
          </p:cNvPr>
          <p:cNvCxnSpPr>
            <a:cxnSpLocks/>
            <a:stCxn id="45" idx="0"/>
            <a:endCxn id="32" idx="6"/>
          </p:cNvCxnSpPr>
          <p:nvPr/>
        </p:nvCxnSpPr>
        <p:spPr>
          <a:xfrm flipH="1" flipV="1">
            <a:off x="11119338" y="2681402"/>
            <a:ext cx="22614" cy="1058149"/>
          </a:xfrm>
          <a:prstGeom prst="straightConnector1">
            <a:avLst/>
          </a:prstGeom>
          <a:ln w="28575" cap="rnd">
            <a:solidFill>
              <a:srgbClr val="0F6FC6"/>
            </a:solidFill>
            <a:round/>
            <a:tailEnd type="triangle"/>
          </a:ln>
        </p:spPr>
        <p:style>
          <a:lnRef idx="1">
            <a:schemeClr val="accent1"/>
          </a:lnRef>
          <a:fillRef idx="0">
            <a:schemeClr val="accent1"/>
          </a:fillRef>
          <a:effectRef idx="0">
            <a:schemeClr val="accent1"/>
          </a:effectRef>
          <a:fontRef idx="minor">
            <a:schemeClr val="tx1"/>
          </a:fontRef>
        </p:style>
      </p:cxnSp>
      <p:sp>
        <p:nvSpPr>
          <p:cNvPr id="24" name="Ellipse 23">
            <a:extLst>
              <a:ext uri="{FF2B5EF4-FFF2-40B4-BE49-F238E27FC236}">
                <a16:creationId xmlns:a16="http://schemas.microsoft.com/office/drawing/2014/main" id="{7B4FFB9A-850E-0659-1ABF-E6A872AFAC96}"/>
              </a:ext>
            </a:extLst>
          </p:cNvPr>
          <p:cNvSpPr>
            <a:spLocks noChangeAspect="1"/>
          </p:cNvSpPr>
          <p:nvPr/>
        </p:nvSpPr>
        <p:spPr>
          <a:xfrm>
            <a:off x="4790367" y="3449740"/>
            <a:ext cx="1396800" cy="1395898"/>
          </a:xfrm>
          <a:prstGeom prst="ellipse">
            <a:avLst/>
          </a:prstGeom>
          <a:solidFill>
            <a:srgbClr val="E65012">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fr-FR" sz="1200" dirty="0">
                <a:ln>
                  <a:solidFill>
                    <a:schemeClr val="bg1"/>
                  </a:solidFill>
                </a:ln>
                <a:solidFill>
                  <a:schemeClr val="bg1"/>
                </a:solidFill>
                <a:latin typeface="+mj-lt"/>
              </a:rPr>
              <a:t>Community</a:t>
            </a:r>
          </a:p>
          <a:p>
            <a:pPr algn="ctr">
              <a:lnSpc>
                <a:spcPct val="80000"/>
              </a:lnSpc>
            </a:pPr>
            <a:r>
              <a:rPr lang="fr-FR" sz="1200" dirty="0">
                <a:ln>
                  <a:solidFill>
                    <a:schemeClr val="bg1"/>
                  </a:solidFill>
                </a:ln>
                <a:solidFill>
                  <a:schemeClr val="bg1"/>
                </a:solidFill>
                <a:latin typeface="+mj-lt"/>
              </a:rPr>
              <a:t>PEOPLE </a:t>
            </a:r>
          </a:p>
        </p:txBody>
      </p:sp>
      <p:sp>
        <p:nvSpPr>
          <p:cNvPr id="34" name="Ellipse 33">
            <a:extLst>
              <a:ext uri="{FF2B5EF4-FFF2-40B4-BE49-F238E27FC236}">
                <a16:creationId xmlns:a16="http://schemas.microsoft.com/office/drawing/2014/main" id="{F3B6CD3B-3720-4E1D-44B1-AE9FE7566513}"/>
              </a:ext>
            </a:extLst>
          </p:cNvPr>
          <p:cNvSpPr>
            <a:spLocks noChangeAspect="1"/>
          </p:cNvSpPr>
          <p:nvPr/>
        </p:nvSpPr>
        <p:spPr>
          <a:xfrm>
            <a:off x="4541653" y="3200856"/>
            <a:ext cx="1894228" cy="1893667"/>
          </a:xfrm>
          <a:prstGeom prst="ellipse">
            <a:avLst/>
          </a:prstGeom>
          <a:noFill/>
          <a:ln w="57150">
            <a:gradFill>
              <a:gsLst>
                <a:gs pos="0">
                  <a:schemeClr val="accent1">
                    <a:lumMod val="5000"/>
                    <a:lumOff val="95000"/>
                    <a:alpha val="13000"/>
                  </a:schemeClr>
                </a:gs>
                <a:gs pos="67000">
                  <a:schemeClr val="tx1">
                    <a:alpha val="61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ln>
                <a:gradFill flip="none" rotWithShape="1">
                  <a:gsLst>
                    <a:gs pos="0">
                      <a:schemeClr val="tx1"/>
                    </a:gs>
                    <a:gs pos="100000">
                      <a:schemeClr val="bg1">
                        <a:alpha val="0"/>
                      </a:schemeClr>
                    </a:gs>
                  </a:gsLst>
                  <a:lin ang="16200000" scaled="1"/>
                  <a:tileRect/>
                </a:gradFill>
              </a:ln>
              <a:noFill/>
              <a:latin typeface="+mj-lt"/>
            </a:endParaRPr>
          </a:p>
        </p:txBody>
      </p:sp>
      <p:sp>
        <p:nvSpPr>
          <p:cNvPr id="35" name="Rectangle 34">
            <a:extLst>
              <a:ext uri="{FF2B5EF4-FFF2-40B4-BE49-F238E27FC236}">
                <a16:creationId xmlns:a16="http://schemas.microsoft.com/office/drawing/2014/main" id="{CD3EE107-4B6F-2427-8CE1-AA88B2E92992}"/>
              </a:ext>
            </a:extLst>
          </p:cNvPr>
          <p:cNvSpPr/>
          <p:nvPr/>
        </p:nvSpPr>
        <p:spPr>
          <a:xfrm>
            <a:off x="4911526" y="5084891"/>
            <a:ext cx="1154483" cy="253916"/>
          </a:xfrm>
          <a:prstGeom prst="rect">
            <a:avLst/>
          </a:prstGeom>
          <a:ln>
            <a:noFill/>
          </a:ln>
        </p:spPr>
        <p:txBody>
          <a:bodyPr wrap="none">
            <a:spAutoFit/>
          </a:bodyPr>
          <a:lstStyle/>
          <a:p>
            <a:pPr algn="ctr"/>
            <a:r>
              <a:rPr lang="fr-FR" sz="1050" b="1" dirty="0">
                <a:solidFill>
                  <a:srgbClr val="00B0F0"/>
                </a:solidFill>
              </a:rPr>
              <a:t>API Management</a:t>
            </a:r>
          </a:p>
        </p:txBody>
      </p:sp>
      <p:cxnSp>
        <p:nvCxnSpPr>
          <p:cNvPr id="36" name="Connecteur droit avec flèche 35">
            <a:extLst>
              <a:ext uri="{FF2B5EF4-FFF2-40B4-BE49-F238E27FC236}">
                <a16:creationId xmlns:a16="http://schemas.microsoft.com/office/drawing/2014/main" id="{4DB66201-8E2B-84AA-49E6-D9275F2C8C3E}"/>
              </a:ext>
            </a:extLst>
          </p:cNvPr>
          <p:cNvCxnSpPr>
            <a:cxnSpLocks/>
            <a:stCxn id="57" idx="1"/>
            <a:endCxn id="34" idx="5"/>
          </p:cNvCxnSpPr>
          <p:nvPr/>
        </p:nvCxnSpPr>
        <p:spPr>
          <a:xfrm rot="10800000">
            <a:off x="6158478" y="4817203"/>
            <a:ext cx="2352422" cy="672205"/>
          </a:xfrm>
          <a:prstGeom prst="curvedConnector2">
            <a:avLst/>
          </a:prstGeom>
          <a:ln w="28575" cap="rnd">
            <a:solidFill>
              <a:schemeClr val="tx1">
                <a:lumMod val="75000"/>
                <a:lumOff val="25000"/>
              </a:schemeClr>
            </a:solidFill>
            <a:round/>
            <a:headEnd type="triangle"/>
            <a:tailEnd type="triangle"/>
          </a:ln>
        </p:spPr>
        <p:style>
          <a:lnRef idx="1">
            <a:schemeClr val="accent1"/>
          </a:lnRef>
          <a:fillRef idx="0">
            <a:schemeClr val="accent1"/>
          </a:fillRef>
          <a:effectRef idx="0">
            <a:schemeClr val="accent1"/>
          </a:effectRef>
          <a:fontRef idx="minor">
            <a:schemeClr val="tx1"/>
          </a:fontRef>
        </p:style>
      </p:cxnSp>
      <p:sp>
        <p:nvSpPr>
          <p:cNvPr id="45" name="Rectangle : coins arrondis 44">
            <a:extLst>
              <a:ext uri="{FF2B5EF4-FFF2-40B4-BE49-F238E27FC236}">
                <a16:creationId xmlns:a16="http://schemas.microsoft.com/office/drawing/2014/main" id="{FA94FFA1-C314-0714-3A2E-7535AA79D547}"/>
              </a:ext>
            </a:extLst>
          </p:cNvPr>
          <p:cNvSpPr/>
          <p:nvPr/>
        </p:nvSpPr>
        <p:spPr>
          <a:xfrm>
            <a:off x="10566942" y="3739551"/>
            <a:ext cx="1150019" cy="871644"/>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fr-FR" sz="800" dirty="0">
                <a:ln>
                  <a:solidFill>
                    <a:schemeClr val="bg1"/>
                  </a:solidFill>
                </a:ln>
                <a:latin typeface="+mj-lt"/>
              </a:rPr>
              <a:t>Création mail :</a:t>
            </a:r>
            <a:r>
              <a:rPr lang="fr-FR" sz="1100" dirty="0">
                <a:ln>
                  <a:solidFill>
                    <a:schemeClr val="bg1"/>
                  </a:solidFill>
                </a:ln>
                <a:latin typeface="+mj-lt"/>
              </a:rPr>
              <a:t> EXCHANGE </a:t>
            </a:r>
          </a:p>
          <a:p>
            <a:pPr algn="ctr">
              <a:lnSpc>
                <a:spcPct val="80000"/>
              </a:lnSpc>
            </a:pPr>
            <a:r>
              <a:rPr lang="en-US" sz="1100" dirty="0">
                <a:ln>
                  <a:solidFill>
                    <a:schemeClr val="bg1"/>
                  </a:solidFill>
                </a:ln>
                <a:latin typeface="+mj-lt"/>
              </a:rPr>
              <a:t>On-Premise</a:t>
            </a:r>
          </a:p>
        </p:txBody>
      </p:sp>
      <p:cxnSp>
        <p:nvCxnSpPr>
          <p:cNvPr id="49" name="Connecteur : en angle 48">
            <a:extLst>
              <a:ext uri="{FF2B5EF4-FFF2-40B4-BE49-F238E27FC236}">
                <a16:creationId xmlns:a16="http://schemas.microsoft.com/office/drawing/2014/main" id="{C2A43EE0-B802-F705-3022-256B67B68D47}"/>
              </a:ext>
            </a:extLst>
          </p:cNvPr>
          <p:cNvCxnSpPr>
            <a:cxnSpLocks/>
            <a:stCxn id="32" idx="7"/>
            <a:endCxn id="15" idx="4"/>
          </p:cNvCxnSpPr>
          <p:nvPr/>
        </p:nvCxnSpPr>
        <p:spPr>
          <a:xfrm flipH="1">
            <a:off x="10049392" y="2682990"/>
            <a:ext cx="689740" cy="1193451"/>
          </a:xfrm>
          <a:prstGeom prst="curvedConnector3">
            <a:avLst>
              <a:gd name="adj1" fmla="val 513"/>
            </a:avLst>
          </a:prstGeom>
          <a:ln w="28575" cap="rnd">
            <a:solidFill>
              <a:srgbClr val="0F6FC6"/>
            </a:solidFill>
            <a:round/>
            <a:tailEnd type="triangle"/>
          </a:ln>
        </p:spPr>
        <p:style>
          <a:lnRef idx="1">
            <a:schemeClr val="accent1"/>
          </a:lnRef>
          <a:fillRef idx="0">
            <a:schemeClr val="accent1"/>
          </a:fillRef>
          <a:effectRef idx="0">
            <a:schemeClr val="accent1"/>
          </a:effectRef>
          <a:fontRef idx="minor">
            <a:schemeClr val="tx1"/>
          </a:fontRef>
        </p:style>
      </p:cxnSp>
      <p:sp>
        <p:nvSpPr>
          <p:cNvPr id="52" name="Flèche : double flèche horizontale 51">
            <a:extLst>
              <a:ext uri="{FF2B5EF4-FFF2-40B4-BE49-F238E27FC236}">
                <a16:creationId xmlns:a16="http://schemas.microsoft.com/office/drawing/2014/main" id="{9E68DC3D-B370-7863-D252-206BECDA4B94}"/>
              </a:ext>
            </a:extLst>
          </p:cNvPr>
          <p:cNvSpPr/>
          <p:nvPr/>
        </p:nvSpPr>
        <p:spPr>
          <a:xfrm>
            <a:off x="2061936" y="2949726"/>
            <a:ext cx="6620007" cy="783375"/>
          </a:xfrm>
          <a:prstGeom prst="leftRightArrow">
            <a:avLst>
              <a:gd name="adj1" fmla="val 50000"/>
              <a:gd name="adj2" fmla="val 69764"/>
            </a:avLst>
          </a:prstGeom>
          <a:solidFill>
            <a:srgbClr val="0F6FC6">
              <a:alpha val="20000"/>
            </a:srgbClr>
          </a:solidFill>
          <a:ln w="3175" cap="rnd">
            <a:solidFill>
              <a:schemeClr val="tx1"/>
            </a:solidFill>
            <a:prstDash val="sysDash"/>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ln>
                <a:solidFill>
                  <a:schemeClr val="tx1">
                    <a:lumMod val="90000"/>
                    <a:lumOff val="10000"/>
                  </a:schemeClr>
                </a:solidFill>
              </a:ln>
              <a:solidFill>
                <a:schemeClr val="tx1">
                  <a:lumMod val="90000"/>
                  <a:lumOff val="10000"/>
                </a:schemeClr>
              </a:solidFill>
            </a:endParaRPr>
          </a:p>
        </p:txBody>
      </p:sp>
      <p:sp>
        <p:nvSpPr>
          <p:cNvPr id="54" name="Flèche : gauche 53">
            <a:extLst>
              <a:ext uri="{FF2B5EF4-FFF2-40B4-BE49-F238E27FC236}">
                <a16:creationId xmlns:a16="http://schemas.microsoft.com/office/drawing/2014/main" id="{E5E58128-87F2-2B22-8612-5B8C2620FFCC}"/>
              </a:ext>
            </a:extLst>
          </p:cNvPr>
          <p:cNvSpPr/>
          <p:nvPr/>
        </p:nvSpPr>
        <p:spPr>
          <a:xfrm>
            <a:off x="2345919" y="4202249"/>
            <a:ext cx="6235152" cy="758811"/>
          </a:xfrm>
          <a:prstGeom prst="leftArrow">
            <a:avLst>
              <a:gd name="adj1" fmla="val 50000"/>
              <a:gd name="adj2" fmla="val 74228"/>
            </a:avLst>
          </a:prstGeom>
          <a:solidFill>
            <a:srgbClr val="0F6FC6">
              <a:alpha val="20000"/>
            </a:srgbClr>
          </a:solidFill>
          <a:ln w="3175" cap="rnd">
            <a:solidFill>
              <a:schemeClr val="tx1"/>
            </a:solidFill>
            <a:prstDash val="sysDash"/>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ln>
                <a:solidFill>
                  <a:schemeClr val="tx1">
                    <a:lumMod val="90000"/>
                    <a:lumOff val="10000"/>
                  </a:schemeClr>
                </a:solidFill>
              </a:ln>
              <a:solidFill>
                <a:schemeClr val="tx1">
                  <a:lumMod val="90000"/>
                  <a:lumOff val="10000"/>
                </a:schemeClr>
              </a:solidFill>
            </a:endParaRPr>
          </a:p>
        </p:txBody>
      </p:sp>
      <p:sp>
        <p:nvSpPr>
          <p:cNvPr id="55" name="Flèche : droite 54">
            <a:extLst>
              <a:ext uri="{FF2B5EF4-FFF2-40B4-BE49-F238E27FC236}">
                <a16:creationId xmlns:a16="http://schemas.microsoft.com/office/drawing/2014/main" id="{D1633A4F-B45B-F6BC-70FD-EF8615127EE7}"/>
              </a:ext>
            </a:extLst>
          </p:cNvPr>
          <p:cNvSpPr/>
          <p:nvPr/>
        </p:nvSpPr>
        <p:spPr>
          <a:xfrm>
            <a:off x="2368733" y="3542246"/>
            <a:ext cx="2542793" cy="694403"/>
          </a:xfrm>
          <a:prstGeom prst="rightArrow">
            <a:avLst>
              <a:gd name="adj1" fmla="val 50000"/>
              <a:gd name="adj2" fmla="val 66882"/>
            </a:avLst>
          </a:prstGeom>
          <a:solidFill>
            <a:srgbClr val="0F6FC6">
              <a:alpha val="20000"/>
            </a:srgbClr>
          </a:solidFill>
          <a:ln w="3175" cap="rnd">
            <a:solidFill>
              <a:schemeClr val="tx1"/>
            </a:solidFill>
            <a:prstDash val="sysDash"/>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ln>
                <a:solidFill>
                  <a:schemeClr val="tx1">
                    <a:lumMod val="90000"/>
                    <a:lumOff val="10000"/>
                  </a:schemeClr>
                </a:solidFill>
              </a:ln>
              <a:solidFill>
                <a:schemeClr val="tx1">
                  <a:lumMod val="90000"/>
                  <a:lumOff val="10000"/>
                </a:schemeClr>
              </a:solidFill>
            </a:endParaRPr>
          </a:p>
        </p:txBody>
      </p:sp>
      <p:sp>
        <p:nvSpPr>
          <p:cNvPr id="6" name="Rectangle : coins arrondis 5">
            <a:extLst>
              <a:ext uri="{FF2B5EF4-FFF2-40B4-BE49-F238E27FC236}">
                <a16:creationId xmlns:a16="http://schemas.microsoft.com/office/drawing/2014/main" id="{D877FB92-7EBE-2ACB-1368-118915318808}"/>
              </a:ext>
            </a:extLst>
          </p:cNvPr>
          <p:cNvSpPr/>
          <p:nvPr/>
        </p:nvSpPr>
        <p:spPr>
          <a:xfrm>
            <a:off x="1687040" y="3093176"/>
            <a:ext cx="2854614" cy="753209"/>
          </a:xfrm>
          <a:prstGeom prst="roundRect">
            <a:avLst>
              <a:gd name="adj" fmla="val 21746"/>
            </a:avLst>
          </a:prstGeom>
          <a:solidFill>
            <a:schemeClr val="bg2">
              <a:alpha val="10000"/>
            </a:schemeClr>
          </a:solidFill>
          <a:ln w="12700">
            <a:solidFill>
              <a:schemeClr val="tx1">
                <a:alpha val="13000"/>
              </a:schemeClr>
            </a:solidFill>
            <a:prstDash val="sysDash"/>
          </a:ln>
          <a:effectLst>
            <a:outerShdw blurRad="25400" dist="63500" dir="2700000" algn="tl" rotWithShape="0">
              <a:prstClr val="black">
                <a:alpha val="6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1200" dirty="0">
                <a:ln>
                  <a:solidFill>
                    <a:schemeClr val="tx1">
                      <a:alpha val="60000"/>
                    </a:schemeClr>
                  </a:solidFill>
                </a:ln>
                <a:solidFill>
                  <a:schemeClr val="tx1">
                    <a:alpha val="55000"/>
                  </a:schemeClr>
                </a:solidFill>
                <a:latin typeface="+mj-lt"/>
              </a:rPr>
              <a:t>Gestion des Chantiers</a:t>
            </a:r>
          </a:p>
        </p:txBody>
      </p:sp>
      <p:pic>
        <p:nvPicPr>
          <p:cNvPr id="41" name="Graphique 40" descr="Cloud Computing">
            <a:extLst>
              <a:ext uri="{FF2B5EF4-FFF2-40B4-BE49-F238E27FC236}">
                <a16:creationId xmlns:a16="http://schemas.microsoft.com/office/drawing/2014/main" id="{D61772B3-E870-6AF7-F9D7-CEC62447A51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33039" y="1622985"/>
            <a:ext cx="369578" cy="369578"/>
          </a:xfrm>
          <a:prstGeom prst="rect">
            <a:avLst/>
          </a:prstGeom>
        </p:spPr>
      </p:pic>
      <p:sp>
        <p:nvSpPr>
          <p:cNvPr id="47" name="ZoneTexte 46">
            <a:extLst>
              <a:ext uri="{FF2B5EF4-FFF2-40B4-BE49-F238E27FC236}">
                <a16:creationId xmlns:a16="http://schemas.microsoft.com/office/drawing/2014/main" id="{77ED9126-536C-1CB8-820B-EEE987788BB7}"/>
              </a:ext>
            </a:extLst>
          </p:cNvPr>
          <p:cNvSpPr txBox="1"/>
          <p:nvPr/>
        </p:nvSpPr>
        <p:spPr>
          <a:xfrm>
            <a:off x="8209453" y="1665571"/>
            <a:ext cx="1327736" cy="276999"/>
          </a:xfrm>
          <a:prstGeom prst="rect">
            <a:avLst/>
          </a:prstGeom>
          <a:noFill/>
        </p:spPr>
        <p:txBody>
          <a:bodyPr wrap="none" rtlCol="0">
            <a:spAutoFit/>
          </a:bodyPr>
          <a:lstStyle/>
          <a:p>
            <a:r>
              <a:rPr lang="en-AE" sz="1200" dirty="0">
                <a:ln w="9525">
                  <a:solidFill>
                    <a:srgbClr val="FF5A28">
                      <a:alpha val="50000"/>
                    </a:srgbClr>
                  </a:solidFill>
                </a:ln>
                <a:solidFill>
                  <a:srgbClr val="E65012">
                    <a:alpha val="50000"/>
                  </a:srgbClr>
                </a:solidFill>
                <a:latin typeface="+mj-lt"/>
              </a:rPr>
              <a:t>SaaS environments</a:t>
            </a:r>
          </a:p>
        </p:txBody>
      </p:sp>
      <p:sp>
        <p:nvSpPr>
          <p:cNvPr id="56" name="ZoneTexte 55">
            <a:extLst>
              <a:ext uri="{FF2B5EF4-FFF2-40B4-BE49-F238E27FC236}">
                <a16:creationId xmlns:a16="http://schemas.microsoft.com/office/drawing/2014/main" id="{9A424101-A4CF-C665-78FB-FB9CA14F87EF}"/>
              </a:ext>
            </a:extLst>
          </p:cNvPr>
          <p:cNvSpPr txBox="1"/>
          <p:nvPr/>
        </p:nvSpPr>
        <p:spPr>
          <a:xfrm>
            <a:off x="4998956" y="6032819"/>
            <a:ext cx="1701235" cy="276999"/>
          </a:xfrm>
          <a:prstGeom prst="rect">
            <a:avLst/>
          </a:prstGeom>
          <a:noFill/>
        </p:spPr>
        <p:txBody>
          <a:bodyPr wrap="none" rtlCol="0">
            <a:spAutoFit/>
          </a:bodyPr>
          <a:lstStyle/>
          <a:p>
            <a:r>
              <a:rPr lang="en-AE" sz="1200" dirty="0">
                <a:ln w="9525">
                  <a:solidFill>
                    <a:srgbClr val="FF5A28">
                      <a:alpha val="50000"/>
                    </a:srgbClr>
                  </a:solidFill>
                </a:ln>
                <a:solidFill>
                  <a:srgbClr val="E65012">
                    <a:alpha val="50000"/>
                  </a:srgbClr>
                </a:solidFill>
                <a:latin typeface="+mj-lt"/>
              </a:rPr>
              <a:t>On-Premise Environments</a:t>
            </a:r>
          </a:p>
        </p:txBody>
      </p:sp>
      <p:grpSp>
        <p:nvGrpSpPr>
          <p:cNvPr id="58" name="Groupe 57">
            <a:extLst>
              <a:ext uri="{FF2B5EF4-FFF2-40B4-BE49-F238E27FC236}">
                <a16:creationId xmlns:a16="http://schemas.microsoft.com/office/drawing/2014/main" id="{FA4050AA-ABC4-5A13-2CA7-02F16D2A3BCF}"/>
              </a:ext>
            </a:extLst>
          </p:cNvPr>
          <p:cNvGrpSpPr/>
          <p:nvPr/>
        </p:nvGrpSpPr>
        <p:grpSpPr>
          <a:xfrm>
            <a:off x="8510900" y="4792527"/>
            <a:ext cx="1479672" cy="1393759"/>
            <a:chOff x="8489855" y="4946038"/>
            <a:chExt cx="1479672" cy="1393759"/>
          </a:xfrm>
        </p:grpSpPr>
        <p:sp>
          <p:nvSpPr>
            <p:cNvPr id="57" name="Rectangle : coins arrondis 56">
              <a:extLst>
                <a:ext uri="{FF2B5EF4-FFF2-40B4-BE49-F238E27FC236}">
                  <a16:creationId xmlns:a16="http://schemas.microsoft.com/office/drawing/2014/main" id="{FF229FB9-B1BC-6E33-DD5E-AD252FE63F40}"/>
                </a:ext>
              </a:extLst>
            </p:cNvPr>
            <p:cNvSpPr/>
            <p:nvPr/>
          </p:nvSpPr>
          <p:spPr>
            <a:xfrm>
              <a:off x="8489855" y="4946038"/>
              <a:ext cx="1479672" cy="1393759"/>
            </a:xfrm>
            <a:prstGeom prst="roundRect">
              <a:avLst>
                <a:gd name="adj" fmla="val 5597"/>
              </a:avLst>
            </a:prstGeom>
            <a:solidFill>
              <a:schemeClr val="bg1">
                <a:alpha val="20000"/>
              </a:schemeClr>
            </a:solid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70000"/>
                </a:lnSpc>
              </a:pPr>
              <a:r>
                <a:rPr lang="fr-FR" sz="1100" dirty="0">
                  <a:ln w="6350">
                    <a:solidFill>
                      <a:schemeClr val="accent5"/>
                    </a:solidFill>
                  </a:ln>
                  <a:solidFill>
                    <a:srgbClr val="93C52A"/>
                  </a:solidFill>
                </a:rPr>
                <a:t>~30 Applications</a:t>
              </a:r>
            </a:p>
            <a:p>
              <a:pPr algn="ctr">
                <a:lnSpc>
                  <a:spcPct val="70000"/>
                </a:lnSpc>
              </a:pPr>
              <a:r>
                <a:rPr lang="fr-FR" sz="1100" dirty="0">
                  <a:ln w="6350">
                    <a:solidFill>
                      <a:schemeClr val="accent5"/>
                    </a:solidFill>
                  </a:ln>
                  <a:solidFill>
                    <a:srgbClr val="93C52A"/>
                  </a:solidFill>
                </a:rPr>
                <a:t>(BYCN </a:t>
              </a:r>
              <a:r>
                <a:rPr lang="en-US" sz="1100" dirty="0">
                  <a:ln w="6350">
                    <a:solidFill>
                      <a:schemeClr val="accent5"/>
                    </a:solidFill>
                  </a:ln>
                  <a:solidFill>
                    <a:srgbClr val="93C52A"/>
                  </a:solidFill>
                </a:rPr>
                <a:t>On-Premise</a:t>
              </a:r>
              <a:r>
                <a:rPr lang="fr-FR" sz="1100" dirty="0">
                  <a:ln w="6350">
                    <a:solidFill>
                      <a:schemeClr val="accent5"/>
                    </a:solidFill>
                  </a:ln>
                  <a:solidFill>
                    <a:srgbClr val="93C52A"/>
                  </a:solidFill>
                </a:rPr>
                <a:t>)</a:t>
              </a:r>
            </a:p>
          </p:txBody>
        </p:sp>
        <p:sp>
          <p:nvSpPr>
            <p:cNvPr id="38" name="Rectangle : coins arrondis 37">
              <a:extLst>
                <a:ext uri="{FF2B5EF4-FFF2-40B4-BE49-F238E27FC236}">
                  <a16:creationId xmlns:a16="http://schemas.microsoft.com/office/drawing/2014/main" id="{30E9CEF9-4165-F4E2-D2D4-8AD07F8E4236}"/>
                </a:ext>
              </a:extLst>
            </p:cNvPr>
            <p:cNvSpPr/>
            <p:nvPr/>
          </p:nvSpPr>
          <p:spPr>
            <a:xfrm>
              <a:off x="8674387" y="5334279"/>
              <a:ext cx="1110608" cy="268700"/>
            </a:xfrm>
            <a:prstGeom prst="roundRect">
              <a:avLst/>
            </a:prstGeom>
            <a:solidFill>
              <a:srgbClr val="93C52A"/>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1100" dirty="0">
                  <a:solidFill>
                    <a:schemeClr val="bg1"/>
                  </a:solidFill>
                  <a:latin typeface="+mj-lt"/>
                </a:rPr>
                <a:t>EDOC</a:t>
              </a:r>
            </a:p>
          </p:txBody>
        </p:sp>
        <p:sp>
          <p:nvSpPr>
            <p:cNvPr id="39" name="Rectangle : coins arrondis 38">
              <a:extLst>
                <a:ext uri="{FF2B5EF4-FFF2-40B4-BE49-F238E27FC236}">
                  <a16:creationId xmlns:a16="http://schemas.microsoft.com/office/drawing/2014/main" id="{20C9FB56-2BD4-642C-8936-72D95F7742A9}"/>
                </a:ext>
              </a:extLst>
            </p:cNvPr>
            <p:cNvSpPr/>
            <p:nvPr/>
          </p:nvSpPr>
          <p:spPr>
            <a:xfrm>
              <a:off x="8682128" y="5644757"/>
              <a:ext cx="1095126" cy="268701"/>
            </a:xfrm>
            <a:prstGeom prst="roundRect">
              <a:avLst/>
            </a:prstGeom>
            <a:solidFill>
              <a:srgbClr val="93C52A"/>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1100" dirty="0">
                  <a:solidFill>
                    <a:schemeClr val="bg1"/>
                  </a:solidFill>
                  <a:latin typeface="+mj-lt"/>
                </a:rPr>
                <a:t>OASIS</a:t>
              </a:r>
            </a:p>
          </p:txBody>
        </p:sp>
        <p:sp>
          <p:nvSpPr>
            <p:cNvPr id="40" name="Rectangle : coins arrondis 39">
              <a:extLst>
                <a:ext uri="{FF2B5EF4-FFF2-40B4-BE49-F238E27FC236}">
                  <a16:creationId xmlns:a16="http://schemas.microsoft.com/office/drawing/2014/main" id="{3A2AE864-7B46-B6A7-596D-8E83AA3CEA8D}"/>
                </a:ext>
              </a:extLst>
            </p:cNvPr>
            <p:cNvSpPr/>
            <p:nvPr/>
          </p:nvSpPr>
          <p:spPr>
            <a:xfrm>
              <a:off x="8682128" y="5955236"/>
              <a:ext cx="1095126" cy="268701"/>
            </a:xfrm>
            <a:prstGeom prst="roundRect">
              <a:avLst/>
            </a:prstGeom>
            <a:solidFill>
              <a:srgbClr val="93C52A"/>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1100" dirty="0">
                  <a:solidFill>
                    <a:schemeClr val="bg1"/>
                  </a:solidFill>
                  <a:latin typeface="+mj-lt"/>
                </a:rPr>
                <a:t>POLYBRAIN</a:t>
              </a:r>
            </a:p>
          </p:txBody>
        </p:sp>
      </p:grpSp>
      <p:sp>
        <p:nvSpPr>
          <p:cNvPr id="81" name="ZoneTexte 80">
            <a:extLst>
              <a:ext uri="{FF2B5EF4-FFF2-40B4-BE49-F238E27FC236}">
                <a16:creationId xmlns:a16="http://schemas.microsoft.com/office/drawing/2014/main" id="{1DB3B2CD-B15A-E908-081A-833D49F8031F}"/>
              </a:ext>
            </a:extLst>
          </p:cNvPr>
          <p:cNvSpPr txBox="1"/>
          <p:nvPr/>
        </p:nvSpPr>
        <p:spPr>
          <a:xfrm>
            <a:off x="6690187" y="4426366"/>
            <a:ext cx="1718740" cy="307777"/>
          </a:xfrm>
          <a:prstGeom prst="rect">
            <a:avLst/>
          </a:prstGeom>
          <a:noFill/>
        </p:spPr>
        <p:txBody>
          <a:bodyPr wrap="none" rtlCol="0">
            <a:spAutoFit/>
          </a:bodyPr>
          <a:lstStyle/>
          <a:p>
            <a:pPr algn="l"/>
            <a:r>
              <a:rPr lang="en-US" sz="1400" dirty="0">
                <a:ln w="19050">
                  <a:solidFill>
                    <a:srgbClr val="0F6FC6">
                      <a:alpha val="50000"/>
                    </a:srgbClr>
                  </a:solidFill>
                </a:ln>
                <a:solidFill>
                  <a:srgbClr val="0F6FC6">
                    <a:alpha val="50000"/>
                  </a:srgbClr>
                </a:solidFill>
                <a:latin typeface="+mj-lt"/>
              </a:rPr>
              <a:t>Single Sign-On (SSO)</a:t>
            </a:r>
          </a:p>
        </p:txBody>
      </p:sp>
      <p:sp>
        <p:nvSpPr>
          <p:cNvPr id="82" name="ZoneTexte 81">
            <a:extLst>
              <a:ext uri="{FF2B5EF4-FFF2-40B4-BE49-F238E27FC236}">
                <a16:creationId xmlns:a16="http://schemas.microsoft.com/office/drawing/2014/main" id="{EC2D6C3B-9FF7-3046-AC76-99C380D5C30C}"/>
              </a:ext>
            </a:extLst>
          </p:cNvPr>
          <p:cNvSpPr txBox="1"/>
          <p:nvPr/>
        </p:nvSpPr>
        <p:spPr>
          <a:xfrm>
            <a:off x="2581939" y="3780055"/>
            <a:ext cx="1770036" cy="228781"/>
          </a:xfrm>
          <a:prstGeom prst="rect">
            <a:avLst/>
          </a:prstGeom>
          <a:noFill/>
        </p:spPr>
        <p:txBody>
          <a:bodyPr wrap="none" rtlCol="0">
            <a:spAutoFit/>
          </a:bodyPr>
          <a:lstStyle/>
          <a:p>
            <a:pPr algn="l">
              <a:lnSpc>
                <a:spcPct val="70000"/>
              </a:lnSpc>
            </a:pPr>
            <a:r>
              <a:rPr lang="en-US" sz="1200" dirty="0">
                <a:ln w="19050">
                  <a:solidFill>
                    <a:srgbClr val="0F6FC6">
                      <a:alpha val="50000"/>
                    </a:srgbClr>
                  </a:solidFill>
                </a:ln>
                <a:solidFill>
                  <a:srgbClr val="0F6FC6">
                    <a:alpha val="50000"/>
                  </a:srgbClr>
                </a:solidFill>
                <a:latin typeface="+mj-lt"/>
              </a:rPr>
              <a:t>Mises à jour </a:t>
            </a:r>
            <a:r>
              <a:rPr lang="fr-FR" sz="1200" dirty="0">
                <a:ln w="19050">
                  <a:solidFill>
                    <a:srgbClr val="0F6FC6">
                      <a:alpha val="50000"/>
                    </a:srgbClr>
                  </a:solidFill>
                </a:ln>
                <a:solidFill>
                  <a:srgbClr val="0F6FC6">
                    <a:alpha val="50000"/>
                  </a:srgbClr>
                </a:solidFill>
                <a:latin typeface="+mj-lt"/>
              </a:rPr>
              <a:t>automatiques</a:t>
            </a:r>
          </a:p>
        </p:txBody>
      </p:sp>
      <p:sp>
        <p:nvSpPr>
          <p:cNvPr id="83" name="ZoneTexte 82">
            <a:extLst>
              <a:ext uri="{FF2B5EF4-FFF2-40B4-BE49-F238E27FC236}">
                <a16:creationId xmlns:a16="http://schemas.microsoft.com/office/drawing/2014/main" id="{5CBD57EC-5C6C-23E5-524F-0AE9075C62F5}"/>
              </a:ext>
            </a:extLst>
          </p:cNvPr>
          <p:cNvSpPr txBox="1"/>
          <p:nvPr/>
        </p:nvSpPr>
        <p:spPr>
          <a:xfrm>
            <a:off x="4021881" y="3170630"/>
            <a:ext cx="2747355" cy="402354"/>
          </a:xfrm>
          <a:prstGeom prst="rect">
            <a:avLst/>
          </a:prstGeom>
          <a:noFill/>
        </p:spPr>
        <p:txBody>
          <a:bodyPr wrap="none" rtlCol="0">
            <a:spAutoFit/>
          </a:bodyPr>
          <a:lstStyle/>
          <a:p>
            <a:pPr algn="ctr">
              <a:lnSpc>
                <a:spcPct val="70000"/>
              </a:lnSpc>
            </a:pPr>
            <a:r>
              <a:rPr lang="fr-FR" sz="1400" dirty="0">
                <a:ln w="19050">
                  <a:solidFill>
                    <a:srgbClr val="0F6FC6"/>
                  </a:solidFill>
                </a:ln>
                <a:solidFill>
                  <a:srgbClr val="0F6FC6"/>
                </a:solidFill>
                <a:latin typeface="+mj-lt"/>
              </a:rPr>
              <a:t>Processus Accueil des collaborateurs</a:t>
            </a:r>
          </a:p>
          <a:p>
            <a:pPr algn="ctr">
              <a:lnSpc>
                <a:spcPct val="70000"/>
              </a:lnSpc>
            </a:pPr>
            <a:r>
              <a:rPr lang="fr-FR" sz="1400" dirty="0">
                <a:ln w="19050">
                  <a:solidFill>
                    <a:srgbClr val="0F6FC6"/>
                  </a:solidFill>
                </a:ln>
                <a:solidFill>
                  <a:srgbClr val="0F6FC6"/>
                </a:solidFill>
                <a:latin typeface="+mj-lt"/>
              </a:rPr>
              <a:t>Sortie des collaborateurs</a:t>
            </a:r>
          </a:p>
        </p:txBody>
      </p:sp>
      <p:sp>
        <p:nvSpPr>
          <p:cNvPr id="87" name="Titre 4">
            <a:extLst>
              <a:ext uri="{FF2B5EF4-FFF2-40B4-BE49-F238E27FC236}">
                <a16:creationId xmlns:a16="http://schemas.microsoft.com/office/drawing/2014/main" id="{7EEAE39E-602A-B905-3CC9-6A398D08B966}"/>
              </a:ext>
            </a:extLst>
          </p:cNvPr>
          <p:cNvSpPr txBox="1">
            <a:spLocks/>
          </p:cNvSpPr>
          <p:nvPr/>
        </p:nvSpPr>
        <p:spPr>
          <a:xfrm>
            <a:off x="604096" y="1122494"/>
            <a:ext cx="2000286" cy="424732"/>
          </a:xfrm>
          <a:prstGeom prst="rect">
            <a:avLst/>
          </a:prstGeom>
        </p:spPr>
        <p:txBody>
          <a:bodyPr vert="horz" wrap="square" lIns="91440" tIns="45720" rIns="91440" bIns="45720" rtlCol="0" anchor="t" anchorCtr="0">
            <a:spAutoFit/>
          </a:bodyPr>
          <a:lstStyle>
            <a:lvl1pPr algn="l" defTabSz="914400" rtl="0" eaLnBrk="1" latinLnBrk="0" hangingPunct="1">
              <a:lnSpc>
                <a:spcPct val="90000"/>
              </a:lnSpc>
              <a:spcBef>
                <a:spcPct val="0"/>
              </a:spcBef>
              <a:buNone/>
              <a:defRPr sz="3600" b="0" kern="1200">
                <a:solidFill>
                  <a:schemeClr val="accent3"/>
                </a:solidFill>
                <a:latin typeface="+mj-lt"/>
                <a:ea typeface="+mj-ea"/>
                <a:cs typeface="+mj-cs"/>
              </a:defRPr>
            </a:lvl1pPr>
          </a:lstStyle>
          <a:p>
            <a:r>
              <a:rPr lang="fr-FR" sz="2400" i="1" dirty="0">
                <a:ln w="19050">
                  <a:solidFill>
                    <a:srgbClr val="E65012"/>
                  </a:solidFill>
                </a:ln>
                <a:solidFill>
                  <a:srgbClr val="E65012"/>
                </a:solidFill>
                <a:latin typeface="Calibri"/>
              </a:rPr>
              <a:t>C. PEOPLE …</a:t>
            </a:r>
          </a:p>
        </p:txBody>
      </p:sp>
      <p:sp>
        <p:nvSpPr>
          <p:cNvPr id="88" name="Titre 4">
            <a:extLst>
              <a:ext uri="{FF2B5EF4-FFF2-40B4-BE49-F238E27FC236}">
                <a16:creationId xmlns:a16="http://schemas.microsoft.com/office/drawing/2014/main" id="{36FF8892-BAA6-CF1C-048F-B83633D79471}"/>
              </a:ext>
            </a:extLst>
          </p:cNvPr>
          <p:cNvSpPr txBox="1">
            <a:spLocks/>
          </p:cNvSpPr>
          <p:nvPr/>
        </p:nvSpPr>
        <p:spPr>
          <a:xfrm>
            <a:off x="604095" y="1487695"/>
            <a:ext cx="4670469" cy="1520801"/>
          </a:xfrm>
          <a:prstGeom prst="rect">
            <a:avLst/>
          </a:prstGeom>
        </p:spPr>
        <p:txBody>
          <a:bodyPr vert="horz" wrap="square" lIns="91440" tIns="45720" rIns="91440" bIns="45720" rtlCol="0" anchor="t" anchorCtr="0">
            <a:spAutoFit/>
          </a:bodyPr>
          <a:lstStyle>
            <a:lvl1pPr algn="l" defTabSz="914400" rtl="0" eaLnBrk="1" latinLnBrk="0" hangingPunct="1">
              <a:lnSpc>
                <a:spcPct val="90000"/>
              </a:lnSpc>
              <a:spcBef>
                <a:spcPct val="0"/>
              </a:spcBef>
              <a:buNone/>
              <a:defRPr sz="3600" b="0" kern="1200">
                <a:solidFill>
                  <a:schemeClr val="accent3"/>
                </a:solidFill>
                <a:latin typeface="+mj-lt"/>
                <a:ea typeface="+mj-ea"/>
                <a:cs typeface="+mj-cs"/>
              </a:defRPr>
            </a:lvl1pPr>
          </a:lstStyle>
          <a:p>
            <a:pPr marL="296550" indent="-285750">
              <a:lnSpc>
                <a:spcPct val="65000"/>
              </a:lnSpc>
              <a:spcAft>
                <a:spcPts val="600"/>
              </a:spcAft>
              <a:buFontTx/>
              <a:buBlip>
                <a:blip r:embed="rId4"/>
              </a:buBlip>
            </a:pPr>
            <a:r>
              <a:rPr lang="fr-FR" sz="1500" dirty="0">
                <a:ln w="6350">
                  <a:solidFill>
                    <a:srgbClr val="4A4A49">
                      <a:lumMod val="60000"/>
                      <a:lumOff val="40000"/>
                    </a:srgbClr>
                  </a:solidFill>
                </a:ln>
                <a:solidFill>
                  <a:srgbClr val="4A4A49">
                    <a:lumMod val="75000"/>
                  </a:srgbClr>
                </a:solidFill>
              </a:rPr>
              <a:t>Initialement prévu être </a:t>
            </a:r>
            <a:r>
              <a:rPr lang="fr-FR" sz="1800" dirty="0">
                <a:ln w="12700">
                  <a:solidFill>
                    <a:srgbClr val="4A4A49">
                      <a:lumMod val="60000"/>
                      <a:lumOff val="40000"/>
                    </a:srgbClr>
                  </a:solidFill>
                </a:ln>
                <a:solidFill>
                  <a:srgbClr val="4A4A49">
                    <a:lumMod val="75000"/>
                  </a:srgbClr>
                </a:solidFill>
              </a:rPr>
              <a:t>l’annuaire de l’entreprise</a:t>
            </a:r>
            <a:r>
              <a:rPr lang="fr-FR" sz="1500" dirty="0">
                <a:ln w="6350">
                  <a:solidFill>
                    <a:srgbClr val="4A4A49">
                      <a:lumMod val="60000"/>
                      <a:lumOff val="40000"/>
                    </a:srgbClr>
                  </a:solidFill>
                </a:ln>
                <a:solidFill>
                  <a:srgbClr val="4A4A49">
                    <a:lumMod val="75000"/>
                  </a:srgbClr>
                </a:solidFill>
              </a:rPr>
              <a:t> à une époque où joindre un autre collaborateur est difficile.</a:t>
            </a:r>
          </a:p>
          <a:p>
            <a:pPr marL="296550" indent="-285750">
              <a:lnSpc>
                <a:spcPct val="65000"/>
              </a:lnSpc>
              <a:spcAft>
                <a:spcPts val="600"/>
              </a:spcAft>
              <a:buFontTx/>
              <a:buBlip>
                <a:blip r:embed="rId4"/>
              </a:buBlip>
            </a:pPr>
            <a:r>
              <a:rPr lang="fr-FR" sz="1500" dirty="0">
                <a:ln w="6350">
                  <a:solidFill>
                    <a:srgbClr val="4A4A49">
                      <a:lumMod val="60000"/>
                      <a:lumOff val="40000"/>
                    </a:srgbClr>
                  </a:solidFill>
                </a:ln>
                <a:solidFill>
                  <a:srgbClr val="4A4A49">
                    <a:lumMod val="75000"/>
                  </a:srgbClr>
                </a:solidFill>
              </a:rPr>
              <a:t>Devenu un composant central à défaut d’une solution pouvant conserver les caractéristiques d’un collaborateur</a:t>
            </a:r>
          </a:p>
          <a:p>
            <a:pPr marL="296550" indent="-285750">
              <a:lnSpc>
                <a:spcPct val="65000"/>
              </a:lnSpc>
              <a:spcAft>
                <a:spcPts val="600"/>
              </a:spcAft>
              <a:buFontTx/>
              <a:buBlip>
                <a:blip r:embed="rId4"/>
              </a:buBlip>
            </a:pPr>
            <a:r>
              <a:rPr lang="fr-FR" sz="1500" dirty="0">
                <a:ln w="6350">
                  <a:solidFill>
                    <a:srgbClr val="4A4A49">
                      <a:lumMod val="60000"/>
                      <a:lumOff val="40000"/>
                    </a:srgbClr>
                  </a:solidFill>
                </a:ln>
                <a:solidFill>
                  <a:srgbClr val="4A4A49">
                    <a:lumMod val="75000"/>
                  </a:srgbClr>
                </a:solidFill>
              </a:rPr>
              <a:t>Devenu central par incréments successifs ; aujourd’hui composant </a:t>
            </a:r>
            <a:r>
              <a:rPr lang="fr-FR" sz="1800" dirty="0">
                <a:ln w="12700">
                  <a:solidFill>
                    <a:srgbClr val="4A4A49">
                      <a:lumMod val="60000"/>
                      <a:lumOff val="40000"/>
                    </a:srgbClr>
                  </a:solidFill>
                </a:ln>
                <a:solidFill>
                  <a:srgbClr val="4A4A49">
                    <a:lumMod val="75000"/>
                  </a:srgbClr>
                </a:solidFill>
              </a:rPr>
              <a:t>indispensable</a:t>
            </a:r>
            <a:r>
              <a:rPr lang="fr-FR" sz="1500" dirty="0">
                <a:ln w="6350">
                  <a:solidFill>
                    <a:srgbClr val="4A4A49">
                      <a:lumMod val="60000"/>
                      <a:lumOff val="40000"/>
                    </a:srgbClr>
                  </a:solidFill>
                </a:ln>
                <a:solidFill>
                  <a:srgbClr val="4A4A49">
                    <a:lumMod val="75000"/>
                  </a:srgbClr>
                </a:solidFill>
              </a:rPr>
              <a:t> mais </a:t>
            </a:r>
            <a:r>
              <a:rPr lang="fr-FR" sz="1800" dirty="0">
                <a:ln w="12700">
                  <a:solidFill>
                    <a:srgbClr val="4A4A49">
                      <a:lumMod val="60000"/>
                      <a:lumOff val="40000"/>
                    </a:srgbClr>
                  </a:solidFill>
                </a:ln>
                <a:solidFill>
                  <a:srgbClr val="4A4A49">
                    <a:lumMod val="75000"/>
                  </a:srgbClr>
                </a:solidFill>
              </a:rPr>
              <a:t>obsolète</a:t>
            </a:r>
            <a:endParaRPr lang="fr-FR" sz="1500" dirty="0">
              <a:ln w="12700">
                <a:solidFill>
                  <a:srgbClr val="4A4A49">
                    <a:lumMod val="60000"/>
                    <a:lumOff val="40000"/>
                  </a:srgbClr>
                </a:solidFill>
              </a:ln>
              <a:solidFill>
                <a:srgbClr val="4A4A49">
                  <a:lumMod val="75000"/>
                </a:srgbClr>
              </a:solidFill>
            </a:endParaRPr>
          </a:p>
        </p:txBody>
      </p:sp>
      <p:sp>
        <p:nvSpPr>
          <p:cNvPr id="3" name="Rectangle : coins arrondis 2">
            <a:extLst>
              <a:ext uri="{FF2B5EF4-FFF2-40B4-BE49-F238E27FC236}">
                <a16:creationId xmlns:a16="http://schemas.microsoft.com/office/drawing/2014/main" id="{6BA18D0D-D01A-C28B-AEE2-F52D578DB975}"/>
              </a:ext>
            </a:extLst>
          </p:cNvPr>
          <p:cNvSpPr/>
          <p:nvPr/>
        </p:nvSpPr>
        <p:spPr>
          <a:xfrm>
            <a:off x="7086408" y="3792944"/>
            <a:ext cx="831693" cy="301759"/>
          </a:xfrm>
          <a:prstGeom prst="roundRect">
            <a:avLst/>
          </a:prstGeom>
          <a:solidFill>
            <a:srgbClr val="E65012">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fr-FR" sz="1200" dirty="0">
                <a:ln>
                  <a:solidFill>
                    <a:schemeClr val="bg1"/>
                  </a:solidFill>
                </a:ln>
                <a:solidFill>
                  <a:schemeClr val="bg1"/>
                </a:solidFill>
                <a:latin typeface="+mj-lt"/>
              </a:rPr>
              <a:t>OASIS</a:t>
            </a:r>
          </a:p>
        </p:txBody>
      </p:sp>
    </p:spTree>
    <p:extLst>
      <p:ext uri="{BB962C8B-B14F-4D97-AF65-F5344CB8AC3E}">
        <p14:creationId xmlns:p14="http://schemas.microsoft.com/office/powerpoint/2010/main" val="230626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75CC4-8858-325F-C5D5-EBDA96BF2E16}"/>
            </a:ext>
          </a:extLst>
        </p:cNvPr>
        <p:cNvGrpSpPr/>
        <p:nvPr/>
      </p:nvGrpSpPr>
      <p:grpSpPr>
        <a:xfrm>
          <a:off x="0" y="0"/>
          <a:ext cx="0" cy="0"/>
          <a:chOff x="0" y="0"/>
          <a:chExt cx="0" cy="0"/>
        </a:xfrm>
      </p:grpSpPr>
      <p:sp>
        <p:nvSpPr>
          <p:cNvPr id="5" name="Titre 4">
            <a:extLst>
              <a:ext uri="{FF2B5EF4-FFF2-40B4-BE49-F238E27FC236}">
                <a16:creationId xmlns:a16="http://schemas.microsoft.com/office/drawing/2014/main" id="{5FEBF448-910A-2D57-7379-044C44622B03}"/>
              </a:ext>
            </a:extLst>
          </p:cNvPr>
          <p:cNvSpPr>
            <a:spLocks noGrp="1"/>
          </p:cNvSpPr>
          <p:nvPr>
            <p:ph type="title"/>
          </p:nvPr>
        </p:nvSpPr>
        <p:spPr>
          <a:xfrm>
            <a:off x="838595" y="338788"/>
            <a:ext cx="5375394" cy="480131"/>
          </a:xfrm>
          <a:noFill/>
        </p:spPr>
        <p:txBody>
          <a:bodyPr wrap="square" rtlCol="0">
            <a:spAutoFit/>
          </a:bodyPr>
          <a:lstStyle/>
          <a:p>
            <a:r>
              <a:rPr lang="fr-FR" dirty="0"/>
              <a:t>Introduction &amp; objectifs</a:t>
            </a:r>
          </a:p>
        </p:txBody>
      </p:sp>
      <p:sp>
        <p:nvSpPr>
          <p:cNvPr id="6" name="Espace réservé du texte 5">
            <a:extLst>
              <a:ext uri="{FF2B5EF4-FFF2-40B4-BE49-F238E27FC236}">
                <a16:creationId xmlns:a16="http://schemas.microsoft.com/office/drawing/2014/main" id="{1A327D60-F7F0-128A-7C56-20EE4DE15C02}"/>
              </a:ext>
            </a:extLst>
          </p:cNvPr>
          <p:cNvSpPr>
            <a:spLocks noGrp="1"/>
          </p:cNvSpPr>
          <p:nvPr>
            <p:ph type="body" sz="quarter" idx="10"/>
          </p:nvPr>
        </p:nvSpPr>
        <p:spPr>
          <a:xfrm>
            <a:off x="924539" y="790043"/>
            <a:ext cx="3632341" cy="286232"/>
          </a:xfrm>
          <a:noFill/>
        </p:spPr>
        <p:txBody>
          <a:bodyPr wrap="none" rtlCol="0">
            <a:spAutoFit/>
          </a:bodyPr>
          <a:lstStyle/>
          <a:p>
            <a:r>
              <a:rPr lang="fr-FR" dirty="0"/>
              <a:t>Plan d’occupation des sols : à ce stade du projet</a:t>
            </a:r>
          </a:p>
        </p:txBody>
      </p:sp>
      <p:sp>
        <p:nvSpPr>
          <p:cNvPr id="7" name="Espace réservé du texte 6">
            <a:extLst>
              <a:ext uri="{FF2B5EF4-FFF2-40B4-BE49-F238E27FC236}">
                <a16:creationId xmlns:a16="http://schemas.microsoft.com/office/drawing/2014/main" id="{CC15D614-5F09-2C46-C658-D8236A30C456}"/>
              </a:ext>
            </a:extLst>
          </p:cNvPr>
          <p:cNvSpPr>
            <a:spLocks noGrp="1"/>
          </p:cNvSpPr>
          <p:nvPr>
            <p:ph type="body" sz="quarter" idx="11"/>
          </p:nvPr>
        </p:nvSpPr>
        <p:spPr>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fr-FR" dirty="0"/>
              <a:t>01</a:t>
            </a:r>
          </a:p>
        </p:txBody>
      </p:sp>
      <p:sp>
        <p:nvSpPr>
          <p:cNvPr id="30" name="ZoneTexte 29">
            <a:extLst>
              <a:ext uri="{FF2B5EF4-FFF2-40B4-BE49-F238E27FC236}">
                <a16:creationId xmlns:a16="http://schemas.microsoft.com/office/drawing/2014/main" id="{CAD5E024-033E-60A4-0162-D8E2649C8616}"/>
              </a:ext>
            </a:extLst>
          </p:cNvPr>
          <p:cNvSpPr txBox="1"/>
          <p:nvPr>
            <p:custDataLst>
              <p:tags r:id="rId1"/>
            </p:custDataLst>
          </p:nvPr>
        </p:nvSpPr>
        <p:spPr>
          <a:xfrm>
            <a:off x="5713349" y="17417"/>
            <a:ext cx="1013418" cy="430887"/>
          </a:xfrm>
          <a:prstGeom prst="rect">
            <a:avLst/>
          </a:prstGeom>
          <a:noFill/>
        </p:spPr>
        <p:txBody>
          <a:bodyPr wrap="none" rtlCol="0">
            <a:spAutoFit/>
          </a:bodyPr>
          <a:lstStyle/>
          <a:p>
            <a:pPr algn="ctr"/>
            <a:r>
              <a:rPr lang="fr-FR" sz="1100" b="1" dirty="0">
                <a:latin typeface="Avenir Book" panose="02000503020000020003" pitchFamily="2" charset="0"/>
              </a:rPr>
              <a:t>Introduction &amp;</a:t>
            </a:r>
          </a:p>
          <a:p>
            <a:pPr algn="ctr"/>
            <a:r>
              <a:rPr lang="fr-FR" sz="1100" b="1" dirty="0">
                <a:latin typeface="Avenir Book" panose="02000503020000020003" pitchFamily="2" charset="0"/>
              </a:rPr>
              <a:t>Objectifs</a:t>
            </a:r>
          </a:p>
        </p:txBody>
      </p:sp>
      <p:sp>
        <p:nvSpPr>
          <p:cNvPr id="10" name="Ellipse 9">
            <a:extLst>
              <a:ext uri="{FF2B5EF4-FFF2-40B4-BE49-F238E27FC236}">
                <a16:creationId xmlns:a16="http://schemas.microsoft.com/office/drawing/2014/main" id="{B19D9264-01BB-DBB1-1E03-13F674C827B3}"/>
              </a:ext>
            </a:extLst>
          </p:cNvPr>
          <p:cNvSpPr/>
          <p:nvPr/>
        </p:nvSpPr>
        <p:spPr>
          <a:xfrm>
            <a:off x="770089" y="1133762"/>
            <a:ext cx="3287217" cy="3163046"/>
          </a:xfrm>
          <a:prstGeom prst="ellipse">
            <a:avLst/>
          </a:prstGeom>
          <a:solidFill>
            <a:srgbClr val="F5C56F"/>
          </a:solidFill>
          <a:ln w="12700" cap="flat" cmpd="sng" algn="ctr">
            <a:no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80000"/>
              </a:lnSpc>
              <a:spcBef>
                <a:spcPts val="0"/>
              </a:spcBef>
              <a:spcAft>
                <a:spcPts val="0"/>
              </a:spcAft>
              <a:buClrTx/>
              <a:buSzTx/>
              <a:buFontTx/>
              <a:buNone/>
              <a:tabLst/>
              <a:defRPr/>
            </a:pPr>
            <a:endParaRPr kumimoji="0" lang="en-US" sz="1000" b="0" i="0" u="none" strike="noStrike" kern="0" cap="none" spc="0" normalizeH="0" baseline="0">
              <a:ln>
                <a:noFill/>
              </a:ln>
              <a:solidFill>
                <a:schemeClr val="bg1"/>
              </a:solidFill>
              <a:effectLst/>
              <a:uLnTx/>
              <a:uFillTx/>
              <a:latin typeface="Avenir Book"/>
              <a:ea typeface="Tahoma" panose="020B0604030504040204" pitchFamily="34" charset="0"/>
              <a:cs typeface="Tahoma" panose="020B0604030504040204" pitchFamily="34" charset="0"/>
            </a:endParaRPr>
          </a:p>
        </p:txBody>
      </p:sp>
      <p:sp>
        <p:nvSpPr>
          <p:cNvPr id="11" name="Ellipse 10">
            <a:extLst>
              <a:ext uri="{FF2B5EF4-FFF2-40B4-BE49-F238E27FC236}">
                <a16:creationId xmlns:a16="http://schemas.microsoft.com/office/drawing/2014/main" id="{79A0790F-EA07-D57E-364D-5DA4D55E3314}"/>
              </a:ext>
            </a:extLst>
          </p:cNvPr>
          <p:cNvSpPr/>
          <p:nvPr/>
        </p:nvSpPr>
        <p:spPr>
          <a:xfrm>
            <a:off x="982164" y="1337829"/>
            <a:ext cx="2863060" cy="2754911"/>
          </a:xfrm>
          <a:prstGeom prst="ellipse">
            <a:avLst/>
          </a:prstGeom>
          <a:solidFill>
            <a:srgbClr val="ECECEC"/>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80000"/>
              </a:lnSpc>
              <a:spcBef>
                <a:spcPts val="0"/>
              </a:spcBef>
              <a:spcAft>
                <a:spcPts val="0"/>
              </a:spcAft>
              <a:buClrTx/>
              <a:buSzTx/>
              <a:buFontTx/>
              <a:buNone/>
              <a:tabLst/>
              <a:defRPr/>
            </a:pPr>
            <a:endParaRPr kumimoji="0" lang="en-US" sz="1000" b="0" i="0" u="none" strike="noStrike" kern="0" cap="none" spc="0" normalizeH="0" baseline="0">
              <a:ln>
                <a:noFill/>
              </a:ln>
              <a:solidFill>
                <a:srgbClr val="FFFFFF"/>
              </a:solidFill>
              <a:effectLst/>
              <a:uLnTx/>
              <a:uFillTx/>
              <a:latin typeface="Avenir Book"/>
              <a:ea typeface="Tahoma" panose="020B0604030504040204" pitchFamily="34" charset="0"/>
              <a:cs typeface="Tahoma" panose="020B0604030504040204" pitchFamily="34" charset="0"/>
            </a:endParaRPr>
          </a:p>
        </p:txBody>
      </p:sp>
      <p:sp>
        <p:nvSpPr>
          <p:cNvPr id="12" name="AutoShape 4">
            <a:extLst>
              <a:ext uri="{FF2B5EF4-FFF2-40B4-BE49-F238E27FC236}">
                <a16:creationId xmlns:a16="http://schemas.microsoft.com/office/drawing/2014/main" id="{10A69332-B53D-33A0-1B1D-A67154924133}"/>
              </a:ext>
            </a:extLst>
          </p:cNvPr>
          <p:cNvSpPr>
            <a:spLocks noChangeArrowheads="1"/>
          </p:cNvSpPr>
          <p:nvPr/>
        </p:nvSpPr>
        <p:spPr bwMode="auto">
          <a:xfrm>
            <a:off x="1865882" y="1460278"/>
            <a:ext cx="1103544" cy="917879"/>
          </a:xfrm>
          <a:prstGeom prst="triangle">
            <a:avLst>
              <a:gd name="adj" fmla="val 50000"/>
            </a:avLst>
          </a:prstGeom>
          <a:solidFill>
            <a:srgbClr val="2B0A3D"/>
          </a:solidFill>
          <a:ln w="28575">
            <a:noFill/>
            <a:miter lim="800000"/>
            <a:headEnd/>
            <a:tailEnd/>
          </a:ln>
          <a:effectLst/>
        </p:spPr>
        <p:txBody>
          <a:bodyPr wrap="none" anchor="b"/>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000" b="1" i="0" u="none" strike="noStrike" kern="0" cap="none" spc="0" normalizeH="0" baseline="0" dirty="0">
                <a:ln>
                  <a:noFill/>
                </a:ln>
                <a:solidFill>
                  <a:srgbClr val="FFFFFF"/>
                </a:solidFill>
                <a:effectLst/>
                <a:uLnTx/>
                <a:uFillTx/>
                <a:latin typeface="Avenir Book"/>
                <a:ea typeface="Tahoma" panose="020B0604030504040204" pitchFamily="34" charset="0"/>
                <a:cs typeface="Tahoma" panose="020B0604030504040204" pitchFamily="34" charset="0"/>
              </a:rPr>
              <a:t>Manage</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000" b="1" i="0" u="none" strike="noStrike" kern="0" cap="none" spc="0" normalizeH="0" baseline="0" dirty="0">
                <a:ln>
                  <a:noFill/>
                </a:ln>
                <a:solidFill>
                  <a:srgbClr val="FFFFFF"/>
                </a:solidFill>
                <a:effectLst/>
                <a:uLnTx/>
                <a:uFillTx/>
                <a:latin typeface="Avenir Book"/>
                <a:ea typeface="Tahoma" panose="020B0604030504040204" pitchFamily="34" charset="0"/>
                <a:cs typeface="Tahoma" panose="020B0604030504040204" pitchFamily="34" charset="0"/>
              </a:rPr>
              <a:t>Identities</a:t>
            </a:r>
          </a:p>
          <a:p>
            <a:pPr marL="0" marR="0" lvl="0" indent="0" algn="ctr" defTabSz="914400" rtl="0" eaLnBrk="1" fontAlgn="auto" latinLnBrk="0" hangingPunct="1">
              <a:lnSpc>
                <a:spcPct val="80000"/>
              </a:lnSpc>
              <a:spcBef>
                <a:spcPts val="0"/>
              </a:spcBef>
              <a:spcAft>
                <a:spcPts val="0"/>
              </a:spcAft>
              <a:buClrTx/>
              <a:buSzTx/>
              <a:buFontTx/>
              <a:buNone/>
              <a:tabLst/>
              <a:defRPr/>
            </a:pPr>
            <a:endParaRPr kumimoji="0" lang="en-US" sz="1000" b="1" i="0" u="none" strike="noStrike" kern="0" cap="none" spc="0" normalizeH="0" baseline="0" dirty="0">
              <a:ln>
                <a:noFill/>
              </a:ln>
              <a:solidFill>
                <a:srgbClr val="FFFFFF"/>
              </a:solidFill>
              <a:effectLst/>
              <a:uLnTx/>
              <a:uFillTx/>
              <a:latin typeface="Avenir Book"/>
              <a:ea typeface="Tahoma" panose="020B0604030504040204" pitchFamily="34" charset="0"/>
              <a:cs typeface="Tahoma" panose="020B0604030504040204" pitchFamily="34" charset="0"/>
            </a:endParaRPr>
          </a:p>
        </p:txBody>
      </p:sp>
      <p:sp>
        <p:nvSpPr>
          <p:cNvPr id="13" name="AutoShape 10">
            <a:extLst>
              <a:ext uri="{FF2B5EF4-FFF2-40B4-BE49-F238E27FC236}">
                <a16:creationId xmlns:a16="http://schemas.microsoft.com/office/drawing/2014/main" id="{1F6A761F-A135-7539-C86E-5AED0049AF3C}"/>
              </a:ext>
            </a:extLst>
          </p:cNvPr>
          <p:cNvSpPr>
            <a:spLocks noChangeArrowheads="1"/>
          </p:cNvSpPr>
          <p:nvPr/>
        </p:nvSpPr>
        <p:spPr bwMode="auto">
          <a:xfrm>
            <a:off x="2459739" y="2512238"/>
            <a:ext cx="1103544" cy="917879"/>
          </a:xfrm>
          <a:prstGeom prst="triangle">
            <a:avLst>
              <a:gd name="adj" fmla="val 50000"/>
            </a:avLst>
          </a:prstGeom>
          <a:solidFill>
            <a:srgbClr val="FF304C"/>
          </a:solidFill>
          <a:ln w="28575">
            <a:noFill/>
            <a:miter lim="800000"/>
            <a:headEnd/>
            <a:tailEnd/>
          </a:ln>
          <a:effectLst/>
        </p:spPr>
        <p:txBody>
          <a:bodyPr wrap="none" anchor="ct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000" b="1" i="0" u="none" strike="noStrike" kern="0" cap="none" spc="0" normalizeH="0" baseline="0">
                <a:ln>
                  <a:noFill/>
                </a:ln>
                <a:solidFill>
                  <a:srgbClr val="FFFFFF"/>
                </a:solidFill>
                <a:effectLst/>
                <a:uLnTx/>
                <a:uFillTx/>
                <a:latin typeface="Avenir Book"/>
                <a:ea typeface="Tahoma" panose="020B0604030504040204" pitchFamily="34" charset="0"/>
                <a:cs typeface="Tahoma" panose="020B0604030504040204" pitchFamily="34" charset="0"/>
              </a:rPr>
              <a:t>Manage</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000" b="1" i="0" u="none" strike="noStrike" kern="0" cap="none" spc="0" normalizeH="0" baseline="0">
                <a:ln>
                  <a:noFill/>
                </a:ln>
                <a:solidFill>
                  <a:srgbClr val="FFFFFF"/>
                </a:solidFill>
                <a:effectLst/>
                <a:uLnTx/>
                <a:uFillTx/>
                <a:latin typeface="Avenir Book"/>
                <a:ea typeface="Tahoma" panose="020B0604030504040204" pitchFamily="34" charset="0"/>
                <a:cs typeface="Tahoma" panose="020B0604030504040204" pitchFamily="34" charset="0"/>
              </a:rPr>
              <a:t>Authorization</a:t>
            </a:r>
          </a:p>
          <a:p>
            <a:pPr marL="0" marR="0" lvl="0" indent="0" algn="ctr" defTabSz="914400" rtl="0" eaLnBrk="1" fontAlgn="auto" latinLnBrk="0" hangingPunct="1">
              <a:lnSpc>
                <a:spcPct val="80000"/>
              </a:lnSpc>
              <a:spcBef>
                <a:spcPts val="0"/>
              </a:spcBef>
              <a:spcAft>
                <a:spcPts val="0"/>
              </a:spcAft>
              <a:buClrTx/>
              <a:buSzTx/>
              <a:buFontTx/>
              <a:buNone/>
              <a:tabLst/>
              <a:defRPr/>
            </a:pPr>
            <a:endParaRPr kumimoji="0" lang="en-US" sz="1000" b="1" i="0" u="none" strike="noStrike" kern="0" cap="none" spc="0" normalizeH="0" baseline="0">
              <a:ln>
                <a:noFill/>
              </a:ln>
              <a:solidFill>
                <a:srgbClr val="FFFFFF"/>
              </a:solidFill>
              <a:effectLst/>
              <a:uLnTx/>
              <a:uFillTx/>
              <a:latin typeface="Avenir Book"/>
              <a:ea typeface="Tahoma" panose="020B0604030504040204" pitchFamily="34" charset="0"/>
              <a:cs typeface="Tahoma" panose="020B0604030504040204" pitchFamily="34" charset="0"/>
            </a:endParaRPr>
          </a:p>
        </p:txBody>
      </p:sp>
      <p:sp>
        <p:nvSpPr>
          <p:cNvPr id="14" name="AutoShape 11">
            <a:extLst>
              <a:ext uri="{FF2B5EF4-FFF2-40B4-BE49-F238E27FC236}">
                <a16:creationId xmlns:a16="http://schemas.microsoft.com/office/drawing/2014/main" id="{C6DEE598-C3EB-3E28-0AE3-3ADEE0811BE8}"/>
              </a:ext>
            </a:extLst>
          </p:cNvPr>
          <p:cNvSpPr>
            <a:spLocks noChangeArrowheads="1"/>
          </p:cNvSpPr>
          <p:nvPr/>
        </p:nvSpPr>
        <p:spPr bwMode="auto">
          <a:xfrm>
            <a:off x="1272026" y="2512238"/>
            <a:ext cx="1103544" cy="917879"/>
          </a:xfrm>
          <a:prstGeom prst="triangle">
            <a:avLst>
              <a:gd name="adj" fmla="val 50000"/>
            </a:avLst>
          </a:prstGeom>
          <a:solidFill>
            <a:schemeClr val="accent1"/>
          </a:solidFill>
          <a:ln w="28575">
            <a:noFill/>
            <a:miter lim="800000"/>
            <a:headEnd/>
            <a:tailEnd/>
          </a:ln>
          <a:effectLst/>
        </p:spPr>
        <p:txBody>
          <a:bodyPr wrap="none" anchor="b"/>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000" b="1" i="0" u="none" strike="noStrike" kern="0" cap="none" spc="0" normalizeH="0" baseline="0">
                <a:ln>
                  <a:noFill/>
                </a:ln>
                <a:solidFill>
                  <a:srgbClr val="FFFFFF"/>
                </a:solidFill>
                <a:effectLst/>
                <a:uLnTx/>
                <a:uFillTx/>
                <a:latin typeface="Avenir Book"/>
                <a:ea typeface="Tahoma" panose="020B0604030504040204" pitchFamily="34" charset="0"/>
                <a:cs typeface="Tahoma" panose="020B0604030504040204" pitchFamily="34" charset="0"/>
              </a:rPr>
              <a:t>Manage</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000" b="1" i="0" u="none" strike="noStrike" kern="0" cap="none" spc="0" normalizeH="0" baseline="0">
                <a:ln>
                  <a:noFill/>
                </a:ln>
                <a:solidFill>
                  <a:srgbClr val="FFFFFF"/>
                </a:solidFill>
                <a:effectLst/>
                <a:uLnTx/>
                <a:uFillTx/>
                <a:latin typeface="Avenir Book"/>
                <a:ea typeface="Tahoma" panose="020B0604030504040204" pitchFamily="34" charset="0"/>
                <a:cs typeface="Tahoma" panose="020B0604030504040204" pitchFamily="34" charset="0"/>
              </a:rPr>
              <a:t>Authentication</a:t>
            </a:r>
          </a:p>
          <a:p>
            <a:pPr marL="0" marR="0" lvl="0" indent="0" algn="ctr" defTabSz="914400" rtl="0" eaLnBrk="1" fontAlgn="auto" latinLnBrk="0" hangingPunct="1">
              <a:lnSpc>
                <a:spcPct val="80000"/>
              </a:lnSpc>
              <a:spcBef>
                <a:spcPts val="0"/>
              </a:spcBef>
              <a:spcAft>
                <a:spcPts val="0"/>
              </a:spcAft>
              <a:buClrTx/>
              <a:buSzTx/>
              <a:buFontTx/>
              <a:buNone/>
              <a:tabLst/>
              <a:defRPr/>
            </a:pPr>
            <a:endParaRPr kumimoji="0" lang="en-US" sz="1000" b="1" i="0" u="none" strike="noStrike" kern="0" cap="none" spc="0" normalizeH="0" baseline="0">
              <a:ln>
                <a:noFill/>
              </a:ln>
              <a:solidFill>
                <a:srgbClr val="FFFFFF"/>
              </a:solidFill>
              <a:effectLst/>
              <a:uLnTx/>
              <a:uFillTx/>
              <a:latin typeface="Avenir Book"/>
              <a:ea typeface="Tahoma" panose="020B0604030504040204" pitchFamily="34" charset="0"/>
              <a:cs typeface="Tahoma" panose="020B0604030504040204" pitchFamily="34" charset="0"/>
            </a:endParaRPr>
          </a:p>
        </p:txBody>
      </p:sp>
      <p:sp>
        <p:nvSpPr>
          <p:cNvPr id="15" name="AutoShape 8">
            <a:extLst>
              <a:ext uri="{FF2B5EF4-FFF2-40B4-BE49-F238E27FC236}">
                <a16:creationId xmlns:a16="http://schemas.microsoft.com/office/drawing/2014/main" id="{8CCAAD46-17E2-D57D-5859-A3BACD605751}"/>
              </a:ext>
            </a:extLst>
          </p:cNvPr>
          <p:cNvSpPr>
            <a:spLocks noChangeArrowheads="1"/>
          </p:cNvSpPr>
          <p:nvPr/>
        </p:nvSpPr>
        <p:spPr bwMode="auto">
          <a:xfrm flipV="1">
            <a:off x="1865882" y="2440248"/>
            <a:ext cx="1103544" cy="917879"/>
          </a:xfrm>
          <a:prstGeom prst="triangle">
            <a:avLst>
              <a:gd name="adj" fmla="val 50000"/>
            </a:avLst>
          </a:prstGeom>
          <a:solidFill>
            <a:srgbClr val="FFFFFF"/>
          </a:solidFill>
          <a:ln w="38100">
            <a:noFill/>
            <a:miter lim="800000"/>
            <a:headEnd/>
            <a:tailEnd/>
          </a:ln>
          <a:effectLst/>
        </p:spPr>
        <p:txBody>
          <a:bodyPr rot="10800000" wrap="none" anchor="ctr"/>
          <a:lstStyle/>
          <a:p>
            <a:pPr marL="0" marR="0" lvl="0" indent="0" algn="ctr" defTabSz="914400" rtl="0" eaLnBrk="1" fontAlgn="auto" latinLnBrk="0" hangingPunct="1">
              <a:lnSpc>
                <a:spcPct val="80000"/>
              </a:lnSpc>
              <a:spcBef>
                <a:spcPts val="0"/>
              </a:spcBef>
              <a:spcAft>
                <a:spcPts val="0"/>
              </a:spcAft>
              <a:buClrTx/>
              <a:buSzTx/>
              <a:buFontTx/>
              <a:buNone/>
              <a:tabLst/>
              <a:defRPr/>
            </a:pPr>
            <a:endParaRPr kumimoji="0" lang="en-US" sz="1000" b="0" i="0" u="none" strike="noStrike" kern="0" cap="none" spc="0" normalizeH="0" baseline="0">
              <a:ln>
                <a:noFill/>
              </a:ln>
              <a:solidFill>
                <a:srgbClr val="5F5F5F"/>
              </a:solidFill>
              <a:effectLst/>
              <a:uLnTx/>
              <a:uFillTx/>
              <a:latin typeface="Avenir Book"/>
              <a:ea typeface="Tahoma" panose="020B0604030504040204" pitchFamily="34" charset="0"/>
              <a:cs typeface="Tahoma" panose="020B0604030504040204" pitchFamily="34" charset="0"/>
            </a:endParaRP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000" b="1" i="0" u="none" strike="noStrike" kern="0" cap="none" spc="0" normalizeH="0" baseline="0">
                <a:ln>
                  <a:noFill/>
                </a:ln>
                <a:solidFill>
                  <a:srgbClr val="5F5F5F"/>
                </a:solidFill>
                <a:effectLst/>
                <a:uLnTx/>
                <a:uFillTx/>
                <a:latin typeface="Avenir Book"/>
                <a:ea typeface="Tahoma" panose="020B0604030504040204" pitchFamily="34" charset="0"/>
                <a:cs typeface="Tahoma" panose="020B0604030504040204" pitchFamily="34" charset="0"/>
              </a:rPr>
              <a:t>IAM</a:t>
            </a:r>
          </a:p>
        </p:txBody>
      </p:sp>
      <p:grpSp>
        <p:nvGrpSpPr>
          <p:cNvPr id="16" name="Groupe 15">
            <a:extLst>
              <a:ext uri="{FF2B5EF4-FFF2-40B4-BE49-F238E27FC236}">
                <a16:creationId xmlns:a16="http://schemas.microsoft.com/office/drawing/2014/main" id="{12D6BA30-37FF-998A-B56C-09C3E9FE9CC7}"/>
              </a:ext>
            </a:extLst>
          </p:cNvPr>
          <p:cNvGrpSpPr/>
          <p:nvPr/>
        </p:nvGrpSpPr>
        <p:grpSpPr>
          <a:xfrm rot="420158">
            <a:off x="8825958" y="4979345"/>
            <a:ext cx="269501" cy="243146"/>
            <a:chOff x="5744383" y="5991849"/>
            <a:chExt cx="330905" cy="326367"/>
          </a:xfrm>
        </p:grpSpPr>
        <p:sp>
          <p:nvSpPr>
            <p:cNvPr id="17" name="Forme libre : forme 16">
              <a:extLst>
                <a:ext uri="{FF2B5EF4-FFF2-40B4-BE49-F238E27FC236}">
                  <a16:creationId xmlns:a16="http://schemas.microsoft.com/office/drawing/2014/main" id="{5EB81543-C0DA-E348-8364-8BDF0AA263E2}"/>
                </a:ext>
              </a:extLst>
            </p:cNvPr>
            <p:cNvSpPr/>
            <p:nvPr/>
          </p:nvSpPr>
          <p:spPr>
            <a:xfrm>
              <a:off x="5965736" y="6018909"/>
              <a:ext cx="80350" cy="79622"/>
            </a:xfrm>
            <a:custGeom>
              <a:avLst/>
              <a:gdLst>
                <a:gd name="connsiteX0" fmla="*/ 0 w 66675"/>
                <a:gd name="connsiteY0" fmla="*/ 0 h 66675"/>
                <a:gd name="connsiteX1" fmla="*/ 74200 w 66675"/>
                <a:gd name="connsiteY1" fmla="*/ 74200 h 66675"/>
              </a:gdLst>
              <a:ahLst/>
              <a:cxnLst>
                <a:cxn ang="0">
                  <a:pos x="connsiteX0" y="connsiteY0"/>
                </a:cxn>
                <a:cxn ang="0">
                  <a:pos x="connsiteX1" y="connsiteY1"/>
                </a:cxn>
              </a:cxnLst>
              <a:rect l="l" t="t" r="r" b="b"/>
              <a:pathLst>
                <a:path w="66675" h="66675">
                  <a:moveTo>
                    <a:pt x="0" y="0"/>
                  </a:moveTo>
                  <a:lnTo>
                    <a:pt x="74200" y="74200"/>
                  </a:lnTo>
                </a:path>
              </a:pathLst>
            </a:custGeom>
            <a:ln w="19050" cap="flat">
              <a:solidFill>
                <a:schemeClr val="bg1"/>
              </a:solidFill>
              <a:prstDash val="solid"/>
              <a:miter/>
            </a:ln>
          </p:spPr>
          <p:txBody>
            <a:bodyPr rtlCol="0" anchor="ctr"/>
            <a:lstStyle/>
            <a:p>
              <a:pPr marL="0" marR="0" lvl="0" indent="0" algn="l" defTabSz="914400" rtl="0" eaLnBrk="1" fontAlgn="auto" latinLnBrk="0" hangingPunct="1">
                <a:lnSpc>
                  <a:spcPct val="7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Book"/>
              </a:endParaRPr>
            </a:p>
          </p:txBody>
        </p:sp>
        <p:sp>
          <p:nvSpPr>
            <p:cNvPr id="18" name="Forme libre : forme 17">
              <a:extLst>
                <a:ext uri="{FF2B5EF4-FFF2-40B4-BE49-F238E27FC236}">
                  <a16:creationId xmlns:a16="http://schemas.microsoft.com/office/drawing/2014/main" id="{1F0CC28C-26BA-1D11-DC6F-B76032547F80}"/>
                </a:ext>
              </a:extLst>
            </p:cNvPr>
            <p:cNvSpPr/>
            <p:nvPr/>
          </p:nvSpPr>
          <p:spPr>
            <a:xfrm>
              <a:off x="5776845" y="6029365"/>
              <a:ext cx="149222" cy="102371"/>
            </a:xfrm>
            <a:custGeom>
              <a:avLst/>
              <a:gdLst>
                <a:gd name="connsiteX0" fmla="*/ 126682 w 123825"/>
                <a:gd name="connsiteY0" fmla="*/ 6941 h 85725"/>
                <a:gd name="connsiteX1" fmla="*/ 0 w 123825"/>
                <a:gd name="connsiteY1" fmla="*/ 51032 h 85725"/>
                <a:gd name="connsiteX2" fmla="*/ 39662 w 123825"/>
                <a:gd name="connsiteY2" fmla="*/ 90790 h 85725"/>
              </a:gdLst>
              <a:ahLst/>
              <a:cxnLst>
                <a:cxn ang="0">
                  <a:pos x="connsiteX0" y="connsiteY0"/>
                </a:cxn>
                <a:cxn ang="0">
                  <a:pos x="connsiteX1" y="connsiteY1"/>
                </a:cxn>
                <a:cxn ang="0">
                  <a:pos x="connsiteX2" y="connsiteY2"/>
                </a:cxn>
              </a:cxnLst>
              <a:rect l="l" t="t" r="r" b="b"/>
              <a:pathLst>
                <a:path w="123825" h="85725">
                  <a:moveTo>
                    <a:pt x="126682" y="6941"/>
                  </a:moveTo>
                  <a:cubicBezTo>
                    <a:pt x="83344" y="-8756"/>
                    <a:pt x="38100" y="626"/>
                    <a:pt x="0" y="51032"/>
                  </a:cubicBezTo>
                  <a:lnTo>
                    <a:pt x="39662" y="90790"/>
                  </a:lnTo>
                </a:path>
              </a:pathLst>
            </a:custGeom>
            <a:noFill/>
            <a:ln w="19050" cap="flat">
              <a:solidFill>
                <a:schemeClr val="bg1"/>
              </a:solidFill>
              <a:prstDash val="solid"/>
              <a:miter/>
            </a:ln>
          </p:spPr>
          <p:txBody>
            <a:bodyPr rtlCol="0" anchor="ctr"/>
            <a:lstStyle/>
            <a:p>
              <a:pPr marL="0" marR="0" lvl="0" indent="0" algn="l" defTabSz="914400" rtl="0" eaLnBrk="1" fontAlgn="auto" latinLnBrk="0" hangingPunct="1">
                <a:lnSpc>
                  <a:spcPct val="7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Book"/>
              </a:endParaRPr>
            </a:p>
          </p:txBody>
        </p:sp>
        <p:sp>
          <p:nvSpPr>
            <p:cNvPr id="19" name="Forme libre : forme 18">
              <a:extLst>
                <a:ext uri="{FF2B5EF4-FFF2-40B4-BE49-F238E27FC236}">
                  <a16:creationId xmlns:a16="http://schemas.microsoft.com/office/drawing/2014/main" id="{4C877FFB-DC59-444E-0A70-3B0637E139B2}"/>
                </a:ext>
              </a:extLst>
            </p:cNvPr>
            <p:cNvSpPr/>
            <p:nvPr/>
          </p:nvSpPr>
          <p:spPr>
            <a:xfrm>
              <a:off x="5935548" y="6143766"/>
              <a:ext cx="103307" cy="147869"/>
            </a:xfrm>
            <a:custGeom>
              <a:avLst/>
              <a:gdLst>
                <a:gd name="connsiteX0" fmla="*/ 0 w 85725"/>
                <a:gd name="connsiteY0" fmla="*/ 87020 h 123825"/>
                <a:gd name="connsiteX1" fmla="*/ 39757 w 85725"/>
                <a:gd name="connsiteY1" fmla="*/ 126683 h 123825"/>
                <a:gd name="connsiteX2" fmla="*/ 83849 w 85725"/>
                <a:gd name="connsiteY2" fmla="*/ 0 h 123825"/>
              </a:gdLst>
              <a:ahLst/>
              <a:cxnLst>
                <a:cxn ang="0">
                  <a:pos x="connsiteX0" y="connsiteY0"/>
                </a:cxn>
                <a:cxn ang="0">
                  <a:pos x="connsiteX1" y="connsiteY1"/>
                </a:cxn>
                <a:cxn ang="0">
                  <a:pos x="connsiteX2" y="connsiteY2"/>
                </a:cxn>
              </a:cxnLst>
              <a:rect l="l" t="t" r="r" b="b"/>
              <a:pathLst>
                <a:path w="85725" h="123825">
                  <a:moveTo>
                    <a:pt x="0" y="87020"/>
                  </a:moveTo>
                  <a:lnTo>
                    <a:pt x="39757" y="126683"/>
                  </a:lnTo>
                  <a:cubicBezTo>
                    <a:pt x="90164" y="88583"/>
                    <a:pt x="99546" y="43339"/>
                    <a:pt x="83849" y="0"/>
                  </a:cubicBezTo>
                </a:path>
              </a:pathLst>
            </a:custGeom>
            <a:noFill/>
            <a:ln w="19050" cap="flat">
              <a:solidFill>
                <a:schemeClr val="bg1"/>
              </a:solidFill>
              <a:prstDash val="solid"/>
              <a:miter/>
            </a:ln>
          </p:spPr>
          <p:txBody>
            <a:bodyPr rtlCol="0" anchor="ctr"/>
            <a:lstStyle/>
            <a:p>
              <a:pPr marL="0" marR="0" lvl="0" indent="0" algn="l" defTabSz="914400" rtl="0" eaLnBrk="1" fontAlgn="auto" latinLnBrk="0" hangingPunct="1">
                <a:lnSpc>
                  <a:spcPct val="7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Book"/>
              </a:endParaRPr>
            </a:p>
          </p:txBody>
        </p:sp>
        <p:sp>
          <p:nvSpPr>
            <p:cNvPr id="20" name="Forme libre : forme 19">
              <a:extLst>
                <a:ext uri="{FF2B5EF4-FFF2-40B4-BE49-F238E27FC236}">
                  <a16:creationId xmlns:a16="http://schemas.microsoft.com/office/drawing/2014/main" id="{45A9787E-B071-8B59-40AC-D0525CF16138}"/>
                </a:ext>
              </a:extLst>
            </p:cNvPr>
            <p:cNvSpPr/>
            <p:nvPr/>
          </p:nvSpPr>
          <p:spPr>
            <a:xfrm>
              <a:off x="5799802" y="5991849"/>
              <a:ext cx="275486" cy="272989"/>
            </a:xfrm>
            <a:custGeom>
              <a:avLst/>
              <a:gdLst>
                <a:gd name="connsiteX0" fmla="*/ 76200 w 228600"/>
                <a:gd name="connsiteY0" fmla="*/ 234848 h 228600"/>
                <a:gd name="connsiteX1" fmla="*/ 0 w 228600"/>
                <a:gd name="connsiteY1" fmla="*/ 158648 h 228600"/>
                <a:gd name="connsiteX2" fmla="*/ 234848 w 228600"/>
                <a:gd name="connsiteY2" fmla="*/ 0 h 228600"/>
                <a:gd name="connsiteX3" fmla="*/ 76200 w 228600"/>
                <a:gd name="connsiteY3" fmla="*/ 234848 h 228600"/>
              </a:gdLst>
              <a:ahLst/>
              <a:cxnLst>
                <a:cxn ang="0">
                  <a:pos x="connsiteX0" y="connsiteY0"/>
                </a:cxn>
                <a:cxn ang="0">
                  <a:pos x="connsiteX1" y="connsiteY1"/>
                </a:cxn>
                <a:cxn ang="0">
                  <a:pos x="connsiteX2" y="connsiteY2"/>
                </a:cxn>
                <a:cxn ang="0">
                  <a:pos x="connsiteX3" y="connsiteY3"/>
                </a:cxn>
              </a:cxnLst>
              <a:rect l="l" t="t" r="r" b="b"/>
              <a:pathLst>
                <a:path w="228600" h="228600">
                  <a:moveTo>
                    <a:pt x="76200" y="234848"/>
                  </a:moveTo>
                  <a:lnTo>
                    <a:pt x="0" y="158648"/>
                  </a:lnTo>
                  <a:cubicBezTo>
                    <a:pt x="0" y="158648"/>
                    <a:pt x="61846" y="9030"/>
                    <a:pt x="234848" y="0"/>
                  </a:cubicBezTo>
                  <a:cubicBezTo>
                    <a:pt x="225066" y="172260"/>
                    <a:pt x="76200" y="234848"/>
                    <a:pt x="76200" y="234848"/>
                  </a:cubicBezTo>
                  <a:close/>
                </a:path>
              </a:pathLst>
            </a:custGeom>
            <a:noFill/>
            <a:ln w="19050" cap="sq">
              <a:solidFill>
                <a:schemeClr val="bg1"/>
              </a:solidFill>
              <a:prstDash val="solid"/>
              <a:miter/>
            </a:ln>
          </p:spPr>
          <p:txBody>
            <a:bodyPr rtlCol="0" anchor="ctr"/>
            <a:lstStyle/>
            <a:p>
              <a:pPr marL="0" marR="0" lvl="0" indent="0" algn="l" defTabSz="914400" rtl="0" eaLnBrk="1" fontAlgn="auto" latinLnBrk="0" hangingPunct="1">
                <a:lnSpc>
                  <a:spcPct val="7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Book"/>
              </a:endParaRPr>
            </a:p>
          </p:txBody>
        </p:sp>
        <p:sp>
          <p:nvSpPr>
            <p:cNvPr id="21" name="Forme libre : forme 20">
              <a:extLst>
                <a:ext uri="{FF2B5EF4-FFF2-40B4-BE49-F238E27FC236}">
                  <a16:creationId xmlns:a16="http://schemas.microsoft.com/office/drawing/2014/main" id="{7ADE7A1F-BA14-D01B-29FF-2F7A3C272BBC}"/>
                </a:ext>
              </a:extLst>
            </p:cNvPr>
            <p:cNvSpPr/>
            <p:nvPr/>
          </p:nvSpPr>
          <p:spPr>
            <a:xfrm>
              <a:off x="5914588" y="6101681"/>
              <a:ext cx="57393" cy="56873"/>
            </a:xfrm>
            <a:custGeom>
              <a:avLst/>
              <a:gdLst>
                <a:gd name="connsiteX0" fmla="*/ 47625 w 47625"/>
                <a:gd name="connsiteY0" fmla="*/ 23813 h 47625"/>
                <a:gd name="connsiteX1" fmla="*/ 23813 w 47625"/>
                <a:gd name="connsiteY1" fmla="*/ 47625 h 47625"/>
                <a:gd name="connsiteX2" fmla="*/ 0 w 47625"/>
                <a:gd name="connsiteY2" fmla="*/ 23813 h 47625"/>
                <a:gd name="connsiteX3" fmla="*/ 23813 w 47625"/>
                <a:gd name="connsiteY3" fmla="*/ 0 h 47625"/>
                <a:gd name="connsiteX4" fmla="*/ 47625 w 47625"/>
                <a:gd name="connsiteY4" fmla="*/ 23813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noFill/>
            <a:ln w="19050" cap="sq">
              <a:solidFill>
                <a:schemeClr val="bg1"/>
              </a:solidFill>
              <a:prstDash val="solid"/>
              <a:miter/>
            </a:ln>
          </p:spPr>
          <p:txBody>
            <a:bodyPr rtlCol="0" anchor="ctr"/>
            <a:lstStyle/>
            <a:p>
              <a:pPr marL="0" marR="0" lvl="0" indent="0" algn="l" defTabSz="914400" rtl="0" eaLnBrk="1" fontAlgn="auto" latinLnBrk="0" hangingPunct="1">
                <a:lnSpc>
                  <a:spcPct val="7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Book"/>
              </a:endParaRPr>
            </a:p>
          </p:txBody>
        </p:sp>
        <p:sp>
          <p:nvSpPr>
            <p:cNvPr id="22" name="Forme libre : forme 21">
              <a:extLst>
                <a:ext uri="{FF2B5EF4-FFF2-40B4-BE49-F238E27FC236}">
                  <a16:creationId xmlns:a16="http://schemas.microsoft.com/office/drawing/2014/main" id="{4FD45149-94A4-9FFD-B54D-E18C19D08D82}"/>
                </a:ext>
              </a:extLst>
            </p:cNvPr>
            <p:cNvSpPr/>
            <p:nvPr/>
          </p:nvSpPr>
          <p:spPr>
            <a:xfrm>
              <a:off x="5744383" y="6249969"/>
              <a:ext cx="68872" cy="68247"/>
            </a:xfrm>
            <a:custGeom>
              <a:avLst/>
              <a:gdLst>
                <a:gd name="connsiteX0" fmla="*/ 16259 w 57150"/>
                <a:gd name="connsiteY0" fmla="*/ 8021 h 57150"/>
                <a:gd name="connsiteX1" fmla="*/ 56664 w 57150"/>
                <a:gd name="connsiteY1" fmla="*/ 8723 h 57150"/>
                <a:gd name="connsiteX2" fmla="*/ 56664 w 57150"/>
                <a:gd name="connsiteY2" fmla="*/ 48426 h 57150"/>
                <a:gd name="connsiteX3" fmla="*/ 0 w 57150"/>
                <a:gd name="connsiteY3" fmla="*/ 64685 h 57150"/>
                <a:gd name="connsiteX4" fmla="*/ 16259 w 57150"/>
                <a:gd name="connsiteY4" fmla="*/ 802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16259" y="8021"/>
                  </a:moveTo>
                  <a:cubicBezTo>
                    <a:pt x="27611" y="-2942"/>
                    <a:pt x="45701" y="-2628"/>
                    <a:pt x="56664" y="8723"/>
                  </a:cubicBezTo>
                  <a:cubicBezTo>
                    <a:pt x="67359" y="19797"/>
                    <a:pt x="67359" y="37352"/>
                    <a:pt x="56664" y="48426"/>
                  </a:cubicBezTo>
                  <a:cubicBezTo>
                    <a:pt x="45510" y="59590"/>
                    <a:pt x="0" y="64685"/>
                    <a:pt x="0" y="64685"/>
                  </a:cubicBezTo>
                  <a:cubicBezTo>
                    <a:pt x="0" y="64685"/>
                    <a:pt x="5096" y="19175"/>
                    <a:pt x="16259" y="8021"/>
                  </a:cubicBezTo>
                  <a:close/>
                </a:path>
              </a:pathLst>
            </a:custGeom>
            <a:noFill/>
            <a:ln w="19050" cap="sq">
              <a:solidFill>
                <a:schemeClr val="bg1"/>
              </a:solidFill>
              <a:prstDash val="solid"/>
              <a:miter/>
            </a:ln>
          </p:spPr>
          <p:txBody>
            <a:bodyPr rtlCol="0" anchor="ctr"/>
            <a:lstStyle/>
            <a:p>
              <a:pPr marL="0" marR="0" lvl="0" indent="0" algn="l" defTabSz="914400" rtl="0" eaLnBrk="1" fontAlgn="auto" latinLnBrk="0" hangingPunct="1">
                <a:lnSpc>
                  <a:spcPct val="7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Book"/>
              </a:endParaRPr>
            </a:p>
          </p:txBody>
        </p:sp>
      </p:grpSp>
      <p:pic>
        <p:nvPicPr>
          <p:cNvPr id="23" name="Image 22">
            <a:extLst>
              <a:ext uri="{FF2B5EF4-FFF2-40B4-BE49-F238E27FC236}">
                <a16:creationId xmlns:a16="http://schemas.microsoft.com/office/drawing/2014/main" id="{CB855CE7-26EF-9C88-878F-CDCB6A5689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9691" y="1153593"/>
            <a:ext cx="3240153" cy="3215074"/>
          </a:xfrm>
          <a:prstGeom prst="rect">
            <a:avLst/>
          </a:prstGeom>
          <a:effectLst>
            <a:innerShdw blurRad="203200" dir="7200000">
              <a:prstClr val="black">
                <a:alpha val="62000"/>
              </a:prstClr>
            </a:innerShdw>
          </a:effectLst>
        </p:spPr>
      </p:pic>
      <p:grpSp>
        <p:nvGrpSpPr>
          <p:cNvPr id="24" name="Graphique 683">
            <a:extLst>
              <a:ext uri="{FF2B5EF4-FFF2-40B4-BE49-F238E27FC236}">
                <a16:creationId xmlns:a16="http://schemas.microsoft.com/office/drawing/2014/main" id="{7B661365-BA87-6EF0-C7E8-8BD51EA3F3E1}"/>
              </a:ext>
            </a:extLst>
          </p:cNvPr>
          <p:cNvGrpSpPr/>
          <p:nvPr/>
        </p:nvGrpSpPr>
        <p:grpSpPr>
          <a:xfrm>
            <a:off x="4217797" y="1598309"/>
            <a:ext cx="180000" cy="180000"/>
            <a:chOff x="4336025" y="3645955"/>
            <a:chExt cx="285750" cy="285750"/>
          </a:xfrm>
        </p:grpSpPr>
        <p:sp>
          <p:nvSpPr>
            <p:cNvPr id="25" name="Forme libre : forme 24">
              <a:extLst>
                <a:ext uri="{FF2B5EF4-FFF2-40B4-BE49-F238E27FC236}">
                  <a16:creationId xmlns:a16="http://schemas.microsoft.com/office/drawing/2014/main" id="{32249130-19D4-42A4-0311-F06414E40B0E}"/>
                </a:ext>
              </a:extLst>
            </p:cNvPr>
            <p:cNvSpPr/>
            <p:nvPr/>
          </p:nvSpPr>
          <p:spPr>
            <a:xfrm>
              <a:off x="4440800" y="3750730"/>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19050" cap="sq">
              <a:solidFill>
                <a:srgbClr val="003C5A"/>
              </a:solidFill>
              <a:prstDash val="solid"/>
              <a:miter/>
            </a:ln>
          </p:spPr>
          <p:txBody>
            <a:bodyPr rtlCol="0" anchor="ctr"/>
            <a:lstStyle/>
            <a:p>
              <a:pPr marL="0" marR="0" lvl="0" indent="0" algn="l" defTabSz="914400" rtl="0" eaLnBrk="1" fontAlgn="auto" latinLnBrk="0" hangingPunct="1">
                <a:lnSpc>
                  <a:spcPct val="7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Book"/>
              </a:endParaRPr>
            </a:p>
          </p:txBody>
        </p:sp>
        <p:sp>
          <p:nvSpPr>
            <p:cNvPr id="26" name="Forme libre : forme 25">
              <a:extLst>
                <a:ext uri="{FF2B5EF4-FFF2-40B4-BE49-F238E27FC236}">
                  <a16:creationId xmlns:a16="http://schemas.microsoft.com/office/drawing/2014/main" id="{8F78C577-DFF1-F1F1-583F-A185A3393B2B}"/>
                </a:ext>
              </a:extLst>
            </p:cNvPr>
            <p:cNvSpPr/>
            <p:nvPr/>
          </p:nvSpPr>
          <p:spPr>
            <a:xfrm>
              <a:off x="4336025" y="3645955"/>
              <a:ext cx="285750" cy="285750"/>
            </a:xfrm>
            <a:custGeom>
              <a:avLst/>
              <a:gdLst>
                <a:gd name="connsiteX0" fmla="*/ 285750 w 285750"/>
                <a:gd name="connsiteY0" fmla="*/ 161925 h 285750"/>
                <a:gd name="connsiteX1" fmla="*/ 285750 w 285750"/>
                <a:gd name="connsiteY1" fmla="*/ 123825 h 285750"/>
                <a:gd name="connsiteX2" fmla="*/ 244735 w 285750"/>
                <a:gd name="connsiteY2" fmla="*/ 118701 h 285750"/>
                <a:gd name="connsiteX3" fmla="*/ 231981 w 285750"/>
                <a:gd name="connsiteY3" fmla="*/ 87963 h 285750"/>
                <a:gd name="connsiteX4" fmla="*/ 257375 w 285750"/>
                <a:gd name="connsiteY4" fmla="*/ 55321 h 285750"/>
                <a:gd name="connsiteX5" fmla="*/ 230429 w 285750"/>
                <a:gd name="connsiteY5" fmla="*/ 28375 h 285750"/>
                <a:gd name="connsiteX6" fmla="*/ 197787 w 285750"/>
                <a:gd name="connsiteY6" fmla="*/ 53769 h 285750"/>
                <a:gd name="connsiteX7" fmla="*/ 167049 w 285750"/>
                <a:gd name="connsiteY7" fmla="*/ 41015 h 285750"/>
                <a:gd name="connsiteX8" fmla="*/ 161925 w 285750"/>
                <a:gd name="connsiteY8" fmla="*/ 0 h 285750"/>
                <a:gd name="connsiteX9" fmla="*/ 123825 w 285750"/>
                <a:gd name="connsiteY9" fmla="*/ 0 h 285750"/>
                <a:gd name="connsiteX10" fmla="*/ 118701 w 285750"/>
                <a:gd name="connsiteY10" fmla="*/ 41015 h 285750"/>
                <a:gd name="connsiteX11" fmla="*/ 87963 w 285750"/>
                <a:gd name="connsiteY11" fmla="*/ 53769 h 285750"/>
                <a:gd name="connsiteX12" fmla="*/ 55321 w 285750"/>
                <a:gd name="connsiteY12" fmla="*/ 28375 h 285750"/>
                <a:gd name="connsiteX13" fmla="*/ 28375 w 285750"/>
                <a:gd name="connsiteY13" fmla="*/ 55321 h 285750"/>
                <a:gd name="connsiteX14" fmla="*/ 53769 w 285750"/>
                <a:gd name="connsiteY14" fmla="*/ 87963 h 285750"/>
                <a:gd name="connsiteX15" fmla="*/ 41015 w 285750"/>
                <a:gd name="connsiteY15" fmla="*/ 118701 h 285750"/>
                <a:gd name="connsiteX16" fmla="*/ 0 w 285750"/>
                <a:gd name="connsiteY16" fmla="*/ 123825 h 285750"/>
                <a:gd name="connsiteX17" fmla="*/ 0 w 285750"/>
                <a:gd name="connsiteY17" fmla="*/ 161925 h 285750"/>
                <a:gd name="connsiteX18" fmla="*/ 41015 w 285750"/>
                <a:gd name="connsiteY18" fmla="*/ 167049 h 285750"/>
                <a:gd name="connsiteX19" fmla="*/ 53769 w 285750"/>
                <a:gd name="connsiteY19" fmla="*/ 197787 h 285750"/>
                <a:gd name="connsiteX20" fmla="*/ 28375 w 285750"/>
                <a:gd name="connsiteY20" fmla="*/ 230429 h 285750"/>
                <a:gd name="connsiteX21" fmla="*/ 55321 w 285750"/>
                <a:gd name="connsiteY21" fmla="*/ 257375 h 285750"/>
                <a:gd name="connsiteX22" fmla="*/ 87963 w 285750"/>
                <a:gd name="connsiteY22" fmla="*/ 231981 h 285750"/>
                <a:gd name="connsiteX23" fmla="*/ 118701 w 285750"/>
                <a:gd name="connsiteY23" fmla="*/ 244735 h 285750"/>
                <a:gd name="connsiteX24" fmla="*/ 123825 w 285750"/>
                <a:gd name="connsiteY24" fmla="*/ 285750 h 285750"/>
                <a:gd name="connsiteX25" fmla="*/ 161925 w 285750"/>
                <a:gd name="connsiteY25" fmla="*/ 285750 h 285750"/>
                <a:gd name="connsiteX26" fmla="*/ 167049 w 285750"/>
                <a:gd name="connsiteY26" fmla="*/ 244735 h 285750"/>
                <a:gd name="connsiteX27" fmla="*/ 197787 w 285750"/>
                <a:gd name="connsiteY27" fmla="*/ 231981 h 285750"/>
                <a:gd name="connsiteX28" fmla="*/ 230429 w 285750"/>
                <a:gd name="connsiteY28" fmla="*/ 257375 h 285750"/>
                <a:gd name="connsiteX29" fmla="*/ 257375 w 285750"/>
                <a:gd name="connsiteY29" fmla="*/ 230429 h 285750"/>
                <a:gd name="connsiteX30" fmla="*/ 231981 w 285750"/>
                <a:gd name="connsiteY30" fmla="*/ 197787 h 285750"/>
                <a:gd name="connsiteX31" fmla="*/ 244735 w 285750"/>
                <a:gd name="connsiteY31" fmla="*/ 167049 h 28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85750" h="285750">
                  <a:moveTo>
                    <a:pt x="285750" y="161925"/>
                  </a:moveTo>
                  <a:lnTo>
                    <a:pt x="285750" y="123825"/>
                  </a:lnTo>
                  <a:lnTo>
                    <a:pt x="244735" y="118701"/>
                  </a:lnTo>
                  <a:cubicBezTo>
                    <a:pt x="242162" y="107836"/>
                    <a:pt x="237856" y="97458"/>
                    <a:pt x="231981" y="87963"/>
                  </a:cubicBezTo>
                  <a:lnTo>
                    <a:pt x="257375" y="55321"/>
                  </a:lnTo>
                  <a:lnTo>
                    <a:pt x="230429" y="28375"/>
                  </a:lnTo>
                  <a:lnTo>
                    <a:pt x="197787" y="53769"/>
                  </a:lnTo>
                  <a:cubicBezTo>
                    <a:pt x="188292" y="47894"/>
                    <a:pt x="177914" y="43588"/>
                    <a:pt x="167049" y="41015"/>
                  </a:cubicBezTo>
                  <a:lnTo>
                    <a:pt x="161925" y="0"/>
                  </a:lnTo>
                  <a:lnTo>
                    <a:pt x="123825" y="0"/>
                  </a:lnTo>
                  <a:lnTo>
                    <a:pt x="118701" y="41015"/>
                  </a:lnTo>
                  <a:cubicBezTo>
                    <a:pt x="107836" y="43588"/>
                    <a:pt x="97458" y="47894"/>
                    <a:pt x="87963" y="53769"/>
                  </a:cubicBezTo>
                  <a:lnTo>
                    <a:pt x="55321" y="28375"/>
                  </a:lnTo>
                  <a:lnTo>
                    <a:pt x="28375" y="55321"/>
                  </a:lnTo>
                  <a:lnTo>
                    <a:pt x="53769" y="87963"/>
                  </a:lnTo>
                  <a:cubicBezTo>
                    <a:pt x="47894" y="97458"/>
                    <a:pt x="43588" y="107836"/>
                    <a:pt x="41015" y="118701"/>
                  </a:cubicBezTo>
                  <a:lnTo>
                    <a:pt x="0" y="123825"/>
                  </a:lnTo>
                  <a:lnTo>
                    <a:pt x="0" y="161925"/>
                  </a:lnTo>
                  <a:lnTo>
                    <a:pt x="41015" y="167049"/>
                  </a:lnTo>
                  <a:cubicBezTo>
                    <a:pt x="43588" y="177914"/>
                    <a:pt x="47894" y="188292"/>
                    <a:pt x="53769" y="197787"/>
                  </a:cubicBezTo>
                  <a:lnTo>
                    <a:pt x="28375" y="230429"/>
                  </a:lnTo>
                  <a:lnTo>
                    <a:pt x="55321" y="257375"/>
                  </a:lnTo>
                  <a:lnTo>
                    <a:pt x="87963" y="231981"/>
                  </a:lnTo>
                  <a:cubicBezTo>
                    <a:pt x="97458" y="237856"/>
                    <a:pt x="107836" y="242162"/>
                    <a:pt x="118701" y="244735"/>
                  </a:cubicBezTo>
                  <a:lnTo>
                    <a:pt x="123825" y="285750"/>
                  </a:lnTo>
                  <a:lnTo>
                    <a:pt x="161925" y="285750"/>
                  </a:lnTo>
                  <a:lnTo>
                    <a:pt x="167049" y="244735"/>
                  </a:lnTo>
                  <a:cubicBezTo>
                    <a:pt x="177914" y="242162"/>
                    <a:pt x="188292" y="237856"/>
                    <a:pt x="197787" y="231981"/>
                  </a:cubicBezTo>
                  <a:lnTo>
                    <a:pt x="230429" y="257375"/>
                  </a:lnTo>
                  <a:lnTo>
                    <a:pt x="257375" y="230429"/>
                  </a:lnTo>
                  <a:lnTo>
                    <a:pt x="231981" y="197787"/>
                  </a:lnTo>
                  <a:cubicBezTo>
                    <a:pt x="237856" y="188292"/>
                    <a:pt x="242162" y="177914"/>
                    <a:pt x="244735" y="167049"/>
                  </a:cubicBezTo>
                  <a:close/>
                </a:path>
              </a:pathLst>
            </a:custGeom>
            <a:noFill/>
            <a:ln w="19050" cap="sq">
              <a:solidFill>
                <a:srgbClr val="003C5A"/>
              </a:solidFill>
              <a:prstDash val="solid"/>
              <a:miter/>
            </a:ln>
          </p:spPr>
          <p:txBody>
            <a:bodyPr rtlCol="0" anchor="ctr"/>
            <a:lstStyle/>
            <a:p>
              <a:pPr marL="0" marR="0" lvl="0" indent="0" algn="l" defTabSz="914400" rtl="0" eaLnBrk="1" fontAlgn="auto" latinLnBrk="0" hangingPunct="1">
                <a:lnSpc>
                  <a:spcPct val="7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Book"/>
              </a:endParaRPr>
            </a:p>
          </p:txBody>
        </p:sp>
      </p:grpSp>
      <p:sp>
        <p:nvSpPr>
          <p:cNvPr id="27" name="TextBox 16">
            <a:extLst>
              <a:ext uri="{FF2B5EF4-FFF2-40B4-BE49-F238E27FC236}">
                <a16:creationId xmlns:a16="http://schemas.microsoft.com/office/drawing/2014/main" id="{1C262177-AB6F-8EEB-D7EB-C97684496C52}"/>
              </a:ext>
            </a:extLst>
          </p:cNvPr>
          <p:cNvSpPr txBox="1"/>
          <p:nvPr/>
        </p:nvSpPr>
        <p:spPr>
          <a:xfrm>
            <a:off x="4070538" y="1778309"/>
            <a:ext cx="1357049" cy="221407"/>
          </a:xfrm>
          <a:prstGeom prst="rect">
            <a:avLst/>
          </a:prstGeom>
          <a:noFill/>
        </p:spPr>
        <p:txBody>
          <a:bodyPr wrap="square" lIns="0" tIns="0" rIns="0" bIns="0" rtlCol="0" anchor="t">
            <a:spAutoFit/>
          </a:bodyPr>
          <a:lstStyle/>
          <a:p>
            <a:pPr algn="r">
              <a:lnSpc>
                <a:spcPct val="70000"/>
              </a:lnSpc>
              <a:defRPr/>
            </a:pPr>
            <a:r>
              <a:rPr lang="en-US" sz="1000" dirty="0">
                <a:latin typeface="Avenir Book"/>
              </a:rPr>
              <a:t>Manage : Joiners, Movers Leavers, Authorization</a:t>
            </a:r>
            <a:endParaRPr lang="en-US" sz="1000" b="0" i="0" u="none" strike="noStrike" kern="1200" cap="none" spc="0" normalizeH="0" baseline="0" dirty="0">
              <a:ln>
                <a:noFill/>
              </a:ln>
              <a:solidFill>
                <a:srgbClr val="EDEFED"/>
              </a:solidFill>
              <a:effectLst/>
              <a:uLnTx/>
              <a:uFillTx/>
              <a:latin typeface="Avenir Book"/>
            </a:endParaRPr>
          </a:p>
        </p:txBody>
      </p:sp>
      <p:sp>
        <p:nvSpPr>
          <p:cNvPr id="28" name="ZoneTexte 27">
            <a:extLst>
              <a:ext uri="{FF2B5EF4-FFF2-40B4-BE49-F238E27FC236}">
                <a16:creationId xmlns:a16="http://schemas.microsoft.com/office/drawing/2014/main" id="{3D449559-BFB0-8776-DE1F-83784560C295}"/>
              </a:ext>
            </a:extLst>
          </p:cNvPr>
          <p:cNvSpPr txBox="1"/>
          <p:nvPr/>
        </p:nvSpPr>
        <p:spPr>
          <a:xfrm>
            <a:off x="4413099" y="1626528"/>
            <a:ext cx="1119790" cy="181909"/>
          </a:xfrm>
          <a:prstGeom prst="rect">
            <a:avLst/>
          </a:prstGeom>
          <a:noFill/>
        </p:spPr>
        <p:txBody>
          <a:bodyPr wrap="square" lIns="36000" tIns="0" rIns="36000" bIns="0" rtlCol="0">
            <a:spAutoFit/>
          </a:bodyPr>
          <a:lstStyle/>
          <a:p>
            <a:pPr>
              <a:lnSpc>
                <a:spcPct val="70000"/>
              </a:lnSpc>
            </a:pPr>
            <a:r>
              <a:rPr lang="en-US" sz="1600" b="1" cap="all" dirty="0">
                <a:ln w="9525">
                  <a:solidFill>
                    <a:srgbClr val="0F6FC6"/>
                  </a:solidFill>
                </a:ln>
                <a:solidFill>
                  <a:srgbClr val="0F6FC6"/>
                </a:solidFill>
                <a:latin typeface="Avenir Book"/>
              </a:rPr>
              <a:t>Processes</a:t>
            </a:r>
            <a:endParaRPr lang="en-US" sz="1000" dirty="0">
              <a:ln w="9525">
                <a:solidFill>
                  <a:srgbClr val="0F6FC6"/>
                </a:solidFill>
              </a:ln>
              <a:latin typeface="Avenir Book"/>
            </a:endParaRPr>
          </a:p>
        </p:txBody>
      </p:sp>
      <p:grpSp>
        <p:nvGrpSpPr>
          <p:cNvPr id="29" name="Graphique 59">
            <a:extLst>
              <a:ext uri="{FF2B5EF4-FFF2-40B4-BE49-F238E27FC236}">
                <a16:creationId xmlns:a16="http://schemas.microsoft.com/office/drawing/2014/main" id="{C7FFE8C1-B667-1331-68A0-8A864DFFB87E}"/>
              </a:ext>
            </a:extLst>
          </p:cNvPr>
          <p:cNvGrpSpPr/>
          <p:nvPr/>
        </p:nvGrpSpPr>
        <p:grpSpPr>
          <a:xfrm>
            <a:off x="7942207" y="4982203"/>
            <a:ext cx="216000" cy="216000"/>
            <a:chOff x="8671971" y="1804568"/>
            <a:chExt cx="274587" cy="273299"/>
          </a:xfrm>
        </p:grpSpPr>
        <p:sp>
          <p:nvSpPr>
            <p:cNvPr id="31" name="Forme libre : forme 30">
              <a:extLst>
                <a:ext uri="{FF2B5EF4-FFF2-40B4-BE49-F238E27FC236}">
                  <a16:creationId xmlns:a16="http://schemas.microsoft.com/office/drawing/2014/main" id="{5FD5FDEA-AF81-A245-292D-FB707526B203}"/>
                </a:ext>
              </a:extLst>
            </p:cNvPr>
            <p:cNvSpPr/>
            <p:nvPr/>
          </p:nvSpPr>
          <p:spPr>
            <a:xfrm>
              <a:off x="8855651" y="1827228"/>
              <a:ext cx="66675" cy="66675"/>
            </a:xfrm>
            <a:custGeom>
              <a:avLst/>
              <a:gdLst>
                <a:gd name="connsiteX0" fmla="*/ 0 w 66675"/>
                <a:gd name="connsiteY0" fmla="*/ 0 h 66675"/>
                <a:gd name="connsiteX1" fmla="*/ 74200 w 66675"/>
                <a:gd name="connsiteY1" fmla="*/ 74200 h 66675"/>
              </a:gdLst>
              <a:ahLst/>
              <a:cxnLst>
                <a:cxn ang="0">
                  <a:pos x="connsiteX0" y="connsiteY0"/>
                </a:cxn>
                <a:cxn ang="0">
                  <a:pos x="connsiteX1" y="connsiteY1"/>
                </a:cxn>
              </a:cxnLst>
              <a:rect l="l" t="t" r="r" b="b"/>
              <a:pathLst>
                <a:path w="66675" h="66675">
                  <a:moveTo>
                    <a:pt x="0" y="0"/>
                  </a:moveTo>
                  <a:lnTo>
                    <a:pt x="74200" y="74200"/>
                  </a:lnTo>
                </a:path>
              </a:pathLst>
            </a:custGeom>
            <a:ln w="19050" cap="flat">
              <a:solidFill>
                <a:srgbClr val="A2B969"/>
              </a:solidFill>
              <a:prstDash val="solid"/>
              <a:miter/>
            </a:ln>
          </p:spPr>
          <p:txBody>
            <a:bodyPr rtlCol="0" anchor="ctr"/>
            <a:lstStyle/>
            <a:p>
              <a:pPr marL="0" marR="0" lvl="0" indent="0" algn="l" defTabSz="914400" rtl="0" eaLnBrk="1" fontAlgn="auto" latinLnBrk="0" hangingPunct="1">
                <a:lnSpc>
                  <a:spcPct val="70000"/>
                </a:lnSpc>
                <a:spcBef>
                  <a:spcPts val="0"/>
                </a:spcBef>
                <a:spcAft>
                  <a:spcPts val="0"/>
                </a:spcAft>
                <a:buClrTx/>
                <a:buSzTx/>
                <a:buFontTx/>
                <a:buNone/>
                <a:tabLst/>
                <a:defRPr/>
              </a:pPr>
              <a:endParaRPr kumimoji="0" lang="en-US" sz="1800" i="0" u="none" strike="noStrike" kern="1200" cap="none" spc="0" normalizeH="0" baseline="0" noProof="0">
                <a:ln>
                  <a:noFill/>
                </a:ln>
                <a:solidFill>
                  <a:prstClr val="white"/>
                </a:solidFill>
                <a:effectLst/>
                <a:uLnTx/>
                <a:uFillTx/>
                <a:latin typeface="Avenir Book"/>
              </a:endParaRPr>
            </a:p>
          </p:txBody>
        </p:sp>
        <p:sp>
          <p:nvSpPr>
            <p:cNvPr id="32" name="Forme libre : forme 31">
              <a:extLst>
                <a:ext uri="{FF2B5EF4-FFF2-40B4-BE49-F238E27FC236}">
                  <a16:creationId xmlns:a16="http://schemas.microsoft.com/office/drawing/2014/main" id="{48BB484B-F343-C80B-2788-3353BD3D17B5}"/>
                </a:ext>
              </a:extLst>
            </p:cNvPr>
            <p:cNvSpPr/>
            <p:nvPr/>
          </p:nvSpPr>
          <p:spPr>
            <a:xfrm>
              <a:off x="8698908" y="1835984"/>
              <a:ext cx="123825" cy="85725"/>
            </a:xfrm>
            <a:custGeom>
              <a:avLst/>
              <a:gdLst>
                <a:gd name="connsiteX0" fmla="*/ 126682 w 123825"/>
                <a:gd name="connsiteY0" fmla="*/ 6941 h 85725"/>
                <a:gd name="connsiteX1" fmla="*/ 0 w 123825"/>
                <a:gd name="connsiteY1" fmla="*/ 51032 h 85725"/>
                <a:gd name="connsiteX2" fmla="*/ 39662 w 123825"/>
                <a:gd name="connsiteY2" fmla="*/ 90790 h 85725"/>
              </a:gdLst>
              <a:ahLst/>
              <a:cxnLst>
                <a:cxn ang="0">
                  <a:pos x="connsiteX0" y="connsiteY0"/>
                </a:cxn>
                <a:cxn ang="0">
                  <a:pos x="connsiteX1" y="connsiteY1"/>
                </a:cxn>
                <a:cxn ang="0">
                  <a:pos x="connsiteX2" y="connsiteY2"/>
                </a:cxn>
              </a:cxnLst>
              <a:rect l="l" t="t" r="r" b="b"/>
              <a:pathLst>
                <a:path w="123825" h="85725">
                  <a:moveTo>
                    <a:pt x="126682" y="6941"/>
                  </a:moveTo>
                  <a:cubicBezTo>
                    <a:pt x="83344" y="-8756"/>
                    <a:pt x="38100" y="626"/>
                    <a:pt x="0" y="51032"/>
                  </a:cubicBezTo>
                  <a:lnTo>
                    <a:pt x="39662" y="90790"/>
                  </a:lnTo>
                </a:path>
              </a:pathLst>
            </a:custGeom>
            <a:noFill/>
            <a:ln w="19050" cap="flat">
              <a:solidFill>
                <a:srgbClr val="A2B969"/>
              </a:solidFill>
              <a:prstDash val="solid"/>
              <a:miter/>
            </a:ln>
          </p:spPr>
          <p:txBody>
            <a:bodyPr rtlCol="0" anchor="ctr"/>
            <a:lstStyle/>
            <a:p>
              <a:pPr marL="0" marR="0" lvl="0" indent="0" algn="l" defTabSz="914400" rtl="0" eaLnBrk="1" fontAlgn="auto" latinLnBrk="0" hangingPunct="1">
                <a:lnSpc>
                  <a:spcPct val="70000"/>
                </a:lnSpc>
                <a:spcBef>
                  <a:spcPts val="0"/>
                </a:spcBef>
                <a:spcAft>
                  <a:spcPts val="0"/>
                </a:spcAft>
                <a:buClrTx/>
                <a:buSzTx/>
                <a:buFontTx/>
                <a:buNone/>
                <a:tabLst/>
                <a:defRPr/>
              </a:pPr>
              <a:endParaRPr kumimoji="0" lang="en-US" sz="1800" i="0" u="none" strike="noStrike" kern="1200" cap="none" spc="0" normalizeH="0" baseline="0" noProof="0">
                <a:ln>
                  <a:noFill/>
                </a:ln>
                <a:solidFill>
                  <a:prstClr val="white"/>
                </a:solidFill>
                <a:effectLst/>
                <a:uLnTx/>
                <a:uFillTx/>
                <a:latin typeface="Avenir Book"/>
              </a:endParaRPr>
            </a:p>
          </p:txBody>
        </p:sp>
        <p:sp>
          <p:nvSpPr>
            <p:cNvPr id="33" name="Forme libre : forme 32">
              <a:extLst>
                <a:ext uri="{FF2B5EF4-FFF2-40B4-BE49-F238E27FC236}">
                  <a16:creationId xmlns:a16="http://schemas.microsoft.com/office/drawing/2014/main" id="{B5E7EB65-2AFC-ED91-C0D3-5F1765AD4274}"/>
                </a:ext>
              </a:extLst>
            </p:cNvPr>
            <p:cNvSpPr/>
            <p:nvPr/>
          </p:nvSpPr>
          <p:spPr>
            <a:xfrm>
              <a:off x="8830601" y="1931783"/>
              <a:ext cx="85725" cy="123825"/>
            </a:xfrm>
            <a:custGeom>
              <a:avLst/>
              <a:gdLst>
                <a:gd name="connsiteX0" fmla="*/ 0 w 85725"/>
                <a:gd name="connsiteY0" fmla="*/ 87020 h 123825"/>
                <a:gd name="connsiteX1" fmla="*/ 39757 w 85725"/>
                <a:gd name="connsiteY1" fmla="*/ 126683 h 123825"/>
                <a:gd name="connsiteX2" fmla="*/ 83849 w 85725"/>
                <a:gd name="connsiteY2" fmla="*/ 0 h 123825"/>
              </a:gdLst>
              <a:ahLst/>
              <a:cxnLst>
                <a:cxn ang="0">
                  <a:pos x="connsiteX0" y="connsiteY0"/>
                </a:cxn>
                <a:cxn ang="0">
                  <a:pos x="connsiteX1" y="connsiteY1"/>
                </a:cxn>
                <a:cxn ang="0">
                  <a:pos x="connsiteX2" y="connsiteY2"/>
                </a:cxn>
              </a:cxnLst>
              <a:rect l="l" t="t" r="r" b="b"/>
              <a:pathLst>
                <a:path w="85725" h="123825">
                  <a:moveTo>
                    <a:pt x="0" y="87020"/>
                  </a:moveTo>
                  <a:lnTo>
                    <a:pt x="39757" y="126683"/>
                  </a:lnTo>
                  <a:cubicBezTo>
                    <a:pt x="90164" y="88583"/>
                    <a:pt x="99546" y="43339"/>
                    <a:pt x="83849" y="0"/>
                  </a:cubicBezTo>
                </a:path>
              </a:pathLst>
            </a:custGeom>
            <a:noFill/>
            <a:ln w="19050" cap="flat">
              <a:solidFill>
                <a:srgbClr val="A2B969"/>
              </a:solidFill>
              <a:prstDash val="solid"/>
              <a:miter/>
            </a:ln>
          </p:spPr>
          <p:txBody>
            <a:bodyPr rtlCol="0" anchor="ctr"/>
            <a:lstStyle/>
            <a:p>
              <a:pPr marL="0" marR="0" lvl="0" indent="0" algn="l" defTabSz="914400" rtl="0" eaLnBrk="1" fontAlgn="auto" latinLnBrk="0" hangingPunct="1">
                <a:lnSpc>
                  <a:spcPct val="70000"/>
                </a:lnSpc>
                <a:spcBef>
                  <a:spcPts val="0"/>
                </a:spcBef>
                <a:spcAft>
                  <a:spcPts val="0"/>
                </a:spcAft>
                <a:buClrTx/>
                <a:buSzTx/>
                <a:buFontTx/>
                <a:buNone/>
                <a:tabLst/>
                <a:defRPr/>
              </a:pPr>
              <a:endParaRPr kumimoji="0" lang="en-US" sz="1800" i="0" u="none" strike="noStrike" kern="1200" cap="none" spc="0" normalizeH="0" baseline="0" noProof="0">
                <a:ln>
                  <a:noFill/>
                </a:ln>
                <a:solidFill>
                  <a:prstClr val="white"/>
                </a:solidFill>
                <a:effectLst/>
                <a:uLnTx/>
                <a:uFillTx/>
                <a:latin typeface="Avenir Book"/>
              </a:endParaRPr>
            </a:p>
          </p:txBody>
        </p:sp>
        <p:sp>
          <p:nvSpPr>
            <p:cNvPr id="34" name="Forme libre : forme 33">
              <a:extLst>
                <a:ext uri="{FF2B5EF4-FFF2-40B4-BE49-F238E27FC236}">
                  <a16:creationId xmlns:a16="http://schemas.microsoft.com/office/drawing/2014/main" id="{16D95EAC-8EE5-7BAF-6A57-7BB669E4E565}"/>
                </a:ext>
              </a:extLst>
            </p:cNvPr>
            <p:cNvSpPr/>
            <p:nvPr/>
          </p:nvSpPr>
          <p:spPr>
            <a:xfrm>
              <a:off x="8717958" y="1804568"/>
              <a:ext cx="228600" cy="228600"/>
            </a:xfrm>
            <a:custGeom>
              <a:avLst/>
              <a:gdLst>
                <a:gd name="connsiteX0" fmla="*/ 76200 w 228600"/>
                <a:gd name="connsiteY0" fmla="*/ 234848 h 228600"/>
                <a:gd name="connsiteX1" fmla="*/ 0 w 228600"/>
                <a:gd name="connsiteY1" fmla="*/ 158648 h 228600"/>
                <a:gd name="connsiteX2" fmla="*/ 234848 w 228600"/>
                <a:gd name="connsiteY2" fmla="*/ 0 h 228600"/>
                <a:gd name="connsiteX3" fmla="*/ 76200 w 228600"/>
                <a:gd name="connsiteY3" fmla="*/ 234848 h 228600"/>
              </a:gdLst>
              <a:ahLst/>
              <a:cxnLst>
                <a:cxn ang="0">
                  <a:pos x="connsiteX0" y="connsiteY0"/>
                </a:cxn>
                <a:cxn ang="0">
                  <a:pos x="connsiteX1" y="connsiteY1"/>
                </a:cxn>
                <a:cxn ang="0">
                  <a:pos x="connsiteX2" y="connsiteY2"/>
                </a:cxn>
                <a:cxn ang="0">
                  <a:pos x="connsiteX3" y="connsiteY3"/>
                </a:cxn>
              </a:cxnLst>
              <a:rect l="l" t="t" r="r" b="b"/>
              <a:pathLst>
                <a:path w="228600" h="228600">
                  <a:moveTo>
                    <a:pt x="76200" y="234848"/>
                  </a:moveTo>
                  <a:lnTo>
                    <a:pt x="0" y="158648"/>
                  </a:lnTo>
                  <a:cubicBezTo>
                    <a:pt x="0" y="158648"/>
                    <a:pt x="61846" y="9030"/>
                    <a:pt x="234848" y="0"/>
                  </a:cubicBezTo>
                  <a:cubicBezTo>
                    <a:pt x="225066" y="172260"/>
                    <a:pt x="76200" y="234848"/>
                    <a:pt x="76200" y="234848"/>
                  </a:cubicBezTo>
                  <a:close/>
                </a:path>
              </a:pathLst>
            </a:custGeom>
            <a:noFill/>
            <a:ln w="19050" cap="sq">
              <a:solidFill>
                <a:srgbClr val="A2B969"/>
              </a:solidFill>
              <a:prstDash val="solid"/>
              <a:miter/>
            </a:ln>
          </p:spPr>
          <p:txBody>
            <a:bodyPr rtlCol="0" anchor="ctr"/>
            <a:lstStyle/>
            <a:p>
              <a:pPr marL="0" marR="0" lvl="0" indent="0" algn="l" defTabSz="914400" rtl="0" eaLnBrk="1" fontAlgn="auto" latinLnBrk="0" hangingPunct="1">
                <a:lnSpc>
                  <a:spcPct val="70000"/>
                </a:lnSpc>
                <a:spcBef>
                  <a:spcPts val="0"/>
                </a:spcBef>
                <a:spcAft>
                  <a:spcPts val="0"/>
                </a:spcAft>
                <a:buClrTx/>
                <a:buSzTx/>
                <a:buFontTx/>
                <a:buNone/>
                <a:tabLst/>
                <a:defRPr/>
              </a:pPr>
              <a:endParaRPr kumimoji="0" lang="en-US" sz="1800" i="0" u="none" strike="noStrike" kern="1200" cap="none" spc="0" normalizeH="0" baseline="0" noProof="0">
                <a:ln>
                  <a:noFill/>
                </a:ln>
                <a:solidFill>
                  <a:prstClr val="white"/>
                </a:solidFill>
                <a:effectLst/>
                <a:uLnTx/>
                <a:uFillTx/>
                <a:latin typeface="Avenir Book"/>
              </a:endParaRPr>
            </a:p>
          </p:txBody>
        </p:sp>
        <p:sp>
          <p:nvSpPr>
            <p:cNvPr id="35" name="Forme libre : forme 34">
              <a:extLst>
                <a:ext uri="{FF2B5EF4-FFF2-40B4-BE49-F238E27FC236}">
                  <a16:creationId xmlns:a16="http://schemas.microsoft.com/office/drawing/2014/main" id="{A75EFE25-06AD-AC53-5F9A-5E37438749BA}"/>
                </a:ext>
              </a:extLst>
            </p:cNvPr>
            <p:cNvSpPr/>
            <p:nvPr/>
          </p:nvSpPr>
          <p:spPr>
            <a:xfrm>
              <a:off x="8813208" y="1896541"/>
              <a:ext cx="47625" cy="47625"/>
            </a:xfrm>
            <a:custGeom>
              <a:avLst/>
              <a:gdLst>
                <a:gd name="connsiteX0" fmla="*/ 47625 w 47625"/>
                <a:gd name="connsiteY0" fmla="*/ 23813 h 47625"/>
                <a:gd name="connsiteX1" fmla="*/ 23813 w 47625"/>
                <a:gd name="connsiteY1" fmla="*/ 47625 h 47625"/>
                <a:gd name="connsiteX2" fmla="*/ 0 w 47625"/>
                <a:gd name="connsiteY2" fmla="*/ 23813 h 47625"/>
                <a:gd name="connsiteX3" fmla="*/ 23813 w 47625"/>
                <a:gd name="connsiteY3" fmla="*/ 0 h 47625"/>
                <a:gd name="connsiteX4" fmla="*/ 47625 w 47625"/>
                <a:gd name="connsiteY4" fmla="*/ 23813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noFill/>
            <a:ln w="19050" cap="sq">
              <a:solidFill>
                <a:srgbClr val="A2B969"/>
              </a:solidFill>
              <a:prstDash val="solid"/>
              <a:miter/>
            </a:ln>
          </p:spPr>
          <p:txBody>
            <a:bodyPr rtlCol="0" anchor="ctr"/>
            <a:lstStyle/>
            <a:p>
              <a:pPr marL="0" marR="0" lvl="0" indent="0" algn="l" defTabSz="914400" rtl="0" eaLnBrk="1" fontAlgn="auto" latinLnBrk="0" hangingPunct="1">
                <a:lnSpc>
                  <a:spcPct val="70000"/>
                </a:lnSpc>
                <a:spcBef>
                  <a:spcPts val="0"/>
                </a:spcBef>
                <a:spcAft>
                  <a:spcPts val="0"/>
                </a:spcAft>
                <a:buClrTx/>
                <a:buSzTx/>
                <a:buFontTx/>
                <a:buNone/>
                <a:tabLst/>
                <a:defRPr/>
              </a:pPr>
              <a:endParaRPr kumimoji="0" lang="en-US" sz="1800" i="0" u="none" strike="noStrike" kern="1200" cap="none" spc="0" normalizeH="0" baseline="0" noProof="0">
                <a:ln>
                  <a:noFill/>
                </a:ln>
                <a:solidFill>
                  <a:prstClr val="white"/>
                </a:solidFill>
                <a:effectLst/>
                <a:uLnTx/>
                <a:uFillTx/>
                <a:latin typeface="Avenir Book"/>
              </a:endParaRPr>
            </a:p>
          </p:txBody>
        </p:sp>
        <p:sp>
          <p:nvSpPr>
            <p:cNvPr id="43" name="Forme libre : forme 42">
              <a:extLst>
                <a:ext uri="{FF2B5EF4-FFF2-40B4-BE49-F238E27FC236}">
                  <a16:creationId xmlns:a16="http://schemas.microsoft.com/office/drawing/2014/main" id="{FCC76947-27AD-7B41-A9B0-A71A6B368EB2}"/>
                </a:ext>
              </a:extLst>
            </p:cNvPr>
            <p:cNvSpPr/>
            <p:nvPr/>
          </p:nvSpPr>
          <p:spPr>
            <a:xfrm>
              <a:off x="8671971" y="2020717"/>
              <a:ext cx="57150" cy="57150"/>
            </a:xfrm>
            <a:custGeom>
              <a:avLst/>
              <a:gdLst>
                <a:gd name="connsiteX0" fmla="*/ 16259 w 57150"/>
                <a:gd name="connsiteY0" fmla="*/ 8021 h 57150"/>
                <a:gd name="connsiteX1" fmla="*/ 56664 w 57150"/>
                <a:gd name="connsiteY1" fmla="*/ 8723 h 57150"/>
                <a:gd name="connsiteX2" fmla="*/ 56664 w 57150"/>
                <a:gd name="connsiteY2" fmla="*/ 48426 h 57150"/>
                <a:gd name="connsiteX3" fmla="*/ 0 w 57150"/>
                <a:gd name="connsiteY3" fmla="*/ 64685 h 57150"/>
                <a:gd name="connsiteX4" fmla="*/ 16259 w 57150"/>
                <a:gd name="connsiteY4" fmla="*/ 802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16259" y="8021"/>
                  </a:moveTo>
                  <a:cubicBezTo>
                    <a:pt x="27611" y="-2942"/>
                    <a:pt x="45701" y="-2628"/>
                    <a:pt x="56664" y="8723"/>
                  </a:cubicBezTo>
                  <a:cubicBezTo>
                    <a:pt x="67359" y="19797"/>
                    <a:pt x="67359" y="37352"/>
                    <a:pt x="56664" y="48426"/>
                  </a:cubicBezTo>
                  <a:cubicBezTo>
                    <a:pt x="45510" y="59590"/>
                    <a:pt x="0" y="64685"/>
                    <a:pt x="0" y="64685"/>
                  </a:cubicBezTo>
                  <a:cubicBezTo>
                    <a:pt x="0" y="64685"/>
                    <a:pt x="5096" y="19175"/>
                    <a:pt x="16259" y="8021"/>
                  </a:cubicBezTo>
                  <a:close/>
                </a:path>
              </a:pathLst>
            </a:custGeom>
            <a:noFill/>
            <a:ln w="19050" cap="sq">
              <a:solidFill>
                <a:srgbClr val="A2B969"/>
              </a:solidFill>
              <a:prstDash val="solid"/>
              <a:miter/>
            </a:ln>
          </p:spPr>
          <p:txBody>
            <a:bodyPr rtlCol="0" anchor="ctr"/>
            <a:lstStyle/>
            <a:p>
              <a:pPr marL="0" marR="0" lvl="0" indent="0" algn="l" defTabSz="914400" rtl="0" eaLnBrk="1" fontAlgn="auto" latinLnBrk="0" hangingPunct="1">
                <a:lnSpc>
                  <a:spcPct val="70000"/>
                </a:lnSpc>
                <a:spcBef>
                  <a:spcPts val="0"/>
                </a:spcBef>
                <a:spcAft>
                  <a:spcPts val="0"/>
                </a:spcAft>
                <a:buClrTx/>
                <a:buSzTx/>
                <a:buFontTx/>
                <a:buNone/>
                <a:tabLst/>
                <a:defRPr/>
              </a:pPr>
              <a:endParaRPr kumimoji="0" lang="en-US" sz="1800" i="0" u="none" strike="noStrike" kern="1200" cap="none" spc="0" normalizeH="0" baseline="0" noProof="0">
                <a:ln>
                  <a:noFill/>
                </a:ln>
                <a:solidFill>
                  <a:prstClr val="white"/>
                </a:solidFill>
                <a:effectLst/>
                <a:uLnTx/>
                <a:uFillTx/>
                <a:latin typeface="Avenir Book"/>
              </a:endParaRPr>
            </a:p>
          </p:txBody>
        </p:sp>
      </p:grpSp>
      <p:sp>
        <p:nvSpPr>
          <p:cNvPr id="44" name="TextBox 16">
            <a:extLst>
              <a:ext uri="{FF2B5EF4-FFF2-40B4-BE49-F238E27FC236}">
                <a16:creationId xmlns:a16="http://schemas.microsoft.com/office/drawing/2014/main" id="{AD9C11AB-71F1-8AAC-DC6E-60A4974ED0AF}"/>
              </a:ext>
            </a:extLst>
          </p:cNvPr>
          <p:cNvSpPr txBox="1"/>
          <p:nvPr/>
        </p:nvSpPr>
        <p:spPr>
          <a:xfrm>
            <a:off x="6602215" y="4660154"/>
            <a:ext cx="1711146" cy="329129"/>
          </a:xfrm>
          <a:prstGeom prst="rect">
            <a:avLst/>
          </a:prstGeom>
          <a:noFill/>
        </p:spPr>
        <p:txBody>
          <a:bodyPr wrap="square" lIns="0" tIns="0" rIns="0" bIns="0" rtlCol="0" anchor="t">
            <a:spAutoFit/>
          </a:bodyPr>
          <a:lstStyle/>
          <a:p>
            <a:pPr>
              <a:lnSpc>
                <a:spcPct val="70000"/>
              </a:lnSpc>
              <a:defRPr/>
            </a:pPr>
            <a:r>
              <a:rPr lang="en-US" sz="1000" dirty="0">
                <a:latin typeface="Avenir Book"/>
              </a:rPr>
              <a:t>Tools able to manage thousands identities and automate access (de)provisioning &amp; controls</a:t>
            </a:r>
            <a:endParaRPr lang="en-US" sz="1000" i="0" u="none" strike="noStrike" kern="1200" cap="none" spc="0" normalizeH="0" baseline="0" noProof="0" dirty="0">
              <a:ln>
                <a:noFill/>
              </a:ln>
              <a:solidFill>
                <a:srgbClr val="EDEFED"/>
              </a:solidFill>
              <a:effectLst/>
              <a:uLnTx/>
              <a:uFillTx/>
              <a:latin typeface="Avenir Book"/>
            </a:endParaRPr>
          </a:p>
        </p:txBody>
      </p:sp>
      <p:sp>
        <p:nvSpPr>
          <p:cNvPr id="45" name="ZoneTexte 44">
            <a:extLst>
              <a:ext uri="{FF2B5EF4-FFF2-40B4-BE49-F238E27FC236}">
                <a16:creationId xmlns:a16="http://schemas.microsoft.com/office/drawing/2014/main" id="{09310658-BD13-37BB-A5FE-AAD36EFFE815}"/>
              </a:ext>
            </a:extLst>
          </p:cNvPr>
          <p:cNvSpPr txBox="1"/>
          <p:nvPr/>
        </p:nvSpPr>
        <p:spPr>
          <a:xfrm>
            <a:off x="6520555" y="4445688"/>
            <a:ext cx="915421" cy="227435"/>
          </a:xfrm>
          <a:prstGeom prst="rect">
            <a:avLst/>
          </a:prstGeom>
          <a:noFill/>
        </p:spPr>
        <p:txBody>
          <a:bodyPr wrap="square" lIns="36000" tIns="0" rIns="36000" bIns="0" rtlCol="0">
            <a:spAutoFit/>
          </a:bodyPr>
          <a:lstStyle/>
          <a:p>
            <a:pPr>
              <a:lnSpc>
                <a:spcPct val="70000"/>
              </a:lnSpc>
            </a:pPr>
            <a:r>
              <a:rPr lang="en-US" sz="2000" cap="all" dirty="0">
                <a:ln>
                  <a:solidFill>
                    <a:srgbClr val="A2B969"/>
                  </a:solidFill>
                </a:ln>
                <a:solidFill>
                  <a:srgbClr val="A2B969"/>
                </a:solidFill>
                <a:latin typeface="Avenir Book"/>
              </a:rPr>
              <a:t>Tools</a:t>
            </a:r>
            <a:endParaRPr lang="en-US" sz="1000" i="0" u="none" strike="noStrike" kern="1200" cap="all" spc="0" normalizeH="0" baseline="0" noProof="0" dirty="0">
              <a:ln>
                <a:solidFill>
                  <a:srgbClr val="A2B969"/>
                </a:solidFill>
              </a:ln>
              <a:solidFill>
                <a:srgbClr val="A2B969"/>
              </a:solidFill>
              <a:effectLst/>
              <a:uLnTx/>
              <a:uFillTx/>
              <a:latin typeface="Avenir Book"/>
            </a:endParaRPr>
          </a:p>
        </p:txBody>
      </p:sp>
      <p:grpSp>
        <p:nvGrpSpPr>
          <p:cNvPr id="46" name="Graphique 229">
            <a:extLst>
              <a:ext uri="{FF2B5EF4-FFF2-40B4-BE49-F238E27FC236}">
                <a16:creationId xmlns:a16="http://schemas.microsoft.com/office/drawing/2014/main" id="{B4C0B2E1-A635-2C1A-D5DF-5A8248BB964D}"/>
              </a:ext>
            </a:extLst>
          </p:cNvPr>
          <p:cNvGrpSpPr/>
          <p:nvPr/>
        </p:nvGrpSpPr>
        <p:grpSpPr>
          <a:xfrm>
            <a:off x="8586240" y="2634495"/>
            <a:ext cx="144000" cy="216000"/>
            <a:chOff x="3283710" y="5491684"/>
            <a:chExt cx="209550" cy="295275"/>
          </a:xfrm>
        </p:grpSpPr>
        <p:sp>
          <p:nvSpPr>
            <p:cNvPr id="47" name="Forme libre : forme 46">
              <a:extLst>
                <a:ext uri="{FF2B5EF4-FFF2-40B4-BE49-F238E27FC236}">
                  <a16:creationId xmlns:a16="http://schemas.microsoft.com/office/drawing/2014/main" id="{EEAE34D6-4390-21E9-2252-EDFCB149E383}"/>
                </a:ext>
              </a:extLst>
            </p:cNvPr>
            <p:cNvSpPr/>
            <p:nvPr/>
          </p:nvSpPr>
          <p:spPr>
            <a:xfrm>
              <a:off x="3283710" y="5491684"/>
              <a:ext cx="209550" cy="247650"/>
            </a:xfrm>
            <a:custGeom>
              <a:avLst/>
              <a:gdLst>
                <a:gd name="connsiteX0" fmla="*/ 209550 w 209550"/>
                <a:gd name="connsiteY0" fmla="*/ 104775 h 247650"/>
                <a:gd name="connsiteX1" fmla="*/ 104775 w 209550"/>
                <a:gd name="connsiteY1" fmla="*/ 0 h 247650"/>
                <a:gd name="connsiteX2" fmla="*/ 0 w 209550"/>
                <a:gd name="connsiteY2" fmla="*/ 104775 h 247650"/>
                <a:gd name="connsiteX3" fmla="*/ 57150 w 209550"/>
                <a:gd name="connsiteY3" fmla="*/ 198025 h 247650"/>
                <a:gd name="connsiteX4" fmla="*/ 57150 w 209550"/>
                <a:gd name="connsiteY4" fmla="*/ 247650 h 247650"/>
                <a:gd name="connsiteX5" fmla="*/ 152400 w 209550"/>
                <a:gd name="connsiteY5" fmla="*/ 247650 h 247650"/>
                <a:gd name="connsiteX6" fmla="*/ 152400 w 209550"/>
                <a:gd name="connsiteY6" fmla="*/ 198025 h 247650"/>
                <a:gd name="connsiteX7" fmla="*/ 209550 w 209550"/>
                <a:gd name="connsiteY7" fmla="*/ 104775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550" h="247650">
                  <a:moveTo>
                    <a:pt x="209550" y="104775"/>
                  </a:moveTo>
                  <a:cubicBezTo>
                    <a:pt x="209550" y="46911"/>
                    <a:pt x="162639" y="0"/>
                    <a:pt x="104775" y="0"/>
                  </a:cubicBezTo>
                  <a:cubicBezTo>
                    <a:pt x="46911" y="0"/>
                    <a:pt x="0" y="46911"/>
                    <a:pt x="0" y="104775"/>
                  </a:cubicBezTo>
                  <a:cubicBezTo>
                    <a:pt x="0" y="145475"/>
                    <a:pt x="23251" y="180670"/>
                    <a:pt x="57150" y="198025"/>
                  </a:cubicBezTo>
                  <a:lnTo>
                    <a:pt x="57150" y="247650"/>
                  </a:lnTo>
                  <a:lnTo>
                    <a:pt x="152400" y="247650"/>
                  </a:lnTo>
                  <a:lnTo>
                    <a:pt x="152400" y="198025"/>
                  </a:lnTo>
                  <a:cubicBezTo>
                    <a:pt x="186299" y="180670"/>
                    <a:pt x="209550" y="145475"/>
                    <a:pt x="209550" y="104775"/>
                  </a:cubicBezTo>
                  <a:close/>
                </a:path>
              </a:pathLst>
            </a:custGeom>
            <a:noFill/>
            <a:ln w="19050" cap="sq">
              <a:solidFill>
                <a:srgbClr val="4CC1EF"/>
              </a:solidFill>
              <a:prstDash val="solid"/>
              <a:miter/>
            </a:ln>
          </p:spPr>
          <p:txBody>
            <a:bodyPr rtlCol="0" anchor="ctr"/>
            <a:lstStyle/>
            <a:p>
              <a:pPr marL="0" marR="0" lvl="0" indent="0" algn="l" defTabSz="914400" rtl="0" eaLnBrk="1" fontAlgn="auto" latinLnBrk="0" hangingPunct="1">
                <a:lnSpc>
                  <a:spcPct val="7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Avenir Book"/>
              </a:endParaRPr>
            </a:p>
          </p:txBody>
        </p:sp>
        <p:sp>
          <p:nvSpPr>
            <p:cNvPr id="48" name="Forme libre : forme 47">
              <a:extLst>
                <a:ext uri="{FF2B5EF4-FFF2-40B4-BE49-F238E27FC236}">
                  <a16:creationId xmlns:a16="http://schemas.microsoft.com/office/drawing/2014/main" id="{5E60A936-A94C-4754-0E18-E73924DDDC11}"/>
                </a:ext>
              </a:extLst>
            </p:cNvPr>
            <p:cNvSpPr/>
            <p:nvPr/>
          </p:nvSpPr>
          <p:spPr>
            <a:xfrm>
              <a:off x="3340860" y="5777434"/>
              <a:ext cx="95250" cy="9525"/>
            </a:xfrm>
            <a:custGeom>
              <a:avLst/>
              <a:gdLst>
                <a:gd name="connsiteX0" fmla="*/ 0 w 95250"/>
                <a:gd name="connsiteY0" fmla="*/ 0 h 0"/>
                <a:gd name="connsiteX1" fmla="*/ 95250 w 95250"/>
                <a:gd name="connsiteY1" fmla="*/ 0 h 0"/>
              </a:gdLst>
              <a:ahLst/>
              <a:cxnLst>
                <a:cxn ang="0">
                  <a:pos x="connsiteX0" y="connsiteY0"/>
                </a:cxn>
                <a:cxn ang="0">
                  <a:pos x="connsiteX1" y="connsiteY1"/>
                </a:cxn>
              </a:cxnLst>
              <a:rect l="l" t="t" r="r" b="b"/>
              <a:pathLst>
                <a:path w="95250">
                  <a:moveTo>
                    <a:pt x="0" y="0"/>
                  </a:moveTo>
                  <a:lnTo>
                    <a:pt x="95250" y="0"/>
                  </a:lnTo>
                </a:path>
              </a:pathLst>
            </a:custGeom>
            <a:ln w="19050" cap="sq">
              <a:solidFill>
                <a:srgbClr val="4CC1EF"/>
              </a:solidFill>
              <a:prstDash val="solid"/>
              <a:miter/>
            </a:ln>
          </p:spPr>
          <p:txBody>
            <a:bodyPr rtlCol="0" anchor="ctr"/>
            <a:lstStyle/>
            <a:p>
              <a:pPr marL="0" marR="0" lvl="0" indent="0" algn="l" defTabSz="914400" rtl="0" eaLnBrk="1" fontAlgn="auto" latinLnBrk="0" hangingPunct="1">
                <a:lnSpc>
                  <a:spcPct val="7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Avenir Book"/>
              </a:endParaRPr>
            </a:p>
          </p:txBody>
        </p:sp>
        <p:sp>
          <p:nvSpPr>
            <p:cNvPr id="49" name="Forme libre : forme 48">
              <a:extLst>
                <a:ext uri="{FF2B5EF4-FFF2-40B4-BE49-F238E27FC236}">
                  <a16:creationId xmlns:a16="http://schemas.microsoft.com/office/drawing/2014/main" id="{BF25EEA7-8010-599B-43C2-BD80C553EE9E}"/>
                </a:ext>
              </a:extLst>
            </p:cNvPr>
            <p:cNvSpPr/>
            <p:nvPr/>
          </p:nvSpPr>
          <p:spPr>
            <a:xfrm>
              <a:off x="3331335" y="5539309"/>
              <a:ext cx="57150" cy="57150"/>
            </a:xfrm>
            <a:custGeom>
              <a:avLst/>
              <a:gdLst>
                <a:gd name="connsiteX0" fmla="*/ 0 w 57150"/>
                <a:gd name="connsiteY0" fmla="*/ 57150 h 57150"/>
                <a:gd name="connsiteX1" fmla="*/ 57150 w 57150"/>
                <a:gd name="connsiteY1" fmla="*/ 0 h 57150"/>
              </a:gdLst>
              <a:ahLst/>
              <a:cxnLst>
                <a:cxn ang="0">
                  <a:pos x="connsiteX0" y="connsiteY0"/>
                </a:cxn>
                <a:cxn ang="0">
                  <a:pos x="connsiteX1" y="connsiteY1"/>
                </a:cxn>
              </a:cxnLst>
              <a:rect l="l" t="t" r="r" b="b"/>
              <a:pathLst>
                <a:path w="57150" h="57150">
                  <a:moveTo>
                    <a:pt x="0" y="57150"/>
                  </a:moveTo>
                  <a:cubicBezTo>
                    <a:pt x="0" y="25584"/>
                    <a:pt x="25584" y="0"/>
                    <a:pt x="57150" y="0"/>
                  </a:cubicBezTo>
                </a:path>
              </a:pathLst>
            </a:custGeom>
            <a:noFill/>
            <a:ln w="19050" cap="sq">
              <a:solidFill>
                <a:srgbClr val="4CC1EF"/>
              </a:solidFill>
              <a:prstDash val="solid"/>
              <a:miter/>
            </a:ln>
          </p:spPr>
          <p:txBody>
            <a:bodyPr rtlCol="0" anchor="ctr"/>
            <a:lstStyle/>
            <a:p>
              <a:pPr marL="0" marR="0" lvl="0" indent="0" algn="l" defTabSz="914400" rtl="0" eaLnBrk="1" fontAlgn="auto" latinLnBrk="0" hangingPunct="1">
                <a:lnSpc>
                  <a:spcPct val="7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C5A"/>
                </a:solidFill>
                <a:effectLst/>
                <a:uLnTx/>
                <a:uFillTx/>
                <a:latin typeface="Avenir Book"/>
              </a:endParaRPr>
            </a:p>
          </p:txBody>
        </p:sp>
      </p:grpSp>
      <p:sp>
        <p:nvSpPr>
          <p:cNvPr id="50" name="TextBox 16">
            <a:extLst>
              <a:ext uri="{FF2B5EF4-FFF2-40B4-BE49-F238E27FC236}">
                <a16:creationId xmlns:a16="http://schemas.microsoft.com/office/drawing/2014/main" id="{C915C30D-B3D9-6D0A-D2EA-99EC7B49F7A4}"/>
              </a:ext>
            </a:extLst>
          </p:cNvPr>
          <p:cNvSpPr txBox="1"/>
          <p:nvPr/>
        </p:nvSpPr>
        <p:spPr>
          <a:xfrm>
            <a:off x="8794279" y="2814078"/>
            <a:ext cx="1661783" cy="329129"/>
          </a:xfrm>
          <a:prstGeom prst="rect">
            <a:avLst/>
          </a:prstGeom>
          <a:noFill/>
        </p:spPr>
        <p:txBody>
          <a:bodyPr wrap="square" lIns="0" tIns="0" rIns="0" bIns="0" rtlCol="0" anchor="t">
            <a:spAutoFit/>
          </a:bodyPr>
          <a:lstStyle/>
          <a:p>
            <a:pPr>
              <a:lnSpc>
                <a:spcPct val="70000"/>
              </a:lnSpc>
              <a:defRPr/>
            </a:pPr>
            <a:r>
              <a:rPr lang="en-US" sz="1000" dirty="0">
                <a:latin typeface="Avenir Book"/>
              </a:rPr>
              <a:t>Use master sources to manage users’ lifecycle and reduce human errors </a:t>
            </a:r>
          </a:p>
        </p:txBody>
      </p:sp>
      <p:sp>
        <p:nvSpPr>
          <p:cNvPr id="51" name="ZoneTexte 50">
            <a:extLst>
              <a:ext uri="{FF2B5EF4-FFF2-40B4-BE49-F238E27FC236}">
                <a16:creationId xmlns:a16="http://schemas.microsoft.com/office/drawing/2014/main" id="{5BF310CF-265E-6EA2-FDC4-A218A7A76479}"/>
              </a:ext>
            </a:extLst>
          </p:cNvPr>
          <p:cNvSpPr txBox="1"/>
          <p:nvPr/>
        </p:nvSpPr>
        <p:spPr>
          <a:xfrm>
            <a:off x="8760723" y="2640386"/>
            <a:ext cx="1981020" cy="181909"/>
          </a:xfrm>
          <a:prstGeom prst="rect">
            <a:avLst/>
          </a:prstGeom>
          <a:noFill/>
        </p:spPr>
        <p:txBody>
          <a:bodyPr wrap="square" lIns="36000" tIns="0" rIns="36000" bIns="0" rtlCol="0">
            <a:spAutoFit/>
          </a:bodyPr>
          <a:lstStyle/>
          <a:p>
            <a:pPr>
              <a:lnSpc>
                <a:spcPct val="70000"/>
              </a:lnSpc>
            </a:pPr>
            <a:r>
              <a:rPr lang="en-US" sz="1600" b="1" cap="all" dirty="0">
                <a:ln>
                  <a:solidFill>
                    <a:srgbClr val="4CC0EE"/>
                  </a:solidFill>
                </a:ln>
                <a:solidFill>
                  <a:srgbClr val="4CC0EE"/>
                </a:solidFill>
                <a:latin typeface="Avenir Book"/>
              </a:rPr>
              <a:t>Master DATA …</a:t>
            </a:r>
          </a:p>
        </p:txBody>
      </p:sp>
      <p:sp>
        <p:nvSpPr>
          <p:cNvPr id="52" name="ZoneTexte 51">
            <a:extLst>
              <a:ext uri="{FF2B5EF4-FFF2-40B4-BE49-F238E27FC236}">
                <a16:creationId xmlns:a16="http://schemas.microsoft.com/office/drawing/2014/main" id="{E9AA6882-8817-2A5B-FCEF-FCCA7F1277B1}"/>
              </a:ext>
            </a:extLst>
          </p:cNvPr>
          <p:cNvSpPr txBox="1"/>
          <p:nvPr/>
        </p:nvSpPr>
        <p:spPr>
          <a:xfrm>
            <a:off x="3041235" y="2234972"/>
            <a:ext cx="1300841" cy="393185"/>
          </a:xfrm>
          <a:prstGeom prst="rect">
            <a:avLst/>
          </a:prstGeom>
          <a:noFill/>
          <a:effectLst/>
        </p:spPr>
        <p:txBody>
          <a:bodyPr wrap="square" lIns="36000" tIns="0" rIns="36000" bIns="0" rtlCol="0">
            <a:spAutoFit/>
          </a:bodyPr>
          <a:lstStyle/>
          <a:p>
            <a:pPr>
              <a:lnSpc>
                <a:spcPct val="70000"/>
              </a:lnSpc>
            </a:pPr>
            <a:r>
              <a:rPr lang="en-US" sz="900" dirty="0">
                <a:ln w="9525">
                  <a:solidFill>
                    <a:schemeClr val="tx1"/>
                  </a:solidFill>
                </a:ln>
                <a:latin typeface="Avenir Book"/>
              </a:rPr>
              <a:t>Identity </a:t>
            </a:r>
          </a:p>
          <a:p>
            <a:pPr>
              <a:lnSpc>
                <a:spcPct val="70000"/>
              </a:lnSpc>
            </a:pPr>
            <a:r>
              <a:rPr lang="en-US" sz="900" dirty="0">
                <a:ln w="9525">
                  <a:solidFill>
                    <a:schemeClr val="tx1"/>
                  </a:solidFill>
                </a:ln>
                <a:latin typeface="Avenir Book"/>
              </a:rPr>
              <a:t>Governance &amp; Administration</a:t>
            </a:r>
          </a:p>
          <a:p>
            <a:pPr>
              <a:lnSpc>
                <a:spcPct val="70000"/>
              </a:lnSpc>
            </a:pPr>
            <a:r>
              <a:rPr lang="en-US" sz="900" dirty="0">
                <a:ln w="9525">
                  <a:solidFill>
                    <a:schemeClr val="tx1"/>
                  </a:solidFill>
                </a:ln>
                <a:latin typeface="Avenir Book"/>
              </a:rPr>
              <a:t>(IGA)</a:t>
            </a:r>
          </a:p>
        </p:txBody>
      </p:sp>
      <p:pic>
        <p:nvPicPr>
          <p:cNvPr id="60" name="Graphique 59">
            <a:extLst>
              <a:ext uri="{FF2B5EF4-FFF2-40B4-BE49-F238E27FC236}">
                <a16:creationId xmlns:a16="http://schemas.microsoft.com/office/drawing/2014/main" id="{3A115766-918B-2B88-3031-86F88E286DB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24644" y="2025159"/>
            <a:ext cx="1403841" cy="1403841"/>
          </a:xfrm>
          <a:prstGeom prst="rect">
            <a:avLst/>
          </a:prstGeom>
        </p:spPr>
      </p:pic>
      <p:sp>
        <p:nvSpPr>
          <p:cNvPr id="61" name="ZoneTexte 60">
            <a:extLst>
              <a:ext uri="{FF2B5EF4-FFF2-40B4-BE49-F238E27FC236}">
                <a16:creationId xmlns:a16="http://schemas.microsoft.com/office/drawing/2014/main" id="{6915F3C5-D3FF-AC32-B42E-720F53194843}"/>
              </a:ext>
            </a:extLst>
          </p:cNvPr>
          <p:cNvSpPr txBox="1"/>
          <p:nvPr/>
        </p:nvSpPr>
        <p:spPr>
          <a:xfrm>
            <a:off x="1970303" y="4076784"/>
            <a:ext cx="886782" cy="223844"/>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050" b="1" i="0" u="none" strike="noStrike" kern="1200" cap="none" spc="20" normalizeH="0" dirty="0">
                <a:ln>
                  <a:solidFill>
                    <a:schemeClr val="bg1"/>
                  </a:solidFill>
                </a:ln>
                <a:solidFill>
                  <a:schemeClr val="bg1"/>
                </a:solidFill>
                <a:effectLst/>
                <a:uLnTx/>
                <a:uFillTx/>
                <a:latin typeface="Avenir Book"/>
                <a:ea typeface="Tahoma" panose="020B0604030504040204" pitchFamily="34" charset="0"/>
                <a:cs typeface="Tahoma" panose="020B0604030504040204" pitchFamily="34" charset="0"/>
              </a:rPr>
              <a:t>Governance</a:t>
            </a:r>
          </a:p>
        </p:txBody>
      </p:sp>
      <p:sp>
        <p:nvSpPr>
          <p:cNvPr id="62" name="Titre 4">
            <a:extLst>
              <a:ext uri="{FF2B5EF4-FFF2-40B4-BE49-F238E27FC236}">
                <a16:creationId xmlns:a16="http://schemas.microsoft.com/office/drawing/2014/main" id="{8EFA2DEA-4E12-8F7A-A671-940AA37D4E52}"/>
              </a:ext>
            </a:extLst>
          </p:cNvPr>
          <p:cNvSpPr txBox="1">
            <a:spLocks/>
          </p:cNvSpPr>
          <p:nvPr/>
        </p:nvSpPr>
        <p:spPr>
          <a:xfrm>
            <a:off x="594649" y="5000112"/>
            <a:ext cx="1403841" cy="480131"/>
          </a:xfrm>
          <a:prstGeom prst="rect">
            <a:avLst/>
          </a:prstGeom>
        </p:spPr>
        <p:txBody>
          <a:bodyPr vert="horz" wrap="square" lIns="91440" tIns="45720" rIns="91440" bIns="45720" rtlCol="0" anchor="t" anchorCtr="0">
            <a:spAutoFit/>
          </a:bodyPr>
          <a:lstStyle>
            <a:lvl1pPr algn="l" defTabSz="914400" rtl="0" eaLnBrk="1" latinLnBrk="0" hangingPunct="1">
              <a:lnSpc>
                <a:spcPct val="90000"/>
              </a:lnSpc>
              <a:spcBef>
                <a:spcPct val="0"/>
              </a:spcBef>
              <a:buNone/>
              <a:defRPr sz="3600" b="0" kern="1200">
                <a:solidFill>
                  <a:schemeClr val="accent3"/>
                </a:solidFill>
                <a:latin typeface="+mj-lt"/>
                <a:ea typeface="+mj-ea"/>
                <a:cs typeface="+mj-cs"/>
              </a:defRPr>
            </a:lvl1pPr>
          </a:lstStyle>
          <a:p>
            <a:r>
              <a:rPr lang="fr-FR" sz="1400" i="1" dirty="0">
                <a:ln w="19050">
                  <a:solidFill>
                    <a:srgbClr val="E65012"/>
                  </a:solidFill>
                </a:ln>
                <a:solidFill>
                  <a:srgbClr val="E65012"/>
                </a:solidFill>
                <a:latin typeface="Calibri"/>
              </a:rPr>
              <a:t>Le projet IAM aujourd’hui …</a:t>
            </a:r>
            <a:endParaRPr lang="fr-FR" sz="2400" i="1" dirty="0">
              <a:ln w="19050">
                <a:solidFill>
                  <a:srgbClr val="E65012"/>
                </a:solidFill>
              </a:ln>
              <a:solidFill>
                <a:srgbClr val="E65012"/>
              </a:solidFill>
              <a:latin typeface="Calibri"/>
            </a:endParaRPr>
          </a:p>
        </p:txBody>
      </p:sp>
      <p:sp>
        <p:nvSpPr>
          <p:cNvPr id="63" name="Titre 4">
            <a:extLst>
              <a:ext uri="{FF2B5EF4-FFF2-40B4-BE49-F238E27FC236}">
                <a16:creationId xmlns:a16="http://schemas.microsoft.com/office/drawing/2014/main" id="{F1D0035A-6DEB-E548-5E8F-4E7253273D5F}"/>
              </a:ext>
            </a:extLst>
          </p:cNvPr>
          <p:cNvSpPr txBox="1">
            <a:spLocks/>
          </p:cNvSpPr>
          <p:nvPr/>
        </p:nvSpPr>
        <p:spPr>
          <a:xfrm>
            <a:off x="8665470" y="3140760"/>
            <a:ext cx="3526530" cy="424732"/>
          </a:xfrm>
          <a:prstGeom prst="rect">
            <a:avLst/>
          </a:prstGeom>
        </p:spPr>
        <p:txBody>
          <a:bodyPr vert="horz" wrap="square" lIns="91440" tIns="45720" rIns="91440" bIns="45720" rtlCol="0" anchor="t" anchorCtr="0">
            <a:spAutoFit/>
          </a:bodyPr>
          <a:lstStyle>
            <a:lvl1pPr algn="l" defTabSz="914400" rtl="0" eaLnBrk="1" latinLnBrk="0" hangingPunct="1">
              <a:lnSpc>
                <a:spcPct val="90000"/>
              </a:lnSpc>
              <a:spcBef>
                <a:spcPct val="0"/>
              </a:spcBef>
              <a:buNone/>
              <a:defRPr sz="3600" b="0" kern="1200">
                <a:solidFill>
                  <a:schemeClr val="accent3"/>
                </a:solidFill>
                <a:latin typeface="+mj-lt"/>
                <a:ea typeface="+mj-ea"/>
                <a:cs typeface="+mj-cs"/>
              </a:defRPr>
            </a:lvl1pPr>
          </a:lstStyle>
          <a:p>
            <a:r>
              <a:rPr lang="fr-FR" sz="2400" i="1" dirty="0">
                <a:ln w="19050">
                  <a:solidFill>
                    <a:srgbClr val="E65012"/>
                  </a:solidFill>
                </a:ln>
                <a:solidFill>
                  <a:srgbClr val="E65012"/>
                </a:solidFill>
                <a:latin typeface="Calibri"/>
              </a:rPr>
              <a:t>… Et émergence du MDM : </a:t>
            </a:r>
          </a:p>
        </p:txBody>
      </p:sp>
      <p:pic>
        <p:nvPicPr>
          <p:cNvPr id="64" name="Graphique 63">
            <a:extLst>
              <a:ext uri="{FF2B5EF4-FFF2-40B4-BE49-F238E27FC236}">
                <a16:creationId xmlns:a16="http://schemas.microsoft.com/office/drawing/2014/main" id="{6507BE57-B438-6A1E-144D-10319D87225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0082" y="3909730"/>
            <a:ext cx="1403841" cy="1403841"/>
          </a:xfrm>
          <a:prstGeom prst="rect">
            <a:avLst/>
          </a:prstGeom>
        </p:spPr>
      </p:pic>
      <p:sp>
        <p:nvSpPr>
          <p:cNvPr id="66" name="Titre 4">
            <a:extLst>
              <a:ext uri="{FF2B5EF4-FFF2-40B4-BE49-F238E27FC236}">
                <a16:creationId xmlns:a16="http://schemas.microsoft.com/office/drawing/2014/main" id="{E8EBA091-88FE-0B68-8599-2046F314FF91}"/>
              </a:ext>
            </a:extLst>
          </p:cNvPr>
          <p:cNvSpPr txBox="1">
            <a:spLocks/>
          </p:cNvSpPr>
          <p:nvPr/>
        </p:nvSpPr>
        <p:spPr>
          <a:xfrm>
            <a:off x="1562261" y="4707337"/>
            <a:ext cx="3667429" cy="1256370"/>
          </a:xfrm>
          <a:prstGeom prst="rect">
            <a:avLst/>
          </a:prstGeom>
        </p:spPr>
        <p:txBody>
          <a:bodyPr vert="horz" wrap="square" lIns="91440" tIns="45720" rIns="91440" bIns="45720" rtlCol="0" anchor="t" anchorCtr="0">
            <a:spAutoFit/>
          </a:bodyPr>
          <a:lstStyle>
            <a:lvl1pPr algn="l" defTabSz="914400" rtl="0" eaLnBrk="1" latinLnBrk="0" hangingPunct="1">
              <a:lnSpc>
                <a:spcPct val="90000"/>
              </a:lnSpc>
              <a:spcBef>
                <a:spcPct val="0"/>
              </a:spcBef>
              <a:buNone/>
              <a:defRPr sz="3600" b="0" kern="1200">
                <a:solidFill>
                  <a:schemeClr val="accent3"/>
                </a:solidFill>
                <a:latin typeface="+mj-lt"/>
                <a:ea typeface="+mj-ea"/>
                <a:cs typeface="+mj-cs"/>
              </a:defRPr>
            </a:lvl1pPr>
          </a:lstStyle>
          <a:p>
            <a:pPr marL="296550" indent="-285750">
              <a:lnSpc>
                <a:spcPct val="80000"/>
              </a:lnSpc>
              <a:spcAft>
                <a:spcPts val="600"/>
              </a:spcAft>
              <a:buFontTx/>
              <a:buBlip>
                <a:blip r:embed="rId6"/>
              </a:buBlip>
            </a:pPr>
            <a:r>
              <a:rPr lang="fr-FR" sz="1400" dirty="0">
                <a:ln w="12700">
                  <a:solidFill>
                    <a:srgbClr val="4A4A49">
                      <a:lumMod val="60000"/>
                      <a:lumOff val="40000"/>
                    </a:srgbClr>
                  </a:solidFill>
                </a:ln>
                <a:solidFill>
                  <a:srgbClr val="4A4A49">
                    <a:lumMod val="75000"/>
                  </a:srgbClr>
                </a:solidFill>
                <a:latin typeface="Calibri"/>
              </a:rPr>
              <a:t>Focalisation sur la </a:t>
            </a:r>
            <a:r>
              <a:rPr lang="fr-FR" sz="1800" dirty="0">
                <a:ln w="12700">
                  <a:solidFill>
                    <a:srgbClr val="4A4A49">
                      <a:lumMod val="60000"/>
                      <a:lumOff val="40000"/>
                    </a:srgbClr>
                  </a:solidFill>
                </a:ln>
                <a:solidFill>
                  <a:srgbClr val="4A4A49">
                    <a:lumMod val="75000"/>
                  </a:srgbClr>
                </a:solidFill>
                <a:latin typeface="Calibri"/>
              </a:rPr>
              <a:t>gestion des identités</a:t>
            </a:r>
            <a:r>
              <a:rPr lang="fr-FR" sz="1400" dirty="0">
                <a:ln w="12700">
                  <a:solidFill>
                    <a:srgbClr val="4A4A49">
                      <a:lumMod val="60000"/>
                      <a:lumOff val="40000"/>
                    </a:srgbClr>
                  </a:solidFill>
                </a:ln>
                <a:solidFill>
                  <a:srgbClr val="4A4A49">
                    <a:lumMod val="75000"/>
                  </a:srgbClr>
                </a:solidFill>
                <a:latin typeface="Calibri"/>
              </a:rPr>
              <a:t>, le cycle de vie de ces identités et les outils aujourd’hui en gestion de ces identités.</a:t>
            </a:r>
          </a:p>
          <a:p>
            <a:pPr marL="296550" indent="-285750">
              <a:lnSpc>
                <a:spcPct val="80000"/>
              </a:lnSpc>
              <a:spcAft>
                <a:spcPts val="600"/>
              </a:spcAft>
              <a:buFontTx/>
              <a:buBlip>
                <a:blip r:embed="rId6"/>
              </a:buBlip>
            </a:pPr>
            <a:r>
              <a:rPr lang="fr-FR" sz="1200" dirty="0">
                <a:ln w="12700">
                  <a:solidFill>
                    <a:srgbClr val="4A4A49">
                      <a:lumMod val="60000"/>
                      <a:lumOff val="40000"/>
                    </a:srgbClr>
                  </a:solidFill>
                </a:ln>
                <a:solidFill>
                  <a:srgbClr val="4A4A49">
                    <a:lumMod val="75000"/>
                  </a:srgbClr>
                </a:solidFill>
                <a:latin typeface="Calibri"/>
              </a:rPr>
              <a:t>Pas de travaux ni d’accélération sur la gestion des autorisations.</a:t>
            </a:r>
          </a:p>
        </p:txBody>
      </p:sp>
      <p:sp>
        <p:nvSpPr>
          <p:cNvPr id="67" name="Titre 4">
            <a:extLst>
              <a:ext uri="{FF2B5EF4-FFF2-40B4-BE49-F238E27FC236}">
                <a16:creationId xmlns:a16="http://schemas.microsoft.com/office/drawing/2014/main" id="{70C76FF5-58C7-481C-6F04-06F1B2D92B0A}"/>
              </a:ext>
            </a:extLst>
          </p:cNvPr>
          <p:cNvSpPr txBox="1">
            <a:spLocks/>
          </p:cNvSpPr>
          <p:nvPr/>
        </p:nvSpPr>
        <p:spPr>
          <a:xfrm>
            <a:off x="8730240" y="3536904"/>
            <a:ext cx="3310488" cy="1515479"/>
          </a:xfrm>
          <a:prstGeom prst="rect">
            <a:avLst/>
          </a:prstGeom>
        </p:spPr>
        <p:txBody>
          <a:bodyPr vert="horz" wrap="square" lIns="91440" tIns="45720" rIns="91440" bIns="45720" rtlCol="0" anchor="t" anchorCtr="0">
            <a:spAutoFit/>
          </a:bodyPr>
          <a:lstStyle>
            <a:lvl1pPr algn="l" defTabSz="914400" rtl="0" eaLnBrk="1" latinLnBrk="0" hangingPunct="1">
              <a:lnSpc>
                <a:spcPct val="90000"/>
              </a:lnSpc>
              <a:spcBef>
                <a:spcPct val="0"/>
              </a:spcBef>
              <a:buNone/>
              <a:defRPr sz="3600" b="0" kern="1200">
                <a:solidFill>
                  <a:schemeClr val="accent3"/>
                </a:solidFill>
                <a:latin typeface="+mj-lt"/>
                <a:ea typeface="+mj-ea"/>
                <a:cs typeface="+mj-cs"/>
              </a:defRPr>
            </a:lvl1pPr>
          </a:lstStyle>
          <a:p>
            <a:pPr marL="296550" indent="-285750">
              <a:lnSpc>
                <a:spcPct val="80000"/>
              </a:lnSpc>
              <a:spcAft>
                <a:spcPts val="600"/>
              </a:spcAft>
              <a:buFontTx/>
              <a:buBlip>
                <a:blip r:embed="rId6"/>
              </a:buBlip>
            </a:pPr>
            <a:r>
              <a:rPr lang="fr-FR" sz="1400" dirty="0">
                <a:ln w="12700">
                  <a:solidFill>
                    <a:srgbClr val="4A4A49">
                      <a:lumMod val="60000"/>
                      <a:lumOff val="40000"/>
                    </a:srgbClr>
                  </a:solidFill>
                </a:ln>
                <a:solidFill>
                  <a:srgbClr val="4A4A49">
                    <a:lumMod val="75000"/>
                  </a:srgbClr>
                </a:solidFill>
                <a:latin typeface="Calibri"/>
              </a:rPr>
              <a:t>Référent et source de vérité pertinente et la plus à jour, à moyen terme, sur les objets </a:t>
            </a:r>
            <a:r>
              <a:rPr lang="en-US" sz="1400" dirty="0">
                <a:ln w="12700">
                  <a:solidFill>
                    <a:srgbClr val="4A4A49">
                      <a:lumMod val="60000"/>
                      <a:lumOff val="40000"/>
                    </a:srgbClr>
                  </a:solidFill>
                </a:ln>
                <a:solidFill>
                  <a:srgbClr val="4A4A49">
                    <a:lumMod val="75000"/>
                  </a:srgbClr>
                </a:solidFill>
                <a:latin typeface="Calibri"/>
              </a:rPr>
              <a:t>co-workers</a:t>
            </a:r>
            <a:r>
              <a:rPr lang="fr-FR" sz="1400" dirty="0">
                <a:ln w="12700">
                  <a:solidFill>
                    <a:srgbClr val="4A4A49">
                      <a:lumMod val="60000"/>
                      <a:lumOff val="40000"/>
                    </a:srgbClr>
                  </a:solidFill>
                </a:ln>
                <a:solidFill>
                  <a:srgbClr val="4A4A49">
                    <a:lumMod val="75000"/>
                  </a:srgbClr>
                </a:solidFill>
                <a:latin typeface="Calibri"/>
              </a:rPr>
              <a:t>. </a:t>
            </a:r>
            <a:r>
              <a:rPr lang="fr-FR" sz="1100" i="1" dirty="0">
                <a:ln w="12700">
                  <a:solidFill>
                    <a:srgbClr val="4A4A49">
                      <a:lumMod val="60000"/>
                      <a:lumOff val="40000"/>
                    </a:srgbClr>
                  </a:solidFill>
                </a:ln>
                <a:solidFill>
                  <a:srgbClr val="4A4A49">
                    <a:lumMod val="75000"/>
                  </a:srgbClr>
                </a:solidFill>
                <a:latin typeface="Calibri"/>
              </a:rPr>
              <a:t>(Projet MDM en production depuis juillet 2024)</a:t>
            </a:r>
            <a:endParaRPr lang="fr-FR" sz="1400" i="1" dirty="0">
              <a:ln w="12700">
                <a:solidFill>
                  <a:srgbClr val="4A4A49">
                    <a:lumMod val="60000"/>
                    <a:lumOff val="40000"/>
                  </a:srgbClr>
                </a:solidFill>
              </a:ln>
              <a:solidFill>
                <a:srgbClr val="4A4A49">
                  <a:lumMod val="75000"/>
                </a:srgbClr>
              </a:solidFill>
              <a:latin typeface="Calibri"/>
            </a:endParaRPr>
          </a:p>
          <a:p>
            <a:pPr marL="296550" indent="-285750">
              <a:lnSpc>
                <a:spcPct val="80000"/>
              </a:lnSpc>
              <a:spcAft>
                <a:spcPts val="600"/>
              </a:spcAft>
              <a:buFontTx/>
              <a:buBlip>
                <a:blip r:embed="rId6"/>
              </a:buBlip>
            </a:pPr>
            <a:r>
              <a:rPr lang="fr-FR" sz="1400" dirty="0">
                <a:ln w="12700">
                  <a:solidFill>
                    <a:srgbClr val="4A4A49">
                      <a:lumMod val="60000"/>
                      <a:lumOff val="40000"/>
                    </a:srgbClr>
                  </a:solidFill>
                </a:ln>
                <a:solidFill>
                  <a:srgbClr val="4A4A49">
                    <a:lumMod val="75000"/>
                  </a:srgbClr>
                </a:solidFill>
                <a:latin typeface="Calibri"/>
              </a:rPr>
              <a:t>Décommissionnement de C. PEOPLE envisagé, mais à terme, puisque le composant reste indispensable et central</a:t>
            </a:r>
          </a:p>
        </p:txBody>
      </p:sp>
      <p:sp>
        <p:nvSpPr>
          <p:cNvPr id="2" name="Titre 4">
            <a:extLst>
              <a:ext uri="{FF2B5EF4-FFF2-40B4-BE49-F238E27FC236}">
                <a16:creationId xmlns:a16="http://schemas.microsoft.com/office/drawing/2014/main" id="{E1AD024E-2766-DD21-0E64-F068524FD209}"/>
              </a:ext>
            </a:extLst>
          </p:cNvPr>
          <p:cNvSpPr txBox="1">
            <a:spLocks/>
          </p:cNvSpPr>
          <p:nvPr/>
        </p:nvSpPr>
        <p:spPr>
          <a:xfrm>
            <a:off x="1532058" y="4344789"/>
            <a:ext cx="1730742" cy="424732"/>
          </a:xfrm>
          <a:prstGeom prst="rect">
            <a:avLst/>
          </a:prstGeom>
        </p:spPr>
        <p:txBody>
          <a:bodyPr vert="horz" wrap="square" lIns="91440" tIns="45720" rIns="91440" bIns="45720" rtlCol="0" anchor="t" anchorCtr="0">
            <a:spAutoFit/>
          </a:bodyPr>
          <a:lstStyle>
            <a:lvl1pPr algn="l" defTabSz="914400" rtl="0" eaLnBrk="1" latinLnBrk="0" hangingPunct="1">
              <a:lnSpc>
                <a:spcPct val="90000"/>
              </a:lnSpc>
              <a:spcBef>
                <a:spcPct val="0"/>
              </a:spcBef>
              <a:buNone/>
              <a:defRPr sz="3600" b="0" kern="1200">
                <a:solidFill>
                  <a:schemeClr val="accent3"/>
                </a:solidFill>
                <a:latin typeface="+mj-lt"/>
                <a:ea typeface="+mj-ea"/>
                <a:cs typeface="+mj-cs"/>
              </a:defRPr>
            </a:lvl1pPr>
          </a:lstStyle>
          <a:p>
            <a:r>
              <a:rPr lang="fr-FR" sz="2400" i="1" dirty="0">
                <a:ln w="19050">
                  <a:solidFill>
                    <a:srgbClr val="E65012"/>
                  </a:solidFill>
                </a:ln>
                <a:solidFill>
                  <a:srgbClr val="E65012"/>
                </a:solidFill>
                <a:latin typeface="Calibri"/>
              </a:rPr>
              <a:t>Focus sur …</a:t>
            </a:r>
          </a:p>
        </p:txBody>
      </p:sp>
      <p:pic>
        <p:nvPicPr>
          <p:cNvPr id="4" name="Graphique 3">
            <a:extLst>
              <a:ext uri="{FF2B5EF4-FFF2-40B4-BE49-F238E27FC236}">
                <a16:creationId xmlns:a16="http://schemas.microsoft.com/office/drawing/2014/main" id="{60E72C55-DC42-8800-A924-EF76F58974B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3798" y="1985842"/>
            <a:ext cx="408048" cy="408048"/>
          </a:xfrm>
          <a:prstGeom prst="rect">
            <a:avLst/>
          </a:prstGeom>
          <a:effectLst>
            <a:outerShdw blurRad="50800" dist="38100" dir="2700000" algn="tl" rotWithShape="0">
              <a:prstClr val="black">
                <a:alpha val="40000"/>
              </a:prstClr>
            </a:outerShdw>
          </a:effectLst>
        </p:spPr>
      </p:pic>
      <p:pic>
        <p:nvPicPr>
          <p:cNvPr id="8" name="Graphique 7">
            <a:extLst>
              <a:ext uri="{FF2B5EF4-FFF2-40B4-BE49-F238E27FC236}">
                <a16:creationId xmlns:a16="http://schemas.microsoft.com/office/drawing/2014/main" id="{C2D18FDF-C170-531F-4E24-FB959305898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00384" y="2519030"/>
            <a:ext cx="386780" cy="386780"/>
          </a:xfrm>
          <a:prstGeom prst="rect">
            <a:avLst/>
          </a:prstGeom>
          <a:effectLst>
            <a:outerShdw blurRad="50800" dist="38100" dir="2700000" algn="tl" rotWithShape="0">
              <a:prstClr val="black">
                <a:alpha val="40000"/>
              </a:prstClr>
            </a:outerShdw>
          </a:effectLst>
        </p:spPr>
      </p:pic>
      <p:cxnSp>
        <p:nvCxnSpPr>
          <p:cNvPr id="36" name="Connecteur droit 35">
            <a:extLst>
              <a:ext uri="{FF2B5EF4-FFF2-40B4-BE49-F238E27FC236}">
                <a16:creationId xmlns:a16="http://schemas.microsoft.com/office/drawing/2014/main" id="{5DC6904C-A505-C381-F435-FD88C4059C3F}"/>
              </a:ext>
            </a:extLst>
          </p:cNvPr>
          <p:cNvCxnSpPr>
            <a:stCxn id="8" idx="3"/>
            <a:endCxn id="47" idx="2"/>
          </p:cNvCxnSpPr>
          <p:nvPr/>
        </p:nvCxnSpPr>
        <p:spPr>
          <a:xfrm flipV="1">
            <a:off x="7987164" y="2711140"/>
            <a:ext cx="599076" cy="1280"/>
          </a:xfrm>
          <a:prstGeom prst="line">
            <a:avLst/>
          </a:prstGeom>
          <a:ln w="9525">
            <a:gradFill flip="none" rotWithShape="1">
              <a:gsLst>
                <a:gs pos="100000">
                  <a:srgbClr val="E65012"/>
                </a:gs>
                <a:gs pos="0">
                  <a:srgbClr val="4CC0EE"/>
                </a:gs>
              </a:gsLst>
              <a:lin ang="10800000" scaled="1"/>
              <a:tileRect/>
            </a:gradFill>
            <a:prstDash val="sysDash"/>
            <a:tailEnd type="arrow" w="sm" len="sm"/>
          </a:ln>
        </p:spPr>
        <p:style>
          <a:lnRef idx="2">
            <a:schemeClr val="accent1"/>
          </a:lnRef>
          <a:fillRef idx="0">
            <a:schemeClr val="accent1"/>
          </a:fillRef>
          <a:effectRef idx="1">
            <a:schemeClr val="accent1"/>
          </a:effectRef>
          <a:fontRef idx="minor">
            <a:schemeClr val="tx1"/>
          </a:fontRef>
        </p:style>
      </p:cxnSp>
      <p:sp>
        <p:nvSpPr>
          <p:cNvPr id="37" name="Forme libre : forme 36">
            <a:extLst>
              <a:ext uri="{FF2B5EF4-FFF2-40B4-BE49-F238E27FC236}">
                <a16:creationId xmlns:a16="http://schemas.microsoft.com/office/drawing/2014/main" id="{044733D7-5BAC-6D5D-F60A-829AB1B3D8AA}"/>
              </a:ext>
            </a:extLst>
          </p:cNvPr>
          <p:cNvSpPr/>
          <p:nvPr/>
        </p:nvSpPr>
        <p:spPr>
          <a:xfrm>
            <a:off x="1006242" y="2217420"/>
            <a:ext cx="853037" cy="2377440"/>
          </a:xfrm>
          <a:custGeom>
            <a:avLst/>
            <a:gdLst>
              <a:gd name="connsiteX0" fmla="*/ 327660 w 327660"/>
              <a:gd name="connsiteY0" fmla="*/ 0 h 2377440"/>
              <a:gd name="connsiteX1" fmla="*/ 0 w 327660"/>
              <a:gd name="connsiteY1" fmla="*/ 2377440 h 2377440"/>
              <a:gd name="connsiteX0" fmla="*/ 843011 w 843011"/>
              <a:gd name="connsiteY0" fmla="*/ 0 h 2377440"/>
              <a:gd name="connsiteX1" fmla="*/ 515351 w 843011"/>
              <a:gd name="connsiteY1" fmla="*/ 2377440 h 2377440"/>
              <a:gd name="connsiteX0" fmla="*/ 1071249 w 1071249"/>
              <a:gd name="connsiteY0" fmla="*/ 0 h 2377440"/>
              <a:gd name="connsiteX1" fmla="*/ 743589 w 1071249"/>
              <a:gd name="connsiteY1" fmla="*/ 2377440 h 2377440"/>
              <a:gd name="connsiteX0" fmla="*/ 1031403 w 1031403"/>
              <a:gd name="connsiteY0" fmla="*/ 0 h 2377440"/>
              <a:gd name="connsiteX1" fmla="*/ 703743 w 1031403"/>
              <a:gd name="connsiteY1" fmla="*/ 2377440 h 2377440"/>
              <a:gd name="connsiteX0" fmla="*/ 1015665 w 1015665"/>
              <a:gd name="connsiteY0" fmla="*/ 0 h 2377440"/>
              <a:gd name="connsiteX1" fmla="*/ 688005 w 1015665"/>
              <a:gd name="connsiteY1" fmla="*/ 2377440 h 2377440"/>
              <a:gd name="connsiteX0" fmla="*/ 992451 w 992451"/>
              <a:gd name="connsiteY0" fmla="*/ 0 h 2377440"/>
              <a:gd name="connsiteX1" fmla="*/ 664791 w 992451"/>
              <a:gd name="connsiteY1" fmla="*/ 2377440 h 2377440"/>
              <a:gd name="connsiteX0" fmla="*/ 853037 w 853037"/>
              <a:gd name="connsiteY0" fmla="*/ 0 h 2377440"/>
              <a:gd name="connsiteX1" fmla="*/ 525377 w 853037"/>
              <a:gd name="connsiteY1" fmla="*/ 2377440 h 2377440"/>
            </a:gdLst>
            <a:ahLst/>
            <a:cxnLst>
              <a:cxn ang="0">
                <a:pos x="connsiteX0" y="connsiteY0"/>
              </a:cxn>
              <a:cxn ang="0">
                <a:pos x="connsiteX1" y="connsiteY1"/>
              </a:cxn>
            </a:cxnLst>
            <a:rect l="l" t="t" r="r" b="b"/>
            <a:pathLst>
              <a:path w="853037" h="2377440">
                <a:moveTo>
                  <a:pt x="853037" y="0"/>
                </a:moveTo>
                <a:cubicBezTo>
                  <a:pt x="-444903" y="15240"/>
                  <a:pt x="-13103" y="2202180"/>
                  <a:pt x="525377" y="2377440"/>
                </a:cubicBezTo>
              </a:path>
            </a:pathLst>
          </a:custGeom>
          <a:noFill/>
          <a:ln w="12700">
            <a:solidFill>
              <a:srgbClr val="E65012"/>
            </a:solidFill>
            <a:prstDash val="sysDot"/>
            <a:tailEnd type="arrow"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8" name="Graphique 37">
            <a:extLst>
              <a:ext uri="{FF2B5EF4-FFF2-40B4-BE49-F238E27FC236}">
                <a16:creationId xmlns:a16="http://schemas.microsoft.com/office/drawing/2014/main" id="{942EA8FC-3C7A-C285-D1A0-7B4CEF374AE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89647" y="3361468"/>
            <a:ext cx="408048" cy="408048"/>
          </a:xfrm>
          <a:prstGeom prst="rect">
            <a:avLst/>
          </a:prstGeom>
          <a:effectLst>
            <a:outerShdw blurRad="50800" dist="38100" dir="2700000" algn="tl" rotWithShape="0">
              <a:prstClr val="black">
                <a:alpha val="40000"/>
              </a:prstClr>
            </a:outerShdw>
          </a:effectLst>
        </p:spPr>
      </p:pic>
      <p:sp>
        <p:nvSpPr>
          <p:cNvPr id="39" name="Forme libre : forme 38">
            <a:extLst>
              <a:ext uri="{FF2B5EF4-FFF2-40B4-BE49-F238E27FC236}">
                <a16:creationId xmlns:a16="http://schemas.microsoft.com/office/drawing/2014/main" id="{8FA34608-2161-99E3-1685-29B45A90720C}"/>
              </a:ext>
            </a:extLst>
          </p:cNvPr>
          <p:cNvSpPr/>
          <p:nvPr/>
        </p:nvSpPr>
        <p:spPr>
          <a:xfrm>
            <a:off x="5036644" y="3806448"/>
            <a:ext cx="1348740" cy="1463102"/>
          </a:xfrm>
          <a:custGeom>
            <a:avLst/>
            <a:gdLst>
              <a:gd name="connsiteX0" fmla="*/ 327660 w 327660"/>
              <a:gd name="connsiteY0" fmla="*/ 0 h 2377440"/>
              <a:gd name="connsiteX1" fmla="*/ 0 w 327660"/>
              <a:gd name="connsiteY1" fmla="*/ 2377440 h 2377440"/>
              <a:gd name="connsiteX0" fmla="*/ 843011 w 843011"/>
              <a:gd name="connsiteY0" fmla="*/ 0 h 2377440"/>
              <a:gd name="connsiteX1" fmla="*/ 515351 w 843011"/>
              <a:gd name="connsiteY1" fmla="*/ 2377440 h 2377440"/>
              <a:gd name="connsiteX0" fmla="*/ 1071249 w 1071249"/>
              <a:gd name="connsiteY0" fmla="*/ 0 h 2377440"/>
              <a:gd name="connsiteX1" fmla="*/ 743589 w 1071249"/>
              <a:gd name="connsiteY1" fmla="*/ 2377440 h 2377440"/>
              <a:gd name="connsiteX0" fmla="*/ 1031403 w 1031403"/>
              <a:gd name="connsiteY0" fmla="*/ 0 h 2377440"/>
              <a:gd name="connsiteX1" fmla="*/ 703743 w 1031403"/>
              <a:gd name="connsiteY1" fmla="*/ 2377440 h 2377440"/>
              <a:gd name="connsiteX0" fmla="*/ 1015665 w 1015665"/>
              <a:gd name="connsiteY0" fmla="*/ 0 h 2377440"/>
              <a:gd name="connsiteX1" fmla="*/ 688005 w 1015665"/>
              <a:gd name="connsiteY1" fmla="*/ 2377440 h 2377440"/>
              <a:gd name="connsiteX0" fmla="*/ 992451 w 992451"/>
              <a:gd name="connsiteY0" fmla="*/ 0 h 2377440"/>
              <a:gd name="connsiteX1" fmla="*/ 664791 w 992451"/>
              <a:gd name="connsiteY1" fmla="*/ 2377440 h 2377440"/>
              <a:gd name="connsiteX0" fmla="*/ 853037 w 853037"/>
              <a:gd name="connsiteY0" fmla="*/ 0 h 2377440"/>
              <a:gd name="connsiteX1" fmla="*/ 525377 w 853037"/>
              <a:gd name="connsiteY1" fmla="*/ 2377440 h 2377440"/>
              <a:gd name="connsiteX0" fmla="*/ 1366992 w 1366992"/>
              <a:gd name="connsiteY0" fmla="*/ 0 h 1706880"/>
              <a:gd name="connsiteX1" fmla="*/ 239232 w 1366992"/>
              <a:gd name="connsiteY1" fmla="*/ 1706880 h 1706880"/>
              <a:gd name="connsiteX0" fmla="*/ 1127760 w 1127760"/>
              <a:gd name="connsiteY0" fmla="*/ 0 h 1706905"/>
              <a:gd name="connsiteX1" fmla="*/ 0 w 1127760"/>
              <a:gd name="connsiteY1" fmla="*/ 1706880 h 1706905"/>
              <a:gd name="connsiteX0" fmla="*/ 1127760 w 1127760"/>
              <a:gd name="connsiteY0" fmla="*/ 0 h 1706926"/>
              <a:gd name="connsiteX1" fmla="*/ 0 w 1127760"/>
              <a:gd name="connsiteY1" fmla="*/ 1706880 h 1706926"/>
              <a:gd name="connsiteX0" fmla="*/ 1348740 w 1348740"/>
              <a:gd name="connsiteY0" fmla="*/ 0 h 1463102"/>
              <a:gd name="connsiteX1" fmla="*/ 0 w 1348740"/>
              <a:gd name="connsiteY1" fmla="*/ 1463040 h 1463102"/>
            </a:gdLst>
            <a:ahLst/>
            <a:cxnLst>
              <a:cxn ang="0">
                <a:pos x="connsiteX0" y="connsiteY0"/>
              </a:cxn>
              <a:cxn ang="0">
                <a:pos x="connsiteX1" y="connsiteY1"/>
              </a:cxn>
            </a:cxnLst>
            <a:rect l="l" t="t" r="r" b="b"/>
            <a:pathLst>
              <a:path w="1348740" h="1463102">
                <a:moveTo>
                  <a:pt x="1348740" y="0"/>
                </a:moveTo>
                <a:cubicBezTo>
                  <a:pt x="1308100" y="777240"/>
                  <a:pt x="657860" y="1470660"/>
                  <a:pt x="0" y="1463040"/>
                </a:cubicBezTo>
              </a:path>
            </a:pathLst>
          </a:custGeom>
          <a:noFill/>
          <a:ln w="12700">
            <a:solidFill>
              <a:srgbClr val="E65012"/>
            </a:solidFill>
            <a:prstDash val="sysDot"/>
            <a:tailEnd type="arrow"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1" name="Graphique 40">
            <a:extLst>
              <a:ext uri="{FF2B5EF4-FFF2-40B4-BE49-F238E27FC236}">
                <a16:creationId xmlns:a16="http://schemas.microsoft.com/office/drawing/2014/main" id="{66B9C864-17BA-BB1F-F915-3DECB694E8D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709075" y="2603419"/>
            <a:ext cx="408048" cy="408048"/>
          </a:xfrm>
          <a:prstGeom prst="rect">
            <a:avLst/>
          </a:prstGeom>
          <a:effectLst>
            <a:outerShdw blurRad="50800" dist="38100" dir="2700000" algn="tl" rotWithShape="0">
              <a:prstClr val="black">
                <a:alpha val="40000"/>
              </a:prstClr>
            </a:outerShdw>
          </a:effectLst>
        </p:spPr>
      </p:pic>
      <p:sp>
        <p:nvSpPr>
          <p:cNvPr id="42" name="Forme libre : forme 41">
            <a:extLst>
              <a:ext uri="{FF2B5EF4-FFF2-40B4-BE49-F238E27FC236}">
                <a16:creationId xmlns:a16="http://schemas.microsoft.com/office/drawing/2014/main" id="{873FABEA-D0B7-0991-C6B8-D82ADBBC8234}"/>
              </a:ext>
            </a:extLst>
          </p:cNvPr>
          <p:cNvSpPr/>
          <p:nvPr/>
        </p:nvSpPr>
        <p:spPr>
          <a:xfrm>
            <a:off x="5058642" y="2965345"/>
            <a:ext cx="838200" cy="2148871"/>
          </a:xfrm>
          <a:custGeom>
            <a:avLst/>
            <a:gdLst>
              <a:gd name="connsiteX0" fmla="*/ 327660 w 327660"/>
              <a:gd name="connsiteY0" fmla="*/ 0 h 2377440"/>
              <a:gd name="connsiteX1" fmla="*/ 0 w 327660"/>
              <a:gd name="connsiteY1" fmla="*/ 2377440 h 2377440"/>
              <a:gd name="connsiteX0" fmla="*/ 843011 w 843011"/>
              <a:gd name="connsiteY0" fmla="*/ 0 h 2377440"/>
              <a:gd name="connsiteX1" fmla="*/ 515351 w 843011"/>
              <a:gd name="connsiteY1" fmla="*/ 2377440 h 2377440"/>
              <a:gd name="connsiteX0" fmla="*/ 1071249 w 1071249"/>
              <a:gd name="connsiteY0" fmla="*/ 0 h 2377440"/>
              <a:gd name="connsiteX1" fmla="*/ 743589 w 1071249"/>
              <a:gd name="connsiteY1" fmla="*/ 2377440 h 2377440"/>
              <a:gd name="connsiteX0" fmla="*/ 1031403 w 1031403"/>
              <a:gd name="connsiteY0" fmla="*/ 0 h 2377440"/>
              <a:gd name="connsiteX1" fmla="*/ 703743 w 1031403"/>
              <a:gd name="connsiteY1" fmla="*/ 2377440 h 2377440"/>
              <a:gd name="connsiteX0" fmla="*/ 1015665 w 1015665"/>
              <a:gd name="connsiteY0" fmla="*/ 0 h 2377440"/>
              <a:gd name="connsiteX1" fmla="*/ 688005 w 1015665"/>
              <a:gd name="connsiteY1" fmla="*/ 2377440 h 2377440"/>
              <a:gd name="connsiteX0" fmla="*/ 992451 w 992451"/>
              <a:gd name="connsiteY0" fmla="*/ 0 h 2377440"/>
              <a:gd name="connsiteX1" fmla="*/ 664791 w 992451"/>
              <a:gd name="connsiteY1" fmla="*/ 2377440 h 2377440"/>
              <a:gd name="connsiteX0" fmla="*/ 853037 w 853037"/>
              <a:gd name="connsiteY0" fmla="*/ 0 h 2377440"/>
              <a:gd name="connsiteX1" fmla="*/ 525377 w 853037"/>
              <a:gd name="connsiteY1" fmla="*/ 2377440 h 2377440"/>
              <a:gd name="connsiteX0" fmla="*/ 1366992 w 1366992"/>
              <a:gd name="connsiteY0" fmla="*/ 0 h 1706880"/>
              <a:gd name="connsiteX1" fmla="*/ 239232 w 1366992"/>
              <a:gd name="connsiteY1" fmla="*/ 1706880 h 1706880"/>
              <a:gd name="connsiteX0" fmla="*/ 1127760 w 1127760"/>
              <a:gd name="connsiteY0" fmla="*/ 0 h 1706905"/>
              <a:gd name="connsiteX1" fmla="*/ 0 w 1127760"/>
              <a:gd name="connsiteY1" fmla="*/ 1706880 h 1706905"/>
              <a:gd name="connsiteX0" fmla="*/ 1127760 w 1127760"/>
              <a:gd name="connsiteY0" fmla="*/ 0 h 1706926"/>
              <a:gd name="connsiteX1" fmla="*/ 0 w 1127760"/>
              <a:gd name="connsiteY1" fmla="*/ 1706880 h 1706926"/>
              <a:gd name="connsiteX0" fmla="*/ 1348740 w 1348740"/>
              <a:gd name="connsiteY0" fmla="*/ 0 h 1463102"/>
              <a:gd name="connsiteX1" fmla="*/ 0 w 1348740"/>
              <a:gd name="connsiteY1" fmla="*/ 1463040 h 1463102"/>
              <a:gd name="connsiteX0" fmla="*/ 838200 w 838200"/>
              <a:gd name="connsiteY0" fmla="*/ 0 h 2148871"/>
              <a:gd name="connsiteX1" fmla="*/ 0 w 838200"/>
              <a:gd name="connsiteY1" fmla="*/ 2148840 h 2148871"/>
            </a:gdLst>
            <a:ahLst/>
            <a:cxnLst>
              <a:cxn ang="0">
                <a:pos x="connsiteX0" y="connsiteY0"/>
              </a:cxn>
              <a:cxn ang="0">
                <a:pos x="connsiteX1" y="connsiteY1"/>
              </a:cxn>
            </a:cxnLst>
            <a:rect l="l" t="t" r="r" b="b"/>
            <a:pathLst>
              <a:path w="838200" h="2148871">
                <a:moveTo>
                  <a:pt x="838200" y="0"/>
                </a:moveTo>
                <a:cubicBezTo>
                  <a:pt x="797560" y="777240"/>
                  <a:pt x="657860" y="2156460"/>
                  <a:pt x="0" y="2148840"/>
                </a:cubicBezTo>
              </a:path>
            </a:pathLst>
          </a:custGeom>
          <a:noFill/>
          <a:ln w="12700">
            <a:solidFill>
              <a:srgbClr val="E65012"/>
            </a:solidFill>
            <a:prstDash val="sysDot"/>
            <a:tailEnd type="arrow"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942308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B4779-BE6C-3348-C85C-770C3FA4064D}"/>
            </a:ext>
          </a:extLst>
        </p:cNvPr>
        <p:cNvGrpSpPr/>
        <p:nvPr/>
      </p:nvGrpSpPr>
      <p:grpSpPr>
        <a:xfrm>
          <a:off x="0" y="0"/>
          <a:ext cx="0" cy="0"/>
          <a:chOff x="0" y="0"/>
          <a:chExt cx="0" cy="0"/>
        </a:xfrm>
      </p:grpSpPr>
      <p:sp>
        <p:nvSpPr>
          <p:cNvPr id="5" name="Titre 4">
            <a:extLst>
              <a:ext uri="{FF2B5EF4-FFF2-40B4-BE49-F238E27FC236}">
                <a16:creationId xmlns:a16="http://schemas.microsoft.com/office/drawing/2014/main" id="{CEB58F16-CF85-A5E9-16F0-45AFCD1DCECD}"/>
              </a:ext>
            </a:extLst>
          </p:cNvPr>
          <p:cNvSpPr>
            <a:spLocks noGrp="1"/>
          </p:cNvSpPr>
          <p:nvPr>
            <p:ph type="title"/>
          </p:nvPr>
        </p:nvSpPr>
        <p:spPr>
          <a:xfrm>
            <a:off x="838595" y="338788"/>
            <a:ext cx="5375394" cy="480131"/>
          </a:xfrm>
          <a:noFill/>
        </p:spPr>
        <p:txBody>
          <a:bodyPr wrap="square" rtlCol="0">
            <a:spAutoFit/>
          </a:bodyPr>
          <a:lstStyle/>
          <a:p>
            <a:r>
              <a:rPr lang="fr-FR" dirty="0"/>
              <a:t>Introduction &amp; objectifs</a:t>
            </a:r>
          </a:p>
        </p:txBody>
      </p:sp>
      <p:sp>
        <p:nvSpPr>
          <p:cNvPr id="6" name="Espace réservé du texte 5">
            <a:extLst>
              <a:ext uri="{FF2B5EF4-FFF2-40B4-BE49-F238E27FC236}">
                <a16:creationId xmlns:a16="http://schemas.microsoft.com/office/drawing/2014/main" id="{7172B923-DE79-B122-3EF1-50672D62FCE2}"/>
              </a:ext>
            </a:extLst>
          </p:cNvPr>
          <p:cNvSpPr>
            <a:spLocks noGrp="1"/>
          </p:cNvSpPr>
          <p:nvPr>
            <p:ph type="body" sz="quarter" idx="10"/>
          </p:nvPr>
        </p:nvSpPr>
        <p:spPr>
          <a:xfrm>
            <a:off x="924539" y="790043"/>
            <a:ext cx="2039341" cy="286232"/>
          </a:xfrm>
          <a:noFill/>
        </p:spPr>
        <p:txBody>
          <a:bodyPr wrap="none" rtlCol="0">
            <a:spAutoFit/>
          </a:bodyPr>
          <a:lstStyle/>
          <a:p>
            <a:r>
              <a:rPr lang="fr-FR" dirty="0"/>
              <a:t>Plan d’occupation des sols</a:t>
            </a:r>
          </a:p>
        </p:txBody>
      </p:sp>
      <p:sp>
        <p:nvSpPr>
          <p:cNvPr id="7" name="Espace réservé du texte 6">
            <a:extLst>
              <a:ext uri="{FF2B5EF4-FFF2-40B4-BE49-F238E27FC236}">
                <a16:creationId xmlns:a16="http://schemas.microsoft.com/office/drawing/2014/main" id="{02893B24-4E9F-3CD6-EB0A-82BEAF30D53D}"/>
              </a:ext>
            </a:extLst>
          </p:cNvPr>
          <p:cNvSpPr>
            <a:spLocks noGrp="1"/>
          </p:cNvSpPr>
          <p:nvPr>
            <p:ph type="body" sz="quarter" idx="11"/>
          </p:nvPr>
        </p:nvSpPr>
        <p:spPr>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fr-FR" dirty="0"/>
              <a:t>01</a:t>
            </a:r>
          </a:p>
        </p:txBody>
      </p:sp>
      <p:sp>
        <p:nvSpPr>
          <p:cNvPr id="30" name="ZoneTexte 29">
            <a:extLst>
              <a:ext uri="{FF2B5EF4-FFF2-40B4-BE49-F238E27FC236}">
                <a16:creationId xmlns:a16="http://schemas.microsoft.com/office/drawing/2014/main" id="{AE13B1B7-E86C-CB04-D6A8-5D67150BE4D0}"/>
              </a:ext>
            </a:extLst>
          </p:cNvPr>
          <p:cNvSpPr txBox="1"/>
          <p:nvPr>
            <p:custDataLst>
              <p:tags r:id="rId1"/>
            </p:custDataLst>
          </p:nvPr>
        </p:nvSpPr>
        <p:spPr>
          <a:xfrm>
            <a:off x="5713349" y="17417"/>
            <a:ext cx="1013418" cy="430887"/>
          </a:xfrm>
          <a:prstGeom prst="rect">
            <a:avLst/>
          </a:prstGeom>
          <a:noFill/>
        </p:spPr>
        <p:txBody>
          <a:bodyPr wrap="none" rtlCol="0">
            <a:spAutoFit/>
          </a:bodyPr>
          <a:lstStyle/>
          <a:p>
            <a:pPr algn="ctr"/>
            <a:r>
              <a:rPr lang="fr-FR" sz="1100" b="1" dirty="0">
                <a:latin typeface="Avenir Book" panose="02000503020000020003" pitchFamily="2" charset="0"/>
              </a:rPr>
              <a:t>Introduction &amp;</a:t>
            </a:r>
          </a:p>
          <a:p>
            <a:pPr algn="ctr"/>
            <a:r>
              <a:rPr lang="fr-FR" sz="1100" b="1" dirty="0">
                <a:latin typeface="Avenir Book" panose="02000503020000020003" pitchFamily="2" charset="0"/>
              </a:rPr>
              <a:t>Objectifs</a:t>
            </a:r>
          </a:p>
        </p:txBody>
      </p:sp>
      <p:pic>
        <p:nvPicPr>
          <p:cNvPr id="2" name="Image 1">
            <a:extLst>
              <a:ext uri="{FF2B5EF4-FFF2-40B4-BE49-F238E27FC236}">
                <a16:creationId xmlns:a16="http://schemas.microsoft.com/office/drawing/2014/main" id="{03A2546B-5FBE-D78A-F04A-3147169EC525}"/>
              </a:ext>
            </a:extLst>
          </p:cNvPr>
          <p:cNvPicPr>
            <a:picLocks noChangeAspect="1"/>
          </p:cNvPicPr>
          <p:nvPr/>
        </p:nvPicPr>
        <p:blipFill>
          <a:blip r:embed="rId3"/>
          <a:srcRect/>
          <a:stretch/>
        </p:blipFill>
        <p:spPr>
          <a:xfrm>
            <a:off x="774890" y="1616523"/>
            <a:ext cx="7008940" cy="4289285"/>
          </a:xfrm>
          <a:prstGeom prst="rect">
            <a:avLst/>
          </a:prstGeom>
        </p:spPr>
      </p:pic>
      <p:sp>
        <p:nvSpPr>
          <p:cNvPr id="3" name="Titre 4">
            <a:extLst>
              <a:ext uri="{FF2B5EF4-FFF2-40B4-BE49-F238E27FC236}">
                <a16:creationId xmlns:a16="http://schemas.microsoft.com/office/drawing/2014/main" id="{C16DFBD2-85C3-3BAE-561B-B02BB1B97841}"/>
              </a:ext>
            </a:extLst>
          </p:cNvPr>
          <p:cNvSpPr txBox="1">
            <a:spLocks/>
          </p:cNvSpPr>
          <p:nvPr/>
        </p:nvSpPr>
        <p:spPr>
          <a:xfrm>
            <a:off x="8154173" y="2183859"/>
            <a:ext cx="3971152" cy="1356012"/>
          </a:xfrm>
          <a:prstGeom prst="rect">
            <a:avLst/>
          </a:prstGeom>
        </p:spPr>
        <p:txBody>
          <a:bodyPr vert="horz" wrap="square" lIns="91440" tIns="45720" rIns="91440" bIns="45720" rtlCol="0" anchor="t" anchorCtr="0">
            <a:spAutoFit/>
          </a:bodyPr>
          <a:lstStyle>
            <a:lvl1pPr algn="l" defTabSz="914400" rtl="0" eaLnBrk="1" latinLnBrk="0" hangingPunct="1">
              <a:lnSpc>
                <a:spcPct val="90000"/>
              </a:lnSpc>
              <a:spcBef>
                <a:spcPct val="0"/>
              </a:spcBef>
              <a:buNone/>
              <a:defRPr sz="3600" b="0" kern="1200">
                <a:solidFill>
                  <a:schemeClr val="accent3"/>
                </a:solidFill>
                <a:latin typeface="+mj-lt"/>
                <a:ea typeface="+mj-ea"/>
                <a:cs typeface="+mj-cs"/>
              </a:defRPr>
            </a:lvl1pPr>
          </a:lstStyle>
          <a:p>
            <a:pPr marL="296550" indent="-285750">
              <a:lnSpc>
                <a:spcPct val="80000"/>
              </a:lnSpc>
              <a:spcAft>
                <a:spcPts val="600"/>
              </a:spcAft>
              <a:buFontTx/>
              <a:buBlip>
                <a:blip r:embed="rId4"/>
              </a:buBlip>
            </a:pPr>
            <a:r>
              <a:rPr lang="fr-FR" sz="1600" dirty="0">
                <a:ln w="12700">
                  <a:solidFill>
                    <a:srgbClr val="4A4A49">
                      <a:lumMod val="60000"/>
                      <a:lumOff val="40000"/>
                    </a:srgbClr>
                  </a:solidFill>
                </a:ln>
                <a:solidFill>
                  <a:srgbClr val="4A4A49">
                    <a:lumMod val="75000"/>
                  </a:srgbClr>
                </a:solidFill>
                <a:latin typeface="Calibri"/>
              </a:rPr>
              <a:t>Référent et source de vérité pertinente et la plus à jour sur les objets </a:t>
            </a:r>
            <a:r>
              <a:rPr lang="en-US" sz="1600" dirty="0">
                <a:ln w="12700">
                  <a:solidFill>
                    <a:srgbClr val="4A4A49">
                      <a:lumMod val="60000"/>
                      <a:lumOff val="40000"/>
                    </a:srgbClr>
                  </a:solidFill>
                </a:ln>
                <a:solidFill>
                  <a:srgbClr val="4A4A49">
                    <a:lumMod val="75000"/>
                  </a:srgbClr>
                </a:solidFill>
                <a:latin typeface="Calibri"/>
              </a:rPr>
              <a:t>co-workers</a:t>
            </a:r>
            <a:r>
              <a:rPr lang="fr-FR" sz="1600" dirty="0">
                <a:ln w="12700">
                  <a:solidFill>
                    <a:srgbClr val="4A4A49">
                      <a:lumMod val="60000"/>
                      <a:lumOff val="40000"/>
                    </a:srgbClr>
                  </a:solidFill>
                </a:ln>
                <a:solidFill>
                  <a:srgbClr val="4A4A49">
                    <a:lumMod val="75000"/>
                  </a:srgbClr>
                </a:solidFill>
                <a:latin typeface="Calibri"/>
              </a:rPr>
              <a:t>.</a:t>
            </a:r>
          </a:p>
          <a:p>
            <a:pPr marL="296550" indent="-285750">
              <a:lnSpc>
                <a:spcPct val="80000"/>
              </a:lnSpc>
              <a:spcAft>
                <a:spcPts val="600"/>
              </a:spcAft>
              <a:buFontTx/>
              <a:buBlip>
                <a:blip r:embed="rId4"/>
              </a:buBlip>
            </a:pPr>
            <a:r>
              <a:rPr lang="fr-FR" sz="1600" dirty="0">
                <a:ln w="12700">
                  <a:solidFill>
                    <a:srgbClr val="4A4A49">
                      <a:lumMod val="60000"/>
                      <a:lumOff val="40000"/>
                    </a:srgbClr>
                  </a:solidFill>
                </a:ln>
                <a:solidFill>
                  <a:srgbClr val="4A4A49">
                    <a:lumMod val="75000"/>
                  </a:srgbClr>
                </a:solidFill>
                <a:latin typeface="Calibri"/>
              </a:rPr>
              <a:t>SIRH étant une source privilégiée de CPEOPLE, les composants HR seront impliqués dans le provisionnement de la future solution d’IAM.</a:t>
            </a:r>
          </a:p>
        </p:txBody>
      </p:sp>
      <p:sp>
        <p:nvSpPr>
          <p:cNvPr id="4" name="Titre 4">
            <a:extLst>
              <a:ext uri="{FF2B5EF4-FFF2-40B4-BE49-F238E27FC236}">
                <a16:creationId xmlns:a16="http://schemas.microsoft.com/office/drawing/2014/main" id="{6472636E-BB44-0027-E951-163DB3F08CC7}"/>
              </a:ext>
            </a:extLst>
          </p:cNvPr>
          <p:cNvSpPr txBox="1">
            <a:spLocks/>
          </p:cNvSpPr>
          <p:nvPr/>
        </p:nvSpPr>
        <p:spPr>
          <a:xfrm>
            <a:off x="8089403" y="1787715"/>
            <a:ext cx="3310488" cy="424732"/>
          </a:xfrm>
          <a:prstGeom prst="rect">
            <a:avLst/>
          </a:prstGeom>
        </p:spPr>
        <p:txBody>
          <a:bodyPr vert="horz" wrap="square" lIns="91440" tIns="45720" rIns="91440" bIns="45720" rtlCol="0" anchor="t" anchorCtr="0">
            <a:spAutoFit/>
          </a:bodyPr>
          <a:lstStyle>
            <a:lvl1pPr algn="l" defTabSz="914400" rtl="0" eaLnBrk="1" latinLnBrk="0" hangingPunct="1">
              <a:lnSpc>
                <a:spcPct val="90000"/>
              </a:lnSpc>
              <a:spcBef>
                <a:spcPct val="0"/>
              </a:spcBef>
              <a:buNone/>
              <a:defRPr sz="3600" b="0" kern="1200">
                <a:solidFill>
                  <a:schemeClr val="accent3"/>
                </a:solidFill>
                <a:latin typeface="+mj-lt"/>
                <a:ea typeface="+mj-ea"/>
                <a:cs typeface="+mj-cs"/>
              </a:defRPr>
            </a:lvl1pPr>
          </a:lstStyle>
          <a:p>
            <a:r>
              <a:rPr lang="fr-FR" sz="2400" i="1" dirty="0">
                <a:ln w="19050">
                  <a:solidFill>
                    <a:srgbClr val="E65012"/>
                  </a:solidFill>
                </a:ln>
                <a:solidFill>
                  <a:srgbClr val="E65012"/>
                </a:solidFill>
                <a:latin typeface="Calibri"/>
              </a:rPr>
              <a:t>Émergence du MDM : </a:t>
            </a:r>
          </a:p>
        </p:txBody>
      </p:sp>
      <p:pic>
        <p:nvPicPr>
          <p:cNvPr id="8" name="Graphique 7">
            <a:extLst>
              <a:ext uri="{FF2B5EF4-FFF2-40B4-BE49-F238E27FC236}">
                <a16:creationId xmlns:a16="http://schemas.microsoft.com/office/drawing/2014/main" id="{6285D3C2-7EFD-B03A-90B2-407CAF90607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32900" y="1522912"/>
            <a:ext cx="894271" cy="894271"/>
          </a:xfrm>
          <a:prstGeom prst="rect">
            <a:avLst/>
          </a:prstGeom>
        </p:spPr>
      </p:pic>
      <p:sp>
        <p:nvSpPr>
          <p:cNvPr id="9" name="Titre 4">
            <a:extLst>
              <a:ext uri="{FF2B5EF4-FFF2-40B4-BE49-F238E27FC236}">
                <a16:creationId xmlns:a16="http://schemas.microsoft.com/office/drawing/2014/main" id="{A088273B-DA56-34FF-528A-C8B175C15C5B}"/>
              </a:ext>
            </a:extLst>
          </p:cNvPr>
          <p:cNvSpPr txBox="1">
            <a:spLocks/>
          </p:cNvSpPr>
          <p:nvPr/>
        </p:nvSpPr>
        <p:spPr>
          <a:xfrm>
            <a:off x="8225610" y="3549396"/>
            <a:ext cx="3828277" cy="1502591"/>
          </a:xfrm>
          <a:prstGeom prst="rect">
            <a:avLst/>
          </a:prstGeom>
        </p:spPr>
        <p:txBody>
          <a:bodyPr vert="horz" wrap="square" lIns="91440" tIns="45720" rIns="91440" bIns="45720" rtlCol="0" anchor="t" anchorCtr="0">
            <a:spAutoFit/>
          </a:bodyPr>
          <a:lstStyle>
            <a:lvl1pPr algn="l" defTabSz="914400" rtl="0" eaLnBrk="1" latinLnBrk="0" hangingPunct="1">
              <a:lnSpc>
                <a:spcPct val="90000"/>
              </a:lnSpc>
              <a:spcBef>
                <a:spcPct val="0"/>
              </a:spcBef>
              <a:buNone/>
              <a:defRPr sz="3600" b="0" kern="1200">
                <a:solidFill>
                  <a:schemeClr val="accent3"/>
                </a:solidFill>
                <a:latin typeface="+mj-lt"/>
                <a:ea typeface="+mj-ea"/>
                <a:cs typeface="+mj-cs"/>
              </a:defRPr>
            </a:lvl1pPr>
          </a:lstStyle>
          <a:p>
            <a:pPr marL="10800">
              <a:lnSpc>
                <a:spcPct val="80000"/>
              </a:lnSpc>
              <a:spcAft>
                <a:spcPts val="600"/>
              </a:spcAft>
            </a:pPr>
            <a:r>
              <a:rPr lang="fr-FR" sz="1200" dirty="0">
                <a:ln w="12700">
                  <a:solidFill>
                    <a:srgbClr val="4A4A49">
                      <a:lumMod val="60000"/>
                      <a:lumOff val="40000"/>
                    </a:srgbClr>
                  </a:solidFill>
                </a:ln>
                <a:solidFill>
                  <a:srgbClr val="4A4A49">
                    <a:lumMod val="75000"/>
                  </a:srgbClr>
                </a:solidFill>
                <a:latin typeface="Calibri"/>
              </a:rPr>
              <a:t>La vision ci-contre du POS n’est que temporaire pu</a:t>
            </a:r>
            <a:r>
              <a:rPr lang="fr-FR" sz="1100" dirty="0">
                <a:ln w="12700">
                  <a:solidFill>
                    <a:srgbClr val="4A4A49">
                      <a:lumMod val="60000"/>
                      <a:lumOff val="40000"/>
                    </a:srgbClr>
                  </a:solidFill>
                </a:ln>
                <a:solidFill>
                  <a:srgbClr val="4A4A49">
                    <a:lumMod val="75000"/>
                  </a:srgbClr>
                </a:solidFill>
                <a:latin typeface="Calibri"/>
              </a:rPr>
              <a:t>i</a:t>
            </a:r>
            <a:r>
              <a:rPr lang="fr-FR" sz="1200" dirty="0">
                <a:ln w="12700">
                  <a:solidFill>
                    <a:srgbClr val="4A4A49">
                      <a:lumMod val="60000"/>
                      <a:lumOff val="40000"/>
                    </a:srgbClr>
                  </a:solidFill>
                </a:ln>
                <a:solidFill>
                  <a:srgbClr val="4A4A49">
                    <a:lumMod val="75000"/>
                  </a:srgbClr>
                </a:solidFill>
                <a:latin typeface="Calibri"/>
              </a:rPr>
              <a:t>sque la solution d’IAM n’est pas construite. Cette vision peut évoluer soit par incrément, soit en soustrayant les fonctions présentes sur le schéma.</a:t>
            </a:r>
          </a:p>
          <a:p>
            <a:pPr marL="10800">
              <a:lnSpc>
                <a:spcPct val="80000"/>
              </a:lnSpc>
              <a:spcAft>
                <a:spcPts val="600"/>
              </a:spcAft>
            </a:pPr>
            <a:r>
              <a:rPr lang="fr-FR" sz="1200" dirty="0">
                <a:ln w="12700">
                  <a:solidFill>
                    <a:srgbClr val="4A4A49">
                      <a:lumMod val="60000"/>
                      <a:lumOff val="40000"/>
                    </a:srgbClr>
                  </a:solidFill>
                </a:ln>
                <a:solidFill>
                  <a:srgbClr val="4A4A49">
                    <a:lumMod val="75000"/>
                  </a:srgbClr>
                </a:solidFill>
                <a:latin typeface="Calibri"/>
              </a:rPr>
              <a:t>Pour aller plus loin, le POS ne porte qu’une projection des flux de provisionnement de l’identité. La partie Accès, qui pourrait inclure des flux d’irrigation vers le SI, n’est pas du tout adressée ; elle n’est pas instruite, ni traitée dans ce document.</a:t>
            </a:r>
          </a:p>
        </p:txBody>
      </p:sp>
      <p:cxnSp>
        <p:nvCxnSpPr>
          <p:cNvPr id="11" name="Connecteur droit 10">
            <a:extLst>
              <a:ext uri="{FF2B5EF4-FFF2-40B4-BE49-F238E27FC236}">
                <a16:creationId xmlns:a16="http://schemas.microsoft.com/office/drawing/2014/main" id="{F92A01BE-231C-44F4-B409-A914D1065123}"/>
              </a:ext>
            </a:extLst>
          </p:cNvPr>
          <p:cNvCxnSpPr>
            <a:cxnSpLocks/>
          </p:cNvCxnSpPr>
          <p:nvPr/>
        </p:nvCxnSpPr>
        <p:spPr>
          <a:xfrm flipH="1" flipV="1">
            <a:off x="8068229" y="3549396"/>
            <a:ext cx="21174" cy="1502591"/>
          </a:xfrm>
          <a:prstGeom prst="line">
            <a:avLst/>
          </a:prstGeom>
          <a:ln w="107950" cap="rnd">
            <a:solidFill>
              <a:schemeClr val="accent3">
                <a:alpha val="30000"/>
              </a:schemeClr>
            </a:solidFill>
            <a:round/>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2400605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E32F0-3C03-05EA-35A7-7FD1D2A572F1}"/>
            </a:ext>
          </a:extLst>
        </p:cNvPr>
        <p:cNvGrpSpPr/>
        <p:nvPr/>
      </p:nvGrpSpPr>
      <p:grpSpPr>
        <a:xfrm>
          <a:off x="0" y="0"/>
          <a:ext cx="0" cy="0"/>
          <a:chOff x="0" y="0"/>
          <a:chExt cx="0" cy="0"/>
        </a:xfrm>
      </p:grpSpPr>
      <p:sp>
        <p:nvSpPr>
          <p:cNvPr id="5" name="Titre 4">
            <a:extLst>
              <a:ext uri="{FF2B5EF4-FFF2-40B4-BE49-F238E27FC236}">
                <a16:creationId xmlns:a16="http://schemas.microsoft.com/office/drawing/2014/main" id="{3B34CF9C-8617-563B-2169-5E3B7C202766}"/>
              </a:ext>
            </a:extLst>
          </p:cNvPr>
          <p:cNvSpPr>
            <a:spLocks noGrp="1"/>
          </p:cNvSpPr>
          <p:nvPr>
            <p:ph type="title"/>
          </p:nvPr>
        </p:nvSpPr>
        <p:spPr>
          <a:noFill/>
        </p:spPr>
        <p:txBody>
          <a:bodyPr wrap="square" rtlCol="0">
            <a:spAutoFit/>
          </a:bodyPr>
          <a:lstStyle/>
          <a:p>
            <a:r>
              <a:rPr lang="fr-FR" dirty="0"/>
              <a:t>Détail du positionnement fonctionnel</a:t>
            </a:r>
          </a:p>
        </p:txBody>
      </p:sp>
      <p:sp>
        <p:nvSpPr>
          <p:cNvPr id="6" name="Espace réservé du texte 5">
            <a:extLst>
              <a:ext uri="{FF2B5EF4-FFF2-40B4-BE49-F238E27FC236}">
                <a16:creationId xmlns:a16="http://schemas.microsoft.com/office/drawing/2014/main" id="{7F14B86F-1472-519C-3436-EEF3BCB3668B}"/>
              </a:ext>
            </a:extLst>
          </p:cNvPr>
          <p:cNvSpPr>
            <a:spLocks noGrp="1"/>
          </p:cNvSpPr>
          <p:nvPr>
            <p:ph type="body" sz="quarter" idx="10"/>
          </p:nvPr>
        </p:nvSpPr>
        <p:spPr>
          <a:xfrm>
            <a:off x="924539" y="790043"/>
            <a:ext cx="3119765" cy="286232"/>
          </a:xfrm>
          <a:noFill/>
        </p:spPr>
        <p:txBody>
          <a:bodyPr wrap="none" rtlCol="0">
            <a:spAutoFit/>
          </a:bodyPr>
          <a:lstStyle/>
          <a:p>
            <a:r>
              <a:rPr lang="fr-FR" dirty="0"/>
              <a:t>Décommissionnement de CPEOPLE et IAM</a:t>
            </a:r>
          </a:p>
        </p:txBody>
      </p:sp>
      <p:sp>
        <p:nvSpPr>
          <p:cNvPr id="7" name="Espace réservé du texte 6">
            <a:extLst>
              <a:ext uri="{FF2B5EF4-FFF2-40B4-BE49-F238E27FC236}">
                <a16:creationId xmlns:a16="http://schemas.microsoft.com/office/drawing/2014/main" id="{CB25F076-B57D-AF67-4B33-752BE1234E24}"/>
              </a:ext>
            </a:extLst>
          </p:cNvPr>
          <p:cNvSpPr>
            <a:spLocks noGrp="1"/>
          </p:cNvSpPr>
          <p:nvPr>
            <p:ph type="body" sz="quarter" idx="11"/>
          </p:nvPr>
        </p:nvSpPr>
        <p:spPr>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fr-FR" dirty="0"/>
              <a:t>02</a:t>
            </a:r>
          </a:p>
        </p:txBody>
      </p:sp>
      <p:sp>
        <p:nvSpPr>
          <p:cNvPr id="30" name="ZoneTexte 29">
            <a:extLst>
              <a:ext uri="{FF2B5EF4-FFF2-40B4-BE49-F238E27FC236}">
                <a16:creationId xmlns:a16="http://schemas.microsoft.com/office/drawing/2014/main" id="{96B71AC3-196A-75A6-DD36-F9F92E4EE842}"/>
              </a:ext>
            </a:extLst>
          </p:cNvPr>
          <p:cNvSpPr txBox="1"/>
          <p:nvPr>
            <p:custDataLst>
              <p:tags r:id="rId1"/>
            </p:custDataLst>
          </p:nvPr>
        </p:nvSpPr>
        <p:spPr>
          <a:xfrm>
            <a:off x="6735147" y="17417"/>
            <a:ext cx="1128834" cy="454355"/>
          </a:xfrm>
          <a:prstGeom prst="rect">
            <a:avLst/>
          </a:prstGeom>
          <a:noFill/>
        </p:spPr>
        <p:txBody>
          <a:bodyPr wrap="none" rtlCol="0">
            <a:spAutoFit/>
          </a:bodyPr>
          <a:lstStyle/>
          <a:p>
            <a:pPr algn="ctr">
              <a:lnSpc>
                <a:spcPct val="70000"/>
              </a:lnSpc>
            </a:pPr>
            <a:r>
              <a:rPr lang="fr-FR" sz="1100" b="1" dirty="0">
                <a:latin typeface="Avenir Book" panose="02000503020000020003" pitchFamily="2" charset="0"/>
              </a:rPr>
              <a:t>Détail du</a:t>
            </a:r>
          </a:p>
          <a:p>
            <a:pPr algn="ctr">
              <a:lnSpc>
                <a:spcPct val="70000"/>
              </a:lnSpc>
            </a:pPr>
            <a:r>
              <a:rPr lang="fr-FR" sz="1100" b="1" dirty="0">
                <a:latin typeface="Avenir Book" panose="02000503020000020003" pitchFamily="2" charset="0"/>
              </a:rPr>
              <a:t>Positionnement </a:t>
            </a:r>
          </a:p>
          <a:p>
            <a:pPr algn="ctr">
              <a:lnSpc>
                <a:spcPct val="70000"/>
              </a:lnSpc>
            </a:pPr>
            <a:r>
              <a:rPr lang="fr-FR" sz="1100" b="1" dirty="0">
                <a:latin typeface="Avenir Book" panose="02000503020000020003" pitchFamily="2" charset="0"/>
              </a:rPr>
              <a:t>fonctionnel</a:t>
            </a:r>
          </a:p>
        </p:txBody>
      </p:sp>
      <p:sp>
        <p:nvSpPr>
          <p:cNvPr id="2" name="Forme libre : forme 1">
            <a:extLst>
              <a:ext uri="{FF2B5EF4-FFF2-40B4-BE49-F238E27FC236}">
                <a16:creationId xmlns:a16="http://schemas.microsoft.com/office/drawing/2014/main" id="{A8393900-16DE-FAA3-C638-AC55B0AE544D}"/>
              </a:ext>
            </a:extLst>
          </p:cNvPr>
          <p:cNvSpPr/>
          <p:nvPr/>
        </p:nvSpPr>
        <p:spPr>
          <a:xfrm>
            <a:off x="642620" y="2061409"/>
            <a:ext cx="2670834" cy="1752600"/>
          </a:xfrm>
          <a:custGeom>
            <a:avLst/>
            <a:gdLst>
              <a:gd name="connsiteX0" fmla="*/ 4221480 w 4221480"/>
              <a:gd name="connsiteY0" fmla="*/ 0 h 960120"/>
              <a:gd name="connsiteX1" fmla="*/ 0 w 4221480"/>
              <a:gd name="connsiteY1" fmla="*/ 960120 h 960120"/>
              <a:gd name="connsiteX2" fmla="*/ 0 w 4221480"/>
              <a:gd name="connsiteY2" fmla="*/ 960120 h 960120"/>
              <a:gd name="connsiteX0" fmla="*/ 3840480 w 3840480"/>
              <a:gd name="connsiteY0" fmla="*/ 0 h 944880"/>
              <a:gd name="connsiteX1" fmla="*/ 0 w 3840480"/>
              <a:gd name="connsiteY1" fmla="*/ 944880 h 944880"/>
              <a:gd name="connsiteX2" fmla="*/ 0 w 3840480"/>
              <a:gd name="connsiteY2" fmla="*/ 944880 h 944880"/>
              <a:gd name="connsiteX0" fmla="*/ 3840480 w 3840480"/>
              <a:gd name="connsiteY0" fmla="*/ 0 h 944880"/>
              <a:gd name="connsiteX1" fmla="*/ 2362200 w 3840480"/>
              <a:gd name="connsiteY1" fmla="*/ 365760 h 944880"/>
              <a:gd name="connsiteX2" fmla="*/ 0 w 3840480"/>
              <a:gd name="connsiteY2" fmla="*/ 944880 h 944880"/>
              <a:gd name="connsiteX3" fmla="*/ 0 w 3840480"/>
              <a:gd name="connsiteY3" fmla="*/ 944880 h 944880"/>
              <a:gd name="connsiteX0" fmla="*/ 3840480 w 3840480"/>
              <a:gd name="connsiteY0" fmla="*/ 0 h 944880"/>
              <a:gd name="connsiteX1" fmla="*/ 2362200 w 3840480"/>
              <a:gd name="connsiteY1" fmla="*/ 365760 h 944880"/>
              <a:gd name="connsiteX2" fmla="*/ 1912620 w 3840480"/>
              <a:gd name="connsiteY2" fmla="*/ 464820 h 944880"/>
              <a:gd name="connsiteX3" fmla="*/ 0 w 3840480"/>
              <a:gd name="connsiteY3" fmla="*/ 944880 h 944880"/>
              <a:gd name="connsiteX4" fmla="*/ 0 w 3840480"/>
              <a:gd name="connsiteY4" fmla="*/ 944880 h 944880"/>
              <a:gd name="connsiteX0" fmla="*/ 3840480 w 3840480"/>
              <a:gd name="connsiteY0" fmla="*/ 0 h 944880"/>
              <a:gd name="connsiteX1" fmla="*/ 739140 w 3840480"/>
              <a:gd name="connsiteY1" fmla="*/ 0 h 944880"/>
              <a:gd name="connsiteX2" fmla="*/ 1912620 w 3840480"/>
              <a:gd name="connsiteY2" fmla="*/ 464820 h 944880"/>
              <a:gd name="connsiteX3" fmla="*/ 0 w 3840480"/>
              <a:gd name="connsiteY3" fmla="*/ 944880 h 944880"/>
              <a:gd name="connsiteX4" fmla="*/ 0 w 3840480"/>
              <a:gd name="connsiteY4" fmla="*/ 944880 h 944880"/>
              <a:gd name="connsiteX0" fmla="*/ 3840480 w 3840480"/>
              <a:gd name="connsiteY0" fmla="*/ 0 h 944880"/>
              <a:gd name="connsiteX1" fmla="*/ 739140 w 3840480"/>
              <a:gd name="connsiteY1" fmla="*/ 0 h 944880"/>
              <a:gd name="connsiteX2" fmla="*/ 441960 w 3840480"/>
              <a:gd name="connsiteY2" fmla="*/ 182880 h 944880"/>
              <a:gd name="connsiteX3" fmla="*/ 0 w 3840480"/>
              <a:gd name="connsiteY3" fmla="*/ 944880 h 944880"/>
              <a:gd name="connsiteX4" fmla="*/ 0 w 3840480"/>
              <a:gd name="connsiteY4" fmla="*/ 944880 h 944880"/>
              <a:gd name="connsiteX0" fmla="*/ 3840480 w 3840480"/>
              <a:gd name="connsiteY0" fmla="*/ 0 h 1127760"/>
              <a:gd name="connsiteX1" fmla="*/ 739140 w 3840480"/>
              <a:gd name="connsiteY1" fmla="*/ 0 h 1127760"/>
              <a:gd name="connsiteX2" fmla="*/ 441960 w 3840480"/>
              <a:gd name="connsiteY2" fmla="*/ 182880 h 1127760"/>
              <a:gd name="connsiteX3" fmla="*/ 0 w 3840480"/>
              <a:gd name="connsiteY3" fmla="*/ 944880 h 1127760"/>
              <a:gd name="connsiteX4" fmla="*/ 510540 w 3840480"/>
              <a:gd name="connsiteY4" fmla="*/ 1127760 h 1127760"/>
              <a:gd name="connsiteX0" fmla="*/ 3840480 w 3840480"/>
              <a:gd name="connsiteY0" fmla="*/ 0 h 944880"/>
              <a:gd name="connsiteX1" fmla="*/ 739140 w 3840480"/>
              <a:gd name="connsiteY1" fmla="*/ 0 h 944880"/>
              <a:gd name="connsiteX2" fmla="*/ 441960 w 3840480"/>
              <a:gd name="connsiteY2" fmla="*/ 182880 h 944880"/>
              <a:gd name="connsiteX3" fmla="*/ 0 w 3840480"/>
              <a:gd name="connsiteY3" fmla="*/ 944880 h 944880"/>
              <a:gd name="connsiteX0" fmla="*/ 3619500 w 3619500"/>
              <a:gd name="connsiteY0" fmla="*/ 0 h 1767840"/>
              <a:gd name="connsiteX1" fmla="*/ 518160 w 3619500"/>
              <a:gd name="connsiteY1" fmla="*/ 0 h 1767840"/>
              <a:gd name="connsiteX2" fmla="*/ 220980 w 3619500"/>
              <a:gd name="connsiteY2" fmla="*/ 182880 h 1767840"/>
              <a:gd name="connsiteX3" fmla="*/ 0 w 3619500"/>
              <a:gd name="connsiteY3" fmla="*/ 1767840 h 1767840"/>
              <a:gd name="connsiteX0" fmla="*/ 3657600 w 3657600"/>
              <a:gd name="connsiteY0" fmla="*/ 0 h 1767840"/>
              <a:gd name="connsiteX1" fmla="*/ 556260 w 3657600"/>
              <a:gd name="connsiteY1" fmla="*/ 0 h 1767840"/>
              <a:gd name="connsiteX2" fmla="*/ 0 w 3657600"/>
              <a:gd name="connsiteY2" fmla="*/ 182880 h 1767840"/>
              <a:gd name="connsiteX3" fmla="*/ 38100 w 3657600"/>
              <a:gd name="connsiteY3" fmla="*/ 1767840 h 1767840"/>
              <a:gd name="connsiteX0" fmla="*/ 3634740 w 3634740"/>
              <a:gd name="connsiteY0" fmla="*/ 0 h 1767840"/>
              <a:gd name="connsiteX1" fmla="*/ 533400 w 3634740"/>
              <a:gd name="connsiteY1" fmla="*/ 0 h 1767840"/>
              <a:gd name="connsiteX2" fmla="*/ 0 w 3634740"/>
              <a:gd name="connsiteY2" fmla="*/ 365760 h 1767840"/>
              <a:gd name="connsiteX3" fmla="*/ 15240 w 3634740"/>
              <a:gd name="connsiteY3" fmla="*/ 1767840 h 1767840"/>
              <a:gd name="connsiteX0" fmla="*/ 3634740 w 3634740"/>
              <a:gd name="connsiteY0" fmla="*/ 30480 h 1798320"/>
              <a:gd name="connsiteX1" fmla="*/ 358140 w 3634740"/>
              <a:gd name="connsiteY1" fmla="*/ 0 h 1798320"/>
              <a:gd name="connsiteX2" fmla="*/ 0 w 3634740"/>
              <a:gd name="connsiteY2" fmla="*/ 396240 h 1798320"/>
              <a:gd name="connsiteX3" fmla="*/ 15240 w 3634740"/>
              <a:gd name="connsiteY3" fmla="*/ 1798320 h 1798320"/>
              <a:gd name="connsiteX0" fmla="*/ 2979420 w 2979420"/>
              <a:gd name="connsiteY0" fmla="*/ 22860 h 1798320"/>
              <a:gd name="connsiteX1" fmla="*/ 358140 w 2979420"/>
              <a:gd name="connsiteY1" fmla="*/ 0 h 1798320"/>
              <a:gd name="connsiteX2" fmla="*/ 0 w 2979420"/>
              <a:gd name="connsiteY2" fmla="*/ 396240 h 1798320"/>
              <a:gd name="connsiteX3" fmla="*/ 15240 w 2979420"/>
              <a:gd name="connsiteY3" fmla="*/ 1798320 h 1798320"/>
              <a:gd name="connsiteX0" fmla="*/ 2979420 w 2979420"/>
              <a:gd name="connsiteY0" fmla="*/ 0 h 1775460"/>
              <a:gd name="connsiteX1" fmla="*/ 381000 w 2979420"/>
              <a:gd name="connsiteY1" fmla="*/ 0 h 1775460"/>
              <a:gd name="connsiteX2" fmla="*/ 0 w 2979420"/>
              <a:gd name="connsiteY2" fmla="*/ 373380 h 1775460"/>
              <a:gd name="connsiteX3" fmla="*/ 15240 w 2979420"/>
              <a:gd name="connsiteY3" fmla="*/ 1775460 h 1775460"/>
              <a:gd name="connsiteX0" fmla="*/ 2964180 w 2964180"/>
              <a:gd name="connsiteY0" fmla="*/ 0 h 1775460"/>
              <a:gd name="connsiteX1" fmla="*/ 365760 w 2964180"/>
              <a:gd name="connsiteY1" fmla="*/ 0 h 1775460"/>
              <a:gd name="connsiteX2" fmla="*/ 137160 w 2964180"/>
              <a:gd name="connsiteY2" fmla="*/ 358140 h 1775460"/>
              <a:gd name="connsiteX3" fmla="*/ 0 w 2964180"/>
              <a:gd name="connsiteY3" fmla="*/ 1775460 h 1775460"/>
              <a:gd name="connsiteX0" fmla="*/ 2834640 w 2834640"/>
              <a:gd name="connsiteY0" fmla="*/ 0 h 1752600"/>
              <a:gd name="connsiteX1" fmla="*/ 236220 w 2834640"/>
              <a:gd name="connsiteY1" fmla="*/ 0 h 1752600"/>
              <a:gd name="connsiteX2" fmla="*/ 7620 w 2834640"/>
              <a:gd name="connsiteY2" fmla="*/ 358140 h 1752600"/>
              <a:gd name="connsiteX3" fmla="*/ 0 w 2834640"/>
              <a:gd name="connsiteY3" fmla="*/ 1752600 h 1752600"/>
              <a:gd name="connsiteX0" fmla="*/ 2834640 w 2834640"/>
              <a:gd name="connsiteY0" fmla="*/ 0 h 1752600"/>
              <a:gd name="connsiteX1" fmla="*/ 487680 w 2834640"/>
              <a:gd name="connsiteY1" fmla="*/ 0 h 1752600"/>
              <a:gd name="connsiteX2" fmla="*/ 7620 w 2834640"/>
              <a:gd name="connsiteY2" fmla="*/ 358140 h 1752600"/>
              <a:gd name="connsiteX3" fmla="*/ 0 w 2834640"/>
              <a:gd name="connsiteY3" fmla="*/ 1752600 h 1752600"/>
              <a:gd name="connsiteX0" fmla="*/ 2834640 w 2834640"/>
              <a:gd name="connsiteY0" fmla="*/ 0 h 1752600"/>
              <a:gd name="connsiteX1" fmla="*/ 487680 w 2834640"/>
              <a:gd name="connsiteY1" fmla="*/ 0 h 1752600"/>
              <a:gd name="connsiteX2" fmla="*/ 7620 w 2834640"/>
              <a:gd name="connsiteY2" fmla="*/ 358140 h 1752600"/>
              <a:gd name="connsiteX3" fmla="*/ 0 w 2834640"/>
              <a:gd name="connsiteY3" fmla="*/ 1752600 h 1752600"/>
              <a:gd name="connsiteX0" fmla="*/ 2834640 w 2834640"/>
              <a:gd name="connsiteY0" fmla="*/ 0 h 1752600"/>
              <a:gd name="connsiteX1" fmla="*/ 487680 w 2834640"/>
              <a:gd name="connsiteY1" fmla="*/ 0 h 1752600"/>
              <a:gd name="connsiteX2" fmla="*/ 7620 w 2834640"/>
              <a:gd name="connsiteY2" fmla="*/ 358140 h 1752600"/>
              <a:gd name="connsiteX3" fmla="*/ 0 w 2834640"/>
              <a:gd name="connsiteY3" fmla="*/ 1752600 h 1752600"/>
              <a:gd name="connsiteX0" fmla="*/ 2834640 w 2834640"/>
              <a:gd name="connsiteY0" fmla="*/ 0 h 1752600"/>
              <a:gd name="connsiteX1" fmla="*/ 487680 w 2834640"/>
              <a:gd name="connsiteY1" fmla="*/ 0 h 1752600"/>
              <a:gd name="connsiteX2" fmla="*/ 7620 w 2834640"/>
              <a:gd name="connsiteY2" fmla="*/ 358140 h 1752600"/>
              <a:gd name="connsiteX3" fmla="*/ 0 w 2834640"/>
              <a:gd name="connsiteY3" fmla="*/ 1752600 h 1752600"/>
              <a:gd name="connsiteX0" fmla="*/ 2834640 w 2834640"/>
              <a:gd name="connsiteY0" fmla="*/ 0 h 1752600"/>
              <a:gd name="connsiteX1" fmla="*/ 487680 w 2834640"/>
              <a:gd name="connsiteY1" fmla="*/ 0 h 1752600"/>
              <a:gd name="connsiteX2" fmla="*/ 7620 w 2834640"/>
              <a:gd name="connsiteY2" fmla="*/ 358140 h 1752600"/>
              <a:gd name="connsiteX3" fmla="*/ 0 w 2834640"/>
              <a:gd name="connsiteY3" fmla="*/ 1752600 h 1752600"/>
              <a:gd name="connsiteX0" fmla="*/ 2834640 w 2834640"/>
              <a:gd name="connsiteY0" fmla="*/ 0 h 1752600"/>
              <a:gd name="connsiteX1" fmla="*/ 487680 w 2834640"/>
              <a:gd name="connsiteY1" fmla="*/ 0 h 1752600"/>
              <a:gd name="connsiteX2" fmla="*/ 7620 w 2834640"/>
              <a:gd name="connsiteY2" fmla="*/ 358140 h 1752600"/>
              <a:gd name="connsiteX3" fmla="*/ 0 w 2834640"/>
              <a:gd name="connsiteY3" fmla="*/ 1752600 h 1752600"/>
              <a:gd name="connsiteX0" fmla="*/ 2834640 w 2834640"/>
              <a:gd name="connsiteY0" fmla="*/ 0 h 1752600"/>
              <a:gd name="connsiteX1" fmla="*/ 487680 w 2834640"/>
              <a:gd name="connsiteY1" fmla="*/ 0 h 1752600"/>
              <a:gd name="connsiteX2" fmla="*/ 7620 w 2834640"/>
              <a:gd name="connsiteY2" fmla="*/ 358140 h 1752600"/>
              <a:gd name="connsiteX3" fmla="*/ 0 w 2834640"/>
              <a:gd name="connsiteY3" fmla="*/ 1752600 h 1752600"/>
              <a:gd name="connsiteX0" fmla="*/ 2834640 w 2834640"/>
              <a:gd name="connsiteY0" fmla="*/ 0 h 1752600"/>
              <a:gd name="connsiteX1" fmla="*/ 487680 w 2834640"/>
              <a:gd name="connsiteY1" fmla="*/ 0 h 1752600"/>
              <a:gd name="connsiteX2" fmla="*/ 7620 w 2834640"/>
              <a:gd name="connsiteY2" fmla="*/ 358140 h 1752600"/>
              <a:gd name="connsiteX3" fmla="*/ 0 w 2834640"/>
              <a:gd name="connsiteY3" fmla="*/ 1752600 h 1752600"/>
              <a:gd name="connsiteX0" fmla="*/ 2834640 w 2834640"/>
              <a:gd name="connsiteY0" fmla="*/ 0 h 1752600"/>
              <a:gd name="connsiteX1" fmla="*/ 487680 w 2834640"/>
              <a:gd name="connsiteY1" fmla="*/ 0 h 1752600"/>
              <a:gd name="connsiteX2" fmla="*/ 7620 w 2834640"/>
              <a:gd name="connsiteY2" fmla="*/ 358140 h 1752600"/>
              <a:gd name="connsiteX3" fmla="*/ 0 w 2834640"/>
              <a:gd name="connsiteY3" fmla="*/ 1752600 h 1752600"/>
            </a:gdLst>
            <a:ahLst/>
            <a:cxnLst>
              <a:cxn ang="0">
                <a:pos x="connsiteX0" y="connsiteY0"/>
              </a:cxn>
              <a:cxn ang="0">
                <a:pos x="connsiteX1" y="connsiteY1"/>
              </a:cxn>
              <a:cxn ang="0">
                <a:pos x="connsiteX2" y="connsiteY2"/>
              </a:cxn>
              <a:cxn ang="0">
                <a:pos x="connsiteX3" y="connsiteY3"/>
              </a:cxn>
            </a:cxnLst>
            <a:rect l="l" t="t" r="r" b="b"/>
            <a:pathLst>
              <a:path w="2834640" h="1752600">
                <a:moveTo>
                  <a:pt x="2834640" y="0"/>
                </a:moveTo>
                <a:lnTo>
                  <a:pt x="487680" y="0"/>
                </a:lnTo>
                <a:cubicBezTo>
                  <a:pt x="113030" y="5080"/>
                  <a:pt x="20955" y="13335"/>
                  <a:pt x="7620" y="358140"/>
                </a:cubicBezTo>
                <a:lnTo>
                  <a:pt x="0" y="1752600"/>
                </a:lnTo>
              </a:path>
            </a:pathLst>
          </a:custGeom>
          <a:ln w="95250" cap="rnd">
            <a:solidFill>
              <a:srgbClr val="0F6FC6">
                <a:alpha val="36000"/>
              </a:srgbClr>
            </a:solidFill>
            <a:round/>
            <a:tailEnd type="arrow" w="sm" len="sm"/>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fr-FR" dirty="0">
              <a:ln w="92075">
                <a:solidFill>
                  <a:srgbClr val="0F6FC6"/>
                </a:solidFill>
              </a:ln>
              <a:solidFill>
                <a:srgbClr val="0F6FC6"/>
              </a:solidFill>
            </a:endParaRPr>
          </a:p>
        </p:txBody>
      </p:sp>
      <p:sp>
        <p:nvSpPr>
          <p:cNvPr id="3" name="ZoneTexte 2">
            <a:extLst>
              <a:ext uri="{FF2B5EF4-FFF2-40B4-BE49-F238E27FC236}">
                <a16:creationId xmlns:a16="http://schemas.microsoft.com/office/drawing/2014/main" id="{A8861678-F5BA-82AE-6BEC-1C1C4C3B9AE2}"/>
              </a:ext>
            </a:extLst>
          </p:cNvPr>
          <p:cNvSpPr txBox="1"/>
          <p:nvPr/>
        </p:nvSpPr>
        <p:spPr>
          <a:xfrm>
            <a:off x="3355155" y="1865636"/>
            <a:ext cx="2211823" cy="272319"/>
          </a:xfrm>
          <a:prstGeom prst="rect">
            <a:avLst/>
          </a:prstGeom>
          <a:noFill/>
        </p:spPr>
        <p:txBody>
          <a:bodyPr wrap="square" lIns="0" tIns="0" rIns="0" bIns="0" rtlCol="0">
            <a:spAutoFit/>
          </a:bodyPr>
          <a:lstStyle/>
          <a:p>
            <a:pPr algn="ctr">
              <a:lnSpc>
                <a:spcPct val="60000"/>
              </a:lnSpc>
            </a:pPr>
            <a:r>
              <a:rPr lang="fr-FR" sz="1400" spc="-50" dirty="0">
                <a:ln w="3175">
                  <a:solidFill>
                    <a:schemeClr val="tx1"/>
                  </a:solidFill>
                </a:ln>
                <a:solidFill>
                  <a:srgbClr val="0F6FC6"/>
                </a:solidFill>
                <a:latin typeface="Avenir Book"/>
              </a:rPr>
              <a:t>Grandes fonctions recherchées dans l’IAM en 2024 ?</a:t>
            </a:r>
          </a:p>
        </p:txBody>
      </p:sp>
      <p:sp>
        <p:nvSpPr>
          <p:cNvPr id="4" name="Titre 4">
            <a:extLst>
              <a:ext uri="{FF2B5EF4-FFF2-40B4-BE49-F238E27FC236}">
                <a16:creationId xmlns:a16="http://schemas.microsoft.com/office/drawing/2014/main" id="{FCA16878-098E-A56F-5CDF-6368D09847DD}"/>
              </a:ext>
            </a:extLst>
          </p:cNvPr>
          <p:cNvSpPr txBox="1"/>
          <p:nvPr/>
        </p:nvSpPr>
        <p:spPr>
          <a:xfrm>
            <a:off x="8820156" y="2223157"/>
            <a:ext cx="3170106" cy="1205843"/>
          </a:xfrm>
          <a:prstGeom prst="rect">
            <a:avLst/>
          </a:prstGeom>
        </p:spPr>
        <p:txBody>
          <a:bodyPr vert="horz" wrap="square" lIns="91440" tIns="45720" rIns="91440" bIns="45720" rtlCol="0" anchor="t" anchorCtr="0">
            <a:spAutoFit/>
          </a:bodyPr>
          <a:lstStyle>
            <a:lvl1pPr algn="l" defTabSz="914400" rtl="0" eaLnBrk="1" latinLnBrk="0" hangingPunct="1">
              <a:lnSpc>
                <a:spcPct val="90000"/>
              </a:lnSpc>
              <a:spcBef>
                <a:spcPct val="0"/>
              </a:spcBef>
              <a:buNone/>
              <a:defRPr sz="3600" b="0" kern="1200">
                <a:solidFill>
                  <a:schemeClr val="accent3"/>
                </a:solidFill>
                <a:latin typeface="+mj-lt"/>
                <a:ea typeface="+mj-ea"/>
                <a:cs typeface="+mj-cs"/>
              </a:defRPr>
            </a:lvl1pPr>
          </a:lstStyle>
          <a:p>
            <a:pPr>
              <a:lnSpc>
                <a:spcPct val="80000"/>
              </a:lnSpc>
            </a:pPr>
            <a:r>
              <a:rPr lang="fr-FR" sz="1800" i="1" dirty="0">
                <a:ln w="19050">
                  <a:solidFill>
                    <a:srgbClr val="E65012"/>
                  </a:solidFill>
                </a:ln>
              </a:rPr>
              <a:t>De façon « inversée » au POS, quelles applications/projets couvrent déjà, entièrement ou partiellement, les fonctions ci-contre ?</a:t>
            </a:r>
          </a:p>
        </p:txBody>
      </p:sp>
      <p:grpSp>
        <p:nvGrpSpPr>
          <p:cNvPr id="8" name="Groupe 7">
            <a:extLst>
              <a:ext uri="{FF2B5EF4-FFF2-40B4-BE49-F238E27FC236}">
                <a16:creationId xmlns:a16="http://schemas.microsoft.com/office/drawing/2014/main" id="{F01FB598-57BC-1B55-3F56-EA3F80CE3685}"/>
              </a:ext>
            </a:extLst>
          </p:cNvPr>
          <p:cNvGrpSpPr/>
          <p:nvPr/>
        </p:nvGrpSpPr>
        <p:grpSpPr>
          <a:xfrm>
            <a:off x="757035" y="2177055"/>
            <a:ext cx="7689414" cy="3914849"/>
            <a:chOff x="374768" y="2000142"/>
            <a:chExt cx="7374548" cy="3806196"/>
          </a:xfrm>
        </p:grpSpPr>
        <p:sp>
          <p:nvSpPr>
            <p:cNvPr id="9" name="Rectangle : coins arrondis 8">
              <a:extLst>
                <a:ext uri="{FF2B5EF4-FFF2-40B4-BE49-F238E27FC236}">
                  <a16:creationId xmlns:a16="http://schemas.microsoft.com/office/drawing/2014/main" id="{FE8AA2F7-0B8F-580B-7B8D-7926D64EAE40}"/>
                </a:ext>
              </a:extLst>
            </p:cNvPr>
            <p:cNvSpPr/>
            <p:nvPr/>
          </p:nvSpPr>
          <p:spPr>
            <a:xfrm>
              <a:off x="5419298" y="5079466"/>
              <a:ext cx="2330018" cy="726872"/>
            </a:xfrm>
            <a:prstGeom prst="roundRect">
              <a:avLst>
                <a:gd name="adj" fmla="val 9884"/>
              </a:avLst>
            </a:prstGeom>
            <a:solidFill>
              <a:srgbClr val="00A885">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300" dirty="0">
                  <a:ln w="15875">
                    <a:solidFill>
                      <a:schemeClr val="tx1">
                        <a:alpha val="50000"/>
                      </a:schemeClr>
                    </a:solidFill>
                  </a:ln>
                  <a:solidFill>
                    <a:schemeClr val="tx1">
                      <a:alpha val="50000"/>
                    </a:schemeClr>
                  </a:solidFill>
                  <a:latin typeface="Avenir Book"/>
                </a:rPr>
                <a:t>Recherche</a:t>
              </a:r>
            </a:p>
          </p:txBody>
        </p:sp>
        <p:sp>
          <p:nvSpPr>
            <p:cNvPr id="10" name="Rectangle : coins arrondis 9">
              <a:extLst>
                <a:ext uri="{FF2B5EF4-FFF2-40B4-BE49-F238E27FC236}">
                  <a16:creationId xmlns:a16="http://schemas.microsoft.com/office/drawing/2014/main" id="{6463CB98-4D8D-4B10-614E-1C88DF77C744}"/>
                </a:ext>
              </a:extLst>
            </p:cNvPr>
            <p:cNvSpPr/>
            <p:nvPr/>
          </p:nvSpPr>
          <p:spPr>
            <a:xfrm>
              <a:off x="374768" y="5072831"/>
              <a:ext cx="2330018" cy="726872"/>
            </a:xfrm>
            <a:prstGeom prst="roundRect">
              <a:avLst>
                <a:gd name="adj" fmla="val 9884"/>
              </a:avLst>
            </a:prstGeom>
            <a:solidFill>
              <a:srgbClr val="00A885">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300" dirty="0">
                  <a:ln w="15875">
                    <a:solidFill>
                      <a:schemeClr val="tx1">
                        <a:alpha val="50000"/>
                      </a:schemeClr>
                    </a:solidFill>
                  </a:ln>
                  <a:solidFill>
                    <a:schemeClr val="tx1">
                      <a:alpha val="50000"/>
                    </a:schemeClr>
                  </a:solidFill>
                  <a:latin typeface="Avenir Book"/>
                </a:rPr>
                <a:t>Fonctionnalités</a:t>
              </a:r>
            </a:p>
            <a:p>
              <a:pPr algn="ctr">
                <a:lnSpc>
                  <a:spcPct val="65000"/>
                </a:lnSpc>
              </a:pPr>
              <a:r>
                <a:rPr lang="fr-FR" sz="1300" dirty="0">
                  <a:ln w="15875">
                    <a:solidFill>
                      <a:schemeClr val="tx1">
                        <a:alpha val="50000"/>
                      </a:schemeClr>
                    </a:solidFill>
                  </a:ln>
                  <a:solidFill>
                    <a:schemeClr val="tx1">
                      <a:alpha val="50000"/>
                    </a:schemeClr>
                  </a:solidFill>
                  <a:latin typeface="Avenir Book"/>
                </a:rPr>
                <a:t>Transverses</a:t>
              </a:r>
            </a:p>
            <a:p>
              <a:pPr algn="ctr">
                <a:lnSpc>
                  <a:spcPct val="65000"/>
                </a:lnSpc>
              </a:pPr>
              <a:r>
                <a:rPr lang="fr-FR" sz="1300" dirty="0">
                  <a:ln w="9525">
                    <a:solidFill>
                      <a:schemeClr val="tx1">
                        <a:alpha val="50000"/>
                      </a:schemeClr>
                    </a:solidFill>
                  </a:ln>
                  <a:solidFill>
                    <a:schemeClr val="tx1">
                      <a:alpha val="50000"/>
                    </a:schemeClr>
                  </a:solidFill>
                  <a:latin typeface="Avenir Book"/>
                </a:rPr>
                <a:t>(Exports, Impressions …)</a:t>
              </a:r>
            </a:p>
          </p:txBody>
        </p:sp>
        <p:sp>
          <p:nvSpPr>
            <p:cNvPr id="11" name="Rectangle : coins arrondis 10">
              <a:extLst>
                <a:ext uri="{FF2B5EF4-FFF2-40B4-BE49-F238E27FC236}">
                  <a16:creationId xmlns:a16="http://schemas.microsoft.com/office/drawing/2014/main" id="{DA37724D-28AB-CC4B-9994-4AC395496342}"/>
                </a:ext>
              </a:extLst>
            </p:cNvPr>
            <p:cNvSpPr/>
            <p:nvPr/>
          </p:nvSpPr>
          <p:spPr>
            <a:xfrm>
              <a:off x="2904266" y="5072831"/>
              <a:ext cx="2330018" cy="726872"/>
            </a:xfrm>
            <a:prstGeom prst="roundRect">
              <a:avLst>
                <a:gd name="adj" fmla="val 9884"/>
              </a:avLst>
            </a:prstGeom>
            <a:solidFill>
              <a:srgbClr val="00A885">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300" dirty="0">
                  <a:ln w="15875">
                    <a:solidFill>
                      <a:schemeClr val="tx1">
                        <a:alpha val="50000"/>
                      </a:schemeClr>
                    </a:solidFill>
                  </a:ln>
                  <a:solidFill>
                    <a:schemeClr val="tx1">
                      <a:alpha val="50000"/>
                    </a:schemeClr>
                  </a:solidFill>
                  <a:latin typeface="Avenir Book"/>
                </a:rPr>
                <a:t>Administration,</a:t>
              </a:r>
            </a:p>
            <a:p>
              <a:pPr algn="ctr">
                <a:lnSpc>
                  <a:spcPct val="65000"/>
                </a:lnSpc>
              </a:pPr>
              <a:r>
                <a:rPr lang="fr-FR" sz="1300" dirty="0">
                  <a:ln w="15875">
                    <a:solidFill>
                      <a:schemeClr val="tx1">
                        <a:alpha val="50000"/>
                      </a:schemeClr>
                    </a:solidFill>
                  </a:ln>
                  <a:solidFill>
                    <a:schemeClr val="tx1">
                      <a:alpha val="50000"/>
                    </a:schemeClr>
                  </a:solidFill>
                  <a:latin typeface="Avenir Book"/>
                </a:rPr>
                <a:t>Paramétrage</a:t>
              </a:r>
              <a:endParaRPr lang="fr-FR" sz="1300" dirty="0">
                <a:ln w="9525">
                  <a:solidFill>
                    <a:schemeClr val="tx1">
                      <a:alpha val="50000"/>
                    </a:schemeClr>
                  </a:solidFill>
                </a:ln>
                <a:solidFill>
                  <a:schemeClr val="tx1">
                    <a:alpha val="50000"/>
                  </a:schemeClr>
                </a:solidFill>
                <a:latin typeface="Avenir Book"/>
              </a:endParaRPr>
            </a:p>
          </p:txBody>
        </p:sp>
        <p:sp>
          <p:nvSpPr>
            <p:cNvPr id="12" name="Rectangle : coins arrondis 11">
              <a:extLst>
                <a:ext uri="{FF2B5EF4-FFF2-40B4-BE49-F238E27FC236}">
                  <a16:creationId xmlns:a16="http://schemas.microsoft.com/office/drawing/2014/main" id="{4E971E28-6FB0-1C7E-82E3-993AA3AC07D0}"/>
                </a:ext>
              </a:extLst>
            </p:cNvPr>
            <p:cNvSpPr/>
            <p:nvPr/>
          </p:nvSpPr>
          <p:spPr>
            <a:xfrm>
              <a:off x="2310375" y="2008330"/>
              <a:ext cx="1648854" cy="1462784"/>
            </a:xfrm>
            <a:prstGeom prst="roundRect">
              <a:avLst>
                <a:gd name="adj" fmla="val 9884"/>
              </a:avLst>
            </a:prstGeom>
            <a:solidFill>
              <a:srgbClr val="E6501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400" dirty="0">
                  <a:ln w="15875">
                    <a:solidFill>
                      <a:schemeClr val="tx1">
                        <a:alpha val="50000"/>
                      </a:schemeClr>
                    </a:solidFill>
                  </a:ln>
                  <a:solidFill>
                    <a:schemeClr val="tx1">
                      <a:alpha val="50000"/>
                    </a:schemeClr>
                  </a:solidFill>
                  <a:latin typeface="Avenir Book"/>
                </a:rPr>
                <a:t>Gestion des personnes </a:t>
              </a:r>
            </a:p>
            <a:p>
              <a:pPr algn="ctr">
                <a:lnSpc>
                  <a:spcPct val="65000"/>
                </a:lnSpc>
              </a:pPr>
              <a:r>
                <a:rPr lang="fr-FR" sz="1400" dirty="0">
                  <a:ln w="15875">
                    <a:solidFill>
                      <a:schemeClr val="tx1">
                        <a:alpha val="50000"/>
                      </a:schemeClr>
                    </a:solidFill>
                  </a:ln>
                  <a:solidFill>
                    <a:schemeClr val="tx1">
                      <a:alpha val="50000"/>
                    </a:schemeClr>
                  </a:solidFill>
                  <a:latin typeface="Avenir Book"/>
                </a:rPr>
                <a:t>Internes</a:t>
              </a:r>
            </a:p>
          </p:txBody>
        </p:sp>
        <p:sp>
          <p:nvSpPr>
            <p:cNvPr id="13" name="Rectangle : coins arrondis 12">
              <a:extLst>
                <a:ext uri="{FF2B5EF4-FFF2-40B4-BE49-F238E27FC236}">
                  <a16:creationId xmlns:a16="http://schemas.microsoft.com/office/drawing/2014/main" id="{40463C57-0B3B-AE41-811A-4EEDC01FBF41}"/>
                </a:ext>
              </a:extLst>
            </p:cNvPr>
            <p:cNvSpPr/>
            <p:nvPr/>
          </p:nvSpPr>
          <p:spPr>
            <a:xfrm>
              <a:off x="2310375" y="3654988"/>
              <a:ext cx="1648854" cy="1272359"/>
            </a:xfrm>
            <a:prstGeom prst="roundRect">
              <a:avLst>
                <a:gd name="adj" fmla="val 9884"/>
              </a:avLst>
            </a:prstGeom>
            <a:solidFill>
              <a:srgbClr val="E6501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400" dirty="0">
                  <a:ln w="15875">
                    <a:solidFill>
                      <a:schemeClr val="tx1">
                        <a:alpha val="50000"/>
                      </a:schemeClr>
                    </a:solidFill>
                  </a:ln>
                  <a:solidFill>
                    <a:schemeClr val="tx1">
                      <a:alpha val="50000"/>
                    </a:schemeClr>
                  </a:solidFill>
                  <a:latin typeface="Avenir Book"/>
                </a:rPr>
                <a:t>Gestion des personnes </a:t>
              </a:r>
            </a:p>
            <a:p>
              <a:pPr algn="ctr">
                <a:lnSpc>
                  <a:spcPct val="65000"/>
                </a:lnSpc>
              </a:pPr>
              <a:r>
                <a:rPr lang="fr-FR" sz="1400" dirty="0">
                  <a:ln w="15875">
                    <a:solidFill>
                      <a:schemeClr val="tx1">
                        <a:alpha val="50000"/>
                      </a:schemeClr>
                    </a:solidFill>
                  </a:ln>
                  <a:solidFill>
                    <a:schemeClr val="tx1">
                      <a:alpha val="50000"/>
                    </a:schemeClr>
                  </a:solidFill>
                  <a:latin typeface="Avenir Book"/>
                </a:rPr>
                <a:t>Externes</a:t>
              </a:r>
            </a:p>
          </p:txBody>
        </p:sp>
        <p:sp>
          <p:nvSpPr>
            <p:cNvPr id="14" name="Rectangle : coins arrondis 13">
              <a:extLst>
                <a:ext uri="{FF2B5EF4-FFF2-40B4-BE49-F238E27FC236}">
                  <a16:creationId xmlns:a16="http://schemas.microsoft.com/office/drawing/2014/main" id="{F247C454-CA47-2839-73F0-BBD46E63CE5D}"/>
                </a:ext>
              </a:extLst>
            </p:cNvPr>
            <p:cNvSpPr/>
            <p:nvPr/>
          </p:nvSpPr>
          <p:spPr>
            <a:xfrm>
              <a:off x="4202059" y="2008330"/>
              <a:ext cx="1648854" cy="1462784"/>
            </a:xfrm>
            <a:prstGeom prst="roundRect">
              <a:avLst>
                <a:gd name="adj" fmla="val 9884"/>
              </a:avLst>
            </a:prstGeom>
            <a:solidFill>
              <a:srgbClr val="E6501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400" dirty="0">
                  <a:ln w="15875">
                    <a:solidFill>
                      <a:schemeClr val="tx1">
                        <a:alpha val="50000"/>
                      </a:schemeClr>
                    </a:solidFill>
                  </a:ln>
                  <a:solidFill>
                    <a:schemeClr val="tx1">
                      <a:alpha val="50000"/>
                    </a:schemeClr>
                  </a:solidFill>
                  <a:latin typeface="Avenir Book"/>
                </a:rPr>
                <a:t>Gestion des</a:t>
              </a:r>
            </a:p>
            <a:p>
              <a:pPr algn="ctr">
                <a:lnSpc>
                  <a:spcPct val="65000"/>
                </a:lnSpc>
              </a:pPr>
              <a:r>
                <a:rPr lang="fr-FR" sz="1400" dirty="0">
                  <a:ln w="15875">
                    <a:solidFill>
                      <a:schemeClr val="tx1">
                        <a:alpha val="50000"/>
                      </a:schemeClr>
                    </a:solidFill>
                  </a:ln>
                  <a:solidFill>
                    <a:schemeClr val="tx1">
                      <a:alpha val="50000"/>
                    </a:schemeClr>
                  </a:solidFill>
                  <a:latin typeface="Avenir Book"/>
                </a:rPr>
                <a:t>Chantiers</a:t>
              </a:r>
            </a:p>
          </p:txBody>
        </p:sp>
        <p:sp>
          <p:nvSpPr>
            <p:cNvPr id="15" name="Rectangle : coins arrondis 14">
              <a:extLst>
                <a:ext uri="{FF2B5EF4-FFF2-40B4-BE49-F238E27FC236}">
                  <a16:creationId xmlns:a16="http://schemas.microsoft.com/office/drawing/2014/main" id="{E422C57D-BB58-19F5-A973-4E7E88B31BF6}"/>
                </a:ext>
              </a:extLst>
            </p:cNvPr>
            <p:cNvSpPr/>
            <p:nvPr/>
          </p:nvSpPr>
          <p:spPr>
            <a:xfrm>
              <a:off x="6080482" y="2000142"/>
              <a:ext cx="1648854" cy="1462784"/>
            </a:xfrm>
            <a:prstGeom prst="roundRect">
              <a:avLst>
                <a:gd name="adj" fmla="val 9884"/>
              </a:avLst>
            </a:prstGeom>
            <a:solidFill>
              <a:srgbClr val="E6501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400" dirty="0">
                  <a:ln w="15875">
                    <a:solidFill>
                      <a:schemeClr val="tx1">
                        <a:alpha val="50000"/>
                      </a:schemeClr>
                    </a:solidFill>
                  </a:ln>
                  <a:solidFill>
                    <a:schemeClr val="tx1">
                      <a:alpha val="50000"/>
                    </a:schemeClr>
                  </a:solidFill>
                  <a:latin typeface="Avenir Book"/>
                </a:rPr>
                <a:t>Gestion des Sites Géographiques</a:t>
              </a:r>
            </a:p>
          </p:txBody>
        </p:sp>
        <p:sp>
          <p:nvSpPr>
            <p:cNvPr id="16" name="Rectangle : coins arrondis 15">
              <a:extLst>
                <a:ext uri="{FF2B5EF4-FFF2-40B4-BE49-F238E27FC236}">
                  <a16:creationId xmlns:a16="http://schemas.microsoft.com/office/drawing/2014/main" id="{F312EEF2-C129-8305-1C7C-F344E010BA28}"/>
                </a:ext>
              </a:extLst>
            </p:cNvPr>
            <p:cNvSpPr/>
            <p:nvPr/>
          </p:nvSpPr>
          <p:spPr>
            <a:xfrm>
              <a:off x="6100461" y="3690624"/>
              <a:ext cx="1648854" cy="1236723"/>
            </a:xfrm>
            <a:prstGeom prst="roundRect">
              <a:avLst>
                <a:gd name="adj" fmla="val 9884"/>
              </a:avLst>
            </a:prstGeom>
            <a:solidFill>
              <a:srgbClr val="E6501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400" dirty="0">
                  <a:ln w="15875">
                    <a:solidFill>
                      <a:schemeClr val="tx1">
                        <a:alpha val="50000"/>
                      </a:schemeClr>
                    </a:solidFill>
                  </a:ln>
                  <a:solidFill>
                    <a:schemeClr val="tx1">
                      <a:alpha val="50000"/>
                    </a:schemeClr>
                  </a:solidFill>
                  <a:latin typeface="Avenir Book"/>
                </a:rPr>
                <a:t>Gestion des Organisations</a:t>
              </a:r>
            </a:p>
          </p:txBody>
        </p:sp>
        <p:sp>
          <p:nvSpPr>
            <p:cNvPr id="17" name="Rectangle : coins arrondis 16">
              <a:extLst>
                <a:ext uri="{FF2B5EF4-FFF2-40B4-BE49-F238E27FC236}">
                  <a16:creationId xmlns:a16="http://schemas.microsoft.com/office/drawing/2014/main" id="{BFFBD00E-0C08-81BB-C896-7BD0DFCED3C5}"/>
                </a:ext>
              </a:extLst>
            </p:cNvPr>
            <p:cNvSpPr/>
            <p:nvPr/>
          </p:nvSpPr>
          <p:spPr>
            <a:xfrm>
              <a:off x="4202059" y="3656956"/>
              <a:ext cx="1648854" cy="1270391"/>
            </a:xfrm>
            <a:prstGeom prst="roundRect">
              <a:avLst>
                <a:gd name="adj" fmla="val 9884"/>
              </a:avLst>
            </a:prstGeom>
            <a:solidFill>
              <a:srgbClr val="E6501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400" dirty="0">
                  <a:ln w="15875">
                    <a:solidFill>
                      <a:schemeClr val="tx1">
                        <a:alpha val="50000"/>
                      </a:schemeClr>
                    </a:solidFill>
                  </a:ln>
                  <a:solidFill>
                    <a:schemeClr val="tx1">
                      <a:alpha val="50000"/>
                    </a:schemeClr>
                  </a:solidFill>
                  <a:latin typeface="Avenir Book"/>
                </a:rPr>
                <a:t>Gestion des Sociétés</a:t>
              </a:r>
            </a:p>
            <a:p>
              <a:pPr algn="ctr">
                <a:lnSpc>
                  <a:spcPct val="65000"/>
                </a:lnSpc>
              </a:pPr>
              <a:r>
                <a:rPr lang="fr-FR" sz="1400" dirty="0">
                  <a:ln w="15875">
                    <a:solidFill>
                      <a:schemeClr val="tx1">
                        <a:alpha val="50000"/>
                      </a:schemeClr>
                    </a:solidFill>
                  </a:ln>
                  <a:solidFill>
                    <a:schemeClr val="tx1">
                      <a:alpha val="50000"/>
                    </a:schemeClr>
                  </a:solidFill>
                  <a:latin typeface="Avenir Book"/>
                </a:rPr>
                <a:t>Extérieures</a:t>
              </a:r>
            </a:p>
            <a:p>
              <a:pPr algn="ctr">
                <a:lnSpc>
                  <a:spcPct val="65000"/>
                </a:lnSpc>
              </a:pPr>
              <a:r>
                <a:rPr lang="fr-FR" sz="1400" dirty="0">
                  <a:ln w="15875">
                    <a:solidFill>
                      <a:schemeClr val="tx1">
                        <a:alpha val="50000"/>
                      </a:schemeClr>
                    </a:solidFill>
                  </a:ln>
                  <a:solidFill>
                    <a:schemeClr val="tx1">
                      <a:alpha val="50000"/>
                    </a:schemeClr>
                  </a:solidFill>
                  <a:latin typeface="Avenir Book"/>
                </a:rPr>
                <a:t>(Tiers)</a:t>
              </a:r>
            </a:p>
          </p:txBody>
        </p:sp>
        <p:sp>
          <p:nvSpPr>
            <p:cNvPr id="18" name="Rectangle : coins arrondis 17">
              <a:extLst>
                <a:ext uri="{FF2B5EF4-FFF2-40B4-BE49-F238E27FC236}">
                  <a16:creationId xmlns:a16="http://schemas.microsoft.com/office/drawing/2014/main" id="{286D4610-FFFA-0A22-E716-E6E232D81A51}"/>
                </a:ext>
              </a:extLst>
            </p:cNvPr>
            <p:cNvSpPr/>
            <p:nvPr/>
          </p:nvSpPr>
          <p:spPr>
            <a:xfrm>
              <a:off x="438401" y="2015201"/>
              <a:ext cx="1648854" cy="2912146"/>
            </a:xfrm>
            <a:prstGeom prst="roundRect">
              <a:avLst>
                <a:gd name="adj" fmla="val 9884"/>
              </a:avLst>
            </a:prstGeom>
            <a:solidFill>
              <a:srgbClr val="E6501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400" dirty="0">
                  <a:ln w="15875">
                    <a:solidFill>
                      <a:schemeClr val="tx1">
                        <a:alpha val="50000"/>
                      </a:schemeClr>
                    </a:solidFill>
                  </a:ln>
                  <a:solidFill>
                    <a:schemeClr val="tx1">
                      <a:alpha val="50000"/>
                    </a:schemeClr>
                  </a:solidFill>
                  <a:latin typeface="Avenir Book"/>
                </a:rPr>
                <a:t>Gestion</a:t>
              </a:r>
            </a:p>
            <a:p>
              <a:pPr algn="ctr">
                <a:lnSpc>
                  <a:spcPct val="65000"/>
                </a:lnSpc>
              </a:pPr>
              <a:r>
                <a:rPr lang="fr-FR" sz="1400" dirty="0">
                  <a:ln w="15875">
                    <a:solidFill>
                      <a:schemeClr val="tx1">
                        <a:alpha val="50000"/>
                      </a:schemeClr>
                    </a:solidFill>
                  </a:ln>
                  <a:solidFill>
                    <a:schemeClr val="tx1">
                      <a:alpha val="50000"/>
                    </a:schemeClr>
                  </a:solidFill>
                  <a:latin typeface="Avenir Book"/>
                </a:rPr>
                <a:t>des Groupes</a:t>
              </a:r>
            </a:p>
            <a:p>
              <a:pPr algn="ctr">
                <a:lnSpc>
                  <a:spcPct val="65000"/>
                </a:lnSpc>
              </a:pPr>
              <a:r>
                <a:rPr lang="fr-FR" sz="1400" dirty="0">
                  <a:ln w="15875">
                    <a:solidFill>
                      <a:schemeClr val="tx1">
                        <a:alpha val="50000"/>
                      </a:schemeClr>
                    </a:solidFill>
                  </a:ln>
                  <a:solidFill>
                    <a:schemeClr val="tx1">
                      <a:alpha val="50000"/>
                    </a:schemeClr>
                  </a:solidFill>
                  <a:latin typeface="Avenir Book"/>
                </a:rPr>
                <a:t>Transverses</a:t>
              </a:r>
            </a:p>
          </p:txBody>
        </p:sp>
        <p:sp>
          <p:nvSpPr>
            <p:cNvPr id="19" name="Forme libre : forme 18">
              <a:extLst>
                <a:ext uri="{FF2B5EF4-FFF2-40B4-BE49-F238E27FC236}">
                  <a16:creationId xmlns:a16="http://schemas.microsoft.com/office/drawing/2014/main" id="{C06300AD-9C88-2FE7-9D6A-D397E08596D0}"/>
                </a:ext>
              </a:extLst>
            </p:cNvPr>
            <p:cNvSpPr/>
            <p:nvPr/>
          </p:nvSpPr>
          <p:spPr>
            <a:xfrm>
              <a:off x="4970907" y="3471113"/>
              <a:ext cx="139555" cy="140056"/>
            </a:xfrm>
            <a:custGeom>
              <a:avLst/>
              <a:gdLst>
                <a:gd name="connsiteX0" fmla="*/ 0 w 121444"/>
                <a:gd name="connsiteY0" fmla="*/ 96734 h 96734"/>
                <a:gd name="connsiteX1" fmla="*/ 121444 w 121444"/>
                <a:gd name="connsiteY1" fmla="*/ 1484 h 96734"/>
              </a:gdLst>
              <a:ahLst/>
              <a:cxnLst>
                <a:cxn ang="0">
                  <a:pos x="connsiteX0" y="connsiteY0"/>
                </a:cxn>
                <a:cxn ang="0">
                  <a:pos x="connsiteX1" y="connsiteY1"/>
                </a:cxn>
              </a:cxnLst>
              <a:rect l="l" t="t" r="r" b="b"/>
              <a:pathLst>
                <a:path w="121444" h="96734">
                  <a:moveTo>
                    <a:pt x="0" y="96734"/>
                  </a:moveTo>
                  <a:cubicBezTo>
                    <a:pt x="49212" y="43553"/>
                    <a:pt x="98425" y="-9628"/>
                    <a:pt x="121444" y="1484"/>
                  </a:cubicBezTo>
                </a:path>
              </a:pathLst>
            </a:custGeom>
            <a:noFill/>
            <a:ln w="12660" cap="flat">
              <a:noFill/>
              <a:prstDash val="solid"/>
              <a:miter/>
            </a:ln>
          </p:spPr>
          <p:txBody>
            <a:bodyPr rtlCol="0" anchor="ctr"/>
            <a:lstStyle/>
            <a:p>
              <a:pPr algn="ctr"/>
              <a:endParaRPr lang="fr-FR"/>
            </a:p>
          </p:txBody>
        </p:sp>
      </p:grpSp>
      <p:sp>
        <p:nvSpPr>
          <p:cNvPr id="20" name="Forme libre : forme 19">
            <a:extLst>
              <a:ext uri="{FF2B5EF4-FFF2-40B4-BE49-F238E27FC236}">
                <a16:creationId xmlns:a16="http://schemas.microsoft.com/office/drawing/2014/main" id="{F73424AF-E0F9-04FE-5976-AE8D625930D8}"/>
              </a:ext>
            </a:extLst>
          </p:cNvPr>
          <p:cNvSpPr/>
          <p:nvPr/>
        </p:nvSpPr>
        <p:spPr>
          <a:xfrm flipH="1">
            <a:off x="5562142" y="2034665"/>
            <a:ext cx="3063862" cy="1752600"/>
          </a:xfrm>
          <a:custGeom>
            <a:avLst/>
            <a:gdLst>
              <a:gd name="connsiteX0" fmla="*/ 4221480 w 4221480"/>
              <a:gd name="connsiteY0" fmla="*/ 0 h 960120"/>
              <a:gd name="connsiteX1" fmla="*/ 0 w 4221480"/>
              <a:gd name="connsiteY1" fmla="*/ 960120 h 960120"/>
              <a:gd name="connsiteX2" fmla="*/ 0 w 4221480"/>
              <a:gd name="connsiteY2" fmla="*/ 960120 h 960120"/>
              <a:gd name="connsiteX0" fmla="*/ 3840480 w 3840480"/>
              <a:gd name="connsiteY0" fmla="*/ 0 h 944880"/>
              <a:gd name="connsiteX1" fmla="*/ 0 w 3840480"/>
              <a:gd name="connsiteY1" fmla="*/ 944880 h 944880"/>
              <a:gd name="connsiteX2" fmla="*/ 0 w 3840480"/>
              <a:gd name="connsiteY2" fmla="*/ 944880 h 944880"/>
              <a:gd name="connsiteX0" fmla="*/ 3840480 w 3840480"/>
              <a:gd name="connsiteY0" fmla="*/ 0 h 944880"/>
              <a:gd name="connsiteX1" fmla="*/ 2362200 w 3840480"/>
              <a:gd name="connsiteY1" fmla="*/ 365760 h 944880"/>
              <a:gd name="connsiteX2" fmla="*/ 0 w 3840480"/>
              <a:gd name="connsiteY2" fmla="*/ 944880 h 944880"/>
              <a:gd name="connsiteX3" fmla="*/ 0 w 3840480"/>
              <a:gd name="connsiteY3" fmla="*/ 944880 h 944880"/>
              <a:gd name="connsiteX0" fmla="*/ 3840480 w 3840480"/>
              <a:gd name="connsiteY0" fmla="*/ 0 h 944880"/>
              <a:gd name="connsiteX1" fmla="*/ 2362200 w 3840480"/>
              <a:gd name="connsiteY1" fmla="*/ 365760 h 944880"/>
              <a:gd name="connsiteX2" fmla="*/ 1912620 w 3840480"/>
              <a:gd name="connsiteY2" fmla="*/ 464820 h 944880"/>
              <a:gd name="connsiteX3" fmla="*/ 0 w 3840480"/>
              <a:gd name="connsiteY3" fmla="*/ 944880 h 944880"/>
              <a:gd name="connsiteX4" fmla="*/ 0 w 3840480"/>
              <a:gd name="connsiteY4" fmla="*/ 944880 h 944880"/>
              <a:gd name="connsiteX0" fmla="*/ 3840480 w 3840480"/>
              <a:gd name="connsiteY0" fmla="*/ 0 h 944880"/>
              <a:gd name="connsiteX1" fmla="*/ 739140 w 3840480"/>
              <a:gd name="connsiteY1" fmla="*/ 0 h 944880"/>
              <a:gd name="connsiteX2" fmla="*/ 1912620 w 3840480"/>
              <a:gd name="connsiteY2" fmla="*/ 464820 h 944880"/>
              <a:gd name="connsiteX3" fmla="*/ 0 w 3840480"/>
              <a:gd name="connsiteY3" fmla="*/ 944880 h 944880"/>
              <a:gd name="connsiteX4" fmla="*/ 0 w 3840480"/>
              <a:gd name="connsiteY4" fmla="*/ 944880 h 944880"/>
              <a:gd name="connsiteX0" fmla="*/ 3840480 w 3840480"/>
              <a:gd name="connsiteY0" fmla="*/ 0 h 944880"/>
              <a:gd name="connsiteX1" fmla="*/ 739140 w 3840480"/>
              <a:gd name="connsiteY1" fmla="*/ 0 h 944880"/>
              <a:gd name="connsiteX2" fmla="*/ 441960 w 3840480"/>
              <a:gd name="connsiteY2" fmla="*/ 182880 h 944880"/>
              <a:gd name="connsiteX3" fmla="*/ 0 w 3840480"/>
              <a:gd name="connsiteY3" fmla="*/ 944880 h 944880"/>
              <a:gd name="connsiteX4" fmla="*/ 0 w 3840480"/>
              <a:gd name="connsiteY4" fmla="*/ 944880 h 944880"/>
              <a:gd name="connsiteX0" fmla="*/ 3840480 w 3840480"/>
              <a:gd name="connsiteY0" fmla="*/ 0 h 1127760"/>
              <a:gd name="connsiteX1" fmla="*/ 739140 w 3840480"/>
              <a:gd name="connsiteY1" fmla="*/ 0 h 1127760"/>
              <a:gd name="connsiteX2" fmla="*/ 441960 w 3840480"/>
              <a:gd name="connsiteY2" fmla="*/ 182880 h 1127760"/>
              <a:gd name="connsiteX3" fmla="*/ 0 w 3840480"/>
              <a:gd name="connsiteY3" fmla="*/ 944880 h 1127760"/>
              <a:gd name="connsiteX4" fmla="*/ 510540 w 3840480"/>
              <a:gd name="connsiteY4" fmla="*/ 1127760 h 1127760"/>
              <a:gd name="connsiteX0" fmla="*/ 3840480 w 3840480"/>
              <a:gd name="connsiteY0" fmla="*/ 0 h 944880"/>
              <a:gd name="connsiteX1" fmla="*/ 739140 w 3840480"/>
              <a:gd name="connsiteY1" fmla="*/ 0 h 944880"/>
              <a:gd name="connsiteX2" fmla="*/ 441960 w 3840480"/>
              <a:gd name="connsiteY2" fmla="*/ 182880 h 944880"/>
              <a:gd name="connsiteX3" fmla="*/ 0 w 3840480"/>
              <a:gd name="connsiteY3" fmla="*/ 944880 h 944880"/>
              <a:gd name="connsiteX0" fmla="*/ 3619500 w 3619500"/>
              <a:gd name="connsiteY0" fmla="*/ 0 h 1767840"/>
              <a:gd name="connsiteX1" fmla="*/ 518160 w 3619500"/>
              <a:gd name="connsiteY1" fmla="*/ 0 h 1767840"/>
              <a:gd name="connsiteX2" fmla="*/ 220980 w 3619500"/>
              <a:gd name="connsiteY2" fmla="*/ 182880 h 1767840"/>
              <a:gd name="connsiteX3" fmla="*/ 0 w 3619500"/>
              <a:gd name="connsiteY3" fmla="*/ 1767840 h 1767840"/>
              <a:gd name="connsiteX0" fmla="*/ 3657600 w 3657600"/>
              <a:gd name="connsiteY0" fmla="*/ 0 h 1767840"/>
              <a:gd name="connsiteX1" fmla="*/ 556260 w 3657600"/>
              <a:gd name="connsiteY1" fmla="*/ 0 h 1767840"/>
              <a:gd name="connsiteX2" fmla="*/ 0 w 3657600"/>
              <a:gd name="connsiteY2" fmla="*/ 182880 h 1767840"/>
              <a:gd name="connsiteX3" fmla="*/ 38100 w 3657600"/>
              <a:gd name="connsiteY3" fmla="*/ 1767840 h 1767840"/>
              <a:gd name="connsiteX0" fmla="*/ 3634740 w 3634740"/>
              <a:gd name="connsiteY0" fmla="*/ 0 h 1767840"/>
              <a:gd name="connsiteX1" fmla="*/ 533400 w 3634740"/>
              <a:gd name="connsiteY1" fmla="*/ 0 h 1767840"/>
              <a:gd name="connsiteX2" fmla="*/ 0 w 3634740"/>
              <a:gd name="connsiteY2" fmla="*/ 365760 h 1767840"/>
              <a:gd name="connsiteX3" fmla="*/ 15240 w 3634740"/>
              <a:gd name="connsiteY3" fmla="*/ 1767840 h 1767840"/>
              <a:gd name="connsiteX0" fmla="*/ 3634740 w 3634740"/>
              <a:gd name="connsiteY0" fmla="*/ 30480 h 1798320"/>
              <a:gd name="connsiteX1" fmla="*/ 358140 w 3634740"/>
              <a:gd name="connsiteY1" fmla="*/ 0 h 1798320"/>
              <a:gd name="connsiteX2" fmla="*/ 0 w 3634740"/>
              <a:gd name="connsiteY2" fmla="*/ 396240 h 1798320"/>
              <a:gd name="connsiteX3" fmla="*/ 15240 w 3634740"/>
              <a:gd name="connsiteY3" fmla="*/ 1798320 h 1798320"/>
              <a:gd name="connsiteX0" fmla="*/ 2979420 w 2979420"/>
              <a:gd name="connsiteY0" fmla="*/ 22860 h 1798320"/>
              <a:gd name="connsiteX1" fmla="*/ 358140 w 2979420"/>
              <a:gd name="connsiteY1" fmla="*/ 0 h 1798320"/>
              <a:gd name="connsiteX2" fmla="*/ 0 w 2979420"/>
              <a:gd name="connsiteY2" fmla="*/ 396240 h 1798320"/>
              <a:gd name="connsiteX3" fmla="*/ 15240 w 2979420"/>
              <a:gd name="connsiteY3" fmla="*/ 1798320 h 1798320"/>
              <a:gd name="connsiteX0" fmla="*/ 2979420 w 2979420"/>
              <a:gd name="connsiteY0" fmla="*/ 0 h 1775460"/>
              <a:gd name="connsiteX1" fmla="*/ 381000 w 2979420"/>
              <a:gd name="connsiteY1" fmla="*/ 0 h 1775460"/>
              <a:gd name="connsiteX2" fmla="*/ 0 w 2979420"/>
              <a:gd name="connsiteY2" fmla="*/ 373380 h 1775460"/>
              <a:gd name="connsiteX3" fmla="*/ 15240 w 2979420"/>
              <a:gd name="connsiteY3" fmla="*/ 1775460 h 1775460"/>
              <a:gd name="connsiteX0" fmla="*/ 2964180 w 2964180"/>
              <a:gd name="connsiteY0" fmla="*/ 0 h 1775460"/>
              <a:gd name="connsiteX1" fmla="*/ 365760 w 2964180"/>
              <a:gd name="connsiteY1" fmla="*/ 0 h 1775460"/>
              <a:gd name="connsiteX2" fmla="*/ 137160 w 2964180"/>
              <a:gd name="connsiteY2" fmla="*/ 358140 h 1775460"/>
              <a:gd name="connsiteX3" fmla="*/ 0 w 2964180"/>
              <a:gd name="connsiteY3" fmla="*/ 1775460 h 1775460"/>
              <a:gd name="connsiteX0" fmla="*/ 2834640 w 2834640"/>
              <a:gd name="connsiteY0" fmla="*/ 0 h 1752600"/>
              <a:gd name="connsiteX1" fmla="*/ 236220 w 2834640"/>
              <a:gd name="connsiteY1" fmla="*/ 0 h 1752600"/>
              <a:gd name="connsiteX2" fmla="*/ 7620 w 2834640"/>
              <a:gd name="connsiteY2" fmla="*/ 358140 h 1752600"/>
              <a:gd name="connsiteX3" fmla="*/ 0 w 2834640"/>
              <a:gd name="connsiteY3" fmla="*/ 1752600 h 1752600"/>
              <a:gd name="connsiteX0" fmla="*/ 2834640 w 2834640"/>
              <a:gd name="connsiteY0" fmla="*/ 0 h 1752600"/>
              <a:gd name="connsiteX1" fmla="*/ 487680 w 2834640"/>
              <a:gd name="connsiteY1" fmla="*/ 0 h 1752600"/>
              <a:gd name="connsiteX2" fmla="*/ 7620 w 2834640"/>
              <a:gd name="connsiteY2" fmla="*/ 358140 h 1752600"/>
              <a:gd name="connsiteX3" fmla="*/ 0 w 2834640"/>
              <a:gd name="connsiteY3" fmla="*/ 1752600 h 1752600"/>
              <a:gd name="connsiteX0" fmla="*/ 2834640 w 2834640"/>
              <a:gd name="connsiteY0" fmla="*/ 0 h 1752600"/>
              <a:gd name="connsiteX1" fmla="*/ 487680 w 2834640"/>
              <a:gd name="connsiteY1" fmla="*/ 0 h 1752600"/>
              <a:gd name="connsiteX2" fmla="*/ 7620 w 2834640"/>
              <a:gd name="connsiteY2" fmla="*/ 358140 h 1752600"/>
              <a:gd name="connsiteX3" fmla="*/ 0 w 2834640"/>
              <a:gd name="connsiteY3" fmla="*/ 1752600 h 1752600"/>
              <a:gd name="connsiteX0" fmla="*/ 2834640 w 2834640"/>
              <a:gd name="connsiteY0" fmla="*/ 0 h 1752600"/>
              <a:gd name="connsiteX1" fmla="*/ 487680 w 2834640"/>
              <a:gd name="connsiteY1" fmla="*/ 0 h 1752600"/>
              <a:gd name="connsiteX2" fmla="*/ 7620 w 2834640"/>
              <a:gd name="connsiteY2" fmla="*/ 358140 h 1752600"/>
              <a:gd name="connsiteX3" fmla="*/ 0 w 2834640"/>
              <a:gd name="connsiteY3" fmla="*/ 1752600 h 1752600"/>
              <a:gd name="connsiteX0" fmla="*/ 2834640 w 2834640"/>
              <a:gd name="connsiteY0" fmla="*/ 0 h 1752600"/>
              <a:gd name="connsiteX1" fmla="*/ 487680 w 2834640"/>
              <a:gd name="connsiteY1" fmla="*/ 0 h 1752600"/>
              <a:gd name="connsiteX2" fmla="*/ 7620 w 2834640"/>
              <a:gd name="connsiteY2" fmla="*/ 358140 h 1752600"/>
              <a:gd name="connsiteX3" fmla="*/ 0 w 2834640"/>
              <a:gd name="connsiteY3" fmla="*/ 1752600 h 1752600"/>
              <a:gd name="connsiteX0" fmla="*/ 2834640 w 2834640"/>
              <a:gd name="connsiteY0" fmla="*/ 0 h 1752600"/>
              <a:gd name="connsiteX1" fmla="*/ 487680 w 2834640"/>
              <a:gd name="connsiteY1" fmla="*/ 0 h 1752600"/>
              <a:gd name="connsiteX2" fmla="*/ 7620 w 2834640"/>
              <a:gd name="connsiteY2" fmla="*/ 358140 h 1752600"/>
              <a:gd name="connsiteX3" fmla="*/ 0 w 2834640"/>
              <a:gd name="connsiteY3" fmla="*/ 1752600 h 1752600"/>
              <a:gd name="connsiteX0" fmla="*/ 2834640 w 2834640"/>
              <a:gd name="connsiteY0" fmla="*/ 0 h 1752600"/>
              <a:gd name="connsiteX1" fmla="*/ 487680 w 2834640"/>
              <a:gd name="connsiteY1" fmla="*/ 0 h 1752600"/>
              <a:gd name="connsiteX2" fmla="*/ 7620 w 2834640"/>
              <a:gd name="connsiteY2" fmla="*/ 358140 h 1752600"/>
              <a:gd name="connsiteX3" fmla="*/ 0 w 2834640"/>
              <a:gd name="connsiteY3" fmla="*/ 1752600 h 1752600"/>
              <a:gd name="connsiteX0" fmla="*/ 2834640 w 2834640"/>
              <a:gd name="connsiteY0" fmla="*/ 0 h 1752600"/>
              <a:gd name="connsiteX1" fmla="*/ 487680 w 2834640"/>
              <a:gd name="connsiteY1" fmla="*/ 0 h 1752600"/>
              <a:gd name="connsiteX2" fmla="*/ 7620 w 2834640"/>
              <a:gd name="connsiteY2" fmla="*/ 358140 h 1752600"/>
              <a:gd name="connsiteX3" fmla="*/ 0 w 2834640"/>
              <a:gd name="connsiteY3" fmla="*/ 1752600 h 1752600"/>
              <a:gd name="connsiteX0" fmla="*/ 2834640 w 2834640"/>
              <a:gd name="connsiteY0" fmla="*/ 0 h 1752600"/>
              <a:gd name="connsiteX1" fmla="*/ 487680 w 2834640"/>
              <a:gd name="connsiteY1" fmla="*/ 0 h 1752600"/>
              <a:gd name="connsiteX2" fmla="*/ 7620 w 2834640"/>
              <a:gd name="connsiteY2" fmla="*/ 358140 h 1752600"/>
              <a:gd name="connsiteX3" fmla="*/ 0 w 2834640"/>
              <a:gd name="connsiteY3" fmla="*/ 1752600 h 1752600"/>
              <a:gd name="connsiteX0" fmla="*/ 2834640 w 2834640"/>
              <a:gd name="connsiteY0" fmla="*/ 0 h 1752600"/>
              <a:gd name="connsiteX1" fmla="*/ 487680 w 2834640"/>
              <a:gd name="connsiteY1" fmla="*/ 0 h 1752600"/>
              <a:gd name="connsiteX2" fmla="*/ 7620 w 2834640"/>
              <a:gd name="connsiteY2" fmla="*/ 358140 h 1752600"/>
              <a:gd name="connsiteX3" fmla="*/ 0 w 2834640"/>
              <a:gd name="connsiteY3" fmla="*/ 1752600 h 1752600"/>
            </a:gdLst>
            <a:ahLst/>
            <a:cxnLst>
              <a:cxn ang="0">
                <a:pos x="connsiteX0" y="connsiteY0"/>
              </a:cxn>
              <a:cxn ang="0">
                <a:pos x="connsiteX1" y="connsiteY1"/>
              </a:cxn>
              <a:cxn ang="0">
                <a:pos x="connsiteX2" y="connsiteY2"/>
              </a:cxn>
              <a:cxn ang="0">
                <a:pos x="connsiteX3" y="connsiteY3"/>
              </a:cxn>
            </a:cxnLst>
            <a:rect l="l" t="t" r="r" b="b"/>
            <a:pathLst>
              <a:path w="2834640" h="1752600">
                <a:moveTo>
                  <a:pt x="2834640" y="0"/>
                </a:moveTo>
                <a:lnTo>
                  <a:pt x="487680" y="0"/>
                </a:lnTo>
                <a:cubicBezTo>
                  <a:pt x="113030" y="5080"/>
                  <a:pt x="20955" y="13335"/>
                  <a:pt x="7620" y="358140"/>
                </a:cubicBezTo>
                <a:lnTo>
                  <a:pt x="0" y="1752600"/>
                </a:lnTo>
              </a:path>
            </a:pathLst>
          </a:custGeom>
          <a:ln w="95250" cap="rnd">
            <a:solidFill>
              <a:srgbClr val="0F6FC6">
                <a:alpha val="36000"/>
              </a:srgbClr>
            </a:solidFill>
            <a:round/>
            <a:tailEnd type="arrow" w="sm" len="sm"/>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fr-FR" dirty="0">
              <a:ln w="92075">
                <a:solidFill>
                  <a:srgbClr val="0F6FC6"/>
                </a:solidFill>
              </a:ln>
              <a:solidFill>
                <a:srgbClr val="0F6FC6"/>
              </a:solidFill>
            </a:endParaRPr>
          </a:p>
        </p:txBody>
      </p:sp>
    </p:spTree>
    <p:extLst>
      <p:ext uri="{BB962C8B-B14F-4D97-AF65-F5344CB8AC3E}">
        <p14:creationId xmlns:p14="http://schemas.microsoft.com/office/powerpoint/2010/main" val="1473555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A2849-38AE-154F-3F0E-E18AE322EF90}"/>
            </a:ext>
          </a:extLst>
        </p:cNvPr>
        <p:cNvGrpSpPr/>
        <p:nvPr/>
      </p:nvGrpSpPr>
      <p:grpSpPr>
        <a:xfrm>
          <a:off x="0" y="0"/>
          <a:ext cx="0" cy="0"/>
          <a:chOff x="0" y="0"/>
          <a:chExt cx="0" cy="0"/>
        </a:xfrm>
      </p:grpSpPr>
      <p:sp>
        <p:nvSpPr>
          <p:cNvPr id="5" name="Titre 4">
            <a:extLst>
              <a:ext uri="{FF2B5EF4-FFF2-40B4-BE49-F238E27FC236}">
                <a16:creationId xmlns:a16="http://schemas.microsoft.com/office/drawing/2014/main" id="{3EB79F73-DC9F-ACB8-5DF6-C93BE2C50D21}"/>
              </a:ext>
            </a:extLst>
          </p:cNvPr>
          <p:cNvSpPr>
            <a:spLocks noGrp="1"/>
          </p:cNvSpPr>
          <p:nvPr>
            <p:ph type="title"/>
          </p:nvPr>
        </p:nvSpPr>
        <p:spPr>
          <a:noFill/>
        </p:spPr>
        <p:txBody>
          <a:bodyPr wrap="square" rtlCol="0">
            <a:spAutoFit/>
          </a:bodyPr>
          <a:lstStyle/>
          <a:p>
            <a:r>
              <a:rPr lang="fr-FR" dirty="0"/>
              <a:t>Détail du positionnement fonctionnel</a:t>
            </a:r>
          </a:p>
        </p:txBody>
      </p:sp>
      <p:sp>
        <p:nvSpPr>
          <p:cNvPr id="6" name="Espace réservé du texte 5">
            <a:extLst>
              <a:ext uri="{FF2B5EF4-FFF2-40B4-BE49-F238E27FC236}">
                <a16:creationId xmlns:a16="http://schemas.microsoft.com/office/drawing/2014/main" id="{8D3C41CD-783C-CA02-FC1B-1109C8A88E77}"/>
              </a:ext>
            </a:extLst>
          </p:cNvPr>
          <p:cNvSpPr>
            <a:spLocks noGrp="1"/>
          </p:cNvSpPr>
          <p:nvPr>
            <p:ph type="body" sz="quarter" idx="10"/>
          </p:nvPr>
        </p:nvSpPr>
        <p:spPr>
          <a:xfrm>
            <a:off x="924539" y="790043"/>
            <a:ext cx="3119765" cy="286232"/>
          </a:xfrm>
          <a:noFill/>
        </p:spPr>
        <p:txBody>
          <a:bodyPr wrap="none" rtlCol="0">
            <a:spAutoFit/>
          </a:bodyPr>
          <a:lstStyle/>
          <a:p>
            <a:r>
              <a:rPr lang="fr-FR" dirty="0"/>
              <a:t>Décommissionnement de CPEOPLE et IAM</a:t>
            </a:r>
          </a:p>
        </p:txBody>
      </p:sp>
      <p:sp>
        <p:nvSpPr>
          <p:cNvPr id="7" name="Espace réservé du texte 6">
            <a:extLst>
              <a:ext uri="{FF2B5EF4-FFF2-40B4-BE49-F238E27FC236}">
                <a16:creationId xmlns:a16="http://schemas.microsoft.com/office/drawing/2014/main" id="{DA4487E5-2359-4DA0-CF28-86C4B5E3E0FD}"/>
              </a:ext>
            </a:extLst>
          </p:cNvPr>
          <p:cNvSpPr>
            <a:spLocks noGrp="1"/>
          </p:cNvSpPr>
          <p:nvPr>
            <p:ph type="body" sz="quarter" idx="11"/>
          </p:nvPr>
        </p:nvSpPr>
        <p:spPr>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fr-FR" dirty="0"/>
              <a:t>02</a:t>
            </a:r>
          </a:p>
        </p:txBody>
      </p:sp>
      <p:sp>
        <p:nvSpPr>
          <p:cNvPr id="30" name="ZoneTexte 29">
            <a:extLst>
              <a:ext uri="{FF2B5EF4-FFF2-40B4-BE49-F238E27FC236}">
                <a16:creationId xmlns:a16="http://schemas.microsoft.com/office/drawing/2014/main" id="{9CB3FEBF-FC29-DEA2-2739-9C7C4B3FAC47}"/>
              </a:ext>
            </a:extLst>
          </p:cNvPr>
          <p:cNvSpPr txBox="1"/>
          <p:nvPr>
            <p:custDataLst>
              <p:tags r:id="rId1"/>
            </p:custDataLst>
          </p:nvPr>
        </p:nvSpPr>
        <p:spPr>
          <a:xfrm>
            <a:off x="6735147" y="17417"/>
            <a:ext cx="1128834" cy="454355"/>
          </a:xfrm>
          <a:prstGeom prst="rect">
            <a:avLst/>
          </a:prstGeom>
          <a:noFill/>
        </p:spPr>
        <p:txBody>
          <a:bodyPr wrap="none" rtlCol="0">
            <a:spAutoFit/>
          </a:bodyPr>
          <a:lstStyle/>
          <a:p>
            <a:pPr algn="ctr">
              <a:lnSpc>
                <a:spcPct val="70000"/>
              </a:lnSpc>
            </a:pPr>
            <a:r>
              <a:rPr lang="fr-FR" sz="1100" b="1" dirty="0">
                <a:latin typeface="Avenir Book" panose="02000503020000020003" pitchFamily="2" charset="0"/>
              </a:rPr>
              <a:t>Détail du</a:t>
            </a:r>
          </a:p>
          <a:p>
            <a:pPr algn="ctr">
              <a:lnSpc>
                <a:spcPct val="70000"/>
              </a:lnSpc>
            </a:pPr>
            <a:r>
              <a:rPr lang="fr-FR" sz="1100" b="1" dirty="0">
                <a:latin typeface="Avenir Book" panose="02000503020000020003" pitchFamily="2" charset="0"/>
              </a:rPr>
              <a:t>Positionnement </a:t>
            </a:r>
          </a:p>
          <a:p>
            <a:pPr algn="ctr">
              <a:lnSpc>
                <a:spcPct val="70000"/>
              </a:lnSpc>
            </a:pPr>
            <a:r>
              <a:rPr lang="fr-FR" sz="1100" b="1" dirty="0">
                <a:latin typeface="Avenir Book" panose="02000503020000020003" pitchFamily="2" charset="0"/>
              </a:rPr>
              <a:t>fonctionnel</a:t>
            </a:r>
          </a:p>
        </p:txBody>
      </p:sp>
      <p:sp>
        <p:nvSpPr>
          <p:cNvPr id="22" name="ZoneTexte 21">
            <a:extLst>
              <a:ext uri="{FF2B5EF4-FFF2-40B4-BE49-F238E27FC236}">
                <a16:creationId xmlns:a16="http://schemas.microsoft.com/office/drawing/2014/main" id="{29C42222-D271-90B8-0C81-8BA40FB38D6B}"/>
              </a:ext>
            </a:extLst>
          </p:cNvPr>
          <p:cNvSpPr txBox="1"/>
          <p:nvPr/>
        </p:nvSpPr>
        <p:spPr>
          <a:xfrm>
            <a:off x="3199307" y="1877977"/>
            <a:ext cx="1020831" cy="272319"/>
          </a:xfrm>
          <a:prstGeom prst="rect">
            <a:avLst/>
          </a:prstGeom>
          <a:noFill/>
        </p:spPr>
        <p:txBody>
          <a:bodyPr wrap="square" lIns="0" tIns="0" rIns="0" bIns="0" rtlCol="0">
            <a:spAutoFit/>
          </a:bodyPr>
          <a:lstStyle/>
          <a:p>
            <a:pPr algn="ctr">
              <a:lnSpc>
                <a:spcPct val="60000"/>
              </a:lnSpc>
            </a:pPr>
            <a:r>
              <a:rPr lang="en-US" sz="1400" spc="-50" dirty="0">
                <a:ln w="3175">
                  <a:solidFill>
                    <a:schemeClr val="tx1"/>
                  </a:solidFill>
                </a:ln>
                <a:solidFill>
                  <a:srgbClr val="0F6FC6"/>
                </a:solidFill>
                <a:latin typeface="Avenir Book"/>
              </a:rPr>
              <a:t>Employee </a:t>
            </a:r>
          </a:p>
          <a:p>
            <a:pPr algn="ctr">
              <a:lnSpc>
                <a:spcPct val="60000"/>
              </a:lnSpc>
            </a:pPr>
            <a:r>
              <a:rPr lang="en-US" sz="1400" spc="-50" dirty="0">
                <a:ln w="3175">
                  <a:solidFill>
                    <a:schemeClr val="tx1"/>
                  </a:solidFill>
                </a:ln>
                <a:solidFill>
                  <a:srgbClr val="0F6FC6"/>
                </a:solidFill>
                <a:latin typeface="Avenir Book"/>
              </a:rPr>
              <a:t>Central</a:t>
            </a:r>
          </a:p>
        </p:txBody>
      </p:sp>
      <p:grpSp>
        <p:nvGrpSpPr>
          <p:cNvPr id="23" name="Groupe 22">
            <a:extLst>
              <a:ext uri="{FF2B5EF4-FFF2-40B4-BE49-F238E27FC236}">
                <a16:creationId xmlns:a16="http://schemas.microsoft.com/office/drawing/2014/main" id="{B4DF2D9A-D6F2-26D7-8E9F-2A6ED6E69170}"/>
              </a:ext>
            </a:extLst>
          </p:cNvPr>
          <p:cNvGrpSpPr/>
          <p:nvPr/>
        </p:nvGrpSpPr>
        <p:grpSpPr>
          <a:xfrm>
            <a:off x="757035" y="2177055"/>
            <a:ext cx="7689414" cy="3914849"/>
            <a:chOff x="374768" y="2000142"/>
            <a:chExt cx="7374548" cy="3806196"/>
          </a:xfrm>
        </p:grpSpPr>
        <p:sp>
          <p:nvSpPr>
            <p:cNvPr id="24" name="Rectangle : coins arrondis 23">
              <a:extLst>
                <a:ext uri="{FF2B5EF4-FFF2-40B4-BE49-F238E27FC236}">
                  <a16:creationId xmlns:a16="http://schemas.microsoft.com/office/drawing/2014/main" id="{EBBF97B4-022B-40A8-6389-FF29567CFBC8}"/>
                </a:ext>
              </a:extLst>
            </p:cNvPr>
            <p:cNvSpPr/>
            <p:nvPr/>
          </p:nvSpPr>
          <p:spPr>
            <a:xfrm>
              <a:off x="5419298" y="5079466"/>
              <a:ext cx="2330018" cy="726872"/>
            </a:xfrm>
            <a:prstGeom prst="roundRect">
              <a:avLst>
                <a:gd name="adj" fmla="val 9884"/>
              </a:avLst>
            </a:prstGeom>
            <a:solidFill>
              <a:srgbClr val="00A885">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300" dirty="0">
                  <a:ln w="15875">
                    <a:solidFill>
                      <a:schemeClr val="tx1">
                        <a:alpha val="50000"/>
                      </a:schemeClr>
                    </a:solidFill>
                  </a:ln>
                  <a:solidFill>
                    <a:schemeClr val="tx1">
                      <a:alpha val="50000"/>
                    </a:schemeClr>
                  </a:solidFill>
                  <a:latin typeface="Avenir Book"/>
                </a:rPr>
                <a:t>Recherche</a:t>
              </a:r>
            </a:p>
          </p:txBody>
        </p:sp>
        <p:sp>
          <p:nvSpPr>
            <p:cNvPr id="25" name="Rectangle : coins arrondis 24">
              <a:extLst>
                <a:ext uri="{FF2B5EF4-FFF2-40B4-BE49-F238E27FC236}">
                  <a16:creationId xmlns:a16="http://schemas.microsoft.com/office/drawing/2014/main" id="{852B1EBD-75C6-08A4-7D40-09426BD98E3E}"/>
                </a:ext>
              </a:extLst>
            </p:cNvPr>
            <p:cNvSpPr/>
            <p:nvPr/>
          </p:nvSpPr>
          <p:spPr>
            <a:xfrm>
              <a:off x="374768" y="5072831"/>
              <a:ext cx="2330018" cy="726872"/>
            </a:xfrm>
            <a:prstGeom prst="roundRect">
              <a:avLst>
                <a:gd name="adj" fmla="val 9884"/>
              </a:avLst>
            </a:prstGeom>
            <a:solidFill>
              <a:srgbClr val="00A885">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300" dirty="0">
                  <a:ln w="15875">
                    <a:solidFill>
                      <a:schemeClr val="tx1">
                        <a:alpha val="50000"/>
                      </a:schemeClr>
                    </a:solidFill>
                  </a:ln>
                  <a:solidFill>
                    <a:schemeClr val="tx1">
                      <a:alpha val="50000"/>
                    </a:schemeClr>
                  </a:solidFill>
                  <a:latin typeface="Avenir Book"/>
                </a:rPr>
                <a:t>Fonctionnalités</a:t>
              </a:r>
            </a:p>
            <a:p>
              <a:pPr algn="ctr">
                <a:lnSpc>
                  <a:spcPct val="65000"/>
                </a:lnSpc>
              </a:pPr>
              <a:r>
                <a:rPr lang="fr-FR" sz="1300" dirty="0">
                  <a:ln w="15875">
                    <a:solidFill>
                      <a:schemeClr val="tx1">
                        <a:alpha val="50000"/>
                      </a:schemeClr>
                    </a:solidFill>
                  </a:ln>
                  <a:solidFill>
                    <a:schemeClr val="tx1">
                      <a:alpha val="50000"/>
                    </a:schemeClr>
                  </a:solidFill>
                  <a:latin typeface="Avenir Book"/>
                </a:rPr>
                <a:t>Transverses</a:t>
              </a:r>
            </a:p>
            <a:p>
              <a:pPr algn="ctr">
                <a:lnSpc>
                  <a:spcPct val="65000"/>
                </a:lnSpc>
              </a:pPr>
              <a:r>
                <a:rPr lang="fr-FR" sz="1300" dirty="0">
                  <a:ln w="9525">
                    <a:solidFill>
                      <a:schemeClr val="tx1">
                        <a:alpha val="50000"/>
                      </a:schemeClr>
                    </a:solidFill>
                  </a:ln>
                  <a:solidFill>
                    <a:schemeClr val="tx1">
                      <a:alpha val="50000"/>
                    </a:schemeClr>
                  </a:solidFill>
                  <a:latin typeface="Avenir Book"/>
                </a:rPr>
                <a:t>(Exports, Impressions …)</a:t>
              </a:r>
            </a:p>
          </p:txBody>
        </p:sp>
        <p:sp>
          <p:nvSpPr>
            <p:cNvPr id="26" name="Rectangle : coins arrondis 25">
              <a:extLst>
                <a:ext uri="{FF2B5EF4-FFF2-40B4-BE49-F238E27FC236}">
                  <a16:creationId xmlns:a16="http://schemas.microsoft.com/office/drawing/2014/main" id="{E2BB5B51-3648-06BE-2C30-A773ED9EDF6B}"/>
                </a:ext>
              </a:extLst>
            </p:cNvPr>
            <p:cNvSpPr/>
            <p:nvPr/>
          </p:nvSpPr>
          <p:spPr>
            <a:xfrm>
              <a:off x="2904266" y="5072831"/>
              <a:ext cx="2330018" cy="726872"/>
            </a:xfrm>
            <a:prstGeom prst="roundRect">
              <a:avLst>
                <a:gd name="adj" fmla="val 9884"/>
              </a:avLst>
            </a:prstGeom>
            <a:solidFill>
              <a:srgbClr val="00A885">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300" dirty="0">
                  <a:ln w="15875">
                    <a:solidFill>
                      <a:schemeClr val="tx1">
                        <a:alpha val="50000"/>
                      </a:schemeClr>
                    </a:solidFill>
                  </a:ln>
                  <a:solidFill>
                    <a:schemeClr val="tx1">
                      <a:alpha val="50000"/>
                    </a:schemeClr>
                  </a:solidFill>
                  <a:latin typeface="Avenir Book"/>
                </a:rPr>
                <a:t>Administration,</a:t>
              </a:r>
            </a:p>
            <a:p>
              <a:pPr algn="ctr">
                <a:lnSpc>
                  <a:spcPct val="65000"/>
                </a:lnSpc>
              </a:pPr>
              <a:r>
                <a:rPr lang="fr-FR" sz="1300" dirty="0">
                  <a:ln w="15875">
                    <a:solidFill>
                      <a:schemeClr val="tx1">
                        <a:alpha val="50000"/>
                      </a:schemeClr>
                    </a:solidFill>
                  </a:ln>
                  <a:solidFill>
                    <a:schemeClr val="tx1">
                      <a:alpha val="50000"/>
                    </a:schemeClr>
                  </a:solidFill>
                  <a:latin typeface="Avenir Book"/>
                </a:rPr>
                <a:t>Paramétrage</a:t>
              </a:r>
              <a:endParaRPr lang="fr-FR" sz="1300" dirty="0">
                <a:ln w="9525">
                  <a:solidFill>
                    <a:schemeClr val="tx1">
                      <a:alpha val="50000"/>
                    </a:schemeClr>
                  </a:solidFill>
                </a:ln>
                <a:solidFill>
                  <a:schemeClr val="tx1">
                    <a:alpha val="50000"/>
                  </a:schemeClr>
                </a:solidFill>
                <a:latin typeface="Avenir Book"/>
              </a:endParaRPr>
            </a:p>
          </p:txBody>
        </p:sp>
        <p:sp>
          <p:nvSpPr>
            <p:cNvPr id="27" name="Rectangle : coins arrondis 26">
              <a:extLst>
                <a:ext uri="{FF2B5EF4-FFF2-40B4-BE49-F238E27FC236}">
                  <a16:creationId xmlns:a16="http://schemas.microsoft.com/office/drawing/2014/main" id="{DA2E5BE1-7A10-F2A8-07F2-70D4DAC3F6BA}"/>
                </a:ext>
              </a:extLst>
            </p:cNvPr>
            <p:cNvSpPr/>
            <p:nvPr/>
          </p:nvSpPr>
          <p:spPr>
            <a:xfrm>
              <a:off x="2310375" y="2008330"/>
              <a:ext cx="1648854" cy="1462784"/>
            </a:xfrm>
            <a:prstGeom prst="roundRect">
              <a:avLst>
                <a:gd name="adj" fmla="val 9884"/>
              </a:avLst>
            </a:prstGeom>
            <a:solidFill>
              <a:srgbClr val="E6501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400" dirty="0">
                  <a:ln w="15875">
                    <a:solidFill>
                      <a:schemeClr val="tx1">
                        <a:alpha val="50000"/>
                      </a:schemeClr>
                    </a:solidFill>
                  </a:ln>
                  <a:solidFill>
                    <a:schemeClr val="tx1">
                      <a:alpha val="50000"/>
                    </a:schemeClr>
                  </a:solidFill>
                  <a:latin typeface="Avenir Book"/>
                </a:rPr>
                <a:t>Gestion des personnes </a:t>
              </a:r>
            </a:p>
            <a:p>
              <a:pPr algn="ctr">
                <a:lnSpc>
                  <a:spcPct val="65000"/>
                </a:lnSpc>
              </a:pPr>
              <a:r>
                <a:rPr lang="fr-FR" sz="1400" dirty="0">
                  <a:ln w="15875">
                    <a:solidFill>
                      <a:schemeClr val="tx1">
                        <a:alpha val="50000"/>
                      </a:schemeClr>
                    </a:solidFill>
                  </a:ln>
                  <a:solidFill>
                    <a:schemeClr val="tx1">
                      <a:alpha val="50000"/>
                    </a:schemeClr>
                  </a:solidFill>
                  <a:latin typeface="Avenir Book"/>
                </a:rPr>
                <a:t>Internes</a:t>
              </a:r>
            </a:p>
          </p:txBody>
        </p:sp>
        <p:sp>
          <p:nvSpPr>
            <p:cNvPr id="28" name="Rectangle : coins arrondis 27">
              <a:extLst>
                <a:ext uri="{FF2B5EF4-FFF2-40B4-BE49-F238E27FC236}">
                  <a16:creationId xmlns:a16="http://schemas.microsoft.com/office/drawing/2014/main" id="{DEFF54A8-8CD1-CAEB-8921-6B13041A1943}"/>
                </a:ext>
              </a:extLst>
            </p:cNvPr>
            <p:cNvSpPr/>
            <p:nvPr/>
          </p:nvSpPr>
          <p:spPr>
            <a:xfrm>
              <a:off x="2310375" y="3654988"/>
              <a:ext cx="1648854" cy="1272359"/>
            </a:xfrm>
            <a:prstGeom prst="roundRect">
              <a:avLst>
                <a:gd name="adj" fmla="val 9884"/>
              </a:avLst>
            </a:prstGeom>
            <a:solidFill>
              <a:srgbClr val="E6501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400" dirty="0">
                  <a:ln w="15875">
                    <a:solidFill>
                      <a:schemeClr val="tx1">
                        <a:alpha val="50000"/>
                      </a:schemeClr>
                    </a:solidFill>
                  </a:ln>
                  <a:solidFill>
                    <a:schemeClr val="tx1">
                      <a:alpha val="50000"/>
                    </a:schemeClr>
                  </a:solidFill>
                  <a:latin typeface="Avenir Book"/>
                </a:rPr>
                <a:t>Gestion des personnes </a:t>
              </a:r>
            </a:p>
            <a:p>
              <a:pPr algn="ctr">
                <a:lnSpc>
                  <a:spcPct val="65000"/>
                </a:lnSpc>
              </a:pPr>
              <a:r>
                <a:rPr lang="fr-FR" sz="1400" dirty="0">
                  <a:ln w="15875">
                    <a:solidFill>
                      <a:schemeClr val="tx1">
                        <a:alpha val="50000"/>
                      </a:schemeClr>
                    </a:solidFill>
                  </a:ln>
                  <a:solidFill>
                    <a:schemeClr val="tx1">
                      <a:alpha val="50000"/>
                    </a:schemeClr>
                  </a:solidFill>
                  <a:latin typeface="Avenir Book"/>
                </a:rPr>
                <a:t>Externes</a:t>
              </a:r>
            </a:p>
          </p:txBody>
        </p:sp>
        <p:sp>
          <p:nvSpPr>
            <p:cNvPr id="29" name="Rectangle : coins arrondis 28">
              <a:extLst>
                <a:ext uri="{FF2B5EF4-FFF2-40B4-BE49-F238E27FC236}">
                  <a16:creationId xmlns:a16="http://schemas.microsoft.com/office/drawing/2014/main" id="{0EBD4CDD-E2D4-B4E4-2DC1-125025F2A548}"/>
                </a:ext>
              </a:extLst>
            </p:cNvPr>
            <p:cNvSpPr/>
            <p:nvPr/>
          </p:nvSpPr>
          <p:spPr>
            <a:xfrm>
              <a:off x="4202059" y="2008330"/>
              <a:ext cx="1648854" cy="1462784"/>
            </a:xfrm>
            <a:prstGeom prst="roundRect">
              <a:avLst>
                <a:gd name="adj" fmla="val 9884"/>
              </a:avLst>
            </a:prstGeom>
            <a:solidFill>
              <a:srgbClr val="E6501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400" dirty="0">
                  <a:ln w="15875">
                    <a:solidFill>
                      <a:schemeClr val="tx1">
                        <a:alpha val="50000"/>
                      </a:schemeClr>
                    </a:solidFill>
                  </a:ln>
                  <a:solidFill>
                    <a:schemeClr val="tx1">
                      <a:alpha val="50000"/>
                    </a:schemeClr>
                  </a:solidFill>
                  <a:latin typeface="Avenir Book"/>
                </a:rPr>
                <a:t>Gestion des</a:t>
              </a:r>
            </a:p>
            <a:p>
              <a:pPr algn="ctr">
                <a:lnSpc>
                  <a:spcPct val="65000"/>
                </a:lnSpc>
              </a:pPr>
              <a:r>
                <a:rPr lang="fr-FR" sz="1400" dirty="0">
                  <a:ln w="15875">
                    <a:solidFill>
                      <a:schemeClr val="tx1">
                        <a:alpha val="50000"/>
                      </a:schemeClr>
                    </a:solidFill>
                  </a:ln>
                  <a:solidFill>
                    <a:schemeClr val="tx1">
                      <a:alpha val="50000"/>
                    </a:schemeClr>
                  </a:solidFill>
                  <a:latin typeface="Avenir Book"/>
                </a:rPr>
                <a:t>Chantiers</a:t>
              </a:r>
            </a:p>
          </p:txBody>
        </p:sp>
        <p:sp>
          <p:nvSpPr>
            <p:cNvPr id="31" name="Rectangle : coins arrondis 30">
              <a:extLst>
                <a:ext uri="{FF2B5EF4-FFF2-40B4-BE49-F238E27FC236}">
                  <a16:creationId xmlns:a16="http://schemas.microsoft.com/office/drawing/2014/main" id="{D76000AF-532A-C6B5-09AB-DE101283D837}"/>
                </a:ext>
              </a:extLst>
            </p:cNvPr>
            <p:cNvSpPr/>
            <p:nvPr/>
          </p:nvSpPr>
          <p:spPr>
            <a:xfrm>
              <a:off x="6080482" y="2000142"/>
              <a:ext cx="1648854" cy="1462784"/>
            </a:xfrm>
            <a:prstGeom prst="roundRect">
              <a:avLst>
                <a:gd name="adj" fmla="val 9884"/>
              </a:avLst>
            </a:prstGeom>
            <a:solidFill>
              <a:srgbClr val="E6501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400" dirty="0">
                  <a:ln w="15875">
                    <a:solidFill>
                      <a:schemeClr val="tx1">
                        <a:alpha val="50000"/>
                      </a:schemeClr>
                    </a:solidFill>
                  </a:ln>
                  <a:solidFill>
                    <a:schemeClr val="tx1">
                      <a:alpha val="50000"/>
                    </a:schemeClr>
                  </a:solidFill>
                  <a:latin typeface="Avenir Book"/>
                </a:rPr>
                <a:t>Gestion des Sites Géographiques</a:t>
              </a:r>
            </a:p>
          </p:txBody>
        </p:sp>
        <p:sp>
          <p:nvSpPr>
            <p:cNvPr id="32" name="Rectangle : coins arrondis 31">
              <a:extLst>
                <a:ext uri="{FF2B5EF4-FFF2-40B4-BE49-F238E27FC236}">
                  <a16:creationId xmlns:a16="http://schemas.microsoft.com/office/drawing/2014/main" id="{E5788E54-3AA6-47C7-0430-29CD24AE9E5E}"/>
                </a:ext>
              </a:extLst>
            </p:cNvPr>
            <p:cNvSpPr/>
            <p:nvPr/>
          </p:nvSpPr>
          <p:spPr>
            <a:xfrm>
              <a:off x="6100461" y="3690624"/>
              <a:ext cx="1648854" cy="1236723"/>
            </a:xfrm>
            <a:prstGeom prst="roundRect">
              <a:avLst>
                <a:gd name="adj" fmla="val 9884"/>
              </a:avLst>
            </a:prstGeom>
            <a:solidFill>
              <a:srgbClr val="E6501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400" dirty="0">
                  <a:ln w="15875">
                    <a:solidFill>
                      <a:schemeClr val="tx1">
                        <a:alpha val="50000"/>
                      </a:schemeClr>
                    </a:solidFill>
                  </a:ln>
                  <a:solidFill>
                    <a:schemeClr val="tx1">
                      <a:alpha val="50000"/>
                    </a:schemeClr>
                  </a:solidFill>
                  <a:latin typeface="Avenir Book"/>
                </a:rPr>
                <a:t>Gestion des Organisations</a:t>
              </a:r>
            </a:p>
          </p:txBody>
        </p:sp>
        <p:sp>
          <p:nvSpPr>
            <p:cNvPr id="33" name="Rectangle : coins arrondis 32">
              <a:extLst>
                <a:ext uri="{FF2B5EF4-FFF2-40B4-BE49-F238E27FC236}">
                  <a16:creationId xmlns:a16="http://schemas.microsoft.com/office/drawing/2014/main" id="{51458BEF-9086-008A-2DD0-2FD5A711AA26}"/>
                </a:ext>
              </a:extLst>
            </p:cNvPr>
            <p:cNvSpPr/>
            <p:nvPr/>
          </p:nvSpPr>
          <p:spPr>
            <a:xfrm>
              <a:off x="4202059" y="3656956"/>
              <a:ext cx="1648854" cy="1270391"/>
            </a:xfrm>
            <a:prstGeom prst="roundRect">
              <a:avLst>
                <a:gd name="adj" fmla="val 9884"/>
              </a:avLst>
            </a:prstGeom>
            <a:solidFill>
              <a:srgbClr val="E6501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400" dirty="0">
                  <a:ln w="15875">
                    <a:solidFill>
                      <a:schemeClr val="tx1">
                        <a:alpha val="50000"/>
                      </a:schemeClr>
                    </a:solidFill>
                  </a:ln>
                  <a:solidFill>
                    <a:schemeClr val="tx1">
                      <a:alpha val="50000"/>
                    </a:schemeClr>
                  </a:solidFill>
                  <a:latin typeface="Avenir Book"/>
                </a:rPr>
                <a:t>Gestion des Sociétés</a:t>
              </a:r>
            </a:p>
            <a:p>
              <a:pPr algn="ctr">
                <a:lnSpc>
                  <a:spcPct val="65000"/>
                </a:lnSpc>
              </a:pPr>
              <a:r>
                <a:rPr lang="fr-FR" sz="1400" dirty="0">
                  <a:ln w="15875">
                    <a:solidFill>
                      <a:schemeClr val="tx1">
                        <a:alpha val="50000"/>
                      </a:schemeClr>
                    </a:solidFill>
                  </a:ln>
                  <a:solidFill>
                    <a:schemeClr val="tx1">
                      <a:alpha val="50000"/>
                    </a:schemeClr>
                  </a:solidFill>
                  <a:latin typeface="Avenir Book"/>
                </a:rPr>
                <a:t>Extérieures</a:t>
              </a:r>
            </a:p>
            <a:p>
              <a:pPr algn="ctr">
                <a:lnSpc>
                  <a:spcPct val="65000"/>
                </a:lnSpc>
              </a:pPr>
              <a:r>
                <a:rPr lang="fr-FR" sz="1400" dirty="0">
                  <a:ln w="15875">
                    <a:solidFill>
                      <a:schemeClr val="tx1">
                        <a:alpha val="50000"/>
                      </a:schemeClr>
                    </a:solidFill>
                  </a:ln>
                  <a:solidFill>
                    <a:schemeClr val="tx1">
                      <a:alpha val="50000"/>
                    </a:schemeClr>
                  </a:solidFill>
                  <a:latin typeface="Avenir Book"/>
                </a:rPr>
                <a:t>(Tiers)</a:t>
              </a:r>
            </a:p>
          </p:txBody>
        </p:sp>
        <p:sp>
          <p:nvSpPr>
            <p:cNvPr id="34" name="Rectangle : coins arrondis 33">
              <a:extLst>
                <a:ext uri="{FF2B5EF4-FFF2-40B4-BE49-F238E27FC236}">
                  <a16:creationId xmlns:a16="http://schemas.microsoft.com/office/drawing/2014/main" id="{EFE2AD67-2C3C-9FD6-6135-26FB4ECC8E59}"/>
                </a:ext>
              </a:extLst>
            </p:cNvPr>
            <p:cNvSpPr/>
            <p:nvPr/>
          </p:nvSpPr>
          <p:spPr>
            <a:xfrm>
              <a:off x="438401" y="2015201"/>
              <a:ext cx="1648854" cy="2912146"/>
            </a:xfrm>
            <a:prstGeom prst="roundRect">
              <a:avLst>
                <a:gd name="adj" fmla="val 9884"/>
              </a:avLst>
            </a:prstGeom>
            <a:solidFill>
              <a:srgbClr val="E6501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400" dirty="0">
                  <a:ln w="15875">
                    <a:solidFill>
                      <a:schemeClr val="tx1">
                        <a:alpha val="50000"/>
                      </a:schemeClr>
                    </a:solidFill>
                  </a:ln>
                  <a:solidFill>
                    <a:schemeClr val="tx1">
                      <a:alpha val="50000"/>
                    </a:schemeClr>
                  </a:solidFill>
                  <a:latin typeface="Avenir Book"/>
                </a:rPr>
                <a:t>Gestion</a:t>
              </a:r>
            </a:p>
            <a:p>
              <a:pPr algn="ctr">
                <a:lnSpc>
                  <a:spcPct val="65000"/>
                </a:lnSpc>
              </a:pPr>
              <a:r>
                <a:rPr lang="fr-FR" sz="1400" dirty="0">
                  <a:ln w="15875">
                    <a:solidFill>
                      <a:schemeClr val="tx1">
                        <a:alpha val="50000"/>
                      </a:schemeClr>
                    </a:solidFill>
                  </a:ln>
                  <a:solidFill>
                    <a:schemeClr val="tx1">
                      <a:alpha val="50000"/>
                    </a:schemeClr>
                  </a:solidFill>
                  <a:latin typeface="Avenir Book"/>
                </a:rPr>
                <a:t>des Groupes</a:t>
              </a:r>
            </a:p>
            <a:p>
              <a:pPr algn="ctr">
                <a:lnSpc>
                  <a:spcPct val="65000"/>
                </a:lnSpc>
              </a:pPr>
              <a:r>
                <a:rPr lang="fr-FR" sz="1400" dirty="0">
                  <a:ln w="15875">
                    <a:solidFill>
                      <a:schemeClr val="tx1">
                        <a:alpha val="50000"/>
                      </a:schemeClr>
                    </a:solidFill>
                  </a:ln>
                  <a:solidFill>
                    <a:schemeClr val="tx1">
                      <a:alpha val="50000"/>
                    </a:schemeClr>
                  </a:solidFill>
                  <a:latin typeface="Avenir Book"/>
                </a:rPr>
                <a:t>Transverses</a:t>
              </a:r>
            </a:p>
          </p:txBody>
        </p:sp>
        <p:sp>
          <p:nvSpPr>
            <p:cNvPr id="35" name="Forme libre : forme 34">
              <a:extLst>
                <a:ext uri="{FF2B5EF4-FFF2-40B4-BE49-F238E27FC236}">
                  <a16:creationId xmlns:a16="http://schemas.microsoft.com/office/drawing/2014/main" id="{F74025DD-1FB6-2471-95FA-E7FD8611AB79}"/>
                </a:ext>
              </a:extLst>
            </p:cNvPr>
            <p:cNvSpPr/>
            <p:nvPr/>
          </p:nvSpPr>
          <p:spPr>
            <a:xfrm>
              <a:off x="4970907" y="3471113"/>
              <a:ext cx="139555" cy="140056"/>
            </a:xfrm>
            <a:custGeom>
              <a:avLst/>
              <a:gdLst>
                <a:gd name="connsiteX0" fmla="*/ 0 w 121444"/>
                <a:gd name="connsiteY0" fmla="*/ 96734 h 96734"/>
                <a:gd name="connsiteX1" fmla="*/ 121444 w 121444"/>
                <a:gd name="connsiteY1" fmla="*/ 1484 h 96734"/>
              </a:gdLst>
              <a:ahLst/>
              <a:cxnLst>
                <a:cxn ang="0">
                  <a:pos x="connsiteX0" y="connsiteY0"/>
                </a:cxn>
                <a:cxn ang="0">
                  <a:pos x="connsiteX1" y="connsiteY1"/>
                </a:cxn>
              </a:cxnLst>
              <a:rect l="l" t="t" r="r" b="b"/>
              <a:pathLst>
                <a:path w="121444" h="96734">
                  <a:moveTo>
                    <a:pt x="0" y="96734"/>
                  </a:moveTo>
                  <a:cubicBezTo>
                    <a:pt x="49212" y="43553"/>
                    <a:pt x="98425" y="-9628"/>
                    <a:pt x="121444" y="1484"/>
                  </a:cubicBezTo>
                </a:path>
              </a:pathLst>
            </a:custGeom>
            <a:noFill/>
            <a:ln w="12660" cap="flat">
              <a:noFill/>
              <a:prstDash val="solid"/>
              <a:miter/>
            </a:ln>
          </p:spPr>
          <p:txBody>
            <a:bodyPr rtlCol="0" anchor="ctr"/>
            <a:lstStyle/>
            <a:p>
              <a:pPr algn="ctr"/>
              <a:endParaRPr lang="fr-FR"/>
            </a:p>
          </p:txBody>
        </p:sp>
      </p:grpSp>
      <p:sp>
        <p:nvSpPr>
          <p:cNvPr id="36" name="Forme libre : forme 35">
            <a:extLst>
              <a:ext uri="{FF2B5EF4-FFF2-40B4-BE49-F238E27FC236}">
                <a16:creationId xmlns:a16="http://schemas.microsoft.com/office/drawing/2014/main" id="{748228CC-B1BE-DF62-6D7D-524F4A4EF0B2}"/>
              </a:ext>
            </a:extLst>
          </p:cNvPr>
          <p:cNvSpPr/>
          <p:nvPr/>
        </p:nvSpPr>
        <p:spPr>
          <a:xfrm>
            <a:off x="2705100" y="1813560"/>
            <a:ext cx="1874520" cy="1943100"/>
          </a:xfrm>
          <a:custGeom>
            <a:avLst/>
            <a:gdLst>
              <a:gd name="connsiteX0" fmla="*/ 522498 w 1874520"/>
              <a:gd name="connsiteY0" fmla="*/ 0 h 1943100"/>
              <a:gd name="connsiteX1" fmla="*/ 1486748 w 1874520"/>
              <a:gd name="connsiteY1" fmla="*/ 0 h 1943100"/>
              <a:gd name="connsiteX2" fmla="*/ 1515039 w 1874520"/>
              <a:gd name="connsiteY2" fmla="*/ 28291 h 1943100"/>
              <a:gd name="connsiteX3" fmla="*/ 1515039 w 1874520"/>
              <a:gd name="connsiteY3" fmla="*/ 209204 h 1943100"/>
              <a:gd name="connsiteX4" fmla="*/ 1753511 w 1874520"/>
              <a:gd name="connsiteY4" fmla="*/ 209204 h 1943100"/>
              <a:gd name="connsiteX5" fmla="*/ 1874520 w 1874520"/>
              <a:gd name="connsiteY5" fmla="*/ 330213 h 1943100"/>
              <a:gd name="connsiteX6" fmla="*/ 1874520 w 1874520"/>
              <a:gd name="connsiteY6" fmla="*/ 1822091 h 1943100"/>
              <a:gd name="connsiteX7" fmla="*/ 1753511 w 1874520"/>
              <a:gd name="connsiteY7" fmla="*/ 1943100 h 1943100"/>
              <a:gd name="connsiteX8" fmla="*/ 121009 w 1874520"/>
              <a:gd name="connsiteY8" fmla="*/ 1943100 h 1943100"/>
              <a:gd name="connsiteX9" fmla="*/ 0 w 1874520"/>
              <a:gd name="connsiteY9" fmla="*/ 1822091 h 1943100"/>
              <a:gd name="connsiteX10" fmla="*/ 0 w 1874520"/>
              <a:gd name="connsiteY10" fmla="*/ 330213 h 1943100"/>
              <a:gd name="connsiteX11" fmla="*/ 121009 w 1874520"/>
              <a:gd name="connsiteY11" fmla="*/ 209204 h 1943100"/>
              <a:gd name="connsiteX12" fmla="*/ 494207 w 1874520"/>
              <a:gd name="connsiteY12" fmla="*/ 209204 h 1943100"/>
              <a:gd name="connsiteX13" fmla="*/ 494207 w 1874520"/>
              <a:gd name="connsiteY13" fmla="*/ 28291 h 1943100"/>
              <a:gd name="connsiteX14" fmla="*/ 522498 w 1874520"/>
              <a:gd name="connsiteY14" fmla="*/ 0 h 1943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4520" h="1943100">
                <a:moveTo>
                  <a:pt x="522498" y="0"/>
                </a:moveTo>
                <a:lnTo>
                  <a:pt x="1486748" y="0"/>
                </a:lnTo>
                <a:cubicBezTo>
                  <a:pt x="1502373" y="0"/>
                  <a:pt x="1515039" y="12666"/>
                  <a:pt x="1515039" y="28291"/>
                </a:cubicBezTo>
                <a:lnTo>
                  <a:pt x="1515039" y="209204"/>
                </a:lnTo>
                <a:lnTo>
                  <a:pt x="1753511" y="209204"/>
                </a:lnTo>
                <a:cubicBezTo>
                  <a:pt x="1820342" y="209204"/>
                  <a:pt x="1874520" y="263382"/>
                  <a:pt x="1874520" y="330213"/>
                </a:cubicBezTo>
                <a:lnTo>
                  <a:pt x="1874520" y="1822091"/>
                </a:lnTo>
                <a:cubicBezTo>
                  <a:pt x="1874520" y="1888922"/>
                  <a:pt x="1820342" y="1943100"/>
                  <a:pt x="1753511" y="1943100"/>
                </a:cubicBezTo>
                <a:lnTo>
                  <a:pt x="121009" y="1943100"/>
                </a:lnTo>
                <a:cubicBezTo>
                  <a:pt x="54178" y="1943100"/>
                  <a:pt x="0" y="1888922"/>
                  <a:pt x="0" y="1822091"/>
                </a:cubicBezTo>
                <a:lnTo>
                  <a:pt x="0" y="330213"/>
                </a:lnTo>
                <a:cubicBezTo>
                  <a:pt x="0" y="263382"/>
                  <a:pt x="54178" y="209204"/>
                  <a:pt x="121009" y="209204"/>
                </a:cubicBezTo>
                <a:lnTo>
                  <a:pt x="494207" y="209204"/>
                </a:lnTo>
                <a:lnTo>
                  <a:pt x="494207" y="28291"/>
                </a:lnTo>
                <a:cubicBezTo>
                  <a:pt x="494207" y="12666"/>
                  <a:pt x="506873" y="0"/>
                  <a:pt x="522498" y="0"/>
                </a:cubicBezTo>
                <a:close/>
              </a:path>
            </a:pathLst>
          </a:custGeom>
          <a:solidFill>
            <a:schemeClr val="bg2">
              <a:lumMod val="20000"/>
              <a:lumOff val="80000"/>
              <a:alpha val="11000"/>
            </a:schemeClr>
          </a:solidFill>
          <a:ln w="12660" cap="flat">
            <a:solidFill>
              <a:schemeClr val="tx1"/>
            </a:solidFill>
            <a:prstDash val="sysDash"/>
            <a:miter/>
          </a:ln>
        </p:spPr>
        <p:txBody>
          <a:bodyPr wrap="square" rtlCol="0" anchor="ctr">
            <a:noAutofit/>
          </a:bodyPr>
          <a:lstStyle/>
          <a:p>
            <a:pPr algn="l"/>
            <a:endParaRPr lang="fr-FR"/>
          </a:p>
        </p:txBody>
      </p:sp>
      <p:sp>
        <p:nvSpPr>
          <p:cNvPr id="37" name="Titre 4">
            <a:extLst>
              <a:ext uri="{FF2B5EF4-FFF2-40B4-BE49-F238E27FC236}">
                <a16:creationId xmlns:a16="http://schemas.microsoft.com/office/drawing/2014/main" id="{2238E6D8-7B0A-A96E-2537-68B7B5A43298}"/>
              </a:ext>
            </a:extLst>
          </p:cNvPr>
          <p:cNvSpPr txBox="1"/>
          <p:nvPr/>
        </p:nvSpPr>
        <p:spPr>
          <a:xfrm>
            <a:off x="8701698" y="2337381"/>
            <a:ext cx="3170106" cy="1205843"/>
          </a:xfrm>
          <a:prstGeom prst="rect">
            <a:avLst/>
          </a:prstGeom>
        </p:spPr>
        <p:txBody>
          <a:bodyPr vert="horz" wrap="square" lIns="91440" tIns="45720" rIns="91440" bIns="45720" rtlCol="0" anchor="t" anchorCtr="0">
            <a:spAutoFit/>
          </a:bodyPr>
          <a:lstStyle>
            <a:lvl1pPr algn="l" defTabSz="914400" rtl="0" eaLnBrk="1" latinLnBrk="0" hangingPunct="1">
              <a:lnSpc>
                <a:spcPct val="90000"/>
              </a:lnSpc>
              <a:spcBef>
                <a:spcPct val="0"/>
              </a:spcBef>
              <a:buNone/>
              <a:defRPr sz="3600" b="0" kern="1200">
                <a:solidFill>
                  <a:schemeClr val="accent3"/>
                </a:solidFill>
                <a:latin typeface="+mj-lt"/>
                <a:ea typeface="+mj-ea"/>
                <a:cs typeface="+mj-cs"/>
              </a:defRPr>
            </a:lvl1pPr>
          </a:lstStyle>
          <a:p>
            <a:pPr>
              <a:lnSpc>
                <a:spcPct val="80000"/>
              </a:lnSpc>
            </a:pPr>
            <a:r>
              <a:rPr lang="fr-FR" sz="1800" i="1" dirty="0">
                <a:ln w="19050">
                  <a:solidFill>
                    <a:srgbClr val="E65012"/>
                  </a:solidFill>
                </a:ln>
              </a:rPr>
              <a:t>De façon inversée au POS, quelles applications/projets couvrent déjà, entièrement ou partiellement, les fonctions ci-contre ?</a:t>
            </a:r>
          </a:p>
        </p:txBody>
      </p:sp>
      <p:sp>
        <p:nvSpPr>
          <p:cNvPr id="38" name="Titre 4">
            <a:extLst>
              <a:ext uri="{FF2B5EF4-FFF2-40B4-BE49-F238E27FC236}">
                <a16:creationId xmlns:a16="http://schemas.microsoft.com/office/drawing/2014/main" id="{FA288000-2201-4047-45B8-E484ECA33A94}"/>
              </a:ext>
            </a:extLst>
          </p:cNvPr>
          <p:cNvSpPr txBox="1"/>
          <p:nvPr/>
        </p:nvSpPr>
        <p:spPr>
          <a:xfrm>
            <a:off x="8701698" y="3543224"/>
            <a:ext cx="3076151" cy="745140"/>
          </a:xfrm>
          <a:prstGeom prst="rect">
            <a:avLst/>
          </a:prstGeom>
        </p:spPr>
        <p:txBody>
          <a:bodyPr vert="horz" wrap="square" lIns="91440" tIns="45720" rIns="91440" bIns="45720" rtlCol="0" anchor="t" anchorCtr="0">
            <a:spAutoFit/>
          </a:bodyPr>
          <a:lstStyle>
            <a:lvl1pPr algn="l" defTabSz="914400" rtl="0" eaLnBrk="1" latinLnBrk="0" hangingPunct="1">
              <a:lnSpc>
                <a:spcPct val="90000"/>
              </a:lnSpc>
              <a:spcBef>
                <a:spcPct val="0"/>
              </a:spcBef>
              <a:buNone/>
              <a:defRPr sz="3600" b="0" kern="1200">
                <a:solidFill>
                  <a:schemeClr val="accent3"/>
                </a:solidFill>
                <a:latin typeface="+mj-lt"/>
                <a:ea typeface="+mj-ea"/>
                <a:cs typeface="+mj-cs"/>
              </a:defRPr>
            </a:lvl1pPr>
          </a:lstStyle>
          <a:p>
            <a:pPr marL="296550" indent="-285750">
              <a:lnSpc>
                <a:spcPct val="65000"/>
              </a:lnSpc>
              <a:spcAft>
                <a:spcPts val="600"/>
              </a:spcAft>
              <a:buBlip>
                <a:blip r:embed="rId3"/>
              </a:buBlip>
            </a:pPr>
            <a:r>
              <a:rPr lang="en-US" sz="1600" dirty="0">
                <a:ln w="9525">
                  <a:solidFill>
                    <a:schemeClr val="tx1"/>
                  </a:solidFill>
                </a:ln>
                <a:solidFill>
                  <a:schemeClr val="tx1"/>
                </a:solidFill>
                <a:latin typeface="Avenir Book"/>
              </a:rPr>
              <a:t>Employee</a:t>
            </a:r>
            <a:r>
              <a:rPr lang="fr-FR" sz="1600" dirty="0">
                <a:ln w="9525">
                  <a:solidFill>
                    <a:schemeClr val="tx1"/>
                  </a:solidFill>
                </a:ln>
                <a:solidFill>
                  <a:schemeClr val="tx1"/>
                </a:solidFill>
                <a:latin typeface="Avenir Book"/>
              </a:rPr>
              <a:t> Central</a:t>
            </a:r>
            <a:r>
              <a:rPr lang="fr-FR" sz="1600" dirty="0">
                <a:ln w="9525">
                  <a:solidFill>
                    <a:schemeClr val="accent6">
                      <a:lumMod val="60000"/>
                      <a:lumOff val="40000"/>
                    </a:schemeClr>
                  </a:solidFill>
                </a:ln>
                <a:solidFill>
                  <a:schemeClr val="accent6">
                    <a:lumMod val="75000"/>
                  </a:schemeClr>
                </a:solidFill>
                <a:latin typeface="Avenir Book"/>
              </a:rPr>
              <a:t> semble être la source de vérité pour, demain,  alimenter l’IAM pour l’objet « </a:t>
            </a:r>
            <a:r>
              <a:rPr lang="fr-FR" sz="1600" dirty="0">
                <a:ln w="9525">
                  <a:solidFill>
                    <a:schemeClr val="tx1"/>
                  </a:solidFill>
                </a:ln>
                <a:solidFill>
                  <a:schemeClr val="tx1"/>
                </a:solidFill>
                <a:latin typeface="Avenir Book"/>
              </a:rPr>
              <a:t>Personne Interne</a:t>
            </a:r>
            <a:r>
              <a:rPr lang="fr-FR" sz="1600" dirty="0">
                <a:ln w="9525">
                  <a:solidFill>
                    <a:schemeClr val="accent6">
                      <a:lumMod val="60000"/>
                      <a:lumOff val="40000"/>
                    </a:schemeClr>
                  </a:solidFill>
                </a:ln>
                <a:solidFill>
                  <a:schemeClr val="accent6">
                    <a:lumMod val="75000"/>
                  </a:schemeClr>
                </a:solidFill>
                <a:latin typeface="Avenir Book"/>
              </a:rPr>
              <a:t> »</a:t>
            </a:r>
          </a:p>
        </p:txBody>
      </p:sp>
      <p:sp>
        <p:nvSpPr>
          <p:cNvPr id="39" name="ZoneTexte 38">
            <a:extLst>
              <a:ext uri="{FF2B5EF4-FFF2-40B4-BE49-F238E27FC236}">
                <a16:creationId xmlns:a16="http://schemas.microsoft.com/office/drawing/2014/main" id="{D96E2FA5-EB06-2270-A123-675BF70AA470}"/>
              </a:ext>
            </a:extLst>
          </p:cNvPr>
          <p:cNvSpPr txBox="1"/>
          <p:nvPr/>
        </p:nvSpPr>
        <p:spPr>
          <a:xfrm>
            <a:off x="823385" y="1505285"/>
            <a:ext cx="2363151" cy="684803"/>
          </a:xfrm>
          <a:prstGeom prst="rect">
            <a:avLst/>
          </a:prstGeom>
          <a:noFill/>
        </p:spPr>
        <p:txBody>
          <a:bodyPr wrap="square" rtlCol="0">
            <a:spAutoFit/>
          </a:bodyPr>
          <a:lstStyle>
            <a:lvl1pPr indent="0">
              <a:lnSpc>
                <a:spcPct val="90000"/>
              </a:lnSpc>
              <a:spcBef>
                <a:spcPts val="1000"/>
              </a:spcBef>
              <a:buFont typeface="Arial" panose="020B0604020202020204" pitchFamily="34" charset="0"/>
              <a:buNone/>
              <a:defRPr lang="fr-FR" sz="1400" dirty="0" smtClean="0">
                <a:solidFill>
                  <a:srgbClr val="096D6D"/>
                </a:solidFill>
                <a:latin typeface="Avenir Book" panose="02000503020000020003" pitchFamily="2"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70000"/>
              </a:lnSpc>
            </a:pPr>
            <a:r>
              <a:rPr lang="fr-FR" sz="1800" dirty="0"/>
              <a:t>Raisonnement à partir des fonctions/besoins en IAM</a:t>
            </a:r>
          </a:p>
        </p:txBody>
      </p:sp>
    </p:spTree>
    <p:extLst>
      <p:ext uri="{BB962C8B-B14F-4D97-AF65-F5344CB8AC3E}">
        <p14:creationId xmlns:p14="http://schemas.microsoft.com/office/powerpoint/2010/main" val="28359052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91A4F-A1CD-8BAD-098A-50E575E7EC3D}"/>
            </a:ext>
          </a:extLst>
        </p:cNvPr>
        <p:cNvGrpSpPr/>
        <p:nvPr/>
      </p:nvGrpSpPr>
      <p:grpSpPr>
        <a:xfrm>
          <a:off x="0" y="0"/>
          <a:ext cx="0" cy="0"/>
          <a:chOff x="0" y="0"/>
          <a:chExt cx="0" cy="0"/>
        </a:xfrm>
      </p:grpSpPr>
      <p:sp>
        <p:nvSpPr>
          <p:cNvPr id="5" name="Titre 4">
            <a:extLst>
              <a:ext uri="{FF2B5EF4-FFF2-40B4-BE49-F238E27FC236}">
                <a16:creationId xmlns:a16="http://schemas.microsoft.com/office/drawing/2014/main" id="{76045775-7C2B-4465-2DF9-48AE67E39B47}"/>
              </a:ext>
            </a:extLst>
          </p:cNvPr>
          <p:cNvSpPr>
            <a:spLocks noGrp="1"/>
          </p:cNvSpPr>
          <p:nvPr>
            <p:ph type="title"/>
          </p:nvPr>
        </p:nvSpPr>
        <p:spPr>
          <a:noFill/>
        </p:spPr>
        <p:txBody>
          <a:bodyPr wrap="square" rtlCol="0">
            <a:spAutoFit/>
          </a:bodyPr>
          <a:lstStyle/>
          <a:p>
            <a:r>
              <a:rPr lang="fr-FR" dirty="0"/>
              <a:t>Détail du positionnement fonctionnel</a:t>
            </a:r>
          </a:p>
        </p:txBody>
      </p:sp>
      <p:sp>
        <p:nvSpPr>
          <p:cNvPr id="6" name="Espace réservé du texte 5">
            <a:extLst>
              <a:ext uri="{FF2B5EF4-FFF2-40B4-BE49-F238E27FC236}">
                <a16:creationId xmlns:a16="http://schemas.microsoft.com/office/drawing/2014/main" id="{B61DC76E-5AEA-C4CE-84F8-06B702CC2AE6}"/>
              </a:ext>
            </a:extLst>
          </p:cNvPr>
          <p:cNvSpPr>
            <a:spLocks noGrp="1"/>
          </p:cNvSpPr>
          <p:nvPr>
            <p:ph type="body" sz="quarter" idx="10"/>
          </p:nvPr>
        </p:nvSpPr>
        <p:spPr>
          <a:xfrm>
            <a:off x="924539" y="790043"/>
            <a:ext cx="3119765" cy="286232"/>
          </a:xfrm>
          <a:noFill/>
        </p:spPr>
        <p:txBody>
          <a:bodyPr wrap="none" rtlCol="0">
            <a:spAutoFit/>
          </a:bodyPr>
          <a:lstStyle/>
          <a:p>
            <a:r>
              <a:rPr lang="fr-FR" dirty="0"/>
              <a:t>Décommissionnement de CPEOPLE et IAM</a:t>
            </a:r>
          </a:p>
        </p:txBody>
      </p:sp>
      <p:sp>
        <p:nvSpPr>
          <p:cNvPr id="7" name="Espace réservé du texte 6">
            <a:extLst>
              <a:ext uri="{FF2B5EF4-FFF2-40B4-BE49-F238E27FC236}">
                <a16:creationId xmlns:a16="http://schemas.microsoft.com/office/drawing/2014/main" id="{1FDB84BA-E12C-76BC-0D56-C3F3631686EB}"/>
              </a:ext>
            </a:extLst>
          </p:cNvPr>
          <p:cNvSpPr>
            <a:spLocks noGrp="1"/>
          </p:cNvSpPr>
          <p:nvPr>
            <p:ph type="body" sz="quarter" idx="11"/>
          </p:nvPr>
        </p:nvSpPr>
        <p:spPr>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fr-FR" dirty="0"/>
              <a:t>02</a:t>
            </a:r>
          </a:p>
        </p:txBody>
      </p:sp>
      <p:sp>
        <p:nvSpPr>
          <p:cNvPr id="30" name="ZoneTexte 29">
            <a:extLst>
              <a:ext uri="{FF2B5EF4-FFF2-40B4-BE49-F238E27FC236}">
                <a16:creationId xmlns:a16="http://schemas.microsoft.com/office/drawing/2014/main" id="{87B6ED0F-F233-8357-637D-765EF8AA36B8}"/>
              </a:ext>
            </a:extLst>
          </p:cNvPr>
          <p:cNvSpPr txBox="1"/>
          <p:nvPr>
            <p:custDataLst>
              <p:tags r:id="rId1"/>
            </p:custDataLst>
          </p:nvPr>
        </p:nvSpPr>
        <p:spPr>
          <a:xfrm>
            <a:off x="6735147" y="17417"/>
            <a:ext cx="1128834" cy="454355"/>
          </a:xfrm>
          <a:prstGeom prst="rect">
            <a:avLst/>
          </a:prstGeom>
          <a:noFill/>
        </p:spPr>
        <p:txBody>
          <a:bodyPr wrap="none" rtlCol="0">
            <a:spAutoFit/>
          </a:bodyPr>
          <a:lstStyle/>
          <a:p>
            <a:pPr algn="ctr">
              <a:lnSpc>
                <a:spcPct val="70000"/>
              </a:lnSpc>
            </a:pPr>
            <a:r>
              <a:rPr lang="fr-FR" sz="1100" b="1" dirty="0">
                <a:latin typeface="Avenir Book" panose="02000503020000020003" pitchFamily="2" charset="0"/>
              </a:rPr>
              <a:t>Détail du</a:t>
            </a:r>
          </a:p>
          <a:p>
            <a:pPr algn="ctr">
              <a:lnSpc>
                <a:spcPct val="70000"/>
              </a:lnSpc>
            </a:pPr>
            <a:r>
              <a:rPr lang="fr-FR" sz="1100" b="1" dirty="0">
                <a:latin typeface="Avenir Book" panose="02000503020000020003" pitchFamily="2" charset="0"/>
              </a:rPr>
              <a:t>Positionnement </a:t>
            </a:r>
          </a:p>
          <a:p>
            <a:pPr algn="ctr">
              <a:lnSpc>
                <a:spcPct val="70000"/>
              </a:lnSpc>
            </a:pPr>
            <a:r>
              <a:rPr lang="fr-FR" sz="1100" b="1" dirty="0">
                <a:latin typeface="Avenir Book" panose="02000503020000020003" pitchFamily="2" charset="0"/>
              </a:rPr>
              <a:t>fonctionnel</a:t>
            </a:r>
          </a:p>
        </p:txBody>
      </p:sp>
      <p:grpSp>
        <p:nvGrpSpPr>
          <p:cNvPr id="22" name="Groupe 21">
            <a:extLst>
              <a:ext uri="{FF2B5EF4-FFF2-40B4-BE49-F238E27FC236}">
                <a16:creationId xmlns:a16="http://schemas.microsoft.com/office/drawing/2014/main" id="{903E3434-B872-8464-7F58-A2B3B5C9E02A}"/>
              </a:ext>
            </a:extLst>
          </p:cNvPr>
          <p:cNvGrpSpPr>
            <a:grpSpLocks noGrp="1" noUngrp="1" noRot="1" noMove="1" noResize="1"/>
          </p:cNvGrpSpPr>
          <p:nvPr/>
        </p:nvGrpSpPr>
        <p:grpSpPr>
          <a:xfrm>
            <a:off x="757035" y="2177055"/>
            <a:ext cx="7689414" cy="3914849"/>
            <a:chOff x="374768" y="2000142"/>
            <a:chExt cx="7374548" cy="3806196"/>
          </a:xfrm>
        </p:grpSpPr>
        <p:sp>
          <p:nvSpPr>
            <p:cNvPr id="23" name="Rectangle : coins arrondis 22">
              <a:extLst>
                <a:ext uri="{FF2B5EF4-FFF2-40B4-BE49-F238E27FC236}">
                  <a16:creationId xmlns:a16="http://schemas.microsoft.com/office/drawing/2014/main" id="{E55F9BB6-4524-6667-3F3C-B50FB9C6BC59}"/>
                </a:ext>
              </a:extLst>
            </p:cNvPr>
            <p:cNvSpPr>
              <a:spLocks noGrp="1" noRot="1" noMove="1" noResize="1" noEditPoints="1" noAdjustHandles="1" noChangeArrowheads="1" noChangeShapeType="1"/>
            </p:cNvSpPr>
            <p:nvPr/>
          </p:nvSpPr>
          <p:spPr>
            <a:xfrm>
              <a:off x="5419298" y="5079466"/>
              <a:ext cx="2330018" cy="726872"/>
            </a:xfrm>
            <a:prstGeom prst="roundRect">
              <a:avLst>
                <a:gd name="adj" fmla="val 9884"/>
              </a:avLst>
            </a:prstGeom>
            <a:solidFill>
              <a:srgbClr val="00A885">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300" dirty="0">
                  <a:ln w="15875">
                    <a:solidFill>
                      <a:schemeClr val="tx1">
                        <a:alpha val="50000"/>
                      </a:schemeClr>
                    </a:solidFill>
                  </a:ln>
                  <a:solidFill>
                    <a:schemeClr val="tx1">
                      <a:alpha val="50000"/>
                    </a:schemeClr>
                  </a:solidFill>
                  <a:latin typeface="Avenir Book"/>
                </a:rPr>
                <a:t>Recherche</a:t>
              </a:r>
            </a:p>
          </p:txBody>
        </p:sp>
        <p:sp>
          <p:nvSpPr>
            <p:cNvPr id="24" name="Rectangle : coins arrondis 23">
              <a:extLst>
                <a:ext uri="{FF2B5EF4-FFF2-40B4-BE49-F238E27FC236}">
                  <a16:creationId xmlns:a16="http://schemas.microsoft.com/office/drawing/2014/main" id="{E0521A89-E618-E7B8-89A5-D08C7A420BE9}"/>
                </a:ext>
              </a:extLst>
            </p:cNvPr>
            <p:cNvSpPr>
              <a:spLocks noGrp="1" noRot="1" noMove="1" noResize="1" noEditPoints="1" noAdjustHandles="1" noChangeArrowheads="1" noChangeShapeType="1"/>
            </p:cNvSpPr>
            <p:nvPr/>
          </p:nvSpPr>
          <p:spPr>
            <a:xfrm>
              <a:off x="374768" y="5072831"/>
              <a:ext cx="2330018" cy="726872"/>
            </a:xfrm>
            <a:prstGeom prst="roundRect">
              <a:avLst>
                <a:gd name="adj" fmla="val 9884"/>
              </a:avLst>
            </a:prstGeom>
            <a:solidFill>
              <a:srgbClr val="00A885">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300" dirty="0">
                  <a:ln w="15875">
                    <a:solidFill>
                      <a:schemeClr val="tx1">
                        <a:alpha val="50000"/>
                      </a:schemeClr>
                    </a:solidFill>
                  </a:ln>
                  <a:solidFill>
                    <a:schemeClr val="tx1">
                      <a:alpha val="50000"/>
                    </a:schemeClr>
                  </a:solidFill>
                  <a:latin typeface="Avenir Book"/>
                </a:rPr>
                <a:t>Fonctionnalités</a:t>
              </a:r>
            </a:p>
            <a:p>
              <a:pPr algn="ctr">
                <a:lnSpc>
                  <a:spcPct val="65000"/>
                </a:lnSpc>
              </a:pPr>
              <a:r>
                <a:rPr lang="fr-FR" sz="1300" dirty="0">
                  <a:ln w="15875">
                    <a:solidFill>
                      <a:schemeClr val="tx1">
                        <a:alpha val="50000"/>
                      </a:schemeClr>
                    </a:solidFill>
                  </a:ln>
                  <a:solidFill>
                    <a:schemeClr val="tx1">
                      <a:alpha val="50000"/>
                    </a:schemeClr>
                  </a:solidFill>
                  <a:latin typeface="Avenir Book"/>
                </a:rPr>
                <a:t>Transverses</a:t>
              </a:r>
            </a:p>
            <a:p>
              <a:pPr algn="ctr">
                <a:lnSpc>
                  <a:spcPct val="65000"/>
                </a:lnSpc>
              </a:pPr>
              <a:r>
                <a:rPr lang="fr-FR" sz="1300" dirty="0">
                  <a:ln w="9525">
                    <a:solidFill>
                      <a:schemeClr val="tx1">
                        <a:alpha val="50000"/>
                      </a:schemeClr>
                    </a:solidFill>
                  </a:ln>
                  <a:solidFill>
                    <a:schemeClr val="tx1">
                      <a:alpha val="50000"/>
                    </a:schemeClr>
                  </a:solidFill>
                  <a:latin typeface="Avenir Book"/>
                </a:rPr>
                <a:t>(Exports, Impressions …)</a:t>
              </a:r>
            </a:p>
          </p:txBody>
        </p:sp>
        <p:sp>
          <p:nvSpPr>
            <p:cNvPr id="25" name="Rectangle : coins arrondis 24">
              <a:extLst>
                <a:ext uri="{FF2B5EF4-FFF2-40B4-BE49-F238E27FC236}">
                  <a16:creationId xmlns:a16="http://schemas.microsoft.com/office/drawing/2014/main" id="{C961D293-320B-96F2-BC8E-3B97888168FE}"/>
                </a:ext>
              </a:extLst>
            </p:cNvPr>
            <p:cNvSpPr>
              <a:spLocks noGrp="1" noRot="1" noMove="1" noResize="1" noEditPoints="1" noAdjustHandles="1" noChangeArrowheads="1" noChangeShapeType="1"/>
            </p:cNvSpPr>
            <p:nvPr/>
          </p:nvSpPr>
          <p:spPr>
            <a:xfrm>
              <a:off x="2904266" y="5072831"/>
              <a:ext cx="2330018" cy="726872"/>
            </a:xfrm>
            <a:prstGeom prst="roundRect">
              <a:avLst>
                <a:gd name="adj" fmla="val 9884"/>
              </a:avLst>
            </a:prstGeom>
            <a:solidFill>
              <a:srgbClr val="00A885">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300" dirty="0">
                  <a:ln w="15875">
                    <a:solidFill>
                      <a:schemeClr val="tx1">
                        <a:alpha val="50000"/>
                      </a:schemeClr>
                    </a:solidFill>
                  </a:ln>
                  <a:solidFill>
                    <a:schemeClr val="tx1">
                      <a:alpha val="50000"/>
                    </a:schemeClr>
                  </a:solidFill>
                  <a:latin typeface="Avenir Book"/>
                </a:rPr>
                <a:t>Administration,</a:t>
              </a:r>
            </a:p>
            <a:p>
              <a:pPr algn="ctr">
                <a:lnSpc>
                  <a:spcPct val="65000"/>
                </a:lnSpc>
              </a:pPr>
              <a:r>
                <a:rPr lang="fr-FR" sz="1300" dirty="0">
                  <a:ln w="15875">
                    <a:solidFill>
                      <a:schemeClr val="tx1">
                        <a:alpha val="50000"/>
                      </a:schemeClr>
                    </a:solidFill>
                  </a:ln>
                  <a:solidFill>
                    <a:schemeClr val="tx1">
                      <a:alpha val="50000"/>
                    </a:schemeClr>
                  </a:solidFill>
                  <a:latin typeface="Avenir Book"/>
                </a:rPr>
                <a:t>Paramétrage</a:t>
              </a:r>
              <a:endParaRPr lang="fr-FR" sz="1300" dirty="0">
                <a:ln w="9525">
                  <a:solidFill>
                    <a:schemeClr val="tx1">
                      <a:alpha val="50000"/>
                    </a:schemeClr>
                  </a:solidFill>
                </a:ln>
                <a:solidFill>
                  <a:schemeClr val="tx1">
                    <a:alpha val="50000"/>
                  </a:schemeClr>
                </a:solidFill>
                <a:latin typeface="Avenir Book"/>
              </a:endParaRPr>
            </a:p>
          </p:txBody>
        </p:sp>
        <p:sp>
          <p:nvSpPr>
            <p:cNvPr id="26" name="Rectangle : coins arrondis 25">
              <a:extLst>
                <a:ext uri="{FF2B5EF4-FFF2-40B4-BE49-F238E27FC236}">
                  <a16:creationId xmlns:a16="http://schemas.microsoft.com/office/drawing/2014/main" id="{223B5857-F020-ED5B-8B2C-797D511D2371}"/>
                </a:ext>
              </a:extLst>
            </p:cNvPr>
            <p:cNvSpPr>
              <a:spLocks noGrp="1" noRot="1" noMove="1" noResize="1" noEditPoints="1" noAdjustHandles="1" noChangeArrowheads="1" noChangeShapeType="1"/>
            </p:cNvSpPr>
            <p:nvPr/>
          </p:nvSpPr>
          <p:spPr>
            <a:xfrm>
              <a:off x="2310375" y="2008330"/>
              <a:ext cx="1648854" cy="1462784"/>
            </a:xfrm>
            <a:prstGeom prst="roundRect">
              <a:avLst>
                <a:gd name="adj" fmla="val 9884"/>
              </a:avLst>
            </a:prstGeom>
            <a:solidFill>
              <a:srgbClr val="E6501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400" dirty="0">
                  <a:ln w="15875">
                    <a:solidFill>
                      <a:schemeClr val="tx1">
                        <a:alpha val="50000"/>
                      </a:schemeClr>
                    </a:solidFill>
                  </a:ln>
                  <a:solidFill>
                    <a:schemeClr val="tx1">
                      <a:alpha val="50000"/>
                    </a:schemeClr>
                  </a:solidFill>
                  <a:latin typeface="Avenir Book"/>
                </a:rPr>
                <a:t>Gestion des personnes </a:t>
              </a:r>
            </a:p>
            <a:p>
              <a:pPr algn="ctr">
                <a:lnSpc>
                  <a:spcPct val="65000"/>
                </a:lnSpc>
              </a:pPr>
              <a:r>
                <a:rPr lang="fr-FR" sz="1400" dirty="0">
                  <a:ln w="15875">
                    <a:solidFill>
                      <a:schemeClr val="tx1">
                        <a:alpha val="50000"/>
                      </a:schemeClr>
                    </a:solidFill>
                  </a:ln>
                  <a:solidFill>
                    <a:schemeClr val="tx1">
                      <a:alpha val="50000"/>
                    </a:schemeClr>
                  </a:solidFill>
                  <a:latin typeface="Avenir Book"/>
                </a:rPr>
                <a:t>Internes</a:t>
              </a:r>
            </a:p>
          </p:txBody>
        </p:sp>
        <p:sp>
          <p:nvSpPr>
            <p:cNvPr id="27" name="Rectangle : coins arrondis 26">
              <a:extLst>
                <a:ext uri="{FF2B5EF4-FFF2-40B4-BE49-F238E27FC236}">
                  <a16:creationId xmlns:a16="http://schemas.microsoft.com/office/drawing/2014/main" id="{CEFEA89E-FB88-93A0-A4AF-88B782EB8568}"/>
                </a:ext>
              </a:extLst>
            </p:cNvPr>
            <p:cNvSpPr>
              <a:spLocks noGrp="1" noRot="1" noMove="1" noResize="1" noEditPoints="1" noAdjustHandles="1" noChangeArrowheads="1" noChangeShapeType="1"/>
            </p:cNvSpPr>
            <p:nvPr/>
          </p:nvSpPr>
          <p:spPr>
            <a:xfrm>
              <a:off x="2310375" y="3654988"/>
              <a:ext cx="1648854" cy="1272359"/>
            </a:xfrm>
            <a:prstGeom prst="roundRect">
              <a:avLst>
                <a:gd name="adj" fmla="val 9884"/>
              </a:avLst>
            </a:prstGeom>
            <a:solidFill>
              <a:srgbClr val="E6501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400" dirty="0">
                  <a:ln w="15875">
                    <a:solidFill>
                      <a:schemeClr val="tx1">
                        <a:alpha val="50000"/>
                      </a:schemeClr>
                    </a:solidFill>
                  </a:ln>
                  <a:solidFill>
                    <a:schemeClr val="tx1">
                      <a:alpha val="50000"/>
                    </a:schemeClr>
                  </a:solidFill>
                  <a:latin typeface="Avenir Book"/>
                </a:rPr>
                <a:t>Gestion des personnes </a:t>
              </a:r>
            </a:p>
            <a:p>
              <a:pPr algn="ctr">
                <a:lnSpc>
                  <a:spcPct val="65000"/>
                </a:lnSpc>
              </a:pPr>
              <a:r>
                <a:rPr lang="fr-FR" sz="1400" dirty="0">
                  <a:ln w="15875">
                    <a:solidFill>
                      <a:schemeClr val="tx1">
                        <a:alpha val="50000"/>
                      </a:schemeClr>
                    </a:solidFill>
                  </a:ln>
                  <a:solidFill>
                    <a:schemeClr val="tx1">
                      <a:alpha val="50000"/>
                    </a:schemeClr>
                  </a:solidFill>
                  <a:latin typeface="Avenir Book"/>
                </a:rPr>
                <a:t>Externes</a:t>
              </a:r>
            </a:p>
          </p:txBody>
        </p:sp>
        <p:sp>
          <p:nvSpPr>
            <p:cNvPr id="28" name="Rectangle : coins arrondis 27">
              <a:extLst>
                <a:ext uri="{FF2B5EF4-FFF2-40B4-BE49-F238E27FC236}">
                  <a16:creationId xmlns:a16="http://schemas.microsoft.com/office/drawing/2014/main" id="{0E5F680E-21C1-0F27-5194-A2743AD78040}"/>
                </a:ext>
              </a:extLst>
            </p:cNvPr>
            <p:cNvSpPr>
              <a:spLocks noGrp="1" noRot="1" noMove="1" noResize="1" noEditPoints="1" noAdjustHandles="1" noChangeArrowheads="1" noChangeShapeType="1"/>
            </p:cNvSpPr>
            <p:nvPr/>
          </p:nvSpPr>
          <p:spPr>
            <a:xfrm>
              <a:off x="4202059" y="2008330"/>
              <a:ext cx="1648854" cy="1462784"/>
            </a:xfrm>
            <a:prstGeom prst="roundRect">
              <a:avLst>
                <a:gd name="adj" fmla="val 9884"/>
              </a:avLst>
            </a:prstGeom>
            <a:solidFill>
              <a:srgbClr val="E6501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400" dirty="0">
                  <a:ln w="15875">
                    <a:solidFill>
                      <a:schemeClr val="tx1">
                        <a:alpha val="50000"/>
                      </a:schemeClr>
                    </a:solidFill>
                  </a:ln>
                  <a:solidFill>
                    <a:schemeClr val="tx1">
                      <a:alpha val="50000"/>
                    </a:schemeClr>
                  </a:solidFill>
                  <a:latin typeface="Avenir Book"/>
                </a:rPr>
                <a:t>Gestion des</a:t>
              </a:r>
            </a:p>
            <a:p>
              <a:pPr algn="ctr">
                <a:lnSpc>
                  <a:spcPct val="65000"/>
                </a:lnSpc>
              </a:pPr>
              <a:r>
                <a:rPr lang="fr-FR" sz="1400" dirty="0">
                  <a:ln w="15875">
                    <a:solidFill>
                      <a:schemeClr val="tx1">
                        <a:alpha val="50000"/>
                      </a:schemeClr>
                    </a:solidFill>
                  </a:ln>
                  <a:solidFill>
                    <a:schemeClr val="tx1">
                      <a:alpha val="50000"/>
                    </a:schemeClr>
                  </a:solidFill>
                  <a:latin typeface="Avenir Book"/>
                </a:rPr>
                <a:t>Chantiers</a:t>
              </a:r>
            </a:p>
          </p:txBody>
        </p:sp>
        <p:sp>
          <p:nvSpPr>
            <p:cNvPr id="29" name="Rectangle : coins arrondis 28">
              <a:extLst>
                <a:ext uri="{FF2B5EF4-FFF2-40B4-BE49-F238E27FC236}">
                  <a16:creationId xmlns:a16="http://schemas.microsoft.com/office/drawing/2014/main" id="{B22891DE-8940-402E-94A4-7C2902B8A5B5}"/>
                </a:ext>
              </a:extLst>
            </p:cNvPr>
            <p:cNvSpPr>
              <a:spLocks noGrp="1" noRot="1" noMove="1" noResize="1" noEditPoints="1" noAdjustHandles="1" noChangeArrowheads="1" noChangeShapeType="1"/>
            </p:cNvSpPr>
            <p:nvPr/>
          </p:nvSpPr>
          <p:spPr>
            <a:xfrm>
              <a:off x="6080482" y="2000142"/>
              <a:ext cx="1648854" cy="1462784"/>
            </a:xfrm>
            <a:prstGeom prst="roundRect">
              <a:avLst>
                <a:gd name="adj" fmla="val 9884"/>
              </a:avLst>
            </a:prstGeom>
            <a:solidFill>
              <a:srgbClr val="E6501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400" dirty="0">
                  <a:ln w="15875">
                    <a:solidFill>
                      <a:schemeClr val="tx1">
                        <a:alpha val="50000"/>
                      </a:schemeClr>
                    </a:solidFill>
                  </a:ln>
                  <a:solidFill>
                    <a:schemeClr val="tx1">
                      <a:alpha val="50000"/>
                    </a:schemeClr>
                  </a:solidFill>
                  <a:latin typeface="Avenir Book"/>
                </a:rPr>
                <a:t>Gestion des Sites Géographiques</a:t>
              </a:r>
            </a:p>
          </p:txBody>
        </p:sp>
        <p:sp>
          <p:nvSpPr>
            <p:cNvPr id="31" name="Rectangle : coins arrondis 30">
              <a:extLst>
                <a:ext uri="{FF2B5EF4-FFF2-40B4-BE49-F238E27FC236}">
                  <a16:creationId xmlns:a16="http://schemas.microsoft.com/office/drawing/2014/main" id="{5EF27F76-6F0F-B0E6-09AF-0E472EFC313F}"/>
                </a:ext>
              </a:extLst>
            </p:cNvPr>
            <p:cNvSpPr>
              <a:spLocks noGrp="1" noRot="1" noMove="1" noResize="1" noEditPoints="1" noAdjustHandles="1" noChangeArrowheads="1" noChangeShapeType="1"/>
            </p:cNvSpPr>
            <p:nvPr/>
          </p:nvSpPr>
          <p:spPr>
            <a:xfrm>
              <a:off x="6100461" y="3690624"/>
              <a:ext cx="1648854" cy="1236723"/>
            </a:xfrm>
            <a:prstGeom prst="roundRect">
              <a:avLst>
                <a:gd name="adj" fmla="val 9884"/>
              </a:avLst>
            </a:prstGeom>
            <a:solidFill>
              <a:srgbClr val="E6501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400" dirty="0">
                  <a:ln w="15875">
                    <a:solidFill>
                      <a:schemeClr val="tx1">
                        <a:alpha val="50000"/>
                      </a:schemeClr>
                    </a:solidFill>
                  </a:ln>
                  <a:solidFill>
                    <a:schemeClr val="tx1">
                      <a:alpha val="50000"/>
                    </a:schemeClr>
                  </a:solidFill>
                  <a:latin typeface="Avenir Book"/>
                </a:rPr>
                <a:t>Gestion des Organisations</a:t>
              </a:r>
            </a:p>
          </p:txBody>
        </p:sp>
        <p:sp>
          <p:nvSpPr>
            <p:cNvPr id="32" name="Rectangle : coins arrondis 31">
              <a:extLst>
                <a:ext uri="{FF2B5EF4-FFF2-40B4-BE49-F238E27FC236}">
                  <a16:creationId xmlns:a16="http://schemas.microsoft.com/office/drawing/2014/main" id="{80551894-161E-10EE-E7D8-39DDC84CE402}"/>
                </a:ext>
              </a:extLst>
            </p:cNvPr>
            <p:cNvSpPr>
              <a:spLocks noGrp="1" noRot="1" noMove="1" noResize="1" noEditPoints="1" noAdjustHandles="1" noChangeArrowheads="1" noChangeShapeType="1"/>
            </p:cNvSpPr>
            <p:nvPr/>
          </p:nvSpPr>
          <p:spPr>
            <a:xfrm>
              <a:off x="4202059" y="3656956"/>
              <a:ext cx="1648854" cy="1270391"/>
            </a:xfrm>
            <a:prstGeom prst="roundRect">
              <a:avLst>
                <a:gd name="adj" fmla="val 9884"/>
              </a:avLst>
            </a:prstGeom>
            <a:solidFill>
              <a:srgbClr val="E6501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400" dirty="0">
                  <a:ln w="15875">
                    <a:solidFill>
                      <a:schemeClr val="tx1">
                        <a:alpha val="50000"/>
                      </a:schemeClr>
                    </a:solidFill>
                  </a:ln>
                  <a:solidFill>
                    <a:schemeClr val="tx1">
                      <a:alpha val="50000"/>
                    </a:schemeClr>
                  </a:solidFill>
                  <a:latin typeface="Avenir Book"/>
                </a:rPr>
                <a:t>Gestion des Sociétés</a:t>
              </a:r>
            </a:p>
            <a:p>
              <a:pPr algn="ctr">
                <a:lnSpc>
                  <a:spcPct val="65000"/>
                </a:lnSpc>
              </a:pPr>
              <a:r>
                <a:rPr lang="fr-FR" sz="1400" dirty="0">
                  <a:ln w="15875">
                    <a:solidFill>
                      <a:schemeClr val="tx1">
                        <a:alpha val="50000"/>
                      </a:schemeClr>
                    </a:solidFill>
                  </a:ln>
                  <a:solidFill>
                    <a:schemeClr val="tx1">
                      <a:alpha val="50000"/>
                    </a:schemeClr>
                  </a:solidFill>
                  <a:latin typeface="Avenir Book"/>
                </a:rPr>
                <a:t>Extérieures</a:t>
              </a:r>
            </a:p>
            <a:p>
              <a:pPr algn="ctr">
                <a:lnSpc>
                  <a:spcPct val="65000"/>
                </a:lnSpc>
              </a:pPr>
              <a:r>
                <a:rPr lang="fr-FR" sz="1400" dirty="0">
                  <a:ln w="15875">
                    <a:solidFill>
                      <a:schemeClr val="tx1">
                        <a:alpha val="50000"/>
                      </a:schemeClr>
                    </a:solidFill>
                  </a:ln>
                  <a:solidFill>
                    <a:schemeClr val="tx1">
                      <a:alpha val="50000"/>
                    </a:schemeClr>
                  </a:solidFill>
                  <a:latin typeface="Avenir Book"/>
                </a:rPr>
                <a:t>(Tiers)</a:t>
              </a:r>
            </a:p>
          </p:txBody>
        </p:sp>
        <p:sp>
          <p:nvSpPr>
            <p:cNvPr id="33" name="Rectangle : coins arrondis 32">
              <a:extLst>
                <a:ext uri="{FF2B5EF4-FFF2-40B4-BE49-F238E27FC236}">
                  <a16:creationId xmlns:a16="http://schemas.microsoft.com/office/drawing/2014/main" id="{96AAB3FC-1427-520B-E67B-D5E28EA6B500}"/>
                </a:ext>
              </a:extLst>
            </p:cNvPr>
            <p:cNvSpPr>
              <a:spLocks noGrp="1" noRot="1" noMove="1" noResize="1" noEditPoints="1" noAdjustHandles="1" noChangeArrowheads="1" noChangeShapeType="1"/>
            </p:cNvSpPr>
            <p:nvPr/>
          </p:nvSpPr>
          <p:spPr>
            <a:xfrm>
              <a:off x="438401" y="2015201"/>
              <a:ext cx="1648854" cy="2912146"/>
            </a:xfrm>
            <a:prstGeom prst="roundRect">
              <a:avLst>
                <a:gd name="adj" fmla="val 9884"/>
              </a:avLst>
            </a:prstGeom>
            <a:solidFill>
              <a:srgbClr val="E6501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65000"/>
                </a:lnSpc>
              </a:pPr>
              <a:r>
                <a:rPr lang="fr-FR" sz="1400" dirty="0">
                  <a:ln w="15875">
                    <a:solidFill>
                      <a:schemeClr val="tx1">
                        <a:alpha val="50000"/>
                      </a:schemeClr>
                    </a:solidFill>
                  </a:ln>
                  <a:solidFill>
                    <a:schemeClr val="tx1">
                      <a:alpha val="50000"/>
                    </a:schemeClr>
                  </a:solidFill>
                  <a:latin typeface="Avenir Book"/>
                </a:rPr>
                <a:t>Gestion</a:t>
              </a:r>
            </a:p>
            <a:p>
              <a:pPr algn="ctr">
                <a:lnSpc>
                  <a:spcPct val="65000"/>
                </a:lnSpc>
              </a:pPr>
              <a:r>
                <a:rPr lang="fr-FR" sz="1400" dirty="0">
                  <a:ln w="15875">
                    <a:solidFill>
                      <a:schemeClr val="tx1">
                        <a:alpha val="50000"/>
                      </a:schemeClr>
                    </a:solidFill>
                  </a:ln>
                  <a:solidFill>
                    <a:schemeClr val="tx1">
                      <a:alpha val="50000"/>
                    </a:schemeClr>
                  </a:solidFill>
                  <a:latin typeface="Avenir Book"/>
                </a:rPr>
                <a:t>des Groupes</a:t>
              </a:r>
            </a:p>
            <a:p>
              <a:pPr algn="ctr">
                <a:lnSpc>
                  <a:spcPct val="65000"/>
                </a:lnSpc>
              </a:pPr>
              <a:r>
                <a:rPr lang="fr-FR" sz="1400" dirty="0">
                  <a:ln w="15875">
                    <a:solidFill>
                      <a:schemeClr val="tx1">
                        <a:alpha val="50000"/>
                      </a:schemeClr>
                    </a:solidFill>
                  </a:ln>
                  <a:solidFill>
                    <a:schemeClr val="tx1">
                      <a:alpha val="50000"/>
                    </a:schemeClr>
                  </a:solidFill>
                  <a:latin typeface="Avenir Book"/>
                </a:rPr>
                <a:t>Transverses</a:t>
              </a:r>
            </a:p>
          </p:txBody>
        </p:sp>
        <p:sp>
          <p:nvSpPr>
            <p:cNvPr id="34" name="Forme libre : forme 33">
              <a:extLst>
                <a:ext uri="{FF2B5EF4-FFF2-40B4-BE49-F238E27FC236}">
                  <a16:creationId xmlns:a16="http://schemas.microsoft.com/office/drawing/2014/main" id="{F9C4C9C4-BFD1-BEB2-6F86-BB7A738ED368}"/>
                </a:ext>
              </a:extLst>
            </p:cNvPr>
            <p:cNvSpPr>
              <a:spLocks noGrp="1" noRot="1" noMove="1" noResize="1" noEditPoints="1" noAdjustHandles="1" noChangeArrowheads="1" noChangeShapeType="1"/>
            </p:cNvSpPr>
            <p:nvPr/>
          </p:nvSpPr>
          <p:spPr>
            <a:xfrm>
              <a:off x="4970907" y="3471113"/>
              <a:ext cx="139555" cy="140056"/>
            </a:xfrm>
            <a:custGeom>
              <a:avLst/>
              <a:gdLst>
                <a:gd name="connsiteX0" fmla="*/ 0 w 121444"/>
                <a:gd name="connsiteY0" fmla="*/ 96734 h 96734"/>
                <a:gd name="connsiteX1" fmla="*/ 121444 w 121444"/>
                <a:gd name="connsiteY1" fmla="*/ 1484 h 96734"/>
              </a:gdLst>
              <a:ahLst/>
              <a:cxnLst>
                <a:cxn ang="0">
                  <a:pos x="connsiteX0" y="connsiteY0"/>
                </a:cxn>
                <a:cxn ang="0">
                  <a:pos x="connsiteX1" y="connsiteY1"/>
                </a:cxn>
              </a:cxnLst>
              <a:rect l="l" t="t" r="r" b="b"/>
              <a:pathLst>
                <a:path w="121444" h="96734">
                  <a:moveTo>
                    <a:pt x="0" y="96734"/>
                  </a:moveTo>
                  <a:cubicBezTo>
                    <a:pt x="49212" y="43553"/>
                    <a:pt x="98425" y="-9628"/>
                    <a:pt x="121444" y="1484"/>
                  </a:cubicBezTo>
                </a:path>
              </a:pathLst>
            </a:custGeom>
            <a:noFill/>
            <a:ln w="12660" cap="flat">
              <a:noFill/>
              <a:prstDash val="solid"/>
              <a:miter/>
            </a:ln>
          </p:spPr>
          <p:txBody>
            <a:bodyPr rtlCol="0" anchor="ctr"/>
            <a:lstStyle/>
            <a:p>
              <a:pPr algn="ctr"/>
              <a:endParaRPr lang="fr-FR"/>
            </a:p>
          </p:txBody>
        </p:sp>
      </p:grpSp>
      <p:sp>
        <p:nvSpPr>
          <p:cNvPr id="52" name="Forme libre : forme 51">
            <a:extLst>
              <a:ext uri="{FF2B5EF4-FFF2-40B4-BE49-F238E27FC236}">
                <a16:creationId xmlns:a16="http://schemas.microsoft.com/office/drawing/2014/main" id="{47BB8A51-C578-8D2D-3FCB-088F7499E7B9}"/>
              </a:ext>
            </a:extLst>
          </p:cNvPr>
          <p:cNvSpPr/>
          <p:nvPr/>
        </p:nvSpPr>
        <p:spPr>
          <a:xfrm rot="19342551">
            <a:off x="2708640" y="1726443"/>
            <a:ext cx="6519084" cy="4821838"/>
          </a:xfrm>
          <a:custGeom>
            <a:avLst/>
            <a:gdLst>
              <a:gd name="connsiteX0" fmla="*/ 4563354 w 6519084"/>
              <a:gd name="connsiteY0" fmla="*/ 539821 h 4821838"/>
              <a:gd name="connsiteX1" fmla="*/ 5732126 w 6519084"/>
              <a:gd name="connsiteY1" fmla="*/ 1440682 h 4821838"/>
              <a:gd name="connsiteX2" fmla="*/ 5741120 w 6519084"/>
              <a:gd name="connsiteY2" fmla="*/ 1510162 h 4821838"/>
              <a:gd name="connsiteX3" fmla="*/ 5750575 w 6519084"/>
              <a:gd name="connsiteY3" fmla="*/ 1689807 h 4821838"/>
              <a:gd name="connsiteX4" fmla="*/ 5736721 w 6519084"/>
              <a:gd name="connsiteY4" fmla="*/ 1692004 h 4821838"/>
              <a:gd name="connsiteX5" fmla="*/ 6469384 w 6519084"/>
              <a:gd name="connsiteY5" fmla="*/ 2256722 h 4821838"/>
              <a:gd name="connsiteX6" fmla="*/ 6492546 w 6519084"/>
              <a:gd name="connsiteY6" fmla="*/ 2435651 h 4821838"/>
              <a:gd name="connsiteX7" fmla="*/ 5745398 w 6519084"/>
              <a:gd name="connsiteY7" fmla="*/ 3404997 h 4821838"/>
              <a:gd name="connsiteX8" fmla="*/ 5745167 w 6519084"/>
              <a:gd name="connsiteY8" fmla="*/ 3408627 h 4821838"/>
              <a:gd name="connsiteX9" fmla="*/ 5720339 w 6519084"/>
              <a:gd name="connsiteY9" fmla="*/ 3459062 h 4821838"/>
              <a:gd name="connsiteX10" fmla="*/ 4712452 w 6519084"/>
              <a:gd name="connsiteY10" fmla="*/ 4766690 h 4821838"/>
              <a:gd name="connsiteX11" fmla="*/ 4513908 w 6519084"/>
              <a:gd name="connsiteY11" fmla="*/ 4792391 h 4821838"/>
              <a:gd name="connsiteX12" fmla="*/ 3209764 w 6519084"/>
              <a:gd name="connsiteY12" fmla="*/ 3787189 h 4821838"/>
              <a:gd name="connsiteX13" fmla="*/ 3184063 w 6519084"/>
              <a:gd name="connsiteY13" fmla="*/ 3588645 h 4821838"/>
              <a:gd name="connsiteX14" fmla="*/ 3890358 w 6519084"/>
              <a:gd name="connsiteY14" fmla="*/ 2672301 h 4821838"/>
              <a:gd name="connsiteX15" fmla="*/ 3892937 w 6519084"/>
              <a:gd name="connsiteY15" fmla="*/ 2665813 h 4821838"/>
              <a:gd name="connsiteX16" fmla="*/ 3852293 w 6519084"/>
              <a:gd name="connsiteY16" fmla="*/ 2442547 h 4821838"/>
              <a:gd name="connsiteX17" fmla="*/ 3840691 w 6519084"/>
              <a:gd name="connsiteY17" fmla="*/ 2426295 h 4821838"/>
              <a:gd name="connsiteX18" fmla="*/ 3840586 w 6519084"/>
              <a:gd name="connsiteY18" fmla="*/ 2426214 h 4821838"/>
              <a:gd name="connsiteX19" fmla="*/ 3503357 w 6519084"/>
              <a:gd name="connsiteY19" fmla="*/ 2166286 h 4821838"/>
              <a:gd name="connsiteX20" fmla="*/ 2516738 w 6519084"/>
              <a:gd name="connsiteY20" fmla="*/ 1405824 h 4821838"/>
              <a:gd name="connsiteX21" fmla="*/ 2504769 w 6519084"/>
              <a:gd name="connsiteY21" fmla="*/ 1401720 h 4821838"/>
              <a:gd name="connsiteX22" fmla="*/ 2318998 w 6519084"/>
              <a:gd name="connsiteY22" fmla="*/ 1407446 h 4821838"/>
              <a:gd name="connsiteX23" fmla="*/ 2304824 w 6519084"/>
              <a:gd name="connsiteY23" fmla="*/ 1412464 h 4821838"/>
              <a:gd name="connsiteX24" fmla="*/ 1551045 w 6519084"/>
              <a:gd name="connsiteY24" fmla="*/ 2390413 h 4821838"/>
              <a:gd name="connsiteX25" fmla="*/ 1398287 w 6519084"/>
              <a:gd name="connsiteY25" fmla="*/ 2410188 h 4821838"/>
              <a:gd name="connsiteX26" fmla="*/ 42430 w 6519084"/>
              <a:gd name="connsiteY26" fmla="*/ 1365126 h 4821838"/>
              <a:gd name="connsiteX27" fmla="*/ 22656 w 6519084"/>
              <a:gd name="connsiteY27" fmla="*/ 1212369 h 4821838"/>
              <a:gd name="connsiteX28" fmla="*/ 796044 w 6519084"/>
              <a:gd name="connsiteY28" fmla="*/ 208979 h 4821838"/>
              <a:gd name="connsiteX29" fmla="*/ 948802 w 6519084"/>
              <a:gd name="connsiteY29" fmla="*/ 189204 h 4821838"/>
              <a:gd name="connsiteX30" fmla="*/ 2301200 w 6519084"/>
              <a:gd name="connsiteY30" fmla="*/ 1231600 h 4821838"/>
              <a:gd name="connsiteX31" fmla="*/ 2325351 w 6519084"/>
              <a:gd name="connsiteY31" fmla="*/ 1239377 h 4821838"/>
              <a:gd name="connsiteX32" fmla="*/ 2454160 w 6519084"/>
              <a:gd name="connsiteY32" fmla="*/ 1249157 h 4821838"/>
              <a:gd name="connsiteX33" fmla="*/ 2482291 w 6519084"/>
              <a:gd name="connsiteY33" fmla="*/ 1242955 h 4821838"/>
              <a:gd name="connsiteX34" fmla="*/ 2491127 w 6519084"/>
              <a:gd name="connsiteY34" fmla="*/ 1225007 h 4821838"/>
              <a:gd name="connsiteX35" fmla="*/ 3397024 w 6519084"/>
              <a:gd name="connsiteY35" fmla="*/ 49700 h 4821838"/>
              <a:gd name="connsiteX36" fmla="*/ 3575954 w 6519084"/>
              <a:gd name="connsiteY36" fmla="*/ 26537 h 4821838"/>
              <a:gd name="connsiteX37" fmla="*/ 4309654 w 6519084"/>
              <a:gd name="connsiteY37" fmla="*/ 592055 h 4821838"/>
              <a:gd name="connsiteX38" fmla="*/ 4302972 w 6519084"/>
              <a:gd name="connsiteY38" fmla="*/ 580042 h 4821838"/>
              <a:gd name="connsiteX39" fmla="*/ 4493873 w 6519084"/>
              <a:gd name="connsiteY39" fmla="*/ 548815 h 4821838"/>
              <a:gd name="connsiteX40" fmla="*/ 4563354 w 6519084"/>
              <a:gd name="connsiteY40" fmla="*/ 539821 h 4821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519084" h="4821838">
                <a:moveTo>
                  <a:pt x="4563354" y="539821"/>
                </a:moveTo>
                <a:lnTo>
                  <a:pt x="5732126" y="1440682"/>
                </a:lnTo>
                <a:cubicBezTo>
                  <a:pt x="5753796" y="1457384"/>
                  <a:pt x="5757823" y="1488492"/>
                  <a:pt x="5741120" y="1510162"/>
                </a:cubicBezTo>
                <a:cubicBezTo>
                  <a:pt x="5722189" y="1534983"/>
                  <a:pt x="5648919" y="1599099"/>
                  <a:pt x="5750575" y="1689807"/>
                </a:cubicBezTo>
                <a:lnTo>
                  <a:pt x="5736721" y="1692004"/>
                </a:lnTo>
                <a:lnTo>
                  <a:pt x="6469384" y="2256722"/>
                </a:lnTo>
                <a:cubicBezTo>
                  <a:pt x="6525190" y="2299736"/>
                  <a:pt x="6535560" y="2379846"/>
                  <a:pt x="6492546" y="2435651"/>
                </a:cubicBezTo>
                <a:lnTo>
                  <a:pt x="5745398" y="3404997"/>
                </a:lnTo>
                <a:lnTo>
                  <a:pt x="5745167" y="3408627"/>
                </a:lnTo>
                <a:cubicBezTo>
                  <a:pt x="5740502" y="3426415"/>
                  <a:pt x="5732272" y="3443581"/>
                  <a:pt x="5720339" y="3459062"/>
                </a:cubicBezTo>
                <a:lnTo>
                  <a:pt x="4712452" y="4766690"/>
                </a:lnTo>
                <a:cubicBezTo>
                  <a:pt x="4664723" y="4828613"/>
                  <a:pt x="4575832" y="4840120"/>
                  <a:pt x="4513908" y="4792391"/>
                </a:cubicBezTo>
                <a:lnTo>
                  <a:pt x="3209764" y="3787189"/>
                </a:lnTo>
                <a:cubicBezTo>
                  <a:pt x="3147841" y="3739460"/>
                  <a:pt x="3136334" y="3650569"/>
                  <a:pt x="3184063" y="3588645"/>
                </a:cubicBezTo>
                <a:lnTo>
                  <a:pt x="3890358" y="2672301"/>
                </a:lnTo>
                <a:lnTo>
                  <a:pt x="3892937" y="2665813"/>
                </a:lnTo>
                <a:cubicBezTo>
                  <a:pt x="3907012" y="2591637"/>
                  <a:pt x="3891892" y="2516004"/>
                  <a:pt x="3852293" y="2442547"/>
                </a:cubicBezTo>
                <a:lnTo>
                  <a:pt x="3840691" y="2426295"/>
                </a:lnTo>
                <a:lnTo>
                  <a:pt x="3840586" y="2426214"/>
                </a:lnTo>
                <a:lnTo>
                  <a:pt x="3503357" y="2166286"/>
                </a:lnTo>
                <a:lnTo>
                  <a:pt x="2516738" y="1405824"/>
                </a:lnTo>
                <a:lnTo>
                  <a:pt x="2504769" y="1401720"/>
                </a:lnTo>
                <a:cubicBezTo>
                  <a:pt x="2445244" y="1385085"/>
                  <a:pt x="2393047" y="1384295"/>
                  <a:pt x="2318998" y="1407446"/>
                </a:cubicBezTo>
                <a:lnTo>
                  <a:pt x="2304824" y="1412464"/>
                </a:lnTo>
                <a:lnTo>
                  <a:pt x="1551045" y="2390413"/>
                </a:lnTo>
                <a:cubicBezTo>
                  <a:pt x="1514323" y="2438056"/>
                  <a:pt x="1445930" y="2446910"/>
                  <a:pt x="1398287" y="2410188"/>
                </a:cubicBezTo>
                <a:lnTo>
                  <a:pt x="42430" y="1365126"/>
                </a:lnTo>
                <a:cubicBezTo>
                  <a:pt x="-5213" y="1328404"/>
                  <a:pt x="-14066" y="1260012"/>
                  <a:pt x="22656" y="1212369"/>
                </a:cubicBezTo>
                <a:lnTo>
                  <a:pt x="796044" y="208979"/>
                </a:lnTo>
                <a:cubicBezTo>
                  <a:pt x="832766" y="161336"/>
                  <a:pt x="901158" y="152482"/>
                  <a:pt x="948802" y="189204"/>
                </a:cubicBezTo>
                <a:lnTo>
                  <a:pt x="2301200" y="1231600"/>
                </a:lnTo>
                <a:lnTo>
                  <a:pt x="2325351" y="1239377"/>
                </a:lnTo>
                <a:cubicBezTo>
                  <a:pt x="2380071" y="1254273"/>
                  <a:pt x="2418378" y="1254720"/>
                  <a:pt x="2454160" y="1249157"/>
                </a:cubicBezTo>
                <a:lnTo>
                  <a:pt x="2482291" y="1242955"/>
                </a:lnTo>
                <a:lnTo>
                  <a:pt x="2491127" y="1225007"/>
                </a:lnTo>
                <a:lnTo>
                  <a:pt x="3397024" y="49700"/>
                </a:lnTo>
                <a:cubicBezTo>
                  <a:pt x="3440038" y="-6106"/>
                  <a:pt x="3520148" y="-16476"/>
                  <a:pt x="3575954" y="26537"/>
                </a:cubicBezTo>
                <a:lnTo>
                  <a:pt x="4309654" y="592055"/>
                </a:lnTo>
                <a:lnTo>
                  <a:pt x="4302972" y="580042"/>
                </a:lnTo>
                <a:cubicBezTo>
                  <a:pt x="4456076" y="683693"/>
                  <a:pt x="4430239" y="559224"/>
                  <a:pt x="4493873" y="548815"/>
                </a:cubicBezTo>
                <a:cubicBezTo>
                  <a:pt x="4510576" y="527145"/>
                  <a:pt x="4541684" y="523118"/>
                  <a:pt x="4563354" y="539821"/>
                </a:cubicBezTo>
                <a:close/>
              </a:path>
            </a:pathLst>
          </a:custGeom>
          <a:solidFill>
            <a:schemeClr val="bg2">
              <a:lumMod val="20000"/>
              <a:lumOff val="80000"/>
              <a:alpha val="11000"/>
            </a:schemeClr>
          </a:solidFill>
          <a:ln w="12660" cap="flat">
            <a:solidFill>
              <a:schemeClr val="tx1"/>
            </a:solidFill>
            <a:prstDash val="sysDash"/>
            <a:miter/>
          </a:ln>
        </p:spPr>
        <p:txBody>
          <a:bodyPr wrap="square" rtlCol="0" anchor="ctr">
            <a:noAutofit/>
          </a:bodyPr>
          <a:lstStyle/>
          <a:p>
            <a:endParaRPr lang="fr-FR">
              <a:solidFill>
                <a:schemeClr val="tx1"/>
              </a:solidFill>
            </a:endParaRPr>
          </a:p>
        </p:txBody>
      </p:sp>
      <p:sp>
        <p:nvSpPr>
          <p:cNvPr id="51" name="ZoneTexte 50">
            <a:extLst>
              <a:ext uri="{FF2B5EF4-FFF2-40B4-BE49-F238E27FC236}">
                <a16:creationId xmlns:a16="http://schemas.microsoft.com/office/drawing/2014/main" id="{39526903-57E4-F4F3-31A6-6589FB96C17C}"/>
              </a:ext>
            </a:extLst>
          </p:cNvPr>
          <p:cNvSpPr txBox="1"/>
          <p:nvPr/>
        </p:nvSpPr>
        <p:spPr>
          <a:xfrm>
            <a:off x="5694925" y="1903023"/>
            <a:ext cx="1796378" cy="204223"/>
          </a:xfrm>
          <a:prstGeom prst="rect">
            <a:avLst/>
          </a:prstGeom>
          <a:noFill/>
        </p:spPr>
        <p:txBody>
          <a:bodyPr wrap="square" lIns="0" tIns="0" rIns="0" bIns="0" rtlCol="0">
            <a:spAutoFit/>
          </a:bodyPr>
          <a:lstStyle/>
          <a:p>
            <a:pPr algn="ctr">
              <a:lnSpc>
                <a:spcPct val="60000"/>
              </a:lnSpc>
            </a:pPr>
            <a:r>
              <a:rPr lang="fr-FR" sz="1050" spc="-50" dirty="0">
                <a:ln w="3175">
                  <a:solidFill>
                    <a:schemeClr val="tx1"/>
                  </a:solidFill>
                </a:ln>
                <a:latin typeface="Avenir Book"/>
              </a:rPr>
              <a:t>Master Data Management</a:t>
            </a:r>
          </a:p>
          <a:p>
            <a:pPr algn="ctr">
              <a:lnSpc>
                <a:spcPct val="60000"/>
              </a:lnSpc>
            </a:pPr>
            <a:r>
              <a:rPr lang="fr-FR" sz="1050" spc="-50" dirty="0">
                <a:ln w="3175">
                  <a:solidFill>
                    <a:schemeClr val="tx1"/>
                  </a:solidFill>
                </a:ln>
                <a:latin typeface="Avenir Book"/>
              </a:rPr>
              <a:t>(Projet MDM)</a:t>
            </a:r>
          </a:p>
        </p:txBody>
      </p:sp>
      <p:sp>
        <p:nvSpPr>
          <p:cNvPr id="53" name="Titre 4">
            <a:extLst>
              <a:ext uri="{FF2B5EF4-FFF2-40B4-BE49-F238E27FC236}">
                <a16:creationId xmlns:a16="http://schemas.microsoft.com/office/drawing/2014/main" id="{17C4DB5E-8A29-AB3E-D788-ADD7E0E794C6}"/>
              </a:ext>
            </a:extLst>
          </p:cNvPr>
          <p:cNvSpPr txBox="1">
            <a:spLocks/>
          </p:cNvSpPr>
          <p:nvPr/>
        </p:nvSpPr>
        <p:spPr>
          <a:xfrm>
            <a:off x="8685819" y="2774390"/>
            <a:ext cx="3076151" cy="1456040"/>
          </a:xfrm>
          <a:prstGeom prst="rect">
            <a:avLst/>
          </a:prstGeom>
        </p:spPr>
        <p:txBody>
          <a:bodyPr vert="horz" wrap="square" lIns="91440" tIns="45720" rIns="91440" bIns="45720" rtlCol="0" anchor="t" anchorCtr="0">
            <a:spAutoFit/>
          </a:bodyPr>
          <a:lstStyle>
            <a:lvl1pPr algn="l" defTabSz="914400" rtl="0" eaLnBrk="1" latinLnBrk="0" hangingPunct="1">
              <a:lnSpc>
                <a:spcPct val="90000"/>
              </a:lnSpc>
              <a:spcBef>
                <a:spcPct val="0"/>
              </a:spcBef>
              <a:buNone/>
              <a:defRPr sz="3600" b="0" kern="1200">
                <a:solidFill>
                  <a:schemeClr val="accent3"/>
                </a:solidFill>
                <a:latin typeface="+mj-lt"/>
                <a:ea typeface="+mj-ea"/>
                <a:cs typeface="+mj-cs"/>
              </a:defRPr>
            </a:lvl1pPr>
          </a:lstStyle>
          <a:p>
            <a:pPr marL="296550" indent="-285750">
              <a:lnSpc>
                <a:spcPct val="65000"/>
              </a:lnSpc>
              <a:spcAft>
                <a:spcPts val="600"/>
              </a:spcAft>
              <a:buBlip>
                <a:blip r:embed="rId3"/>
              </a:buBlip>
            </a:pPr>
            <a:r>
              <a:rPr lang="en-US" sz="1200" dirty="0">
                <a:ln w="9525">
                  <a:solidFill>
                    <a:schemeClr val="tx1"/>
                  </a:solidFill>
                </a:ln>
                <a:solidFill>
                  <a:schemeClr val="tx1"/>
                </a:solidFill>
                <a:latin typeface="Avenir Book"/>
              </a:rPr>
              <a:t>Employee</a:t>
            </a:r>
            <a:r>
              <a:rPr lang="fr-FR" sz="1200" dirty="0">
                <a:ln w="9525">
                  <a:solidFill>
                    <a:schemeClr val="tx1"/>
                  </a:solidFill>
                </a:ln>
                <a:solidFill>
                  <a:schemeClr val="tx1"/>
                </a:solidFill>
                <a:latin typeface="Avenir Book"/>
              </a:rPr>
              <a:t> Central</a:t>
            </a:r>
            <a:r>
              <a:rPr lang="fr-FR" sz="1200" dirty="0">
                <a:ln w="9525">
                  <a:solidFill>
                    <a:schemeClr val="accent6">
                      <a:lumMod val="60000"/>
                      <a:lumOff val="40000"/>
                    </a:schemeClr>
                  </a:solidFill>
                </a:ln>
                <a:solidFill>
                  <a:schemeClr val="accent6">
                    <a:lumMod val="75000"/>
                  </a:schemeClr>
                </a:solidFill>
                <a:latin typeface="Avenir Book"/>
              </a:rPr>
              <a:t> peut alimenter l’IAM pour l’objet « </a:t>
            </a:r>
            <a:r>
              <a:rPr lang="fr-FR" sz="1200" dirty="0">
                <a:ln w="9525">
                  <a:solidFill>
                    <a:schemeClr val="tx1"/>
                  </a:solidFill>
                </a:ln>
                <a:solidFill>
                  <a:schemeClr val="tx1"/>
                </a:solidFill>
                <a:latin typeface="Avenir Book"/>
              </a:rPr>
              <a:t>Personne Interne</a:t>
            </a:r>
            <a:r>
              <a:rPr lang="fr-FR" sz="1200" dirty="0">
                <a:ln w="9525">
                  <a:solidFill>
                    <a:schemeClr val="accent6">
                      <a:lumMod val="60000"/>
                      <a:lumOff val="40000"/>
                    </a:schemeClr>
                  </a:solidFill>
                </a:ln>
                <a:solidFill>
                  <a:schemeClr val="accent6">
                    <a:lumMod val="75000"/>
                  </a:schemeClr>
                </a:solidFill>
                <a:latin typeface="Avenir Book"/>
              </a:rPr>
              <a:t> »</a:t>
            </a:r>
          </a:p>
          <a:p>
            <a:pPr marL="296550" indent="-285750">
              <a:lnSpc>
                <a:spcPct val="65000"/>
              </a:lnSpc>
              <a:spcAft>
                <a:spcPts val="600"/>
              </a:spcAft>
              <a:buBlip>
                <a:blip r:embed="rId3"/>
              </a:buBlip>
            </a:pPr>
            <a:r>
              <a:rPr lang="fr-FR" sz="1200" dirty="0">
                <a:ln w="9525">
                  <a:solidFill>
                    <a:schemeClr val="accent6">
                      <a:lumMod val="60000"/>
                      <a:lumOff val="40000"/>
                    </a:schemeClr>
                  </a:solidFill>
                </a:ln>
                <a:solidFill>
                  <a:schemeClr val="accent6">
                    <a:lumMod val="75000"/>
                  </a:schemeClr>
                </a:solidFill>
                <a:latin typeface="Avenir Book"/>
              </a:rPr>
              <a:t>Le MDM (le projet) est la source de vérité et référentiel des </a:t>
            </a:r>
            <a:r>
              <a:rPr lang="fr-FR" sz="1200" dirty="0">
                <a:ln w="9525">
                  <a:solidFill>
                    <a:schemeClr val="tx1"/>
                  </a:solidFill>
                </a:ln>
                <a:solidFill>
                  <a:schemeClr val="tx1"/>
                </a:solidFill>
                <a:latin typeface="Avenir Book"/>
              </a:rPr>
              <a:t>personnes Externes</a:t>
            </a:r>
            <a:r>
              <a:rPr lang="fr-FR" sz="1200" dirty="0">
                <a:ln w="9525">
                  <a:solidFill>
                    <a:schemeClr val="accent6">
                      <a:lumMod val="60000"/>
                      <a:lumOff val="40000"/>
                    </a:schemeClr>
                  </a:solidFill>
                </a:ln>
                <a:solidFill>
                  <a:schemeClr val="accent6">
                    <a:lumMod val="75000"/>
                  </a:schemeClr>
                </a:solidFill>
                <a:latin typeface="Avenir Book"/>
              </a:rPr>
              <a:t>. C’est donc le MDM qui sera la source du provisionnement de cette donnée.</a:t>
            </a:r>
          </a:p>
          <a:p>
            <a:pPr marL="296550" indent="-285750">
              <a:lnSpc>
                <a:spcPct val="65000"/>
              </a:lnSpc>
              <a:spcAft>
                <a:spcPts val="600"/>
              </a:spcAft>
              <a:buBlip>
                <a:blip r:embed="rId3"/>
              </a:buBlip>
            </a:pPr>
            <a:r>
              <a:rPr lang="fr-FR" sz="1200" dirty="0">
                <a:ln w="9525">
                  <a:solidFill>
                    <a:schemeClr val="accent6">
                      <a:lumMod val="60000"/>
                      <a:lumOff val="40000"/>
                    </a:schemeClr>
                  </a:solidFill>
                </a:ln>
                <a:solidFill>
                  <a:schemeClr val="accent6">
                    <a:lumMod val="75000"/>
                  </a:schemeClr>
                </a:solidFill>
                <a:latin typeface="Avenir Book"/>
              </a:rPr>
              <a:t>Le MDM est bien le référentiel pour les objets </a:t>
            </a:r>
            <a:r>
              <a:rPr lang="fr-FR" sz="1200" dirty="0">
                <a:ln w="9525">
                  <a:solidFill>
                    <a:schemeClr val="tx1"/>
                  </a:solidFill>
                </a:ln>
                <a:solidFill>
                  <a:schemeClr val="tx1"/>
                </a:solidFill>
                <a:latin typeface="Avenir Book"/>
              </a:rPr>
              <a:t>Projet</a:t>
            </a:r>
            <a:r>
              <a:rPr lang="fr-FR" sz="1200" dirty="0">
                <a:ln w="9525">
                  <a:solidFill>
                    <a:schemeClr val="accent6">
                      <a:lumMod val="60000"/>
                      <a:lumOff val="40000"/>
                    </a:schemeClr>
                  </a:solidFill>
                </a:ln>
                <a:solidFill>
                  <a:schemeClr val="accent6">
                    <a:lumMod val="75000"/>
                  </a:schemeClr>
                </a:solidFill>
                <a:latin typeface="Avenir Book"/>
              </a:rPr>
              <a:t>, </a:t>
            </a:r>
            <a:r>
              <a:rPr lang="fr-FR" sz="1200" dirty="0">
                <a:ln w="9525">
                  <a:solidFill>
                    <a:schemeClr val="tx1"/>
                  </a:solidFill>
                </a:ln>
                <a:solidFill>
                  <a:schemeClr val="tx1"/>
                </a:solidFill>
                <a:latin typeface="Avenir Book"/>
              </a:rPr>
              <a:t>Chantier</a:t>
            </a:r>
            <a:r>
              <a:rPr lang="fr-FR" sz="1200" dirty="0">
                <a:ln w="9525">
                  <a:solidFill>
                    <a:schemeClr val="accent6">
                      <a:lumMod val="60000"/>
                      <a:lumOff val="40000"/>
                    </a:schemeClr>
                  </a:solidFill>
                </a:ln>
                <a:solidFill>
                  <a:schemeClr val="accent6">
                    <a:lumMod val="75000"/>
                  </a:schemeClr>
                </a:solidFill>
                <a:latin typeface="Avenir Book"/>
              </a:rPr>
              <a:t> et plus tard, pour les </a:t>
            </a:r>
            <a:r>
              <a:rPr lang="fr-FR" sz="1200" dirty="0">
                <a:ln w="9525">
                  <a:solidFill>
                    <a:schemeClr val="tx1"/>
                  </a:solidFill>
                </a:ln>
                <a:solidFill>
                  <a:schemeClr val="tx1"/>
                </a:solidFill>
                <a:latin typeface="Avenir Book"/>
              </a:rPr>
              <a:t>Sites</a:t>
            </a:r>
            <a:r>
              <a:rPr lang="fr-FR" sz="1200" dirty="0">
                <a:ln w="9525">
                  <a:solidFill>
                    <a:schemeClr val="accent6">
                      <a:lumMod val="60000"/>
                      <a:lumOff val="40000"/>
                    </a:schemeClr>
                  </a:solidFill>
                </a:ln>
                <a:solidFill>
                  <a:schemeClr val="accent6">
                    <a:lumMod val="75000"/>
                  </a:schemeClr>
                </a:solidFill>
                <a:latin typeface="Avenir Book"/>
              </a:rPr>
              <a:t> (associés aux Chantiers). Il le sera aussi pour l’objet </a:t>
            </a:r>
            <a:r>
              <a:rPr lang="fr-FR" sz="1200" dirty="0">
                <a:ln w="9525">
                  <a:solidFill>
                    <a:schemeClr val="tx1"/>
                  </a:solidFill>
                </a:ln>
                <a:solidFill>
                  <a:schemeClr val="tx1"/>
                </a:solidFill>
                <a:latin typeface="Avenir Book"/>
              </a:rPr>
              <a:t>Organisation</a:t>
            </a:r>
            <a:r>
              <a:rPr lang="fr-FR" sz="1200" dirty="0">
                <a:ln w="9525">
                  <a:solidFill>
                    <a:schemeClr val="accent6">
                      <a:lumMod val="60000"/>
                      <a:lumOff val="40000"/>
                    </a:schemeClr>
                  </a:solidFill>
                </a:ln>
                <a:solidFill>
                  <a:schemeClr val="accent6">
                    <a:lumMod val="75000"/>
                  </a:schemeClr>
                </a:solidFill>
                <a:latin typeface="Avenir Book"/>
              </a:rPr>
              <a:t>.</a:t>
            </a:r>
          </a:p>
        </p:txBody>
      </p:sp>
      <p:sp>
        <p:nvSpPr>
          <p:cNvPr id="54" name="Titre 4">
            <a:extLst>
              <a:ext uri="{FF2B5EF4-FFF2-40B4-BE49-F238E27FC236}">
                <a16:creationId xmlns:a16="http://schemas.microsoft.com/office/drawing/2014/main" id="{E810A91D-660C-B940-3FEE-7E5E0B81813D}"/>
              </a:ext>
            </a:extLst>
          </p:cNvPr>
          <p:cNvSpPr txBox="1">
            <a:spLocks/>
          </p:cNvSpPr>
          <p:nvPr/>
        </p:nvSpPr>
        <p:spPr>
          <a:xfrm>
            <a:off x="8685819" y="2242385"/>
            <a:ext cx="3170106" cy="541046"/>
          </a:xfrm>
          <a:prstGeom prst="rect">
            <a:avLst/>
          </a:prstGeom>
        </p:spPr>
        <p:txBody>
          <a:bodyPr vert="horz" wrap="square" lIns="91440" tIns="45720" rIns="91440" bIns="45720" rtlCol="0" anchor="t" anchorCtr="0">
            <a:spAutoFit/>
          </a:bodyPr>
          <a:lstStyle>
            <a:lvl1pPr algn="l" defTabSz="914400" rtl="0" eaLnBrk="1" latinLnBrk="0" hangingPunct="1">
              <a:lnSpc>
                <a:spcPct val="90000"/>
              </a:lnSpc>
              <a:spcBef>
                <a:spcPct val="0"/>
              </a:spcBef>
              <a:buNone/>
              <a:defRPr sz="3600" b="0" kern="1200">
                <a:solidFill>
                  <a:schemeClr val="accent3"/>
                </a:solidFill>
                <a:latin typeface="+mj-lt"/>
                <a:ea typeface="+mj-ea"/>
                <a:cs typeface="+mj-cs"/>
              </a:defRPr>
            </a:lvl1pPr>
          </a:lstStyle>
          <a:p>
            <a:pPr>
              <a:lnSpc>
                <a:spcPct val="80000"/>
              </a:lnSpc>
            </a:pPr>
            <a:r>
              <a:rPr lang="fr-FR" sz="1800" i="1" dirty="0">
                <a:ln w="19050">
                  <a:solidFill>
                    <a:srgbClr val="E65012"/>
                  </a:solidFill>
                </a:ln>
              </a:rPr>
              <a:t>Hypothèses de construction d’une solution de MVP : </a:t>
            </a:r>
          </a:p>
        </p:txBody>
      </p:sp>
      <p:sp>
        <p:nvSpPr>
          <p:cNvPr id="55" name="Titre 4">
            <a:extLst>
              <a:ext uri="{FF2B5EF4-FFF2-40B4-BE49-F238E27FC236}">
                <a16:creationId xmlns:a16="http://schemas.microsoft.com/office/drawing/2014/main" id="{F0135263-9666-9029-658D-054D3AB31645}"/>
              </a:ext>
            </a:extLst>
          </p:cNvPr>
          <p:cNvSpPr txBox="1">
            <a:spLocks/>
          </p:cNvSpPr>
          <p:nvPr/>
        </p:nvSpPr>
        <p:spPr>
          <a:xfrm>
            <a:off x="757035" y="6144307"/>
            <a:ext cx="6205685" cy="383503"/>
          </a:xfrm>
          <a:prstGeom prst="rect">
            <a:avLst/>
          </a:prstGeom>
        </p:spPr>
        <p:txBody>
          <a:bodyPr vert="horz" wrap="square" lIns="91440" tIns="45720" rIns="91440" bIns="45720" rtlCol="0" anchor="t" anchorCtr="0">
            <a:spAutoFit/>
          </a:bodyPr>
          <a:lstStyle>
            <a:lvl1pPr algn="l" defTabSz="914400" rtl="0" eaLnBrk="1" latinLnBrk="0" hangingPunct="1">
              <a:lnSpc>
                <a:spcPct val="90000"/>
              </a:lnSpc>
              <a:spcBef>
                <a:spcPct val="0"/>
              </a:spcBef>
              <a:buNone/>
              <a:defRPr sz="3600" b="0" kern="1200">
                <a:solidFill>
                  <a:schemeClr val="accent3"/>
                </a:solidFill>
                <a:latin typeface="+mj-lt"/>
                <a:ea typeface="+mj-ea"/>
                <a:cs typeface="+mj-cs"/>
              </a:defRPr>
            </a:lvl1pPr>
          </a:lstStyle>
          <a:p>
            <a:pPr marL="10800">
              <a:lnSpc>
                <a:spcPct val="65000"/>
              </a:lnSpc>
              <a:spcAft>
                <a:spcPts val="600"/>
              </a:spcAft>
            </a:pPr>
            <a:r>
              <a:rPr lang="fr-FR" sz="1400" dirty="0">
                <a:ln w="9525">
                  <a:solidFill>
                    <a:srgbClr val="00A885">
                      <a:alpha val="70000"/>
                    </a:srgbClr>
                  </a:solidFill>
                </a:ln>
                <a:solidFill>
                  <a:srgbClr val="00A885">
                    <a:alpha val="70000"/>
                  </a:srgbClr>
                </a:solidFill>
                <a:latin typeface="Avenir Book"/>
              </a:rPr>
              <a:t>Ces fonctions sont transverses. On ne recherche pas d’équivalent car elles sont généralement natives pour toutes solutions d’IAM</a:t>
            </a:r>
          </a:p>
        </p:txBody>
      </p:sp>
      <p:sp>
        <p:nvSpPr>
          <p:cNvPr id="57" name="ZoneTexte 56">
            <a:extLst>
              <a:ext uri="{FF2B5EF4-FFF2-40B4-BE49-F238E27FC236}">
                <a16:creationId xmlns:a16="http://schemas.microsoft.com/office/drawing/2014/main" id="{A98DAA5C-6E08-1FDA-05C0-43A582F902BF}"/>
              </a:ext>
            </a:extLst>
          </p:cNvPr>
          <p:cNvSpPr txBox="1"/>
          <p:nvPr/>
        </p:nvSpPr>
        <p:spPr>
          <a:xfrm>
            <a:off x="811777" y="1403399"/>
            <a:ext cx="3316878" cy="684803"/>
          </a:xfrm>
          <a:prstGeom prst="rect">
            <a:avLst/>
          </a:prstGeom>
          <a:noFill/>
        </p:spPr>
        <p:txBody>
          <a:bodyPr wrap="square" rtlCol="0">
            <a:spAutoFit/>
          </a:bodyPr>
          <a:lstStyle>
            <a:lvl1pPr indent="0">
              <a:lnSpc>
                <a:spcPct val="90000"/>
              </a:lnSpc>
              <a:spcBef>
                <a:spcPts val="1000"/>
              </a:spcBef>
              <a:buFont typeface="Arial" panose="020B0604020202020204" pitchFamily="34" charset="0"/>
              <a:buNone/>
              <a:defRPr lang="fr-FR" sz="1400" dirty="0" smtClean="0">
                <a:solidFill>
                  <a:srgbClr val="096D6D"/>
                </a:solidFill>
                <a:latin typeface="Avenir Book" panose="02000503020000020003" pitchFamily="2"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70000"/>
              </a:lnSpc>
            </a:pPr>
            <a:r>
              <a:rPr lang="fr-FR" sz="1800" dirty="0"/>
              <a:t>Les fonctions couvertes dans CPEOPLE sont remplacées par les fonctions du MVP de l’IAM</a:t>
            </a:r>
          </a:p>
        </p:txBody>
      </p:sp>
    </p:spTree>
    <p:extLst>
      <p:ext uri="{BB962C8B-B14F-4D97-AF65-F5344CB8AC3E}">
        <p14:creationId xmlns:p14="http://schemas.microsoft.com/office/powerpoint/2010/main" val="9505240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E492B-28E7-624D-3BFE-AB8B93038983}"/>
            </a:ext>
          </a:extLst>
        </p:cNvPr>
        <p:cNvGrpSpPr/>
        <p:nvPr/>
      </p:nvGrpSpPr>
      <p:grpSpPr>
        <a:xfrm>
          <a:off x="0" y="0"/>
          <a:ext cx="0" cy="0"/>
          <a:chOff x="0" y="0"/>
          <a:chExt cx="0" cy="0"/>
        </a:xfrm>
      </p:grpSpPr>
      <p:sp>
        <p:nvSpPr>
          <p:cNvPr id="192" name="Forme libre : forme 191">
            <a:extLst>
              <a:ext uri="{FF2B5EF4-FFF2-40B4-BE49-F238E27FC236}">
                <a16:creationId xmlns:a16="http://schemas.microsoft.com/office/drawing/2014/main" id="{48815717-C2D9-6D1F-D616-2A86EB30C419}"/>
              </a:ext>
            </a:extLst>
          </p:cNvPr>
          <p:cNvSpPr/>
          <p:nvPr/>
        </p:nvSpPr>
        <p:spPr>
          <a:xfrm>
            <a:off x="9515733" y="1195766"/>
            <a:ext cx="2538262" cy="5409363"/>
          </a:xfrm>
          <a:custGeom>
            <a:avLst/>
            <a:gdLst>
              <a:gd name="connsiteX0" fmla="*/ 93991 w 2538262"/>
              <a:gd name="connsiteY0" fmla="*/ 0 h 5409363"/>
              <a:gd name="connsiteX1" fmla="*/ 2451970 w 2538262"/>
              <a:gd name="connsiteY1" fmla="*/ 0 h 5409363"/>
              <a:gd name="connsiteX2" fmla="*/ 2538262 w 2538262"/>
              <a:gd name="connsiteY2" fmla="*/ 113824 h 5409363"/>
              <a:gd name="connsiteX3" fmla="*/ 2538262 w 2538262"/>
              <a:gd name="connsiteY3" fmla="*/ 4562891 h 5409363"/>
              <a:gd name="connsiteX4" fmla="*/ 1889963 w 2538262"/>
              <a:gd name="connsiteY4" fmla="*/ 4562891 h 5409363"/>
              <a:gd name="connsiteX5" fmla="*/ 1694597 w 2538262"/>
              <a:gd name="connsiteY5" fmla="*/ 4758257 h 5409363"/>
              <a:gd name="connsiteX6" fmla="*/ 1694597 w 2538262"/>
              <a:gd name="connsiteY6" fmla="*/ 5409363 h 5409363"/>
              <a:gd name="connsiteX7" fmla="*/ 93991 w 2538262"/>
              <a:gd name="connsiteY7" fmla="*/ 5409363 h 5409363"/>
              <a:gd name="connsiteX8" fmla="*/ 7700 w 2538262"/>
              <a:gd name="connsiteY8" fmla="*/ 5295539 h 5409363"/>
              <a:gd name="connsiteX9" fmla="*/ 8832 w 2538262"/>
              <a:gd name="connsiteY9" fmla="*/ 3822366 h 5409363"/>
              <a:gd name="connsiteX10" fmla="*/ 4322 w 2538262"/>
              <a:gd name="connsiteY10" fmla="*/ 830742 h 5409363"/>
              <a:gd name="connsiteX11" fmla="*/ 7700 w 2538262"/>
              <a:gd name="connsiteY11" fmla="*/ 113824 h 5409363"/>
              <a:gd name="connsiteX12" fmla="*/ 93991 w 2538262"/>
              <a:gd name="connsiteY12" fmla="*/ 0 h 540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8262" h="5409363">
                <a:moveTo>
                  <a:pt x="93991" y="0"/>
                </a:moveTo>
                <a:lnTo>
                  <a:pt x="2451970" y="0"/>
                </a:lnTo>
                <a:cubicBezTo>
                  <a:pt x="2499628" y="0"/>
                  <a:pt x="2538262" y="50961"/>
                  <a:pt x="2538262" y="113824"/>
                </a:cubicBezTo>
                <a:lnTo>
                  <a:pt x="2538262" y="4562891"/>
                </a:lnTo>
                <a:lnTo>
                  <a:pt x="1889963" y="4562891"/>
                </a:lnTo>
                <a:cubicBezTo>
                  <a:pt x="1782065" y="4562891"/>
                  <a:pt x="1694597" y="4650359"/>
                  <a:pt x="1694597" y="4758257"/>
                </a:cubicBezTo>
                <a:lnTo>
                  <a:pt x="1694597" y="5409363"/>
                </a:lnTo>
                <a:lnTo>
                  <a:pt x="93991" y="5409363"/>
                </a:lnTo>
                <a:cubicBezTo>
                  <a:pt x="46334" y="5409363"/>
                  <a:pt x="7700" y="5358403"/>
                  <a:pt x="7700" y="5295539"/>
                </a:cubicBezTo>
                <a:cubicBezTo>
                  <a:pt x="8078" y="4804482"/>
                  <a:pt x="8454" y="4313423"/>
                  <a:pt x="8832" y="3822366"/>
                </a:cubicBezTo>
                <a:cubicBezTo>
                  <a:pt x="8270" y="3078234"/>
                  <a:pt x="4510" y="1448833"/>
                  <a:pt x="4322" y="830742"/>
                </a:cubicBezTo>
                <a:cubicBezTo>
                  <a:pt x="4134" y="212652"/>
                  <a:pt x="-7245" y="252281"/>
                  <a:pt x="7700" y="113824"/>
                </a:cubicBezTo>
                <a:cubicBezTo>
                  <a:pt x="7700" y="50961"/>
                  <a:pt x="46334" y="0"/>
                  <a:pt x="93991" y="0"/>
                </a:cubicBezTo>
                <a:close/>
              </a:path>
            </a:pathLst>
          </a:custGeom>
          <a:solidFill>
            <a:schemeClr val="bg1"/>
          </a:solidFill>
          <a:ln w="22225">
            <a:solidFill>
              <a:srgbClr val="E65012"/>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endParaRPr lang="fr-FR" sz="1200" dirty="0">
              <a:ln>
                <a:solidFill>
                  <a:schemeClr val="bg1"/>
                </a:solidFill>
              </a:ln>
              <a:solidFill>
                <a:schemeClr val="bg1"/>
              </a:solidFill>
              <a:latin typeface="+mj-lt"/>
            </a:endParaRPr>
          </a:p>
        </p:txBody>
      </p:sp>
      <p:sp>
        <p:nvSpPr>
          <p:cNvPr id="183" name="Rectangle : coins arrondis 56">
            <a:extLst>
              <a:ext uri="{FF2B5EF4-FFF2-40B4-BE49-F238E27FC236}">
                <a16:creationId xmlns:a16="http://schemas.microsoft.com/office/drawing/2014/main" id="{11284357-067F-C2AD-D25B-4CB16520BD28}"/>
              </a:ext>
            </a:extLst>
          </p:cNvPr>
          <p:cNvSpPr/>
          <p:nvPr/>
        </p:nvSpPr>
        <p:spPr>
          <a:xfrm>
            <a:off x="6607688" y="2078175"/>
            <a:ext cx="2650611" cy="4522650"/>
          </a:xfrm>
          <a:custGeom>
            <a:avLst/>
            <a:gdLst>
              <a:gd name="connsiteX0" fmla="*/ 0 w 2203269"/>
              <a:gd name="connsiteY0" fmla="*/ 75131 h 3570513"/>
              <a:gd name="connsiteX1" fmla="*/ 75131 w 2203269"/>
              <a:gd name="connsiteY1" fmla="*/ 0 h 3570513"/>
              <a:gd name="connsiteX2" fmla="*/ 2128138 w 2203269"/>
              <a:gd name="connsiteY2" fmla="*/ 0 h 3570513"/>
              <a:gd name="connsiteX3" fmla="*/ 2203269 w 2203269"/>
              <a:gd name="connsiteY3" fmla="*/ 75131 h 3570513"/>
              <a:gd name="connsiteX4" fmla="*/ 2203269 w 2203269"/>
              <a:gd name="connsiteY4" fmla="*/ 3495382 h 3570513"/>
              <a:gd name="connsiteX5" fmla="*/ 2128138 w 2203269"/>
              <a:gd name="connsiteY5" fmla="*/ 3570513 h 3570513"/>
              <a:gd name="connsiteX6" fmla="*/ 75131 w 2203269"/>
              <a:gd name="connsiteY6" fmla="*/ 3570513 h 3570513"/>
              <a:gd name="connsiteX7" fmla="*/ 0 w 2203269"/>
              <a:gd name="connsiteY7" fmla="*/ 3495382 h 3570513"/>
              <a:gd name="connsiteX8" fmla="*/ 0 w 2203269"/>
              <a:gd name="connsiteY8" fmla="*/ 75131 h 3570513"/>
              <a:gd name="connsiteX0" fmla="*/ 0 w 2203269"/>
              <a:gd name="connsiteY0" fmla="*/ 75131 h 3570513"/>
              <a:gd name="connsiteX1" fmla="*/ 75131 w 2203269"/>
              <a:gd name="connsiteY1" fmla="*/ 0 h 3570513"/>
              <a:gd name="connsiteX2" fmla="*/ 2128138 w 2203269"/>
              <a:gd name="connsiteY2" fmla="*/ 0 h 3570513"/>
              <a:gd name="connsiteX3" fmla="*/ 2203269 w 2203269"/>
              <a:gd name="connsiteY3" fmla="*/ 75131 h 3570513"/>
              <a:gd name="connsiteX4" fmla="*/ 2203269 w 2203269"/>
              <a:gd name="connsiteY4" fmla="*/ 3495382 h 3570513"/>
              <a:gd name="connsiteX5" fmla="*/ 2128138 w 2203269"/>
              <a:gd name="connsiteY5" fmla="*/ 3570513 h 3570513"/>
              <a:gd name="connsiteX6" fmla="*/ 75131 w 2203269"/>
              <a:gd name="connsiteY6" fmla="*/ 3570513 h 3570513"/>
              <a:gd name="connsiteX7" fmla="*/ 0 w 2203269"/>
              <a:gd name="connsiteY7" fmla="*/ 3495382 h 3570513"/>
              <a:gd name="connsiteX8" fmla="*/ 986 w 2203269"/>
              <a:gd name="connsiteY8" fmla="*/ 2522997 h 3570513"/>
              <a:gd name="connsiteX9" fmla="*/ 0 w 2203269"/>
              <a:gd name="connsiteY9" fmla="*/ 75131 h 3570513"/>
              <a:gd name="connsiteX0" fmla="*/ 6704 w 2209973"/>
              <a:gd name="connsiteY0" fmla="*/ 75131 h 3570513"/>
              <a:gd name="connsiteX1" fmla="*/ 81835 w 2209973"/>
              <a:gd name="connsiteY1" fmla="*/ 0 h 3570513"/>
              <a:gd name="connsiteX2" fmla="*/ 2134842 w 2209973"/>
              <a:gd name="connsiteY2" fmla="*/ 0 h 3570513"/>
              <a:gd name="connsiteX3" fmla="*/ 2209973 w 2209973"/>
              <a:gd name="connsiteY3" fmla="*/ 75131 h 3570513"/>
              <a:gd name="connsiteX4" fmla="*/ 2209973 w 2209973"/>
              <a:gd name="connsiteY4" fmla="*/ 3495382 h 3570513"/>
              <a:gd name="connsiteX5" fmla="*/ 2134842 w 2209973"/>
              <a:gd name="connsiteY5" fmla="*/ 3570513 h 3570513"/>
              <a:gd name="connsiteX6" fmla="*/ 81835 w 2209973"/>
              <a:gd name="connsiteY6" fmla="*/ 3570513 h 3570513"/>
              <a:gd name="connsiteX7" fmla="*/ 6704 w 2209973"/>
              <a:gd name="connsiteY7" fmla="*/ 3495382 h 3570513"/>
              <a:gd name="connsiteX8" fmla="*/ 7690 w 2209973"/>
              <a:gd name="connsiteY8" fmla="*/ 2522997 h 3570513"/>
              <a:gd name="connsiteX9" fmla="*/ 3763 w 2209973"/>
              <a:gd name="connsiteY9" fmla="*/ 548341 h 3570513"/>
              <a:gd name="connsiteX10" fmla="*/ 6704 w 2209973"/>
              <a:gd name="connsiteY10" fmla="*/ 75131 h 3570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09973" h="3570513">
                <a:moveTo>
                  <a:pt x="6704" y="75131"/>
                </a:moveTo>
                <a:cubicBezTo>
                  <a:pt x="6704" y="33637"/>
                  <a:pt x="40341" y="0"/>
                  <a:pt x="81835" y="0"/>
                </a:cubicBezTo>
                <a:lnTo>
                  <a:pt x="2134842" y="0"/>
                </a:lnTo>
                <a:cubicBezTo>
                  <a:pt x="2176336" y="0"/>
                  <a:pt x="2209973" y="33637"/>
                  <a:pt x="2209973" y="75131"/>
                </a:cubicBezTo>
                <a:lnTo>
                  <a:pt x="2209973" y="3495382"/>
                </a:lnTo>
                <a:cubicBezTo>
                  <a:pt x="2209973" y="3536876"/>
                  <a:pt x="2176336" y="3570513"/>
                  <a:pt x="2134842" y="3570513"/>
                </a:cubicBezTo>
                <a:lnTo>
                  <a:pt x="81835" y="3570513"/>
                </a:lnTo>
                <a:cubicBezTo>
                  <a:pt x="40341" y="3570513"/>
                  <a:pt x="6704" y="3536876"/>
                  <a:pt x="6704" y="3495382"/>
                </a:cubicBezTo>
                <a:cubicBezTo>
                  <a:pt x="7033" y="3171254"/>
                  <a:pt x="7361" y="2847125"/>
                  <a:pt x="7690" y="2522997"/>
                </a:cubicBezTo>
                <a:cubicBezTo>
                  <a:pt x="7200" y="2031824"/>
                  <a:pt x="3927" y="956319"/>
                  <a:pt x="3763" y="548341"/>
                </a:cubicBezTo>
                <a:cubicBezTo>
                  <a:pt x="3599" y="140363"/>
                  <a:pt x="-6308" y="166521"/>
                  <a:pt x="6704" y="75131"/>
                </a:cubicBezTo>
                <a:close/>
              </a:path>
            </a:pathLst>
          </a:custGeom>
          <a:solidFill>
            <a:schemeClr val="bg1"/>
          </a:solidFill>
          <a:ln w="22225">
            <a:solidFill>
              <a:srgbClr val="00A885"/>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endParaRPr lang="fr-FR" sz="1200" dirty="0">
              <a:ln>
                <a:solidFill>
                  <a:schemeClr val="bg1"/>
                </a:solidFill>
              </a:ln>
              <a:solidFill>
                <a:schemeClr val="bg1"/>
              </a:solidFill>
              <a:latin typeface="+mj-lt"/>
            </a:endParaRPr>
          </a:p>
        </p:txBody>
      </p:sp>
      <p:sp>
        <p:nvSpPr>
          <p:cNvPr id="194" name="Forme libre : forme 193">
            <a:extLst>
              <a:ext uri="{FF2B5EF4-FFF2-40B4-BE49-F238E27FC236}">
                <a16:creationId xmlns:a16="http://schemas.microsoft.com/office/drawing/2014/main" id="{488BD523-952C-513F-8993-9791393BE734}"/>
              </a:ext>
            </a:extLst>
          </p:cNvPr>
          <p:cNvSpPr/>
          <p:nvPr/>
        </p:nvSpPr>
        <p:spPr>
          <a:xfrm>
            <a:off x="568321" y="1232122"/>
            <a:ext cx="1864264" cy="5409363"/>
          </a:xfrm>
          <a:custGeom>
            <a:avLst/>
            <a:gdLst>
              <a:gd name="connsiteX0" fmla="*/ 69033 w 1864264"/>
              <a:gd name="connsiteY0" fmla="*/ 0 h 5409363"/>
              <a:gd name="connsiteX1" fmla="*/ 1800886 w 1864264"/>
              <a:gd name="connsiteY1" fmla="*/ 0 h 5409363"/>
              <a:gd name="connsiteX2" fmla="*/ 1864264 w 1864264"/>
              <a:gd name="connsiteY2" fmla="*/ 113824 h 5409363"/>
              <a:gd name="connsiteX3" fmla="*/ 1864264 w 1864264"/>
              <a:gd name="connsiteY3" fmla="*/ 5295539 h 5409363"/>
              <a:gd name="connsiteX4" fmla="*/ 1800886 w 1864264"/>
              <a:gd name="connsiteY4" fmla="*/ 5409363 h 5409363"/>
              <a:gd name="connsiteX5" fmla="*/ 76795 w 1864264"/>
              <a:gd name="connsiteY5" fmla="*/ 5409363 h 5409363"/>
              <a:gd name="connsiteX6" fmla="*/ 131524 w 1864264"/>
              <a:gd name="connsiteY6" fmla="*/ 5354634 h 5409363"/>
              <a:gd name="connsiteX7" fmla="*/ 131524 w 1864264"/>
              <a:gd name="connsiteY7" fmla="*/ 4789068 h 5409363"/>
              <a:gd name="connsiteX8" fmla="*/ 76795 w 1864264"/>
              <a:gd name="connsiteY8" fmla="*/ 4734339 h 5409363"/>
              <a:gd name="connsiteX9" fmla="*/ 5972 w 1864264"/>
              <a:gd name="connsiteY9" fmla="*/ 4734339 h 5409363"/>
              <a:gd name="connsiteX10" fmla="*/ 6487 w 1864264"/>
              <a:gd name="connsiteY10" fmla="*/ 3822366 h 5409363"/>
              <a:gd name="connsiteX11" fmla="*/ 3174 w 1864264"/>
              <a:gd name="connsiteY11" fmla="*/ 830742 h 5409363"/>
              <a:gd name="connsiteX12" fmla="*/ 5655 w 1864264"/>
              <a:gd name="connsiteY12" fmla="*/ 113824 h 5409363"/>
              <a:gd name="connsiteX13" fmla="*/ 69033 w 1864264"/>
              <a:gd name="connsiteY13" fmla="*/ 0 h 540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64264" h="5409363">
                <a:moveTo>
                  <a:pt x="69033" y="0"/>
                </a:moveTo>
                <a:lnTo>
                  <a:pt x="1800886" y="0"/>
                </a:lnTo>
                <a:cubicBezTo>
                  <a:pt x="1835889" y="0"/>
                  <a:pt x="1864264" y="50961"/>
                  <a:pt x="1864264" y="113824"/>
                </a:cubicBezTo>
                <a:lnTo>
                  <a:pt x="1864264" y="5295539"/>
                </a:lnTo>
                <a:cubicBezTo>
                  <a:pt x="1864264" y="5358403"/>
                  <a:pt x="1835889" y="5409363"/>
                  <a:pt x="1800886" y="5409363"/>
                </a:cubicBezTo>
                <a:lnTo>
                  <a:pt x="76795" y="5409363"/>
                </a:lnTo>
                <a:cubicBezTo>
                  <a:pt x="107021" y="5409363"/>
                  <a:pt x="131524" y="5384860"/>
                  <a:pt x="131524" y="5354634"/>
                </a:cubicBezTo>
                <a:lnTo>
                  <a:pt x="131524" y="4789068"/>
                </a:lnTo>
                <a:cubicBezTo>
                  <a:pt x="131524" y="4758842"/>
                  <a:pt x="107021" y="4734339"/>
                  <a:pt x="76795" y="4734339"/>
                </a:cubicBezTo>
                <a:lnTo>
                  <a:pt x="5972" y="4734339"/>
                </a:lnTo>
                <a:lnTo>
                  <a:pt x="6487" y="3822366"/>
                </a:lnTo>
                <a:cubicBezTo>
                  <a:pt x="6074" y="3078234"/>
                  <a:pt x="3313" y="1448833"/>
                  <a:pt x="3174" y="830742"/>
                </a:cubicBezTo>
                <a:cubicBezTo>
                  <a:pt x="3036" y="212651"/>
                  <a:pt x="-5321" y="252281"/>
                  <a:pt x="5655" y="113824"/>
                </a:cubicBezTo>
                <a:cubicBezTo>
                  <a:pt x="5655" y="50961"/>
                  <a:pt x="34030" y="0"/>
                  <a:pt x="69033" y="0"/>
                </a:cubicBezTo>
                <a:close/>
              </a:path>
            </a:pathLst>
          </a:custGeom>
          <a:solidFill>
            <a:schemeClr val="bg1"/>
          </a:solidFill>
          <a:ln w="22225">
            <a:solidFill>
              <a:srgbClr val="E65012"/>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endParaRPr lang="fr-FR" sz="1200" dirty="0">
              <a:ln>
                <a:solidFill>
                  <a:schemeClr val="bg1"/>
                </a:solidFill>
              </a:ln>
              <a:solidFill>
                <a:schemeClr val="bg1"/>
              </a:solidFill>
              <a:latin typeface="+mj-lt"/>
            </a:endParaRPr>
          </a:p>
        </p:txBody>
      </p:sp>
      <p:sp>
        <p:nvSpPr>
          <p:cNvPr id="173" name="Flèche : droite 172">
            <a:extLst>
              <a:ext uri="{FF2B5EF4-FFF2-40B4-BE49-F238E27FC236}">
                <a16:creationId xmlns:a16="http://schemas.microsoft.com/office/drawing/2014/main" id="{F8DD2B25-F21A-1D58-7D83-94D7ED922DF3}"/>
              </a:ext>
            </a:extLst>
          </p:cNvPr>
          <p:cNvSpPr/>
          <p:nvPr/>
        </p:nvSpPr>
        <p:spPr>
          <a:xfrm>
            <a:off x="9028424" y="4619239"/>
            <a:ext cx="2181906" cy="1106430"/>
          </a:xfrm>
          <a:prstGeom prst="rightArrow">
            <a:avLst>
              <a:gd name="adj1" fmla="val 50000"/>
              <a:gd name="adj2" fmla="val 34836"/>
            </a:avLst>
          </a:prstGeom>
          <a:solidFill>
            <a:schemeClr val="bg1"/>
          </a:solidFill>
          <a:ln w="9525">
            <a:solidFill>
              <a:srgbClr val="0F6FC6">
                <a:alpha val="46000"/>
              </a:srgbClr>
            </a:solidFill>
            <a:prstDash val="sys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0F6FC6">
                    <a:alpha val="47000"/>
                  </a:srgbClr>
                </a:solidFill>
              </a:rPr>
              <a:t>Irrigation </a:t>
            </a:r>
          </a:p>
        </p:txBody>
      </p:sp>
      <p:sp>
        <p:nvSpPr>
          <p:cNvPr id="5" name="Titre 4">
            <a:extLst>
              <a:ext uri="{FF2B5EF4-FFF2-40B4-BE49-F238E27FC236}">
                <a16:creationId xmlns:a16="http://schemas.microsoft.com/office/drawing/2014/main" id="{24192493-B7B0-48C9-C52E-CFD459A032D2}"/>
              </a:ext>
            </a:extLst>
          </p:cNvPr>
          <p:cNvSpPr>
            <a:spLocks noGrp="1"/>
          </p:cNvSpPr>
          <p:nvPr>
            <p:ph type="title"/>
          </p:nvPr>
        </p:nvSpPr>
        <p:spPr>
          <a:noFill/>
        </p:spPr>
        <p:txBody>
          <a:bodyPr wrap="square" rtlCol="0">
            <a:spAutoFit/>
          </a:bodyPr>
          <a:lstStyle/>
          <a:p>
            <a:r>
              <a:rPr lang="fr-FR" dirty="0"/>
              <a:t>Détail du positionnement applicatif</a:t>
            </a:r>
          </a:p>
        </p:txBody>
      </p:sp>
      <p:sp>
        <p:nvSpPr>
          <p:cNvPr id="6" name="Espace réservé du texte 5">
            <a:extLst>
              <a:ext uri="{FF2B5EF4-FFF2-40B4-BE49-F238E27FC236}">
                <a16:creationId xmlns:a16="http://schemas.microsoft.com/office/drawing/2014/main" id="{55653340-A5E0-A893-40AD-03CF21F77861}"/>
              </a:ext>
            </a:extLst>
          </p:cNvPr>
          <p:cNvSpPr>
            <a:spLocks noGrp="1"/>
          </p:cNvSpPr>
          <p:nvPr>
            <p:ph type="body" sz="quarter" idx="10"/>
          </p:nvPr>
        </p:nvSpPr>
        <p:spPr>
          <a:xfrm>
            <a:off x="924539" y="790043"/>
            <a:ext cx="5248040" cy="286232"/>
          </a:xfrm>
          <a:noFill/>
        </p:spPr>
        <p:txBody>
          <a:bodyPr wrap="none" rtlCol="0">
            <a:spAutoFit/>
          </a:bodyPr>
          <a:lstStyle/>
          <a:p>
            <a:r>
              <a:rPr lang="fr-FR" dirty="0"/>
              <a:t>Stratégie pour le MVP : Provisionnement depuis le MDM : source fiable</a:t>
            </a:r>
          </a:p>
        </p:txBody>
      </p:sp>
      <p:sp>
        <p:nvSpPr>
          <p:cNvPr id="7" name="Espace réservé du texte 6">
            <a:extLst>
              <a:ext uri="{FF2B5EF4-FFF2-40B4-BE49-F238E27FC236}">
                <a16:creationId xmlns:a16="http://schemas.microsoft.com/office/drawing/2014/main" id="{5FA49358-3514-6D20-7E1C-8949CFD80C83}"/>
              </a:ext>
            </a:extLst>
          </p:cNvPr>
          <p:cNvSpPr>
            <a:spLocks noGrp="1"/>
          </p:cNvSpPr>
          <p:nvPr>
            <p:ph type="body" sz="quarter" idx="11"/>
          </p:nvPr>
        </p:nvSpPr>
        <p:spPr>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fr-FR" dirty="0"/>
              <a:t>03</a:t>
            </a:r>
          </a:p>
        </p:txBody>
      </p:sp>
      <p:sp>
        <p:nvSpPr>
          <p:cNvPr id="30" name="ZoneTexte 29">
            <a:extLst>
              <a:ext uri="{FF2B5EF4-FFF2-40B4-BE49-F238E27FC236}">
                <a16:creationId xmlns:a16="http://schemas.microsoft.com/office/drawing/2014/main" id="{F3DAF10A-8068-598D-5029-4FB396F986D3}"/>
              </a:ext>
            </a:extLst>
          </p:cNvPr>
          <p:cNvSpPr txBox="1"/>
          <p:nvPr>
            <p:custDataLst>
              <p:tags r:id="rId1"/>
            </p:custDataLst>
          </p:nvPr>
        </p:nvSpPr>
        <p:spPr>
          <a:xfrm>
            <a:off x="7784550" y="17417"/>
            <a:ext cx="1128834" cy="454355"/>
          </a:xfrm>
          <a:prstGeom prst="rect">
            <a:avLst/>
          </a:prstGeom>
          <a:noFill/>
        </p:spPr>
        <p:txBody>
          <a:bodyPr wrap="none" rtlCol="0">
            <a:spAutoFit/>
          </a:bodyPr>
          <a:lstStyle/>
          <a:p>
            <a:pPr algn="ctr">
              <a:lnSpc>
                <a:spcPct val="70000"/>
              </a:lnSpc>
            </a:pPr>
            <a:r>
              <a:rPr lang="fr-FR" sz="1100" b="1" dirty="0">
                <a:latin typeface="Avenir Book" panose="02000503020000020003" pitchFamily="2" charset="0"/>
              </a:rPr>
              <a:t>Détail du</a:t>
            </a:r>
          </a:p>
          <a:p>
            <a:pPr algn="ctr">
              <a:lnSpc>
                <a:spcPct val="70000"/>
              </a:lnSpc>
            </a:pPr>
            <a:r>
              <a:rPr lang="fr-FR" sz="1100" b="1" dirty="0">
                <a:latin typeface="Avenir Book" panose="02000503020000020003" pitchFamily="2" charset="0"/>
              </a:rPr>
              <a:t>Positionnement </a:t>
            </a:r>
          </a:p>
          <a:p>
            <a:pPr algn="ctr">
              <a:lnSpc>
                <a:spcPct val="70000"/>
              </a:lnSpc>
            </a:pPr>
            <a:r>
              <a:rPr lang="fr-FR" sz="1100" b="1" dirty="0">
                <a:latin typeface="Avenir Book" panose="02000503020000020003" pitchFamily="2" charset="0"/>
              </a:rPr>
              <a:t>applicatif</a:t>
            </a:r>
          </a:p>
        </p:txBody>
      </p:sp>
      <p:sp>
        <p:nvSpPr>
          <p:cNvPr id="41" name="ZoneTexte 40">
            <a:extLst>
              <a:ext uri="{FF2B5EF4-FFF2-40B4-BE49-F238E27FC236}">
                <a16:creationId xmlns:a16="http://schemas.microsoft.com/office/drawing/2014/main" id="{E76101AA-9B2C-75BD-86DE-009C109AAC8C}"/>
              </a:ext>
            </a:extLst>
          </p:cNvPr>
          <p:cNvSpPr txBox="1"/>
          <p:nvPr/>
        </p:nvSpPr>
        <p:spPr>
          <a:xfrm>
            <a:off x="7815051" y="2722431"/>
            <a:ext cx="2136546" cy="215444"/>
          </a:xfrm>
          <a:prstGeom prst="rect">
            <a:avLst/>
          </a:prstGeom>
          <a:noFill/>
        </p:spPr>
        <p:txBody>
          <a:bodyPr wrap="square" lIns="36000" tIns="0" rIns="36000" bIns="0" rtlCol="0">
            <a:spAutoFit/>
          </a:bodyPr>
          <a:lstStyle/>
          <a:p>
            <a:r>
              <a:rPr lang="fr-FR" sz="1400" b="1" dirty="0">
                <a:solidFill>
                  <a:schemeClr val="bg1"/>
                </a:solidFill>
              </a:rPr>
              <a:t>2024</a:t>
            </a:r>
          </a:p>
        </p:txBody>
      </p:sp>
      <p:sp>
        <p:nvSpPr>
          <p:cNvPr id="56" name="Rectangle : coins arrondis 55">
            <a:extLst>
              <a:ext uri="{FF2B5EF4-FFF2-40B4-BE49-F238E27FC236}">
                <a16:creationId xmlns:a16="http://schemas.microsoft.com/office/drawing/2014/main" id="{D9A478B8-B89D-E031-DFD2-71BE612F83CD}"/>
              </a:ext>
            </a:extLst>
          </p:cNvPr>
          <p:cNvSpPr/>
          <p:nvPr/>
        </p:nvSpPr>
        <p:spPr>
          <a:xfrm>
            <a:off x="806751" y="1378036"/>
            <a:ext cx="1426677" cy="1221853"/>
          </a:xfrm>
          <a:custGeom>
            <a:avLst/>
            <a:gdLst>
              <a:gd name="connsiteX0" fmla="*/ 0 w 1426677"/>
              <a:gd name="connsiteY0" fmla="*/ 48300 h 1221853"/>
              <a:gd name="connsiteX1" fmla="*/ 48300 w 1426677"/>
              <a:gd name="connsiteY1" fmla="*/ 0 h 1221853"/>
              <a:gd name="connsiteX2" fmla="*/ 1378377 w 1426677"/>
              <a:gd name="connsiteY2" fmla="*/ 0 h 1221853"/>
              <a:gd name="connsiteX3" fmla="*/ 1426677 w 1426677"/>
              <a:gd name="connsiteY3" fmla="*/ 48300 h 1221853"/>
              <a:gd name="connsiteX4" fmla="*/ 1426677 w 1426677"/>
              <a:gd name="connsiteY4" fmla="*/ 1173553 h 1221853"/>
              <a:gd name="connsiteX5" fmla="*/ 1378377 w 1426677"/>
              <a:gd name="connsiteY5" fmla="*/ 1221853 h 1221853"/>
              <a:gd name="connsiteX6" fmla="*/ 48300 w 1426677"/>
              <a:gd name="connsiteY6" fmla="*/ 1221853 h 1221853"/>
              <a:gd name="connsiteX7" fmla="*/ 0 w 1426677"/>
              <a:gd name="connsiteY7" fmla="*/ 1173553 h 1221853"/>
              <a:gd name="connsiteX8" fmla="*/ 0 w 1426677"/>
              <a:gd name="connsiteY8" fmla="*/ 48300 h 1221853"/>
              <a:gd name="connsiteX0" fmla="*/ 0 w 1426677"/>
              <a:gd name="connsiteY0" fmla="*/ 48300 h 1221853"/>
              <a:gd name="connsiteX1" fmla="*/ 48300 w 1426677"/>
              <a:gd name="connsiteY1" fmla="*/ 0 h 1221853"/>
              <a:gd name="connsiteX2" fmla="*/ 1378377 w 1426677"/>
              <a:gd name="connsiteY2" fmla="*/ 0 h 1221853"/>
              <a:gd name="connsiteX3" fmla="*/ 1426677 w 1426677"/>
              <a:gd name="connsiteY3" fmla="*/ 48300 h 1221853"/>
              <a:gd name="connsiteX4" fmla="*/ 1424568 w 1426677"/>
              <a:gd name="connsiteY4" fmla="*/ 254740 h 1221853"/>
              <a:gd name="connsiteX5" fmla="*/ 1426677 w 1426677"/>
              <a:gd name="connsiteY5" fmla="*/ 1173553 h 1221853"/>
              <a:gd name="connsiteX6" fmla="*/ 1378377 w 1426677"/>
              <a:gd name="connsiteY6" fmla="*/ 1221853 h 1221853"/>
              <a:gd name="connsiteX7" fmla="*/ 48300 w 1426677"/>
              <a:gd name="connsiteY7" fmla="*/ 1221853 h 1221853"/>
              <a:gd name="connsiteX8" fmla="*/ 0 w 1426677"/>
              <a:gd name="connsiteY8" fmla="*/ 1173553 h 1221853"/>
              <a:gd name="connsiteX9" fmla="*/ 0 w 1426677"/>
              <a:gd name="connsiteY9" fmla="*/ 48300 h 1221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6677" h="1221853">
                <a:moveTo>
                  <a:pt x="0" y="48300"/>
                </a:moveTo>
                <a:cubicBezTo>
                  <a:pt x="0" y="21625"/>
                  <a:pt x="21625" y="0"/>
                  <a:pt x="48300" y="0"/>
                </a:cubicBezTo>
                <a:lnTo>
                  <a:pt x="1378377" y="0"/>
                </a:lnTo>
                <a:cubicBezTo>
                  <a:pt x="1405052" y="0"/>
                  <a:pt x="1426677" y="21625"/>
                  <a:pt x="1426677" y="48300"/>
                </a:cubicBezTo>
                <a:lnTo>
                  <a:pt x="1424568" y="254740"/>
                </a:lnTo>
                <a:lnTo>
                  <a:pt x="1426677" y="1173553"/>
                </a:lnTo>
                <a:cubicBezTo>
                  <a:pt x="1426677" y="1200228"/>
                  <a:pt x="1405052" y="1221853"/>
                  <a:pt x="1378377" y="1221853"/>
                </a:cubicBezTo>
                <a:lnTo>
                  <a:pt x="48300" y="1221853"/>
                </a:lnTo>
                <a:cubicBezTo>
                  <a:pt x="21625" y="1221853"/>
                  <a:pt x="0" y="1200228"/>
                  <a:pt x="0" y="1173553"/>
                </a:cubicBezTo>
                <a:lnTo>
                  <a:pt x="0" y="48300"/>
                </a:lnTo>
                <a:close/>
              </a:path>
            </a:pathLst>
          </a:custGeom>
          <a:solidFill>
            <a:srgbClr val="E65012">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80000"/>
              </a:lnSpc>
            </a:pPr>
            <a:r>
              <a:rPr lang="fr-FR" sz="1200" dirty="0">
                <a:ln>
                  <a:solidFill>
                    <a:schemeClr val="bg1"/>
                  </a:solidFill>
                </a:ln>
                <a:solidFill>
                  <a:schemeClr val="bg1"/>
                </a:solidFill>
                <a:latin typeface="+mj-lt"/>
              </a:rPr>
              <a:t>EMPLOYEE </a:t>
            </a:r>
          </a:p>
          <a:p>
            <a:pPr algn="ctr">
              <a:lnSpc>
                <a:spcPct val="80000"/>
              </a:lnSpc>
            </a:pPr>
            <a:r>
              <a:rPr lang="fr-FR" sz="1200" dirty="0">
                <a:ln>
                  <a:solidFill>
                    <a:schemeClr val="bg1"/>
                  </a:solidFill>
                </a:ln>
                <a:solidFill>
                  <a:schemeClr val="bg1"/>
                </a:solidFill>
                <a:latin typeface="+mj-lt"/>
              </a:rPr>
              <a:t>CENTRAL</a:t>
            </a:r>
          </a:p>
        </p:txBody>
      </p:sp>
      <p:sp>
        <p:nvSpPr>
          <p:cNvPr id="58" name="Ellipse 57">
            <a:extLst>
              <a:ext uri="{FF2B5EF4-FFF2-40B4-BE49-F238E27FC236}">
                <a16:creationId xmlns:a16="http://schemas.microsoft.com/office/drawing/2014/main" id="{78D128C1-2FBD-4726-2172-4D52174FB7F8}"/>
              </a:ext>
            </a:extLst>
          </p:cNvPr>
          <p:cNvSpPr>
            <a:spLocks noChangeAspect="1"/>
          </p:cNvSpPr>
          <p:nvPr/>
        </p:nvSpPr>
        <p:spPr>
          <a:xfrm>
            <a:off x="6873437" y="2279520"/>
            <a:ext cx="2181906" cy="2180498"/>
          </a:xfrm>
          <a:prstGeom prst="ellipse">
            <a:avLst/>
          </a:prstGeom>
          <a:solidFill>
            <a:srgbClr val="00A885">
              <a:alpha val="80000"/>
            </a:srgbClr>
          </a:solidFill>
          <a:ln>
            <a:noFill/>
          </a:ln>
          <a:effectLst>
            <a:glow rad="419100">
              <a:srgbClr val="00A885">
                <a:alpha val="23000"/>
              </a:srgb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fr-FR" sz="1400" dirty="0">
                <a:ln>
                  <a:solidFill>
                    <a:schemeClr val="bg1"/>
                  </a:solidFill>
                </a:ln>
                <a:solidFill>
                  <a:schemeClr val="bg1"/>
                </a:solidFill>
                <a:effectLst>
                  <a:glow rad="889000">
                    <a:schemeClr val="bg1">
                      <a:alpha val="18000"/>
                    </a:schemeClr>
                  </a:glow>
                </a:effectLst>
                <a:latin typeface="+mj-lt"/>
              </a:rPr>
              <a:t>Identity &amp;</a:t>
            </a:r>
          </a:p>
          <a:p>
            <a:pPr algn="ctr">
              <a:lnSpc>
                <a:spcPct val="80000"/>
              </a:lnSpc>
            </a:pPr>
            <a:r>
              <a:rPr lang="fr-FR" sz="1400" dirty="0">
                <a:ln>
                  <a:solidFill>
                    <a:schemeClr val="bg1"/>
                  </a:solidFill>
                </a:ln>
                <a:solidFill>
                  <a:schemeClr val="bg1"/>
                </a:solidFill>
                <a:effectLst>
                  <a:glow rad="889000">
                    <a:schemeClr val="bg1">
                      <a:alpha val="18000"/>
                    </a:schemeClr>
                  </a:glow>
                </a:effectLst>
                <a:latin typeface="+mj-lt"/>
              </a:rPr>
              <a:t>Access Management</a:t>
            </a:r>
          </a:p>
          <a:p>
            <a:pPr algn="ctr">
              <a:lnSpc>
                <a:spcPct val="80000"/>
              </a:lnSpc>
            </a:pPr>
            <a:r>
              <a:rPr lang="fr-FR" sz="1200" dirty="0">
                <a:ln>
                  <a:solidFill>
                    <a:schemeClr val="bg1"/>
                  </a:solidFill>
                </a:ln>
                <a:solidFill>
                  <a:schemeClr val="bg1"/>
                </a:solidFill>
                <a:effectLst>
                  <a:glow rad="889000">
                    <a:schemeClr val="bg1">
                      <a:alpha val="18000"/>
                    </a:schemeClr>
                  </a:glow>
                </a:effectLst>
                <a:latin typeface="+mj-lt"/>
              </a:rPr>
              <a:t>(IAM)</a:t>
            </a:r>
          </a:p>
        </p:txBody>
      </p:sp>
      <p:sp>
        <p:nvSpPr>
          <p:cNvPr id="59" name="Rectangle : coins arrondis 14">
            <a:extLst>
              <a:ext uri="{FF2B5EF4-FFF2-40B4-BE49-F238E27FC236}">
                <a16:creationId xmlns:a16="http://schemas.microsoft.com/office/drawing/2014/main" id="{3CDEB26C-112C-9C1A-D568-341A917FC6C3}"/>
              </a:ext>
            </a:extLst>
          </p:cNvPr>
          <p:cNvSpPr/>
          <p:nvPr/>
        </p:nvSpPr>
        <p:spPr>
          <a:xfrm>
            <a:off x="9899008" y="2664940"/>
            <a:ext cx="1868505" cy="1186365"/>
          </a:xfrm>
          <a:custGeom>
            <a:avLst/>
            <a:gdLst>
              <a:gd name="connsiteX0" fmla="*/ 0 w 1584945"/>
              <a:gd name="connsiteY0" fmla="*/ 149470 h 896802"/>
              <a:gd name="connsiteX1" fmla="*/ 149470 w 1584945"/>
              <a:gd name="connsiteY1" fmla="*/ 0 h 896802"/>
              <a:gd name="connsiteX2" fmla="*/ 1435475 w 1584945"/>
              <a:gd name="connsiteY2" fmla="*/ 0 h 896802"/>
              <a:gd name="connsiteX3" fmla="*/ 1584945 w 1584945"/>
              <a:gd name="connsiteY3" fmla="*/ 149470 h 896802"/>
              <a:gd name="connsiteX4" fmla="*/ 1584945 w 1584945"/>
              <a:gd name="connsiteY4" fmla="*/ 747332 h 896802"/>
              <a:gd name="connsiteX5" fmla="*/ 1435475 w 1584945"/>
              <a:gd name="connsiteY5" fmla="*/ 896802 h 896802"/>
              <a:gd name="connsiteX6" fmla="*/ 149470 w 1584945"/>
              <a:gd name="connsiteY6" fmla="*/ 896802 h 896802"/>
              <a:gd name="connsiteX7" fmla="*/ 0 w 1584945"/>
              <a:gd name="connsiteY7" fmla="*/ 747332 h 896802"/>
              <a:gd name="connsiteX8" fmla="*/ 0 w 1584945"/>
              <a:gd name="connsiteY8" fmla="*/ 149470 h 896802"/>
              <a:gd name="connsiteX0" fmla="*/ 0 w 1584945"/>
              <a:gd name="connsiteY0" fmla="*/ 149470 h 896802"/>
              <a:gd name="connsiteX1" fmla="*/ 149470 w 1584945"/>
              <a:gd name="connsiteY1" fmla="*/ 0 h 896802"/>
              <a:gd name="connsiteX2" fmla="*/ 1435475 w 1584945"/>
              <a:gd name="connsiteY2" fmla="*/ 0 h 896802"/>
              <a:gd name="connsiteX3" fmla="*/ 1584945 w 1584945"/>
              <a:gd name="connsiteY3" fmla="*/ 149470 h 896802"/>
              <a:gd name="connsiteX4" fmla="*/ 1582961 w 1584945"/>
              <a:gd name="connsiteY4" fmla="*/ 198540 h 896802"/>
              <a:gd name="connsiteX5" fmla="*/ 1584945 w 1584945"/>
              <a:gd name="connsiteY5" fmla="*/ 747332 h 896802"/>
              <a:gd name="connsiteX6" fmla="*/ 1435475 w 1584945"/>
              <a:gd name="connsiteY6" fmla="*/ 896802 h 896802"/>
              <a:gd name="connsiteX7" fmla="*/ 149470 w 1584945"/>
              <a:gd name="connsiteY7" fmla="*/ 896802 h 896802"/>
              <a:gd name="connsiteX8" fmla="*/ 0 w 1584945"/>
              <a:gd name="connsiteY8" fmla="*/ 747332 h 896802"/>
              <a:gd name="connsiteX9" fmla="*/ 0 w 1584945"/>
              <a:gd name="connsiteY9" fmla="*/ 149470 h 896802"/>
              <a:gd name="connsiteX0" fmla="*/ 0 w 1584945"/>
              <a:gd name="connsiteY0" fmla="*/ 157305 h 904637"/>
              <a:gd name="connsiteX1" fmla="*/ 149470 w 1584945"/>
              <a:gd name="connsiteY1" fmla="*/ 7835 h 904637"/>
              <a:gd name="connsiteX2" fmla="*/ 779686 w 1584945"/>
              <a:gd name="connsiteY2" fmla="*/ 0 h 904637"/>
              <a:gd name="connsiteX3" fmla="*/ 1435475 w 1584945"/>
              <a:gd name="connsiteY3" fmla="*/ 7835 h 904637"/>
              <a:gd name="connsiteX4" fmla="*/ 1584945 w 1584945"/>
              <a:gd name="connsiteY4" fmla="*/ 157305 h 904637"/>
              <a:gd name="connsiteX5" fmla="*/ 1582961 w 1584945"/>
              <a:gd name="connsiteY5" fmla="*/ 206375 h 904637"/>
              <a:gd name="connsiteX6" fmla="*/ 1584945 w 1584945"/>
              <a:gd name="connsiteY6" fmla="*/ 755167 h 904637"/>
              <a:gd name="connsiteX7" fmla="*/ 1435475 w 1584945"/>
              <a:gd name="connsiteY7" fmla="*/ 904637 h 904637"/>
              <a:gd name="connsiteX8" fmla="*/ 149470 w 1584945"/>
              <a:gd name="connsiteY8" fmla="*/ 904637 h 904637"/>
              <a:gd name="connsiteX9" fmla="*/ 0 w 1584945"/>
              <a:gd name="connsiteY9" fmla="*/ 755167 h 904637"/>
              <a:gd name="connsiteX10" fmla="*/ 0 w 1584945"/>
              <a:gd name="connsiteY10" fmla="*/ 157305 h 904637"/>
              <a:gd name="connsiteX0" fmla="*/ 7714 w 1592659"/>
              <a:gd name="connsiteY0" fmla="*/ 157305 h 904637"/>
              <a:gd name="connsiteX1" fmla="*/ 157184 w 1592659"/>
              <a:gd name="connsiteY1" fmla="*/ 7835 h 904637"/>
              <a:gd name="connsiteX2" fmla="*/ 787400 w 1592659"/>
              <a:gd name="connsiteY2" fmla="*/ 0 h 904637"/>
              <a:gd name="connsiteX3" fmla="*/ 1443189 w 1592659"/>
              <a:gd name="connsiteY3" fmla="*/ 7835 h 904637"/>
              <a:gd name="connsiteX4" fmla="*/ 1592659 w 1592659"/>
              <a:gd name="connsiteY4" fmla="*/ 157305 h 904637"/>
              <a:gd name="connsiteX5" fmla="*/ 1590675 w 1592659"/>
              <a:gd name="connsiteY5" fmla="*/ 206375 h 904637"/>
              <a:gd name="connsiteX6" fmla="*/ 1592659 w 1592659"/>
              <a:gd name="connsiteY6" fmla="*/ 755167 h 904637"/>
              <a:gd name="connsiteX7" fmla="*/ 1443189 w 1592659"/>
              <a:gd name="connsiteY7" fmla="*/ 904637 h 904637"/>
              <a:gd name="connsiteX8" fmla="*/ 157184 w 1592659"/>
              <a:gd name="connsiteY8" fmla="*/ 904637 h 904637"/>
              <a:gd name="connsiteX9" fmla="*/ 7714 w 1592659"/>
              <a:gd name="connsiteY9" fmla="*/ 755167 h 904637"/>
              <a:gd name="connsiteX10" fmla="*/ 0 w 1592659"/>
              <a:gd name="connsiteY10" fmla="*/ 431801 h 904637"/>
              <a:gd name="connsiteX11" fmla="*/ 7714 w 1592659"/>
              <a:gd name="connsiteY11" fmla="*/ 157305 h 904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92659" h="904637">
                <a:moveTo>
                  <a:pt x="7714" y="157305"/>
                </a:moveTo>
                <a:cubicBezTo>
                  <a:pt x="7714" y="74755"/>
                  <a:pt x="74634" y="7835"/>
                  <a:pt x="157184" y="7835"/>
                </a:cubicBezTo>
                <a:lnTo>
                  <a:pt x="787400" y="0"/>
                </a:lnTo>
                <a:lnTo>
                  <a:pt x="1443189" y="7835"/>
                </a:lnTo>
                <a:cubicBezTo>
                  <a:pt x="1525739" y="7835"/>
                  <a:pt x="1592659" y="74755"/>
                  <a:pt x="1592659" y="157305"/>
                </a:cubicBezTo>
                <a:cubicBezTo>
                  <a:pt x="1591998" y="173662"/>
                  <a:pt x="1591336" y="190018"/>
                  <a:pt x="1590675" y="206375"/>
                </a:cubicBezTo>
                <a:cubicBezTo>
                  <a:pt x="1591336" y="389306"/>
                  <a:pt x="1591998" y="572236"/>
                  <a:pt x="1592659" y="755167"/>
                </a:cubicBezTo>
                <a:cubicBezTo>
                  <a:pt x="1592659" y="837717"/>
                  <a:pt x="1525739" y="904637"/>
                  <a:pt x="1443189" y="904637"/>
                </a:cubicBezTo>
                <a:lnTo>
                  <a:pt x="157184" y="904637"/>
                </a:lnTo>
                <a:cubicBezTo>
                  <a:pt x="74634" y="904637"/>
                  <a:pt x="7714" y="837717"/>
                  <a:pt x="7714" y="755167"/>
                </a:cubicBezTo>
                <a:lnTo>
                  <a:pt x="0" y="431801"/>
                </a:lnTo>
                <a:lnTo>
                  <a:pt x="7714" y="157305"/>
                </a:lnTo>
                <a:close/>
              </a:path>
            </a:pathLst>
          </a:custGeom>
          <a:solidFill>
            <a:srgbClr val="E65012">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fr-FR" sz="1200" dirty="0">
                <a:ln>
                  <a:solidFill>
                    <a:schemeClr val="bg1"/>
                  </a:solidFill>
                </a:ln>
                <a:solidFill>
                  <a:schemeClr val="bg1"/>
                </a:solidFill>
                <a:latin typeface="+mj-lt"/>
              </a:rPr>
              <a:t>AD</a:t>
            </a:r>
          </a:p>
        </p:txBody>
      </p:sp>
      <p:sp>
        <p:nvSpPr>
          <p:cNvPr id="61" name="Rectangle : coins arrondis 60">
            <a:extLst>
              <a:ext uri="{FF2B5EF4-FFF2-40B4-BE49-F238E27FC236}">
                <a16:creationId xmlns:a16="http://schemas.microsoft.com/office/drawing/2014/main" id="{DDB61519-2452-32B2-D05F-8954126005B9}"/>
              </a:ext>
            </a:extLst>
          </p:cNvPr>
          <p:cNvSpPr/>
          <p:nvPr/>
        </p:nvSpPr>
        <p:spPr>
          <a:xfrm>
            <a:off x="797138" y="4945811"/>
            <a:ext cx="1426677" cy="1020650"/>
          </a:xfrm>
          <a:prstGeom prst="roundRect">
            <a:avLst>
              <a:gd name="adj" fmla="val 4701"/>
            </a:avLst>
          </a:prstGeom>
          <a:solidFill>
            <a:srgbClr val="E65012">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80000"/>
              </a:lnSpc>
            </a:pPr>
            <a:r>
              <a:rPr lang="fr-FR" sz="1200" dirty="0">
                <a:ln>
                  <a:solidFill>
                    <a:schemeClr val="bg1"/>
                  </a:solidFill>
                </a:ln>
                <a:solidFill>
                  <a:schemeClr val="bg1"/>
                </a:solidFill>
                <a:latin typeface="+mj-lt"/>
              </a:rPr>
              <a:t>EDIFICE (SAP)</a:t>
            </a:r>
          </a:p>
        </p:txBody>
      </p:sp>
      <p:sp>
        <p:nvSpPr>
          <p:cNvPr id="62" name="Rectangle : coins arrondis 61">
            <a:extLst>
              <a:ext uri="{FF2B5EF4-FFF2-40B4-BE49-F238E27FC236}">
                <a16:creationId xmlns:a16="http://schemas.microsoft.com/office/drawing/2014/main" id="{01BCCFE0-56EA-8C87-6DE1-C46B81F4FD74}"/>
              </a:ext>
            </a:extLst>
          </p:cNvPr>
          <p:cNvSpPr/>
          <p:nvPr/>
        </p:nvSpPr>
        <p:spPr>
          <a:xfrm>
            <a:off x="797138" y="3663663"/>
            <a:ext cx="1426677" cy="1224023"/>
          </a:xfrm>
          <a:prstGeom prst="roundRect">
            <a:avLst>
              <a:gd name="adj" fmla="val 3972"/>
            </a:avLst>
          </a:prstGeom>
          <a:solidFill>
            <a:srgbClr val="E65012">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80000"/>
              </a:lnSpc>
            </a:pPr>
            <a:r>
              <a:rPr lang="fr-FR" sz="1200" dirty="0">
                <a:ln>
                  <a:solidFill>
                    <a:schemeClr val="bg1"/>
                  </a:solidFill>
                </a:ln>
                <a:solidFill>
                  <a:schemeClr val="bg1"/>
                </a:solidFill>
                <a:latin typeface="+mj-lt"/>
              </a:rPr>
              <a:t>SALEFORCES</a:t>
            </a:r>
          </a:p>
          <a:p>
            <a:pPr algn="ctr">
              <a:lnSpc>
                <a:spcPct val="80000"/>
              </a:lnSpc>
            </a:pPr>
            <a:r>
              <a:rPr lang="fr-FR" sz="1200" dirty="0">
                <a:ln>
                  <a:solidFill>
                    <a:schemeClr val="bg1"/>
                  </a:solidFill>
                </a:ln>
                <a:solidFill>
                  <a:schemeClr val="bg1"/>
                </a:solidFill>
                <a:latin typeface="+mj-lt"/>
              </a:rPr>
              <a:t>(CRM)</a:t>
            </a:r>
          </a:p>
        </p:txBody>
      </p:sp>
      <p:sp>
        <p:nvSpPr>
          <p:cNvPr id="57" name="Rectangle : coins arrondis 56">
            <a:extLst>
              <a:ext uri="{FF2B5EF4-FFF2-40B4-BE49-F238E27FC236}">
                <a16:creationId xmlns:a16="http://schemas.microsoft.com/office/drawing/2014/main" id="{6A37A5BD-13EC-6334-C1E6-FEB8A2FA9EE6}"/>
              </a:ext>
            </a:extLst>
          </p:cNvPr>
          <p:cNvSpPr/>
          <p:nvPr/>
        </p:nvSpPr>
        <p:spPr>
          <a:xfrm>
            <a:off x="3405859" y="2073127"/>
            <a:ext cx="2370726" cy="4522650"/>
          </a:xfrm>
          <a:custGeom>
            <a:avLst/>
            <a:gdLst>
              <a:gd name="connsiteX0" fmla="*/ 0 w 2203269"/>
              <a:gd name="connsiteY0" fmla="*/ 75131 h 3570513"/>
              <a:gd name="connsiteX1" fmla="*/ 75131 w 2203269"/>
              <a:gd name="connsiteY1" fmla="*/ 0 h 3570513"/>
              <a:gd name="connsiteX2" fmla="*/ 2128138 w 2203269"/>
              <a:gd name="connsiteY2" fmla="*/ 0 h 3570513"/>
              <a:gd name="connsiteX3" fmla="*/ 2203269 w 2203269"/>
              <a:gd name="connsiteY3" fmla="*/ 75131 h 3570513"/>
              <a:gd name="connsiteX4" fmla="*/ 2203269 w 2203269"/>
              <a:gd name="connsiteY4" fmla="*/ 3495382 h 3570513"/>
              <a:gd name="connsiteX5" fmla="*/ 2128138 w 2203269"/>
              <a:gd name="connsiteY5" fmla="*/ 3570513 h 3570513"/>
              <a:gd name="connsiteX6" fmla="*/ 75131 w 2203269"/>
              <a:gd name="connsiteY6" fmla="*/ 3570513 h 3570513"/>
              <a:gd name="connsiteX7" fmla="*/ 0 w 2203269"/>
              <a:gd name="connsiteY7" fmla="*/ 3495382 h 3570513"/>
              <a:gd name="connsiteX8" fmla="*/ 0 w 2203269"/>
              <a:gd name="connsiteY8" fmla="*/ 75131 h 3570513"/>
              <a:gd name="connsiteX0" fmla="*/ 0 w 2203269"/>
              <a:gd name="connsiteY0" fmla="*/ 75131 h 3570513"/>
              <a:gd name="connsiteX1" fmla="*/ 75131 w 2203269"/>
              <a:gd name="connsiteY1" fmla="*/ 0 h 3570513"/>
              <a:gd name="connsiteX2" fmla="*/ 2128138 w 2203269"/>
              <a:gd name="connsiteY2" fmla="*/ 0 h 3570513"/>
              <a:gd name="connsiteX3" fmla="*/ 2203269 w 2203269"/>
              <a:gd name="connsiteY3" fmla="*/ 75131 h 3570513"/>
              <a:gd name="connsiteX4" fmla="*/ 2203269 w 2203269"/>
              <a:gd name="connsiteY4" fmla="*/ 3495382 h 3570513"/>
              <a:gd name="connsiteX5" fmla="*/ 2128138 w 2203269"/>
              <a:gd name="connsiteY5" fmla="*/ 3570513 h 3570513"/>
              <a:gd name="connsiteX6" fmla="*/ 75131 w 2203269"/>
              <a:gd name="connsiteY6" fmla="*/ 3570513 h 3570513"/>
              <a:gd name="connsiteX7" fmla="*/ 0 w 2203269"/>
              <a:gd name="connsiteY7" fmla="*/ 3495382 h 3570513"/>
              <a:gd name="connsiteX8" fmla="*/ 986 w 2203269"/>
              <a:gd name="connsiteY8" fmla="*/ 2522997 h 3570513"/>
              <a:gd name="connsiteX9" fmla="*/ 0 w 2203269"/>
              <a:gd name="connsiteY9" fmla="*/ 75131 h 3570513"/>
              <a:gd name="connsiteX0" fmla="*/ 6704 w 2209973"/>
              <a:gd name="connsiteY0" fmla="*/ 75131 h 3570513"/>
              <a:gd name="connsiteX1" fmla="*/ 81835 w 2209973"/>
              <a:gd name="connsiteY1" fmla="*/ 0 h 3570513"/>
              <a:gd name="connsiteX2" fmla="*/ 2134842 w 2209973"/>
              <a:gd name="connsiteY2" fmla="*/ 0 h 3570513"/>
              <a:gd name="connsiteX3" fmla="*/ 2209973 w 2209973"/>
              <a:gd name="connsiteY3" fmla="*/ 75131 h 3570513"/>
              <a:gd name="connsiteX4" fmla="*/ 2209973 w 2209973"/>
              <a:gd name="connsiteY4" fmla="*/ 3495382 h 3570513"/>
              <a:gd name="connsiteX5" fmla="*/ 2134842 w 2209973"/>
              <a:gd name="connsiteY5" fmla="*/ 3570513 h 3570513"/>
              <a:gd name="connsiteX6" fmla="*/ 81835 w 2209973"/>
              <a:gd name="connsiteY6" fmla="*/ 3570513 h 3570513"/>
              <a:gd name="connsiteX7" fmla="*/ 6704 w 2209973"/>
              <a:gd name="connsiteY7" fmla="*/ 3495382 h 3570513"/>
              <a:gd name="connsiteX8" fmla="*/ 7690 w 2209973"/>
              <a:gd name="connsiteY8" fmla="*/ 2522997 h 3570513"/>
              <a:gd name="connsiteX9" fmla="*/ 3763 w 2209973"/>
              <a:gd name="connsiteY9" fmla="*/ 548341 h 3570513"/>
              <a:gd name="connsiteX10" fmla="*/ 6704 w 2209973"/>
              <a:gd name="connsiteY10" fmla="*/ 75131 h 3570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09973" h="3570513">
                <a:moveTo>
                  <a:pt x="6704" y="75131"/>
                </a:moveTo>
                <a:cubicBezTo>
                  <a:pt x="6704" y="33637"/>
                  <a:pt x="40341" y="0"/>
                  <a:pt x="81835" y="0"/>
                </a:cubicBezTo>
                <a:lnTo>
                  <a:pt x="2134842" y="0"/>
                </a:lnTo>
                <a:cubicBezTo>
                  <a:pt x="2176336" y="0"/>
                  <a:pt x="2209973" y="33637"/>
                  <a:pt x="2209973" y="75131"/>
                </a:cubicBezTo>
                <a:lnTo>
                  <a:pt x="2209973" y="3495382"/>
                </a:lnTo>
                <a:cubicBezTo>
                  <a:pt x="2209973" y="3536876"/>
                  <a:pt x="2176336" y="3570513"/>
                  <a:pt x="2134842" y="3570513"/>
                </a:cubicBezTo>
                <a:lnTo>
                  <a:pt x="81835" y="3570513"/>
                </a:lnTo>
                <a:cubicBezTo>
                  <a:pt x="40341" y="3570513"/>
                  <a:pt x="6704" y="3536876"/>
                  <a:pt x="6704" y="3495382"/>
                </a:cubicBezTo>
                <a:cubicBezTo>
                  <a:pt x="7033" y="3171254"/>
                  <a:pt x="7361" y="2847125"/>
                  <a:pt x="7690" y="2522997"/>
                </a:cubicBezTo>
                <a:cubicBezTo>
                  <a:pt x="7200" y="2031824"/>
                  <a:pt x="3927" y="956319"/>
                  <a:pt x="3763" y="548341"/>
                </a:cubicBezTo>
                <a:cubicBezTo>
                  <a:pt x="3599" y="140363"/>
                  <a:pt x="-6308" y="166521"/>
                  <a:pt x="6704" y="75131"/>
                </a:cubicBezTo>
                <a:close/>
              </a:path>
            </a:pathLst>
          </a:custGeom>
          <a:solidFill>
            <a:schemeClr val="bg1"/>
          </a:solidFill>
          <a:ln w="22225">
            <a:solidFill>
              <a:srgbClr val="00A885"/>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endParaRPr lang="fr-FR" sz="1200" dirty="0">
              <a:ln>
                <a:solidFill>
                  <a:schemeClr val="bg1"/>
                </a:solidFill>
              </a:ln>
              <a:solidFill>
                <a:schemeClr val="bg1"/>
              </a:solidFill>
              <a:latin typeface="+mj-lt"/>
            </a:endParaRPr>
          </a:p>
        </p:txBody>
      </p:sp>
      <p:sp>
        <p:nvSpPr>
          <p:cNvPr id="60" name="Rectangle : coins arrondis 59">
            <a:extLst>
              <a:ext uri="{FF2B5EF4-FFF2-40B4-BE49-F238E27FC236}">
                <a16:creationId xmlns:a16="http://schemas.microsoft.com/office/drawing/2014/main" id="{EE855902-C014-3143-961B-66D8B9ACA1F6}"/>
              </a:ext>
            </a:extLst>
          </p:cNvPr>
          <p:cNvSpPr/>
          <p:nvPr/>
        </p:nvSpPr>
        <p:spPr>
          <a:xfrm>
            <a:off x="3535994" y="4751035"/>
            <a:ext cx="2110457" cy="673511"/>
          </a:xfrm>
          <a:prstGeom prst="roundRect">
            <a:avLst>
              <a:gd name="adj" fmla="val 6378"/>
            </a:avLst>
          </a:prstGeom>
          <a:solidFill>
            <a:srgbClr val="00A88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fr-FR" sz="1200" dirty="0">
                <a:ln>
                  <a:solidFill>
                    <a:schemeClr val="bg1"/>
                  </a:solidFill>
                </a:ln>
                <a:solidFill>
                  <a:schemeClr val="bg1"/>
                </a:solidFill>
                <a:latin typeface="+mj-lt"/>
              </a:rPr>
              <a:t>Master Data</a:t>
            </a:r>
          </a:p>
          <a:p>
            <a:pPr algn="ctr">
              <a:lnSpc>
                <a:spcPct val="80000"/>
              </a:lnSpc>
            </a:pPr>
            <a:r>
              <a:rPr lang="fr-FR" sz="1200" dirty="0">
                <a:ln>
                  <a:solidFill>
                    <a:schemeClr val="bg1"/>
                  </a:solidFill>
                </a:ln>
                <a:solidFill>
                  <a:schemeClr val="bg1"/>
                </a:solidFill>
                <a:latin typeface="+mj-lt"/>
              </a:rPr>
              <a:t>Management</a:t>
            </a:r>
          </a:p>
          <a:p>
            <a:pPr algn="ctr">
              <a:lnSpc>
                <a:spcPct val="80000"/>
              </a:lnSpc>
            </a:pPr>
            <a:r>
              <a:rPr lang="fr-FR" sz="1200" dirty="0">
                <a:ln>
                  <a:solidFill>
                    <a:schemeClr val="bg1"/>
                  </a:solidFill>
                </a:ln>
                <a:solidFill>
                  <a:schemeClr val="bg1"/>
                </a:solidFill>
                <a:latin typeface="+mj-lt"/>
              </a:rPr>
              <a:t>(MDM)</a:t>
            </a:r>
          </a:p>
        </p:txBody>
      </p:sp>
      <p:grpSp>
        <p:nvGrpSpPr>
          <p:cNvPr id="164" name="Groupe 163">
            <a:extLst>
              <a:ext uri="{FF2B5EF4-FFF2-40B4-BE49-F238E27FC236}">
                <a16:creationId xmlns:a16="http://schemas.microsoft.com/office/drawing/2014/main" id="{CFEC9025-E2A5-4A2C-E1CD-ACB325C9E36E}"/>
              </a:ext>
            </a:extLst>
          </p:cNvPr>
          <p:cNvGrpSpPr/>
          <p:nvPr/>
        </p:nvGrpSpPr>
        <p:grpSpPr>
          <a:xfrm>
            <a:off x="4259515" y="2165652"/>
            <a:ext cx="663415" cy="2494035"/>
            <a:chOff x="3963443" y="2292778"/>
            <a:chExt cx="663415" cy="2494035"/>
          </a:xfrm>
        </p:grpSpPr>
        <p:sp>
          <p:nvSpPr>
            <p:cNvPr id="52" name="Graphique 50">
              <a:extLst>
                <a:ext uri="{FF2B5EF4-FFF2-40B4-BE49-F238E27FC236}">
                  <a16:creationId xmlns:a16="http://schemas.microsoft.com/office/drawing/2014/main" id="{871A8271-30D6-B27A-2B92-A7D68DC94F59}"/>
                </a:ext>
              </a:extLst>
            </p:cNvPr>
            <p:cNvSpPr>
              <a:spLocks noChangeAspect="1"/>
            </p:cNvSpPr>
            <p:nvPr/>
          </p:nvSpPr>
          <p:spPr>
            <a:xfrm>
              <a:off x="3963443" y="3145209"/>
              <a:ext cx="663415" cy="789173"/>
            </a:xfrm>
            <a:custGeom>
              <a:avLst/>
              <a:gdLst>
                <a:gd name="connsiteX0" fmla="*/ 492345 w 1222742"/>
                <a:gd name="connsiteY0" fmla="*/ 38 h 1454526"/>
                <a:gd name="connsiteX1" fmla="*/ 638344 w 1222742"/>
                <a:gd name="connsiteY1" fmla="*/ 38 h 1454526"/>
                <a:gd name="connsiteX2" fmla="*/ 1043492 w 1222742"/>
                <a:gd name="connsiteY2" fmla="*/ 34213 h 1454526"/>
                <a:gd name="connsiteX3" fmla="*/ 1167591 w 1222742"/>
                <a:gd name="connsiteY3" fmla="*/ 71232 h 1454526"/>
                <a:gd name="connsiteX4" fmla="*/ 1216610 w 1222742"/>
                <a:gd name="connsiteY4" fmla="*/ 112337 h 1454526"/>
                <a:gd name="connsiteX5" fmla="*/ 1222340 w 1222742"/>
                <a:gd name="connsiteY5" fmla="*/ 185282 h 1454526"/>
                <a:gd name="connsiteX6" fmla="*/ 1218690 w 1222742"/>
                <a:gd name="connsiteY6" fmla="*/ 232696 h 1454526"/>
                <a:gd name="connsiteX7" fmla="*/ 1215040 w 1222742"/>
                <a:gd name="connsiteY7" fmla="*/ 334819 h 1454526"/>
                <a:gd name="connsiteX8" fmla="*/ 1211390 w 1222742"/>
                <a:gd name="connsiteY8" fmla="*/ 389528 h 1454526"/>
                <a:gd name="connsiteX9" fmla="*/ 1207741 w 1222742"/>
                <a:gd name="connsiteY9" fmla="*/ 458826 h 1454526"/>
                <a:gd name="connsiteX10" fmla="*/ 1204091 w 1222742"/>
                <a:gd name="connsiteY10" fmla="*/ 560949 h 1454526"/>
                <a:gd name="connsiteX11" fmla="*/ 1200441 w 1222742"/>
                <a:gd name="connsiteY11" fmla="*/ 630247 h 1454526"/>
                <a:gd name="connsiteX12" fmla="*/ 1196791 w 1222742"/>
                <a:gd name="connsiteY12" fmla="*/ 692250 h 1454526"/>
                <a:gd name="connsiteX13" fmla="*/ 1189491 w 1222742"/>
                <a:gd name="connsiteY13" fmla="*/ 852729 h 1454526"/>
                <a:gd name="connsiteX14" fmla="*/ 1185695 w 1222742"/>
                <a:gd name="connsiteY14" fmla="*/ 907438 h 1454526"/>
                <a:gd name="connsiteX15" fmla="*/ 1185695 w 1222742"/>
                <a:gd name="connsiteY15" fmla="*/ 947558 h 1454526"/>
                <a:gd name="connsiteX16" fmla="*/ 1182191 w 1222742"/>
                <a:gd name="connsiteY16" fmla="*/ 991325 h 1454526"/>
                <a:gd name="connsiteX17" fmla="*/ 1178541 w 1222742"/>
                <a:gd name="connsiteY17" fmla="*/ 1064270 h 1454526"/>
                <a:gd name="connsiteX18" fmla="*/ 1174891 w 1222742"/>
                <a:gd name="connsiteY18" fmla="*/ 1133568 h 1454526"/>
                <a:gd name="connsiteX19" fmla="*/ 1174891 w 1222742"/>
                <a:gd name="connsiteY19" fmla="*/ 1155451 h 1454526"/>
                <a:gd name="connsiteX20" fmla="*/ 1168394 w 1222742"/>
                <a:gd name="connsiteY20" fmla="*/ 1221102 h 1454526"/>
                <a:gd name="connsiteX21" fmla="*/ 1061741 w 1222742"/>
                <a:gd name="connsiteY21" fmla="*/ 1348938 h 1454526"/>
                <a:gd name="connsiteX22" fmla="*/ 992392 w 1222742"/>
                <a:gd name="connsiteY22" fmla="*/ 1385958 h 1454526"/>
                <a:gd name="connsiteX23" fmla="*/ 758793 w 1222742"/>
                <a:gd name="connsiteY23" fmla="*/ 1444606 h 1454526"/>
                <a:gd name="connsiteX24" fmla="*/ 704044 w 1222742"/>
                <a:gd name="connsiteY24" fmla="*/ 1450879 h 1454526"/>
                <a:gd name="connsiteX25" fmla="*/ 590895 w 1222742"/>
                <a:gd name="connsiteY25" fmla="*/ 1454526 h 1454526"/>
                <a:gd name="connsiteX26" fmla="*/ 528845 w 1222742"/>
                <a:gd name="connsiteY26" fmla="*/ 1450879 h 1454526"/>
                <a:gd name="connsiteX27" fmla="*/ 415696 w 1222742"/>
                <a:gd name="connsiteY27" fmla="*/ 1437202 h 1454526"/>
                <a:gd name="connsiteX28" fmla="*/ 163847 w 1222742"/>
                <a:gd name="connsiteY28" fmla="*/ 1349959 h 1454526"/>
                <a:gd name="connsiteX29" fmla="*/ 71174 w 1222742"/>
                <a:gd name="connsiteY29" fmla="*/ 1264869 h 1454526"/>
                <a:gd name="connsiteX30" fmla="*/ 47085 w 1222742"/>
                <a:gd name="connsiteY30" fmla="*/ 1199219 h 1454526"/>
                <a:gd name="connsiteX31" fmla="*/ 47085 w 1222742"/>
                <a:gd name="connsiteY31" fmla="*/ 1166393 h 1454526"/>
                <a:gd name="connsiteX32" fmla="*/ 43398 w 1222742"/>
                <a:gd name="connsiteY32" fmla="*/ 1126273 h 1454526"/>
                <a:gd name="connsiteX33" fmla="*/ 39748 w 1222742"/>
                <a:gd name="connsiteY33" fmla="*/ 1042387 h 1454526"/>
                <a:gd name="connsiteX34" fmla="*/ 36098 w 1222742"/>
                <a:gd name="connsiteY34" fmla="*/ 932969 h 1454526"/>
                <a:gd name="connsiteX35" fmla="*/ 32448 w 1222742"/>
                <a:gd name="connsiteY35" fmla="*/ 878260 h 1454526"/>
                <a:gd name="connsiteX36" fmla="*/ 25148 w 1222742"/>
                <a:gd name="connsiteY36" fmla="*/ 692250 h 1454526"/>
                <a:gd name="connsiteX37" fmla="*/ 21352 w 1222742"/>
                <a:gd name="connsiteY37" fmla="*/ 630247 h 1454526"/>
                <a:gd name="connsiteX38" fmla="*/ 21352 w 1222742"/>
                <a:gd name="connsiteY38" fmla="*/ 590127 h 1454526"/>
                <a:gd name="connsiteX39" fmla="*/ 17848 w 1222742"/>
                <a:gd name="connsiteY39" fmla="*/ 550007 h 1454526"/>
                <a:gd name="connsiteX40" fmla="*/ 14198 w 1222742"/>
                <a:gd name="connsiteY40" fmla="*/ 466121 h 1454526"/>
                <a:gd name="connsiteX41" fmla="*/ 10548 w 1222742"/>
                <a:gd name="connsiteY41" fmla="*/ 382234 h 1454526"/>
                <a:gd name="connsiteX42" fmla="*/ 6898 w 1222742"/>
                <a:gd name="connsiteY42" fmla="*/ 309289 h 1454526"/>
                <a:gd name="connsiteX43" fmla="*/ 255 w 1222742"/>
                <a:gd name="connsiteY43" fmla="*/ 156104 h 1454526"/>
                <a:gd name="connsiteX44" fmla="*/ 112748 w 1222742"/>
                <a:gd name="connsiteY44" fmla="*/ 49312 h 1454526"/>
                <a:gd name="connsiteX45" fmla="*/ 357296 w 1222742"/>
                <a:gd name="connsiteY45" fmla="*/ 9886 h 1454526"/>
                <a:gd name="connsiteX46" fmla="*/ 444895 w 1222742"/>
                <a:gd name="connsiteY46" fmla="*/ 2919 h 1454526"/>
                <a:gd name="connsiteX47" fmla="*/ 492345 w 1222742"/>
                <a:gd name="connsiteY47" fmla="*/ 38 h 1454526"/>
                <a:gd name="connsiteX48" fmla="*/ 474095 w 1222742"/>
                <a:gd name="connsiteY48" fmla="*/ 36073 h 1454526"/>
                <a:gd name="connsiteX49" fmla="*/ 426646 w 1222742"/>
                <a:gd name="connsiteY49" fmla="*/ 39392 h 1454526"/>
                <a:gd name="connsiteX50" fmla="*/ 371896 w 1222742"/>
                <a:gd name="connsiteY50" fmla="*/ 43367 h 1454526"/>
                <a:gd name="connsiteX51" fmla="*/ 134647 w 1222742"/>
                <a:gd name="connsiteY51" fmla="*/ 80569 h 1454526"/>
                <a:gd name="connsiteX52" fmla="*/ 61721 w 1222742"/>
                <a:gd name="connsiteY52" fmla="*/ 108252 h 1454526"/>
                <a:gd name="connsiteX53" fmla="*/ 41281 w 1222742"/>
                <a:gd name="connsiteY53" fmla="*/ 137831 h 1454526"/>
                <a:gd name="connsiteX54" fmla="*/ 76248 w 1222742"/>
                <a:gd name="connsiteY54" fmla="*/ 167848 h 1454526"/>
                <a:gd name="connsiteX55" fmla="*/ 200347 w 1222742"/>
                <a:gd name="connsiteY55" fmla="*/ 202059 h 1454526"/>
                <a:gd name="connsiteX56" fmla="*/ 455845 w 1222742"/>
                <a:gd name="connsiteY56" fmla="*/ 229377 h 1454526"/>
                <a:gd name="connsiteX57" fmla="*/ 499645 w 1222742"/>
                <a:gd name="connsiteY57" fmla="*/ 232696 h 1454526"/>
                <a:gd name="connsiteX58" fmla="*/ 729594 w 1222742"/>
                <a:gd name="connsiteY58" fmla="*/ 232696 h 1454526"/>
                <a:gd name="connsiteX59" fmla="*/ 828143 w 1222742"/>
                <a:gd name="connsiteY59" fmla="*/ 225730 h 1454526"/>
                <a:gd name="connsiteX60" fmla="*/ 1083641 w 1222742"/>
                <a:gd name="connsiteY60" fmla="*/ 190461 h 1454526"/>
                <a:gd name="connsiteX61" fmla="*/ 1163941 w 1222742"/>
                <a:gd name="connsiteY61" fmla="*/ 162122 h 1454526"/>
                <a:gd name="connsiteX62" fmla="*/ 1183432 w 1222742"/>
                <a:gd name="connsiteY62" fmla="*/ 130573 h 1454526"/>
                <a:gd name="connsiteX63" fmla="*/ 1142041 w 1222742"/>
                <a:gd name="connsiteY63" fmla="*/ 99280 h 1454526"/>
                <a:gd name="connsiteX64" fmla="*/ 1014292 w 1222742"/>
                <a:gd name="connsiteY64" fmla="*/ 64631 h 1454526"/>
                <a:gd name="connsiteX65" fmla="*/ 795293 w 1222742"/>
                <a:gd name="connsiteY65" fmla="*/ 39392 h 1454526"/>
                <a:gd name="connsiteX66" fmla="*/ 718644 w 1222742"/>
                <a:gd name="connsiteY66" fmla="*/ 36073 h 1454526"/>
                <a:gd name="connsiteX67" fmla="*/ 627394 w 1222742"/>
                <a:gd name="connsiteY67" fmla="*/ 36073 h 1454526"/>
                <a:gd name="connsiteX68" fmla="*/ 474095 w 1222742"/>
                <a:gd name="connsiteY68" fmla="*/ 36073 h 1454526"/>
                <a:gd name="connsiteX69" fmla="*/ 101798 w 1222742"/>
                <a:gd name="connsiteY69" fmla="*/ 148810 h 1454526"/>
                <a:gd name="connsiteX70" fmla="*/ 309846 w 1222742"/>
                <a:gd name="connsiteY70" fmla="*/ 93627 h 1454526"/>
                <a:gd name="connsiteX71" fmla="*/ 455845 w 1222742"/>
                <a:gd name="connsiteY71" fmla="*/ 79512 h 1454526"/>
                <a:gd name="connsiteX72" fmla="*/ 525195 w 1222742"/>
                <a:gd name="connsiteY72" fmla="*/ 75865 h 1454526"/>
                <a:gd name="connsiteX73" fmla="*/ 696744 w 1222742"/>
                <a:gd name="connsiteY73" fmla="*/ 75865 h 1454526"/>
                <a:gd name="connsiteX74" fmla="*/ 751493 w 1222742"/>
                <a:gd name="connsiteY74" fmla="*/ 79512 h 1454526"/>
                <a:gd name="connsiteX75" fmla="*/ 933992 w 1222742"/>
                <a:gd name="connsiteY75" fmla="*/ 97274 h 1454526"/>
                <a:gd name="connsiteX76" fmla="*/ 1120141 w 1222742"/>
                <a:gd name="connsiteY76" fmla="*/ 148810 h 1454526"/>
                <a:gd name="connsiteX77" fmla="*/ 1109191 w 1222742"/>
                <a:gd name="connsiteY77" fmla="*/ 174340 h 1454526"/>
                <a:gd name="connsiteX78" fmla="*/ 1065391 w 1222742"/>
                <a:gd name="connsiteY78" fmla="*/ 157417 h 1454526"/>
                <a:gd name="connsiteX79" fmla="*/ 963192 w 1222742"/>
                <a:gd name="connsiteY79" fmla="*/ 132105 h 1454526"/>
                <a:gd name="connsiteX80" fmla="*/ 525195 w 1222742"/>
                <a:gd name="connsiteY80" fmla="*/ 105043 h 1454526"/>
                <a:gd name="connsiteX81" fmla="*/ 474095 w 1222742"/>
                <a:gd name="connsiteY81" fmla="*/ 108690 h 1454526"/>
                <a:gd name="connsiteX82" fmla="*/ 455845 w 1222742"/>
                <a:gd name="connsiteY82" fmla="*/ 108690 h 1454526"/>
                <a:gd name="connsiteX83" fmla="*/ 218597 w 1222742"/>
                <a:gd name="connsiteY83" fmla="*/ 139691 h 1454526"/>
                <a:gd name="connsiteX84" fmla="*/ 116398 w 1222742"/>
                <a:gd name="connsiteY84" fmla="*/ 170693 h 1454526"/>
                <a:gd name="connsiteX85" fmla="*/ 101798 w 1222742"/>
                <a:gd name="connsiteY85" fmla="*/ 148810 h 1454526"/>
                <a:gd name="connsiteX86" fmla="*/ 43398 w 1222742"/>
                <a:gd name="connsiteY86" fmla="*/ 181635 h 1454526"/>
                <a:gd name="connsiteX87" fmla="*/ 43398 w 1222742"/>
                <a:gd name="connsiteY87" fmla="*/ 301994 h 1454526"/>
                <a:gd name="connsiteX88" fmla="*/ 47048 w 1222742"/>
                <a:gd name="connsiteY88" fmla="*/ 382234 h 1454526"/>
                <a:gd name="connsiteX89" fmla="*/ 50698 w 1222742"/>
                <a:gd name="connsiteY89" fmla="*/ 495299 h 1454526"/>
                <a:gd name="connsiteX90" fmla="*/ 54348 w 1222742"/>
                <a:gd name="connsiteY90" fmla="*/ 546360 h 1454526"/>
                <a:gd name="connsiteX91" fmla="*/ 57998 w 1222742"/>
                <a:gd name="connsiteY91" fmla="*/ 659425 h 1454526"/>
                <a:gd name="connsiteX92" fmla="*/ 61502 w 1222742"/>
                <a:gd name="connsiteY92" fmla="*/ 695898 h 1454526"/>
                <a:gd name="connsiteX93" fmla="*/ 61502 w 1222742"/>
                <a:gd name="connsiteY93" fmla="*/ 736017 h 1454526"/>
                <a:gd name="connsiteX94" fmla="*/ 65298 w 1222742"/>
                <a:gd name="connsiteY94" fmla="*/ 798021 h 1454526"/>
                <a:gd name="connsiteX95" fmla="*/ 68948 w 1222742"/>
                <a:gd name="connsiteY95" fmla="*/ 878260 h 1454526"/>
                <a:gd name="connsiteX96" fmla="*/ 76248 w 1222742"/>
                <a:gd name="connsiteY96" fmla="*/ 1064270 h 1454526"/>
                <a:gd name="connsiteX97" fmla="*/ 79898 w 1222742"/>
                <a:gd name="connsiteY97" fmla="*/ 1126273 h 1454526"/>
                <a:gd name="connsiteX98" fmla="*/ 102090 w 1222742"/>
                <a:gd name="connsiteY98" fmla="*/ 1246633 h 1454526"/>
                <a:gd name="connsiteX99" fmla="*/ 302546 w 1222742"/>
                <a:gd name="connsiteY99" fmla="*/ 1374287 h 1454526"/>
                <a:gd name="connsiteX100" fmla="*/ 817193 w 1222742"/>
                <a:gd name="connsiteY100" fmla="*/ 1400729 h 1454526"/>
                <a:gd name="connsiteX101" fmla="*/ 1039842 w 1222742"/>
                <a:gd name="connsiteY101" fmla="*/ 1321110 h 1454526"/>
                <a:gd name="connsiteX102" fmla="*/ 1113535 w 1222742"/>
                <a:gd name="connsiteY102" fmla="*/ 1257575 h 1454526"/>
                <a:gd name="connsiteX103" fmla="*/ 1138391 w 1222742"/>
                <a:gd name="connsiteY103" fmla="*/ 1151804 h 1454526"/>
                <a:gd name="connsiteX104" fmla="*/ 1142041 w 1222742"/>
                <a:gd name="connsiteY104" fmla="*/ 1104390 h 1454526"/>
                <a:gd name="connsiteX105" fmla="*/ 1145691 w 1222742"/>
                <a:gd name="connsiteY105" fmla="*/ 1009561 h 1454526"/>
                <a:gd name="connsiteX106" fmla="*/ 1149341 w 1222742"/>
                <a:gd name="connsiteY106" fmla="*/ 954853 h 1454526"/>
                <a:gd name="connsiteX107" fmla="*/ 1152991 w 1222742"/>
                <a:gd name="connsiteY107" fmla="*/ 856377 h 1454526"/>
                <a:gd name="connsiteX108" fmla="*/ 1156641 w 1222742"/>
                <a:gd name="connsiteY108" fmla="*/ 787079 h 1454526"/>
                <a:gd name="connsiteX109" fmla="*/ 1160291 w 1222742"/>
                <a:gd name="connsiteY109" fmla="*/ 728723 h 1454526"/>
                <a:gd name="connsiteX110" fmla="*/ 1163941 w 1222742"/>
                <a:gd name="connsiteY110" fmla="*/ 633894 h 1454526"/>
                <a:gd name="connsiteX111" fmla="*/ 1167591 w 1222742"/>
                <a:gd name="connsiteY111" fmla="*/ 579185 h 1454526"/>
                <a:gd name="connsiteX112" fmla="*/ 1171241 w 1222742"/>
                <a:gd name="connsiteY112" fmla="*/ 498946 h 1454526"/>
                <a:gd name="connsiteX113" fmla="*/ 1174891 w 1222742"/>
                <a:gd name="connsiteY113" fmla="*/ 411412 h 1454526"/>
                <a:gd name="connsiteX114" fmla="*/ 1178395 w 1222742"/>
                <a:gd name="connsiteY114" fmla="*/ 367645 h 1454526"/>
                <a:gd name="connsiteX115" fmla="*/ 1178395 w 1222742"/>
                <a:gd name="connsiteY115" fmla="*/ 327525 h 1454526"/>
                <a:gd name="connsiteX116" fmla="*/ 1182191 w 1222742"/>
                <a:gd name="connsiteY116" fmla="*/ 280111 h 1454526"/>
                <a:gd name="connsiteX117" fmla="*/ 1185841 w 1222742"/>
                <a:gd name="connsiteY117" fmla="*/ 185282 h 1454526"/>
                <a:gd name="connsiteX118" fmla="*/ 1142041 w 1222742"/>
                <a:gd name="connsiteY118" fmla="*/ 203300 h 1454526"/>
                <a:gd name="connsiteX119" fmla="*/ 1065391 w 1222742"/>
                <a:gd name="connsiteY119" fmla="*/ 224636 h 1454526"/>
                <a:gd name="connsiteX120" fmla="*/ 857343 w 1222742"/>
                <a:gd name="connsiteY120" fmla="*/ 254580 h 1454526"/>
                <a:gd name="connsiteX121" fmla="*/ 828143 w 1222742"/>
                <a:gd name="connsiteY121" fmla="*/ 254580 h 1454526"/>
                <a:gd name="connsiteX122" fmla="*/ 791643 w 1222742"/>
                <a:gd name="connsiteY122" fmla="*/ 258227 h 1454526"/>
                <a:gd name="connsiteX123" fmla="*/ 722294 w 1222742"/>
                <a:gd name="connsiteY123" fmla="*/ 261874 h 1454526"/>
                <a:gd name="connsiteX124" fmla="*/ 499645 w 1222742"/>
                <a:gd name="connsiteY124" fmla="*/ 261874 h 1454526"/>
                <a:gd name="connsiteX125" fmla="*/ 455845 w 1222742"/>
                <a:gd name="connsiteY125" fmla="*/ 258555 h 1454526"/>
                <a:gd name="connsiteX126" fmla="*/ 287946 w 1222742"/>
                <a:gd name="connsiteY126" fmla="*/ 244185 h 1454526"/>
                <a:gd name="connsiteX127" fmla="*/ 43398 w 1222742"/>
                <a:gd name="connsiteY127" fmla="*/ 181635 h 1454526"/>
                <a:gd name="connsiteX128" fmla="*/ 153554 w 1222742"/>
                <a:gd name="connsiteY128" fmla="*/ 600449 h 1454526"/>
                <a:gd name="connsiteX129" fmla="*/ 204289 w 1222742"/>
                <a:gd name="connsiteY129" fmla="*/ 644836 h 1454526"/>
                <a:gd name="connsiteX130" fmla="*/ 225897 w 1222742"/>
                <a:gd name="connsiteY130" fmla="*/ 805315 h 1454526"/>
                <a:gd name="connsiteX131" fmla="*/ 192901 w 1222742"/>
                <a:gd name="connsiteY131" fmla="*/ 906016 h 1454526"/>
                <a:gd name="connsiteX132" fmla="*/ 139867 w 1222742"/>
                <a:gd name="connsiteY132" fmla="*/ 841788 h 1454526"/>
                <a:gd name="connsiteX133" fmla="*/ 125851 w 1222742"/>
                <a:gd name="connsiteY133" fmla="*/ 663072 h 1454526"/>
                <a:gd name="connsiteX134" fmla="*/ 153554 w 1222742"/>
                <a:gd name="connsiteY134" fmla="*/ 600449 h 1454526"/>
                <a:gd name="connsiteX135" fmla="*/ 864643 w 1222742"/>
                <a:gd name="connsiteY135" fmla="*/ 637542 h 1454526"/>
                <a:gd name="connsiteX136" fmla="*/ 871797 w 1222742"/>
                <a:gd name="connsiteY136" fmla="*/ 666720 h 1454526"/>
                <a:gd name="connsiteX137" fmla="*/ 871797 w 1222742"/>
                <a:gd name="connsiteY137" fmla="*/ 688603 h 1454526"/>
                <a:gd name="connsiteX138" fmla="*/ 849897 w 1222742"/>
                <a:gd name="connsiteY138" fmla="*/ 715556 h 1454526"/>
                <a:gd name="connsiteX139" fmla="*/ 849897 w 1222742"/>
                <a:gd name="connsiteY139" fmla="*/ 648994 h 1454526"/>
                <a:gd name="connsiteX140" fmla="*/ 864643 w 1222742"/>
                <a:gd name="connsiteY140" fmla="*/ 637542 h 1454526"/>
                <a:gd name="connsiteX141" fmla="*/ 577682 w 1222742"/>
                <a:gd name="connsiteY141" fmla="*/ 656398 h 1454526"/>
                <a:gd name="connsiteX142" fmla="*/ 594763 w 1222742"/>
                <a:gd name="connsiteY142" fmla="*/ 721355 h 1454526"/>
                <a:gd name="connsiteX143" fmla="*/ 577682 w 1222742"/>
                <a:gd name="connsiteY143" fmla="*/ 735397 h 1454526"/>
                <a:gd name="connsiteX144" fmla="*/ 577682 w 1222742"/>
                <a:gd name="connsiteY144" fmla="*/ 656398 h 1454526"/>
                <a:gd name="connsiteX145" fmla="*/ 161000 w 1222742"/>
                <a:gd name="connsiteY145" fmla="*/ 669127 h 1454526"/>
                <a:gd name="connsiteX146" fmla="*/ 144101 w 1222742"/>
                <a:gd name="connsiteY146" fmla="*/ 706839 h 1454526"/>
                <a:gd name="connsiteX147" fmla="*/ 150817 w 1222742"/>
                <a:gd name="connsiteY147" fmla="*/ 801668 h 1454526"/>
                <a:gd name="connsiteX148" fmla="*/ 184981 w 1222742"/>
                <a:gd name="connsiteY148" fmla="*/ 839380 h 1454526"/>
                <a:gd name="connsiteX149" fmla="*/ 203997 w 1222742"/>
                <a:gd name="connsiteY149" fmla="*/ 783432 h 1454526"/>
                <a:gd name="connsiteX150" fmla="*/ 192792 w 1222742"/>
                <a:gd name="connsiteY150" fmla="*/ 695898 h 1454526"/>
                <a:gd name="connsiteX151" fmla="*/ 161000 w 1222742"/>
                <a:gd name="connsiteY151" fmla="*/ 669127 h 1454526"/>
                <a:gd name="connsiteX152" fmla="*/ 1069041 w 1222742"/>
                <a:gd name="connsiteY152" fmla="*/ 816257 h 1454526"/>
                <a:gd name="connsiteX153" fmla="*/ 1086634 w 1222742"/>
                <a:gd name="connsiteY153" fmla="*/ 819649 h 1454526"/>
                <a:gd name="connsiteX154" fmla="*/ 1060500 w 1222742"/>
                <a:gd name="connsiteY154" fmla="*/ 790580 h 1454526"/>
                <a:gd name="connsiteX155" fmla="*/ 1057471 w 1222742"/>
                <a:gd name="connsiteY155" fmla="*/ 746959 h 1454526"/>
                <a:gd name="connsiteX156" fmla="*/ 1084006 w 1222742"/>
                <a:gd name="connsiteY156" fmla="*/ 671060 h 1454526"/>
                <a:gd name="connsiteX157" fmla="*/ 1111637 w 1222742"/>
                <a:gd name="connsiteY157" fmla="*/ 692250 h 1454526"/>
                <a:gd name="connsiteX158" fmla="*/ 1094591 w 1222742"/>
                <a:gd name="connsiteY158" fmla="*/ 739665 h 1454526"/>
                <a:gd name="connsiteX159" fmla="*/ 1082510 w 1222742"/>
                <a:gd name="connsiteY159" fmla="*/ 732005 h 1454526"/>
                <a:gd name="connsiteX160" fmla="*/ 1105943 w 1222742"/>
                <a:gd name="connsiteY160" fmla="*/ 765378 h 1454526"/>
                <a:gd name="connsiteX161" fmla="*/ 1100139 w 1222742"/>
                <a:gd name="connsiteY161" fmla="*/ 863671 h 1454526"/>
                <a:gd name="connsiteX162" fmla="*/ 1072728 w 1222742"/>
                <a:gd name="connsiteY162" fmla="*/ 891682 h 1454526"/>
                <a:gd name="connsiteX163" fmla="*/ 1052033 w 1222742"/>
                <a:gd name="connsiteY163" fmla="*/ 870966 h 1454526"/>
                <a:gd name="connsiteX164" fmla="*/ 1069041 w 1222742"/>
                <a:gd name="connsiteY164" fmla="*/ 816257 h 1454526"/>
                <a:gd name="connsiteX165" fmla="*/ 787993 w 1222742"/>
                <a:gd name="connsiteY165" fmla="*/ 677661 h 1454526"/>
                <a:gd name="connsiteX166" fmla="*/ 828143 w 1222742"/>
                <a:gd name="connsiteY166" fmla="*/ 736017 h 1454526"/>
                <a:gd name="connsiteX167" fmla="*/ 828143 w 1222742"/>
                <a:gd name="connsiteY167" fmla="*/ 794373 h 1454526"/>
                <a:gd name="connsiteX168" fmla="*/ 809893 w 1222742"/>
                <a:gd name="connsiteY168" fmla="*/ 794373 h 1454526"/>
                <a:gd name="connsiteX169" fmla="*/ 813543 w 1222742"/>
                <a:gd name="connsiteY169" fmla="*/ 896496 h 1454526"/>
                <a:gd name="connsiteX170" fmla="*/ 828143 w 1222742"/>
                <a:gd name="connsiteY170" fmla="*/ 889202 h 1454526"/>
                <a:gd name="connsiteX171" fmla="*/ 828143 w 1222742"/>
                <a:gd name="connsiteY171" fmla="*/ 925675 h 1454526"/>
                <a:gd name="connsiteX172" fmla="*/ 821792 w 1222742"/>
                <a:gd name="connsiteY172" fmla="*/ 952664 h 1454526"/>
                <a:gd name="connsiteX173" fmla="*/ 788942 w 1222742"/>
                <a:gd name="connsiteY173" fmla="*/ 940191 h 1454526"/>
                <a:gd name="connsiteX174" fmla="*/ 784343 w 1222742"/>
                <a:gd name="connsiteY174" fmla="*/ 834493 h 1454526"/>
                <a:gd name="connsiteX175" fmla="*/ 773393 w 1222742"/>
                <a:gd name="connsiteY175" fmla="*/ 798021 h 1454526"/>
                <a:gd name="connsiteX176" fmla="*/ 773393 w 1222742"/>
                <a:gd name="connsiteY176" fmla="*/ 739665 h 1454526"/>
                <a:gd name="connsiteX177" fmla="*/ 787993 w 1222742"/>
                <a:gd name="connsiteY177" fmla="*/ 677661 h 1454526"/>
                <a:gd name="connsiteX178" fmla="*/ 1003342 w 1222742"/>
                <a:gd name="connsiteY178" fmla="*/ 710487 h 1454526"/>
                <a:gd name="connsiteX179" fmla="*/ 1008963 w 1222742"/>
                <a:gd name="connsiteY179" fmla="*/ 700712 h 1454526"/>
                <a:gd name="connsiteX180" fmla="*/ 1043492 w 1222742"/>
                <a:gd name="connsiteY180" fmla="*/ 743312 h 1454526"/>
                <a:gd name="connsiteX181" fmla="*/ 1039842 w 1222742"/>
                <a:gd name="connsiteY181" fmla="*/ 878260 h 1454526"/>
                <a:gd name="connsiteX182" fmla="*/ 1017942 w 1222742"/>
                <a:gd name="connsiteY182" fmla="*/ 911085 h 1454526"/>
                <a:gd name="connsiteX183" fmla="*/ 1021592 w 1222742"/>
                <a:gd name="connsiteY183" fmla="*/ 798021 h 1454526"/>
                <a:gd name="connsiteX184" fmla="*/ 1006992 w 1222742"/>
                <a:gd name="connsiteY184" fmla="*/ 757901 h 1454526"/>
                <a:gd name="connsiteX185" fmla="*/ 992392 w 1222742"/>
                <a:gd name="connsiteY185" fmla="*/ 860024 h 1454526"/>
                <a:gd name="connsiteX186" fmla="*/ 988742 w 1222742"/>
                <a:gd name="connsiteY186" fmla="*/ 922027 h 1454526"/>
                <a:gd name="connsiteX187" fmla="*/ 970492 w 1222742"/>
                <a:gd name="connsiteY187" fmla="*/ 925675 h 1454526"/>
                <a:gd name="connsiteX188" fmla="*/ 970492 w 1222742"/>
                <a:gd name="connsiteY188" fmla="*/ 885555 h 1454526"/>
                <a:gd name="connsiteX189" fmla="*/ 970492 w 1222742"/>
                <a:gd name="connsiteY189" fmla="*/ 827199 h 1454526"/>
                <a:gd name="connsiteX190" fmla="*/ 974142 w 1222742"/>
                <a:gd name="connsiteY190" fmla="*/ 743312 h 1454526"/>
                <a:gd name="connsiteX191" fmla="*/ 1003342 w 1222742"/>
                <a:gd name="connsiteY191" fmla="*/ 710487 h 1454526"/>
                <a:gd name="connsiteX192" fmla="*/ 236847 w 1222742"/>
                <a:gd name="connsiteY192" fmla="*/ 710487 h 1454526"/>
                <a:gd name="connsiteX193" fmla="*/ 262397 w 1222742"/>
                <a:gd name="connsiteY193" fmla="*/ 721428 h 1454526"/>
                <a:gd name="connsiteX194" fmla="*/ 295246 w 1222742"/>
                <a:gd name="connsiteY194" fmla="*/ 765195 h 1454526"/>
                <a:gd name="connsiteX195" fmla="*/ 314299 w 1222742"/>
                <a:gd name="connsiteY195" fmla="*/ 723690 h 1454526"/>
                <a:gd name="connsiteX196" fmla="*/ 324519 w 1222742"/>
                <a:gd name="connsiteY196" fmla="*/ 720042 h 1454526"/>
                <a:gd name="connsiteX197" fmla="*/ 363464 w 1222742"/>
                <a:gd name="connsiteY197" fmla="*/ 730984 h 1454526"/>
                <a:gd name="connsiteX198" fmla="*/ 369706 w 1222742"/>
                <a:gd name="connsiteY198" fmla="*/ 737148 h 1454526"/>
                <a:gd name="connsiteX199" fmla="*/ 371896 w 1222742"/>
                <a:gd name="connsiteY199" fmla="*/ 768843 h 1454526"/>
                <a:gd name="connsiteX200" fmla="*/ 375546 w 1222742"/>
                <a:gd name="connsiteY200" fmla="*/ 827199 h 1454526"/>
                <a:gd name="connsiteX201" fmla="*/ 375546 w 1222742"/>
                <a:gd name="connsiteY201" fmla="*/ 954853 h 1454526"/>
                <a:gd name="connsiteX202" fmla="*/ 361530 w 1222742"/>
                <a:gd name="connsiteY202" fmla="*/ 1023749 h 1454526"/>
                <a:gd name="connsiteX203" fmla="*/ 304152 w 1222742"/>
                <a:gd name="connsiteY203" fmla="*/ 991325 h 1454526"/>
                <a:gd name="connsiteX204" fmla="*/ 301086 w 1222742"/>
                <a:gd name="connsiteY204" fmla="*/ 958500 h 1454526"/>
                <a:gd name="connsiteX205" fmla="*/ 311489 w 1222742"/>
                <a:gd name="connsiteY205" fmla="*/ 932969 h 1454526"/>
                <a:gd name="connsiteX206" fmla="*/ 303130 w 1222742"/>
                <a:gd name="connsiteY206" fmla="*/ 903791 h 1454526"/>
                <a:gd name="connsiteX207" fmla="*/ 295246 w 1222742"/>
                <a:gd name="connsiteY207" fmla="*/ 852729 h 1454526"/>
                <a:gd name="connsiteX208" fmla="*/ 285793 w 1222742"/>
                <a:gd name="connsiteY208" fmla="*/ 784781 h 1454526"/>
                <a:gd name="connsiteX209" fmla="*/ 262397 w 1222742"/>
                <a:gd name="connsiteY209" fmla="*/ 816257 h 1454526"/>
                <a:gd name="connsiteX210" fmla="*/ 262397 w 1222742"/>
                <a:gd name="connsiteY210" fmla="*/ 929322 h 1454526"/>
                <a:gd name="connsiteX211" fmla="*/ 240497 w 1222742"/>
                <a:gd name="connsiteY211" fmla="*/ 870966 h 1454526"/>
                <a:gd name="connsiteX212" fmla="*/ 236847 w 1222742"/>
                <a:gd name="connsiteY212" fmla="*/ 710487 h 1454526"/>
                <a:gd name="connsiteX213" fmla="*/ 919538 w 1222742"/>
                <a:gd name="connsiteY213" fmla="*/ 716979 h 1454526"/>
                <a:gd name="connsiteX214" fmla="*/ 959542 w 1222742"/>
                <a:gd name="connsiteY214" fmla="*/ 768843 h 1454526"/>
                <a:gd name="connsiteX215" fmla="*/ 952534 w 1222742"/>
                <a:gd name="connsiteY215" fmla="*/ 896496 h 1454526"/>
                <a:gd name="connsiteX216" fmla="*/ 922896 w 1222742"/>
                <a:gd name="connsiteY216" fmla="*/ 942269 h 1454526"/>
                <a:gd name="connsiteX217" fmla="*/ 879498 w 1222742"/>
                <a:gd name="connsiteY217" fmla="*/ 889202 h 1454526"/>
                <a:gd name="connsiteX218" fmla="*/ 886178 w 1222742"/>
                <a:gd name="connsiteY218" fmla="*/ 768843 h 1454526"/>
                <a:gd name="connsiteX219" fmla="*/ 919538 w 1222742"/>
                <a:gd name="connsiteY219" fmla="*/ 716979 h 1454526"/>
                <a:gd name="connsiteX220" fmla="*/ 430296 w 1222742"/>
                <a:gd name="connsiteY220" fmla="*/ 954853 h 1454526"/>
                <a:gd name="connsiteX221" fmla="*/ 389416 w 1222742"/>
                <a:gd name="connsiteY221" fmla="*/ 925675 h 1454526"/>
                <a:gd name="connsiteX222" fmla="*/ 389416 w 1222742"/>
                <a:gd name="connsiteY222" fmla="*/ 845435 h 1454526"/>
                <a:gd name="connsiteX223" fmla="*/ 396862 w 1222742"/>
                <a:gd name="connsiteY223" fmla="*/ 819904 h 1454526"/>
                <a:gd name="connsiteX224" fmla="*/ 387335 w 1222742"/>
                <a:gd name="connsiteY224" fmla="*/ 779784 h 1454526"/>
                <a:gd name="connsiteX225" fmla="*/ 450443 w 1222742"/>
                <a:gd name="connsiteY225" fmla="*/ 757901 h 1454526"/>
                <a:gd name="connsiteX226" fmla="*/ 459495 w 1222742"/>
                <a:gd name="connsiteY226" fmla="*/ 849082 h 1454526"/>
                <a:gd name="connsiteX227" fmla="*/ 463145 w 1222742"/>
                <a:gd name="connsiteY227" fmla="*/ 962147 h 1454526"/>
                <a:gd name="connsiteX228" fmla="*/ 430296 w 1222742"/>
                <a:gd name="connsiteY228" fmla="*/ 954853 h 1454526"/>
                <a:gd name="connsiteX229" fmla="*/ 842743 w 1222742"/>
                <a:gd name="connsiteY229" fmla="*/ 954853 h 1454526"/>
                <a:gd name="connsiteX230" fmla="*/ 842743 w 1222742"/>
                <a:gd name="connsiteY230" fmla="*/ 881907 h 1454526"/>
                <a:gd name="connsiteX231" fmla="*/ 842743 w 1222742"/>
                <a:gd name="connsiteY231" fmla="*/ 768843 h 1454526"/>
                <a:gd name="connsiteX232" fmla="*/ 868110 w 1222742"/>
                <a:gd name="connsiteY232" fmla="*/ 732370 h 1454526"/>
                <a:gd name="connsiteX233" fmla="*/ 868110 w 1222742"/>
                <a:gd name="connsiteY233" fmla="*/ 790726 h 1454526"/>
                <a:gd name="connsiteX234" fmla="*/ 864643 w 1222742"/>
                <a:gd name="connsiteY234" fmla="*/ 841788 h 1454526"/>
                <a:gd name="connsiteX235" fmla="*/ 864643 w 1222742"/>
                <a:gd name="connsiteY235" fmla="*/ 918380 h 1454526"/>
                <a:gd name="connsiteX236" fmla="*/ 842743 w 1222742"/>
                <a:gd name="connsiteY236" fmla="*/ 954853 h 1454526"/>
                <a:gd name="connsiteX237" fmla="*/ 733171 w 1222742"/>
                <a:gd name="connsiteY237" fmla="*/ 739665 h 1454526"/>
                <a:gd name="connsiteX238" fmla="*/ 762297 w 1222742"/>
                <a:gd name="connsiteY238" fmla="*/ 790726 h 1454526"/>
                <a:gd name="connsiteX239" fmla="*/ 762297 w 1222742"/>
                <a:gd name="connsiteY239" fmla="*/ 932969 h 1454526"/>
                <a:gd name="connsiteX240" fmla="*/ 758720 w 1222742"/>
                <a:gd name="connsiteY240" fmla="*/ 959959 h 1454526"/>
                <a:gd name="connsiteX241" fmla="*/ 711490 w 1222742"/>
                <a:gd name="connsiteY241" fmla="*/ 971739 h 1454526"/>
                <a:gd name="connsiteX242" fmla="*/ 685794 w 1222742"/>
                <a:gd name="connsiteY242" fmla="*/ 892849 h 1454526"/>
                <a:gd name="connsiteX243" fmla="*/ 699080 w 1222742"/>
                <a:gd name="connsiteY243" fmla="*/ 819904 h 1454526"/>
                <a:gd name="connsiteX244" fmla="*/ 690356 w 1222742"/>
                <a:gd name="connsiteY244" fmla="*/ 790726 h 1454526"/>
                <a:gd name="connsiteX245" fmla="*/ 733171 w 1222742"/>
                <a:gd name="connsiteY245" fmla="*/ 739665 h 1454526"/>
                <a:gd name="connsiteX246" fmla="*/ 477745 w 1222742"/>
                <a:gd name="connsiteY246" fmla="*/ 743312 h 1454526"/>
                <a:gd name="connsiteX247" fmla="*/ 534721 w 1222742"/>
                <a:gd name="connsiteY247" fmla="*/ 745500 h 1454526"/>
                <a:gd name="connsiteX248" fmla="*/ 553592 w 1222742"/>
                <a:gd name="connsiteY248" fmla="*/ 798021 h 1454526"/>
                <a:gd name="connsiteX249" fmla="*/ 553592 w 1222742"/>
                <a:gd name="connsiteY249" fmla="*/ 896496 h 1454526"/>
                <a:gd name="connsiteX250" fmla="*/ 550745 w 1222742"/>
                <a:gd name="connsiteY250" fmla="*/ 969442 h 1454526"/>
                <a:gd name="connsiteX251" fmla="*/ 531035 w 1222742"/>
                <a:gd name="connsiteY251" fmla="*/ 957515 h 1454526"/>
                <a:gd name="connsiteX252" fmla="*/ 528845 w 1222742"/>
                <a:gd name="connsiteY252" fmla="*/ 932969 h 1454526"/>
                <a:gd name="connsiteX253" fmla="*/ 528845 w 1222742"/>
                <a:gd name="connsiteY253" fmla="*/ 845435 h 1454526"/>
                <a:gd name="connsiteX254" fmla="*/ 511982 w 1222742"/>
                <a:gd name="connsiteY254" fmla="*/ 812281 h 1454526"/>
                <a:gd name="connsiteX255" fmla="*/ 499645 w 1222742"/>
                <a:gd name="connsiteY255" fmla="*/ 856377 h 1454526"/>
                <a:gd name="connsiteX256" fmla="*/ 499645 w 1222742"/>
                <a:gd name="connsiteY256" fmla="*/ 907438 h 1454526"/>
                <a:gd name="connsiteX257" fmla="*/ 499645 w 1222742"/>
                <a:gd name="connsiteY257" fmla="*/ 965794 h 1454526"/>
                <a:gd name="connsiteX258" fmla="*/ 477745 w 1222742"/>
                <a:gd name="connsiteY258" fmla="*/ 965794 h 1454526"/>
                <a:gd name="connsiteX259" fmla="*/ 474095 w 1222742"/>
                <a:gd name="connsiteY259" fmla="*/ 834493 h 1454526"/>
                <a:gd name="connsiteX260" fmla="*/ 477745 w 1222742"/>
                <a:gd name="connsiteY260" fmla="*/ 743312 h 1454526"/>
                <a:gd name="connsiteX261" fmla="*/ 652944 w 1222742"/>
                <a:gd name="connsiteY261" fmla="*/ 911085 h 1454526"/>
                <a:gd name="connsiteX262" fmla="*/ 622649 w 1222742"/>
                <a:gd name="connsiteY262" fmla="*/ 870637 h 1454526"/>
                <a:gd name="connsiteX263" fmla="*/ 614802 w 1222742"/>
                <a:gd name="connsiteY263" fmla="*/ 768843 h 1454526"/>
                <a:gd name="connsiteX264" fmla="*/ 649258 w 1222742"/>
                <a:gd name="connsiteY264" fmla="*/ 741014 h 1454526"/>
                <a:gd name="connsiteX265" fmla="*/ 676267 w 1222742"/>
                <a:gd name="connsiteY265" fmla="*/ 798021 h 1454526"/>
                <a:gd name="connsiteX266" fmla="*/ 656594 w 1222742"/>
                <a:gd name="connsiteY266" fmla="*/ 819904 h 1454526"/>
                <a:gd name="connsiteX267" fmla="*/ 641520 w 1222742"/>
                <a:gd name="connsiteY267" fmla="*/ 808634 h 1454526"/>
                <a:gd name="connsiteX268" fmla="*/ 670172 w 1222742"/>
                <a:gd name="connsiteY268" fmla="*/ 849082 h 1454526"/>
                <a:gd name="connsiteX269" fmla="*/ 673092 w 1222742"/>
                <a:gd name="connsiteY269" fmla="*/ 947558 h 1454526"/>
                <a:gd name="connsiteX270" fmla="*/ 645644 w 1222742"/>
                <a:gd name="connsiteY270" fmla="*/ 974949 h 1454526"/>
                <a:gd name="connsiteX271" fmla="*/ 613269 w 1222742"/>
                <a:gd name="connsiteY271" fmla="*/ 951205 h 1454526"/>
                <a:gd name="connsiteX272" fmla="*/ 627394 w 1222742"/>
                <a:gd name="connsiteY272" fmla="*/ 885555 h 1454526"/>
                <a:gd name="connsiteX273" fmla="*/ 652944 w 1222742"/>
                <a:gd name="connsiteY273" fmla="*/ 911085 h 1454526"/>
                <a:gd name="connsiteX274" fmla="*/ 572645 w 1222742"/>
                <a:gd name="connsiteY274" fmla="*/ 746959 h 1454526"/>
                <a:gd name="connsiteX275" fmla="*/ 590895 w 1222742"/>
                <a:gd name="connsiteY275" fmla="*/ 746959 h 1454526"/>
                <a:gd name="connsiteX276" fmla="*/ 594544 w 1222742"/>
                <a:gd name="connsiteY276" fmla="*/ 816257 h 1454526"/>
                <a:gd name="connsiteX277" fmla="*/ 594544 w 1222742"/>
                <a:gd name="connsiteY277" fmla="*/ 936616 h 1454526"/>
                <a:gd name="connsiteX278" fmla="*/ 577390 w 1222742"/>
                <a:gd name="connsiteY278" fmla="*/ 967034 h 1454526"/>
                <a:gd name="connsiteX279" fmla="*/ 568995 w 1222742"/>
                <a:gd name="connsiteY279" fmla="*/ 936616 h 1454526"/>
                <a:gd name="connsiteX280" fmla="*/ 568995 w 1222742"/>
                <a:gd name="connsiteY280" fmla="*/ 816257 h 1454526"/>
                <a:gd name="connsiteX281" fmla="*/ 572645 w 1222742"/>
                <a:gd name="connsiteY281" fmla="*/ 746959 h 1454526"/>
                <a:gd name="connsiteX282" fmla="*/ 919392 w 1222742"/>
                <a:gd name="connsiteY282" fmla="*/ 885555 h 1454526"/>
                <a:gd name="connsiteX283" fmla="*/ 937606 w 1222742"/>
                <a:gd name="connsiteY283" fmla="*/ 808962 h 1454526"/>
                <a:gd name="connsiteX284" fmla="*/ 922714 w 1222742"/>
                <a:gd name="connsiteY284" fmla="*/ 784161 h 1454526"/>
                <a:gd name="connsiteX285" fmla="*/ 903624 w 1222742"/>
                <a:gd name="connsiteY285" fmla="*/ 808962 h 1454526"/>
                <a:gd name="connsiteX286" fmla="*/ 919392 w 1222742"/>
                <a:gd name="connsiteY286" fmla="*/ 885555 h 1454526"/>
                <a:gd name="connsiteX287" fmla="*/ 331746 w 1222742"/>
                <a:gd name="connsiteY287" fmla="*/ 787808 h 1454526"/>
                <a:gd name="connsiteX288" fmla="*/ 318278 w 1222742"/>
                <a:gd name="connsiteY288" fmla="*/ 856377 h 1454526"/>
                <a:gd name="connsiteX289" fmla="*/ 335104 w 1222742"/>
                <a:gd name="connsiteY289" fmla="*/ 879683 h 1454526"/>
                <a:gd name="connsiteX290" fmla="*/ 349996 w 1222742"/>
                <a:gd name="connsiteY290" fmla="*/ 849082 h 1454526"/>
                <a:gd name="connsiteX291" fmla="*/ 331746 w 1222742"/>
                <a:gd name="connsiteY291" fmla="*/ 787808 h 1454526"/>
                <a:gd name="connsiteX292" fmla="*/ 433946 w 1222742"/>
                <a:gd name="connsiteY292" fmla="*/ 816257 h 1454526"/>
                <a:gd name="connsiteX293" fmla="*/ 404746 w 1222742"/>
                <a:gd name="connsiteY293" fmla="*/ 812610 h 1454526"/>
                <a:gd name="connsiteX294" fmla="*/ 433946 w 1222742"/>
                <a:gd name="connsiteY294" fmla="*/ 816257 h 1454526"/>
                <a:gd name="connsiteX295" fmla="*/ 736894 w 1222742"/>
                <a:gd name="connsiteY295" fmla="*/ 819904 h 1454526"/>
                <a:gd name="connsiteX296" fmla="*/ 707694 w 1222742"/>
                <a:gd name="connsiteY296" fmla="*/ 819904 h 1454526"/>
                <a:gd name="connsiteX297" fmla="*/ 736894 w 1222742"/>
                <a:gd name="connsiteY297" fmla="*/ 819904 h 1454526"/>
                <a:gd name="connsiteX298" fmla="*/ 426646 w 1222742"/>
                <a:gd name="connsiteY298" fmla="*/ 911085 h 1454526"/>
                <a:gd name="connsiteX299" fmla="*/ 433946 w 1222742"/>
                <a:gd name="connsiteY299" fmla="*/ 892849 h 1454526"/>
                <a:gd name="connsiteX300" fmla="*/ 415148 w 1222742"/>
                <a:gd name="connsiteY300" fmla="*/ 902733 h 1454526"/>
                <a:gd name="connsiteX301" fmla="*/ 426646 w 1222742"/>
                <a:gd name="connsiteY301" fmla="*/ 911085 h 1454526"/>
                <a:gd name="connsiteX302" fmla="*/ 714994 w 1222742"/>
                <a:gd name="connsiteY302" fmla="*/ 918380 h 1454526"/>
                <a:gd name="connsiteX303" fmla="*/ 727732 w 1222742"/>
                <a:gd name="connsiteY303" fmla="*/ 912581 h 1454526"/>
                <a:gd name="connsiteX304" fmla="*/ 711745 w 1222742"/>
                <a:gd name="connsiteY304" fmla="*/ 900144 h 1454526"/>
                <a:gd name="connsiteX305" fmla="*/ 714994 w 1222742"/>
                <a:gd name="connsiteY305" fmla="*/ 918380 h 1454526"/>
                <a:gd name="connsiteX306" fmla="*/ 353646 w 1222742"/>
                <a:gd name="connsiteY306" fmla="*/ 940264 h 1454526"/>
                <a:gd name="connsiteX307" fmla="*/ 320796 w 1222742"/>
                <a:gd name="connsiteY307" fmla="*/ 943911 h 1454526"/>
                <a:gd name="connsiteX308" fmla="*/ 331746 w 1222742"/>
                <a:gd name="connsiteY308" fmla="*/ 976736 h 1454526"/>
                <a:gd name="connsiteX309" fmla="*/ 353646 w 1222742"/>
                <a:gd name="connsiteY309" fmla="*/ 940264 h 1454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1222742" h="1454526">
                  <a:moveTo>
                    <a:pt x="492345" y="38"/>
                  </a:moveTo>
                  <a:cubicBezTo>
                    <a:pt x="492345" y="38"/>
                    <a:pt x="638344" y="38"/>
                    <a:pt x="638344" y="38"/>
                  </a:cubicBezTo>
                  <a:cubicBezTo>
                    <a:pt x="774269" y="-728"/>
                    <a:pt x="909610" y="10032"/>
                    <a:pt x="1043492" y="34213"/>
                  </a:cubicBezTo>
                  <a:cubicBezTo>
                    <a:pt x="1084481" y="41617"/>
                    <a:pt x="1129667" y="53981"/>
                    <a:pt x="1167591" y="71232"/>
                  </a:cubicBezTo>
                  <a:cubicBezTo>
                    <a:pt x="1186899" y="80022"/>
                    <a:pt x="1207120" y="92532"/>
                    <a:pt x="1216610" y="112337"/>
                  </a:cubicBezTo>
                  <a:cubicBezTo>
                    <a:pt x="1224640" y="129078"/>
                    <a:pt x="1222559" y="165806"/>
                    <a:pt x="1222340" y="185282"/>
                  </a:cubicBezTo>
                  <a:cubicBezTo>
                    <a:pt x="1222340" y="185282"/>
                    <a:pt x="1218690" y="232696"/>
                    <a:pt x="1218690" y="232696"/>
                  </a:cubicBezTo>
                  <a:cubicBezTo>
                    <a:pt x="1218690" y="232696"/>
                    <a:pt x="1215040" y="334819"/>
                    <a:pt x="1215040" y="334819"/>
                  </a:cubicBezTo>
                  <a:cubicBezTo>
                    <a:pt x="1215040" y="334819"/>
                    <a:pt x="1211390" y="389528"/>
                    <a:pt x="1211390" y="389528"/>
                  </a:cubicBezTo>
                  <a:cubicBezTo>
                    <a:pt x="1211390" y="389528"/>
                    <a:pt x="1207741" y="458826"/>
                    <a:pt x="1207741" y="458826"/>
                  </a:cubicBezTo>
                  <a:cubicBezTo>
                    <a:pt x="1207741" y="458826"/>
                    <a:pt x="1204091" y="560949"/>
                    <a:pt x="1204091" y="560949"/>
                  </a:cubicBezTo>
                  <a:cubicBezTo>
                    <a:pt x="1204091" y="560949"/>
                    <a:pt x="1200441" y="630247"/>
                    <a:pt x="1200441" y="630247"/>
                  </a:cubicBezTo>
                  <a:cubicBezTo>
                    <a:pt x="1200441" y="630247"/>
                    <a:pt x="1196791" y="692250"/>
                    <a:pt x="1196791" y="692250"/>
                  </a:cubicBezTo>
                  <a:cubicBezTo>
                    <a:pt x="1196791" y="692250"/>
                    <a:pt x="1189491" y="852729"/>
                    <a:pt x="1189491" y="852729"/>
                  </a:cubicBezTo>
                  <a:cubicBezTo>
                    <a:pt x="1189491" y="852729"/>
                    <a:pt x="1185695" y="907438"/>
                    <a:pt x="1185695" y="907438"/>
                  </a:cubicBezTo>
                  <a:cubicBezTo>
                    <a:pt x="1185695" y="907438"/>
                    <a:pt x="1185695" y="947558"/>
                    <a:pt x="1185695" y="947558"/>
                  </a:cubicBezTo>
                  <a:cubicBezTo>
                    <a:pt x="1185695" y="947558"/>
                    <a:pt x="1182191" y="991325"/>
                    <a:pt x="1182191" y="991325"/>
                  </a:cubicBezTo>
                  <a:cubicBezTo>
                    <a:pt x="1182191" y="991325"/>
                    <a:pt x="1178541" y="1064270"/>
                    <a:pt x="1178541" y="1064270"/>
                  </a:cubicBezTo>
                  <a:cubicBezTo>
                    <a:pt x="1178541" y="1064270"/>
                    <a:pt x="1174891" y="1133568"/>
                    <a:pt x="1174891" y="1133568"/>
                  </a:cubicBezTo>
                  <a:cubicBezTo>
                    <a:pt x="1174891" y="1133568"/>
                    <a:pt x="1174891" y="1155451"/>
                    <a:pt x="1174891" y="1155451"/>
                  </a:cubicBezTo>
                  <a:cubicBezTo>
                    <a:pt x="1174854" y="1169603"/>
                    <a:pt x="1171898" y="1208410"/>
                    <a:pt x="1168394" y="1221102"/>
                  </a:cubicBezTo>
                  <a:cubicBezTo>
                    <a:pt x="1151385" y="1282631"/>
                    <a:pt x="1113754" y="1316332"/>
                    <a:pt x="1061741" y="1348938"/>
                  </a:cubicBezTo>
                  <a:cubicBezTo>
                    <a:pt x="1032870" y="1367029"/>
                    <a:pt x="1024621" y="1373047"/>
                    <a:pt x="992392" y="1385958"/>
                  </a:cubicBezTo>
                  <a:cubicBezTo>
                    <a:pt x="903734" y="1421519"/>
                    <a:pt x="852707" y="1432242"/>
                    <a:pt x="758793" y="1444606"/>
                  </a:cubicBezTo>
                  <a:cubicBezTo>
                    <a:pt x="758793" y="1444606"/>
                    <a:pt x="704044" y="1450879"/>
                    <a:pt x="704044" y="1450879"/>
                  </a:cubicBezTo>
                  <a:cubicBezTo>
                    <a:pt x="704044" y="1450879"/>
                    <a:pt x="590895" y="1454526"/>
                    <a:pt x="590895" y="1454526"/>
                  </a:cubicBezTo>
                  <a:cubicBezTo>
                    <a:pt x="590895" y="1454526"/>
                    <a:pt x="528845" y="1450879"/>
                    <a:pt x="528845" y="1450879"/>
                  </a:cubicBezTo>
                  <a:cubicBezTo>
                    <a:pt x="497236" y="1450478"/>
                    <a:pt x="447706" y="1442527"/>
                    <a:pt x="415696" y="1437202"/>
                  </a:cubicBezTo>
                  <a:cubicBezTo>
                    <a:pt x="332586" y="1423342"/>
                    <a:pt x="234438" y="1396754"/>
                    <a:pt x="163847" y="1349959"/>
                  </a:cubicBezTo>
                  <a:cubicBezTo>
                    <a:pt x="126691" y="1325340"/>
                    <a:pt x="94899" y="1304478"/>
                    <a:pt x="71174" y="1264869"/>
                  </a:cubicBezTo>
                  <a:cubicBezTo>
                    <a:pt x="64860" y="1254328"/>
                    <a:pt x="49238" y="1211291"/>
                    <a:pt x="47085" y="1199219"/>
                  </a:cubicBezTo>
                  <a:cubicBezTo>
                    <a:pt x="47085" y="1199219"/>
                    <a:pt x="47085" y="1166393"/>
                    <a:pt x="47085" y="1166393"/>
                  </a:cubicBezTo>
                  <a:cubicBezTo>
                    <a:pt x="47085" y="1166393"/>
                    <a:pt x="43398" y="1126273"/>
                    <a:pt x="43398" y="1126273"/>
                  </a:cubicBezTo>
                  <a:cubicBezTo>
                    <a:pt x="43398" y="1126273"/>
                    <a:pt x="39748" y="1042387"/>
                    <a:pt x="39748" y="1042387"/>
                  </a:cubicBezTo>
                  <a:cubicBezTo>
                    <a:pt x="39748" y="1042387"/>
                    <a:pt x="36098" y="932969"/>
                    <a:pt x="36098" y="932969"/>
                  </a:cubicBezTo>
                  <a:cubicBezTo>
                    <a:pt x="36098" y="932969"/>
                    <a:pt x="32448" y="878260"/>
                    <a:pt x="32448" y="878260"/>
                  </a:cubicBezTo>
                  <a:cubicBezTo>
                    <a:pt x="32448" y="878260"/>
                    <a:pt x="25148" y="692250"/>
                    <a:pt x="25148" y="692250"/>
                  </a:cubicBezTo>
                  <a:cubicBezTo>
                    <a:pt x="25148" y="692250"/>
                    <a:pt x="21352" y="630247"/>
                    <a:pt x="21352" y="630247"/>
                  </a:cubicBezTo>
                  <a:cubicBezTo>
                    <a:pt x="21352" y="630247"/>
                    <a:pt x="21352" y="590127"/>
                    <a:pt x="21352" y="590127"/>
                  </a:cubicBezTo>
                  <a:cubicBezTo>
                    <a:pt x="21352" y="590127"/>
                    <a:pt x="17848" y="550007"/>
                    <a:pt x="17848" y="550007"/>
                  </a:cubicBezTo>
                  <a:cubicBezTo>
                    <a:pt x="17848" y="550007"/>
                    <a:pt x="14198" y="466121"/>
                    <a:pt x="14198" y="466121"/>
                  </a:cubicBezTo>
                  <a:cubicBezTo>
                    <a:pt x="14198" y="466121"/>
                    <a:pt x="10548" y="382234"/>
                    <a:pt x="10548" y="382234"/>
                  </a:cubicBezTo>
                  <a:cubicBezTo>
                    <a:pt x="10548" y="382234"/>
                    <a:pt x="6898" y="309289"/>
                    <a:pt x="6898" y="309289"/>
                  </a:cubicBezTo>
                  <a:cubicBezTo>
                    <a:pt x="6898" y="309289"/>
                    <a:pt x="255" y="156104"/>
                    <a:pt x="255" y="156104"/>
                  </a:cubicBezTo>
                  <a:cubicBezTo>
                    <a:pt x="-4526" y="88192"/>
                    <a:pt x="58764" y="65579"/>
                    <a:pt x="112748" y="49312"/>
                  </a:cubicBezTo>
                  <a:cubicBezTo>
                    <a:pt x="182900" y="28195"/>
                    <a:pt x="283749" y="15028"/>
                    <a:pt x="357296" y="9886"/>
                  </a:cubicBezTo>
                  <a:cubicBezTo>
                    <a:pt x="357296" y="9886"/>
                    <a:pt x="444895" y="2919"/>
                    <a:pt x="444895" y="2919"/>
                  </a:cubicBezTo>
                  <a:cubicBezTo>
                    <a:pt x="462963" y="2883"/>
                    <a:pt x="474059" y="3394"/>
                    <a:pt x="492345" y="38"/>
                  </a:cubicBezTo>
                  <a:close/>
                  <a:moveTo>
                    <a:pt x="474095" y="36073"/>
                  </a:moveTo>
                  <a:cubicBezTo>
                    <a:pt x="451429" y="40048"/>
                    <a:pt x="448545" y="39137"/>
                    <a:pt x="426646" y="39392"/>
                  </a:cubicBezTo>
                  <a:cubicBezTo>
                    <a:pt x="426646" y="39392"/>
                    <a:pt x="371896" y="43367"/>
                    <a:pt x="371896" y="43367"/>
                  </a:cubicBezTo>
                  <a:cubicBezTo>
                    <a:pt x="299407" y="48437"/>
                    <a:pt x="204107" y="60655"/>
                    <a:pt x="134647" y="80569"/>
                  </a:cubicBezTo>
                  <a:cubicBezTo>
                    <a:pt x="111653" y="87171"/>
                    <a:pt x="82234" y="96070"/>
                    <a:pt x="61721" y="108252"/>
                  </a:cubicBezTo>
                  <a:cubicBezTo>
                    <a:pt x="50990" y="114598"/>
                    <a:pt x="39237" y="123716"/>
                    <a:pt x="41281" y="137831"/>
                  </a:cubicBezTo>
                  <a:cubicBezTo>
                    <a:pt x="43544" y="153478"/>
                    <a:pt x="63509" y="161867"/>
                    <a:pt x="76248" y="167848"/>
                  </a:cubicBezTo>
                  <a:cubicBezTo>
                    <a:pt x="111799" y="184553"/>
                    <a:pt x="161621" y="194327"/>
                    <a:pt x="200347" y="202059"/>
                  </a:cubicBezTo>
                  <a:cubicBezTo>
                    <a:pt x="284589" y="218873"/>
                    <a:pt x="370509" y="223542"/>
                    <a:pt x="455845" y="229377"/>
                  </a:cubicBezTo>
                  <a:cubicBezTo>
                    <a:pt x="455845" y="229377"/>
                    <a:pt x="499645" y="232696"/>
                    <a:pt x="499645" y="232696"/>
                  </a:cubicBezTo>
                  <a:cubicBezTo>
                    <a:pt x="499645" y="232696"/>
                    <a:pt x="729594" y="232696"/>
                    <a:pt x="729594" y="232696"/>
                  </a:cubicBezTo>
                  <a:cubicBezTo>
                    <a:pt x="729594" y="232696"/>
                    <a:pt x="828143" y="225730"/>
                    <a:pt x="828143" y="225730"/>
                  </a:cubicBezTo>
                  <a:cubicBezTo>
                    <a:pt x="913333" y="219895"/>
                    <a:pt x="1000860" y="213220"/>
                    <a:pt x="1083641" y="190461"/>
                  </a:cubicBezTo>
                  <a:cubicBezTo>
                    <a:pt x="1111491" y="182838"/>
                    <a:pt x="1138829" y="177404"/>
                    <a:pt x="1163941" y="162122"/>
                  </a:cubicBezTo>
                  <a:cubicBezTo>
                    <a:pt x="1174854" y="155484"/>
                    <a:pt x="1187629" y="145126"/>
                    <a:pt x="1183432" y="130573"/>
                  </a:cubicBezTo>
                  <a:cubicBezTo>
                    <a:pt x="1178687" y="114015"/>
                    <a:pt x="1156495" y="105371"/>
                    <a:pt x="1142041" y="99280"/>
                  </a:cubicBezTo>
                  <a:cubicBezTo>
                    <a:pt x="1100395" y="81773"/>
                    <a:pt x="1058675" y="72144"/>
                    <a:pt x="1014292" y="64631"/>
                  </a:cubicBezTo>
                  <a:cubicBezTo>
                    <a:pt x="960345" y="55476"/>
                    <a:pt x="847634" y="40012"/>
                    <a:pt x="795293" y="39392"/>
                  </a:cubicBezTo>
                  <a:cubicBezTo>
                    <a:pt x="795293" y="39392"/>
                    <a:pt x="718644" y="36073"/>
                    <a:pt x="718644" y="36073"/>
                  </a:cubicBezTo>
                  <a:cubicBezTo>
                    <a:pt x="718644" y="36073"/>
                    <a:pt x="627394" y="36073"/>
                    <a:pt x="627394" y="36073"/>
                  </a:cubicBezTo>
                  <a:cubicBezTo>
                    <a:pt x="627394" y="36073"/>
                    <a:pt x="474095" y="36073"/>
                    <a:pt x="474095" y="36073"/>
                  </a:cubicBezTo>
                  <a:close/>
                  <a:moveTo>
                    <a:pt x="101798" y="148810"/>
                  </a:moveTo>
                  <a:cubicBezTo>
                    <a:pt x="161438" y="115802"/>
                    <a:pt x="242541" y="103000"/>
                    <a:pt x="309846" y="93627"/>
                  </a:cubicBezTo>
                  <a:cubicBezTo>
                    <a:pt x="309846" y="93627"/>
                    <a:pt x="455845" y="79512"/>
                    <a:pt x="455845" y="79512"/>
                  </a:cubicBezTo>
                  <a:cubicBezTo>
                    <a:pt x="455845" y="79512"/>
                    <a:pt x="525195" y="75865"/>
                    <a:pt x="525195" y="75865"/>
                  </a:cubicBezTo>
                  <a:cubicBezTo>
                    <a:pt x="525195" y="75865"/>
                    <a:pt x="696744" y="75865"/>
                    <a:pt x="696744" y="75865"/>
                  </a:cubicBezTo>
                  <a:cubicBezTo>
                    <a:pt x="696744" y="75865"/>
                    <a:pt x="751493" y="79512"/>
                    <a:pt x="751493" y="79512"/>
                  </a:cubicBezTo>
                  <a:cubicBezTo>
                    <a:pt x="812302" y="80205"/>
                    <a:pt x="873731" y="88885"/>
                    <a:pt x="933992" y="97274"/>
                  </a:cubicBezTo>
                  <a:cubicBezTo>
                    <a:pt x="993377" y="105553"/>
                    <a:pt x="1067983" y="119157"/>
                    <a:pt x="1120141" y="148810"/>
                  </a:cubicBezTo>
                  <a:cubicBezTo>
                    <a:pt x="1120141" y="148810"/>
                    <a:pt x="1109191" y="174340"/>
                    <a:pt x="1109191" y="174340"/>
                  </a:cubicBezTo>
                  <a:cubicBezTo>
                    <a:pt x="1109191" y="174340"/>
                    <a:pt x="1065391" y="157417"/>
                    <a:pt x="1065391" y="157417"/>
                  </a:cubicBezTo>
                  <a:cubicBezTo>
                    <a:pt x="1032286" y="146256"/>
                    <a:pt x="997538" y="138305"/>
                    <a:pt x="963192" y="132105"/>
                  </a:cubicBezTo>
                  <a:cubicBezTo>
                    <a:pt x="818617" y="106064"/>
                    <a:pt x="671741" y="103328"/>
                    <a:pt x="525195" y="105043"/>
                  </a:cubicBezTo>
                  <a:cubicBezTo>
                    <a:pt x="525195" y="105043"/>
                    <a:pt x="474095" y="108690"/>
                    <a:pt x="474095" y="108690"/>
                  </a:cubicBezTo>
                  <a:cubicBezTo>
                    <a:pt x="474095" y="108690"/>
                    <a:pt x="455845" y="108690"/>
                    <a:pt x="455845" y="108690"/>
                  </a:cubicBezTo>
                  <a:cubicBezTo>
                    <a:pt x="402556" y="109310"/>
                    <a:pt x="271741" y="127510"/>
                    <a:pt x="218597" y="139691"/>
                  </a:cubicBezTo>
                  <a:cubicBezTo>
                    <a:pt x="218597" y="139691"/>
                    <a:pt x="116398" y="170693"/>
                    <a:pt x="116398" y="170693"/>
                  </a:cubicBezTo>
                  <a:cubicBezTo>
                    <a:pt x="116398" y="170693"/>
                    <a:pt x="101798" y="148810"/>
                    <a:pt x="101798" y="148810"/>
                  </a:cubicBezTo>
                  <a:close/>
                  <a:moveTo>
                    <a:pt x="43398" y="181635"/>
                  </a:moveTo>
                  <a:cubicBezTo>
                    <a:pt x="33543" y="206473"/>
                    <a:pt x="43362" y="272707"/>
                    <a:pt x="43398" y="301994"/>
                  </a:cubicBezTo>
                  <a:cubicBezTo>
                    <a:pt x="43398" y="301994"/>
                    <a:pt x="47048" y="382234"/>
                    <a:pt x="47048" y="382234"/>
                  </a:cubicBezTo>
                  <a:cubicBezTo>
                    <a:pt x="47048" y="382234"/>
                    <a:pt x="50698" y="495299"/>
                    <a:pt x="50698" y="495299"/>
                  </a:cubicBezTo>
                  <a:cubicBezTo>
                    <a:pt x="50698" y="495299"/>
                    <a:pt x="54348" y="546360"/>
                    <a:pt x="54348" y="546360"/>
                  </a:cubicBezTo>
                  <a:cubicBezTo>
                    <a:pt x="54348" y="546360"/>
                    <a:pt x="57998" y="659425"/>
                    <a:pt x="57998" y="659425"/>
                  </a:cubicBezTo>
                  <a:cubicBezTo>
                    <a:pt x="57998" y="659425"/>
                    <a:pt x="61502" y="695898"/>
                    <a:pt x="61502" y="695898"/>
                  </a:cubicBezTo>
                  <a:cubicBezTo>
                    <a:pt x="61502" y="695898"/>
                    <a:pt x="61502" y="736017"/>
                    <a:pt x="61502" y="736017"/>
                  </a:cubicBezTo>
                  <a:cubicBezTo>
                    <a:pt x="61502" y="736017"/>
                    <a:pt x="65298" y="798021"/>
                    <a:pt x="65298" y="798021"/>
                  </a:cubicBezTo>
                  <a:cubicBezTo>
                    <a:pt x="65298" y="798021"/>
                    <a:pt x="68948" y="878260"/>
                    <a:pt x="68948" y="878260"/>
                  </a:cubicBezTo>
                  <a:cubicBezTo>
                    <a:pt x="68948" y="878260"/>
                    <a:pt x="76248" y="1064270"/>
                    <a:pt x="76248" y="1064270"/>
                  </a:cubicBezTo>
                  <a:cubicBezTo>
                    <a:pt x="76248" y="1064270"/>
                    <a:pt x="79898" y="1126273"/>
                    <a:pt x="79898" y="1126273"/>
                  </a:cubicBezTo>
                  <a:cubicBezTo>
                    <a:pt x="79971" y="1167232"/>
                    <a:pt x="80920" y="1209978"/>
                    <a:pt x="102090" y="1246633"/>
                  </a:cubicBezTo>
                  <a:cubicBezTo>
                    <a:pt x="135815" y="1305062"/>
                    <a:pt x="238818" y="1355722"/>
                    <a:pt x="302546" y="1374287"/>
                  </a:cubicBezTo>
                  <a:cubicBezTo>
                    <a:pt x="473511" y="1424072"/>
                    <a:pt x="641958" y="1429616"/>
                    <a:pt x="817193" y="1400729"/>
                  </a:cubicBezTo>
                  <a:cubicBezTo>
                    <a:pt x="892456" y="1388292"/>
                    <a:pt x="975055" y="1361412"/>
                    <a:pt x="1039842" y="1321110"/>
                  </a:cubicBezTo>
                  <a:cubicBezTo>
                    <a:pt x="1066231" y="1304697"/>
                    <a:pt x="1096270" y="1284017"/>
                    <a:pt x="1113535" y="1257575"/>
                  </a:cubicBezTo>
                  <a:cubicBezTo>
                    <a:pt x="1138281" y="1219643"/>
                    <a:pt x="1137916" y="1194441"/>
                    <a:pt x="1138391" y="1151804"/>
                  </a:cubicBezTo>
                  <a:cubicBezTo>
                    <a:pt x="1138391" y="1151804"/>
                    <a:pt x="1142041" y="1104390"/>
                    <a:pt x="1142041" y="1104390"/>
                  </a:cubicBezTo>
                  <a:cubicBezTo>
                    <a:pt x="1142041" y="1104390"/>
                    <a:pt x="1145691" y="1009561"/>
                    <a:pt x="1145691" y="1009561"/>
                  </a:cubicBezTo>
                  <a:cubicBezTo>
                    <a:pt x="1145691" y="1009561"/>
                    <a:pt x="1149341" y="954853"/>
                    <a:pt x="1149341" y="954853"/>
                  </a:cubicBezTo>
                  <a:cubicBezTo>
                    <a:pt x="1149341" y="954853"/>
                    <a:pt x="1152991" y="856377"/>
                    <a:pt x="1152991" y="856377"/>
                  </a:cubicBezTo>
                  <a:cubicBezTo>
                    <a:pt x="1152991" y="856377"/>
                    <a:pt x="1156641" y="787079"/>
                    <a:pt x="1156641" y="787079"/>
                  </a:cubicBezTo>
                  <a:cubicBezTo>
                    <a:pt x="1156641" y="787079"/>
                    <a:pt x="1160291" y="728723"/>
                    <a:pt x="1160291" y="728723"/>
                  </a:cubicBezTo>
                  <a:cubicBezTo>
                    <a:pt x="1160291" y="728723"/>
                    <a:pt x="1163941" y="633894"/>
                    <a:pt x="1163941" y="633894"/>
                  </a:cubicBezTo>
                  <a:cubicBezTo>
                    <a:pt x="1163941" y="633894"/>
                    <a:pt x="1167591" y="579185"/>
                    <a:pt x="1167591" y="579185"/>
                  </a:cubicBezTo>
                  <a:cubicBezTo>
                    <a:pt x="1167591" y="579185"/>
                    <a:pt x="1171241" y="498946"/>
                    <a:pt x="1171241" y="498946"/>
                  </a:cubicBezTo>
                  <a:cubicBezTo>
                    <a:pt x="1171241" y="498946"/>
                    <a:pt x="1174891" y="411412"/>
                    <a:pt x="1174891" y="411412"/>
                  </a:cubicBezTo>
                  <a:cubicBezTo>
                    <a:pt x="1174891" y="411412"/>
                    <a:pt x="1178395" y="367645"/>
                    <a:pt x="1178395" y="367645"/>
                  </a:cubicBezTo>
                  <a:cubicBezTo>
                    <a:pt x="1178395" y="367645"/>
                    <a:pt x="1178395" y="327525"/>
                    <a:pt x="1178395" y="327525"/>
                  </a:cubicBezTo>
                  <a:cubicBezTo>
                    <a:pt x="1178395" y="327525"/>
                    <a:pt x="1182191" y="280111"/>
                    <a:pt x="1182191" y="280111"/>
                  </a:cubicBezTo>
                  <a:cubicBezTo>
                    <a:pt x="1182191" y="280111"/>
                    <a:pt x="1185841" y="185282"/>
                    <a:pt x="1185841" y="185282"/>
                  </a:cubicBezTo>
                  <a:cubicBezTo>
                    <a:pt x="1185841" y="185282"/>
                    <a:pt x="1142041" y="203300"/>
                    <a:pt x="1142041" y="203300"/>
                  </a:cubicBezTo>
                  <a:cubicBezTo>
                    <a:pt x="1142041" y="203300"/>
                    <a:pt x="1065391" y="224636"/>
                    <a:pt x="1065391" y="224636"/>
                  </a:cubicBezTo>
                  <a:cubicBezTo>
                    <a:pt x="1001991" y="238131"/>
                    <a:pt x="921911" y="249838"/>
                    <a:pt x="857343" y="254580"/>
                  </a:cubicBezTo>
                  <a:cubicBezTo>
                    <a:pt x="857343" y="254580"/>
                    <a:pt x="828143" y="254580"/>
                    <a:pt x="828143" y="254580"/>
                  </a:cubicBezTo>
                  <a:cubicBezTo>
                    <a:pt x="828143" y="254580"/>
                    <a:pt x="791643" y="258227"/>
                    <a:pt x="791643" y="258227"/>
                  </a:cubicBezTo>
                  <a:cubicBezTo>
                    <a:pt x="791643" y="258227"/>
                    <a:pt x="722294" y="261874"/>
                    <a:pt x="722294" y="261874"/>
                  </a:cubicBezTo>
                  <a:cubicBezTo>
                    <a:pt x="722294" y="261874"/>
                    <a:pt x="499645" y="261874"/>
                    <a:pt x="499645" y="261874"/>
                  </a:cubicBezTo>
                  <a:cubicBezTo>
                    <a:pt x="499645" y="261874"/>
                    <a:pt x="455845" y="258555"/>
                    <a:pt x="455845" y="258555"/>
                  </a:cubicBezTo>
                  <a:cubicBezTo>
                    <a:pt x="455845" y="258555"/>
                    <a:pt x="287946" y="244185"/>
                    <a:pt x="287946" y="244185"/>
                  </a:cubicBezTo>
                  <a:cubicBezTo>
                    <a:pt x="207975" y="234629"/>
                    <a:pt x="113952" y="221755"/>
                    <a:pt x="43398" y="181635"/>
                  </a:cubicBezTo>
                  <a:close/>
                  <a:moveTo>
                    <a:pt x="153554" y="600449"/>
                  </a:moveTo>
                  <a:cubicBezTo>
                    <a:pt x="183083" y="596437"/>
                    <a:pt x="194763" y="620946"/>
                    <a:pt x="204289" y="644836"/>
                  </a:cubicBezTo>
                  <a:cubicBezTo>
                    <a:pt x="224583" y="695898"/>
                    <a:pt x="225970" y="751226"/>
                    <a:pt x="225897" y="805315"/>
                  </a:cubicBezTo>
                  <a:cubicBezTo>
                    <a:pt x="225860" y="830080"/>
                    <a:pt x="219801" y="896241"/>
                    <a:pt x="192901" y="906016"/>
                  </a:cubicBezTo>
                  <a:cubicBezTo>
                    <a:pt x="164468" y="916374"/>
                    <a:pt x="145451" y="861301"/>
                    <a:pt x="139867" y="841788"/>
                  </a:cubicBezTo>
                  <a:cubicBezTo>
                    <a:pt x="126070" y="793717"/>
                    <a:pt x="118150" y="712274"/>
                    <a:pt x="125851" y="663072"/>
                  </a:cubicBezTo>
                  <a:cubicBezTo>
                    <a:pt x="129392" y="640423"/>
                    <a:pt x="132275" y="613105"/>
                    <a:pt x="153554" y="600449"/>
                  </a:cubicBezTo>
                  <a:close/>
                  <a:moveTo>
                    <a:pt x="864643" y="637542"/>
                  </a:moveTo>
                  <a:cubicBezTo>
                    <a:pt x="869023" y="649213"/>
                    <a:pt x="871067" y="653991"/>
                    <a:pt x="871797" y="666720"/>
                  </a:cubicBezTo>
                  <a:cubicBezTo>
                    <a:pt x="871797" y="666720"/>
                    <a:pt x="871797" y="688603"/>
                    <a:pt x="871797" y="688603"/>
                  </a:cubicBezTo>
                  <a:cubicBezTo>
                    <a:pt x="871359" y="697685"/>
                    <a:pt x="865336" y="732188"/>
                    <a:pt x="849897" y="715556"/>
                  </a:cubicBezTo>
                  <a:cubicBezTo>
                    <a:pt x="838217" y="703776"/>
                    <a:pt x="841867" y="661832"/>
                    <a:pt x="849897" y="648994"/>
                  </a:cubicBezTo>
                  <a:cubicBezTo>
                    <a:pt x="855080" y="641809"/>
                    <a:pt x="857635" y="641262"/>
                    <a:pt x="864643" y="637542"/>
                  </a:cubicBezTo>
                  <a:close/>
                  <a:moveTo>
                    <a:pt x="577682" y="656398"/>
                  </a:moveTo>
                  <a:cubicBezTo>
                    <a:pt x="602027" y="653589"/>
                    <a:pt x="599654" y="705745"/>
                    <a:pt x="594763" y="721355"/>
                  </a:cubicBezTo>
                  <a:cubicBezTo>
                    <a:pt x="592537" y="728395"/>
                    <a:pt x="587281" y="740285"/>
                    <a:pt x="577682" y="735397"/>
                  </a:cubicBezTo>
                  <a:cubicBezTo>
                    <a:pt x="557935" y="725331"/>
                    <a:pt x="564797" y="669455"/>
                    <a:pt x="577682" y="656398"/>
                  </a:cubicBezTo>
                  <a:close/>
                  <a:moveTo>
                    <a:pt x="161000" y="669127"/>
                  </a:moveTo>
                  <a:cubicBezTo>
                    <a:pt x="146656" y="678719"/>
                    <a:pt x="146656" y="690718"/>
                    <a:pt x="144101" y="706839"/>
                  </a:cubicBezTo>
                  <a:cubicBezTo>
                    <a:pt x="139794" y="734194"/>
                    <a:pt x="143298" y="775079"/>
                    <a:pt x="150817" y="801668"/>
                  </a:cubicBezTo>
                  <a:cubicBezTo>
                    <a:pt x="154795" y="815783"/>
                    <a:pt x="164431" y="846310"/>
                    <a:pt x="184981" y="839380"/>
                  </a:cubicBezTo>
                  <a:cubicBezTo>
                    <a:pt x="201625" y="833800"/>
                    <a:pt x="203815" y="798167"/>
                    <a:pt x="203997" y="783432"/>
                  </a:cubicBezTo>
                  <a:cubicBezTo>
                    <a:pt x="204326" y="753196"/>
                    <a:pt x="204070" y="724601"/>
                    <a:pt x="192792" y="695898"/>
                  </a:cubicBezTo>
                  <a:cubicBezTo>
                    <a:pt x="186368" y="679521"/>
                    <a:pt x="180163" y="667741"/>
                    <a:pt x="161000" y="669127"/>
                  </a:cubicBezTo>
                  <a:close/>
                  <a:moveTo>
                    <a:pt x="1069041" y="816257"/>
                  </a:moveTo>
                  <a:cubicBezTo>
                    <a:pt x="1079079" y="838432"/>
                    <a:pt x="1086780" y="824536"/>
                    <a:pt x="1086634" y="819649"/>
                  </a:cubicBezTo>
                  <a:cubicBezTo>
                    <a:pt x="1086196" y="806811"/>
                    <a:pt x="1068749" y="807504"/>
                    <a:pt x="1060500" y="790580"/>
                  </a:cubicBezTo>
                  <a:cubicBezTo>
                    <a:pt x="1053273" y="775809"/>
                    <a:pt x="1056120" y="762278"/>
                    <a:pt x="1057471" y="746959"/>
                  </a:cubicBezTo>
                  <a:cubicBezTo>
                    <a:pt x="1059588" y="723325"/>
                    <a:pt x="1058858" y="684008"/>
                    <a:pt x="1084006" y="671060"/>
                  </a:cubicBezTo>
                  <a:cubicBezTo>
                    <a:pt x="1100979" y="662343"/>
                    <a:pt x="1109228" y="677880"/>
                    <a:pt x="1111637" y="692250"/>
                  </a:cubicBezTo>
                  <a:cubicBezTo>
                    <a:pt x="1114922" y="711836"/>
                    <a:pt x="1106673" y="725221"/>
                    <a:pt x="1094591" y="739665"/>
                  </a:cubicBezTo>
                  <a:cubicBezTo>
                    <a:pt x="1092584" y="736382"/>
                    <a:pt x="1088167" y="727009"/>
                    <a:pt x="1082510" y="732005"/>
                  </a:cubicBezTo>
                  <a:cubicBezTo>
                    <a:pt x="1071998" y="741306"/>
                    <a:pt x="1099555" y="749913"/>
                    <a:pt x="1105943" y="765378"/>
                  </a:cubicBezTo>
                  <a:cubicBezTo>
                    <a:pt x="1113936" y="784854"/>
                    <a:pt x="1108388" y="843794"/>
                    <a:pt x="1100139" y="863671"/>
                  </a:cubicBezTo>
                  <a:cubicBezTo>
                    <a:pt x="1095540" y="874759"/>
                    <a:pt x="1085576" y="889603"/>
                    <a:pt x="1072728" y="891682"/>
                  </a:cubicBezTo>
                  <a:cubicBezTo>
                    <a:pt x="1059953" y="893761"/>
                    <a:pt x="1054186" y="881360"/>
                    <a:pt x="1052033" y="870966"/>
                  </a:cubicBezTo>
                  <a:cubicBezTo>
                    <a:pt x="1047433" y="848608"/>
                    <a:pt x="1051996" y="831320"/>
                    <a:pt x="1069041" y="816257"/>
                  </a:cubicBezTo>
                  <a:close/>
                  <a:moveTo>
                    <a:pt x="787993" y="677661"/>
                  </a:moveTo>
                  <a:cubicBezTo>
                    <a:pt x="840443" y="679339"/>
                    <a:pt x="784124" y="721975"/>
                    <a:pt x="828143" y="736017"/>
                  </a:cubicBezTo>
                  <a:cubicBezTo>
                    <a:pt x="828143" y="736017"/>
                    <a:pt x="828143" y="794373"/>
                    <a:pt x="828143" y="794373"/>
                  </a:cubicBezTo>
                  <a:cubicBezTo>
                    <a:pt x="828143" y="794373"/>
                    <a:pt x="809893" y="794373"/>
                    <a:pt x="809893" y="794373"/>
                  </a:cubicBezTo>
                  <a:cubicBezTo>
                    <a:pt x="809893" y="794373"/>
                    <a:pt x="813543" y="896496"/>
                    <a:pt x="813543" y="896496"/>
                  </a:cubicBezTo>
                  <a:cubicBezTo>
                    <a:pt x="813543" y="896496"/>
                    <a:pt x="828143" y="889202"/>
                    <a:pt x="828143" y="889202"/>
                  </a:cubicBezTo>
                  <a:cubicBezTo>
                    <a:pt x="828143" y="889202"/>
                    <a:pt x="828143" y="925675"/>
                    <a:pt x="828143" y="925675"/>
                  </a:cubicBezTo>
                  <a:cubicBezTo>
                    <a:pt x="827997" y="934246"/>
                    <a:pt x="828289" y="946099"/>
                    <a:pt x="821792" y="952664"/>
                  </a:cubicBezTo>
                  <a:cubicBezTo>
                    <a:pt x="809528" y="965065"/>
                    <a:pt x="794052" y="953503"/>
                    <a:pt x="788942" y="940191"/>
                  </a:cubicBezTo>
                  <a:cubicBezTo>
                    <a:pt x="781825" y="921735"/>
                    <a:pt x="784197" y="857653"/>
                    <a:pt x="784343" y="834493"/>
                  </a:cubicBezTo>
                  <a:cubicBezTo>
                    <a:pt x="784453" y="817679"/>
                    <a:pt x="788796" y="807832"/>
                    <a:pt x="773393" y="798021"/>
                  </a:cubicBezTo>
                  <a:cubicBezTo>
                    <a:pt x="773393" y="798021"/>
                    <a:pt x="773393" y="739665"/>
                    <a:pt x="773393" y="739665"/>
                  </a:cubicBezTo>
                  <a:cubicBezTo>
                    <a:pt x="794527" y="727738"/>
                    <a:pt x="787993" y="699217"/>
                    <a:pt x="787993" y="677661"/>
                  </a:cubicBezTo>
                  <a:close/>
                  <a:moveTo>
                    <a:pt x="1003342" y="710487"/>
                  </a:moveTo>
                  <a:cubicBezTo>
                    <a:pt x="1004875" y="707532"/>
                    <a:pt x="1005130" y="704797"/>
                    <a:pt x="1008963" y="700712"/>
                  </a:cubicBezTo>
                  <a:cubicBezTo>
                    <a:pt x="1034586" y="673321"/>
                    <a:pt x="1043309" y="728395"/>
                    <a:pt x="1043492" y="743312"/>
                  </a:cubicBezTo>
                  <a:cubicBezTo>
                    <a:pt x="1043492" y="743312"/>
                    <a:pt x="1039842" y="878260"/>
                    <a:pt x="1039842" y="878260"/>
                  </a:cubicBezTo>
                  <a:cubicBezTo>
                    <a:pt x="1039550" y="899232"/>
                    <a:pt x="1039185" y="905359"/>
                    <a:pt x="1017942" y="911085"/>
                  </a:cubicBezTo>
                  <a:cubicBezTo>
                    <a:pt x="1017942" y="911085"/>
                    <a:pt x="1021592" y="798021"/>
                    <a:pt x="1021592" y="798021"/>
                  </a:cubicBezTo>
                  <a:cubicBezTo>
                    <a:pt x="1021555" y="777742"/>
                    <a:pt x="1023344" y="771833"/>
                    <a:pt x="1006992" y="757901"/>
                  </a:cubicBezTo>
                  <a:cubicBezTo>
                    <a:pt x="990238" y="797619"/>
                    <a:pt x="992465" y="818372"/>
                    <a:pt x="992392" y="860024"/>
                  </a:cubicBezTo>
                  <a:cubicBezTo>
                    <a:pt x="992392" y="860024"/>
                    <a:pt x="988742" y="922027"/>
                    <a:pt x="988742" y="922027"/>
                  </a:cubicBezTo>
                  <a:cubicBezTo>
                    <a:pt x="988742" y="922027"/>
                    <a:pt x="970492" y="925675"/>
                    <a:pt x="970492" y="925675"/>
                  </a:cubicBezTo>
                  <a:cubicBezTo>
                    <a:pt x="967280" y="909882"/>
                    <a:pt x="970310" y="901347"/>
                    <a:pt x="970492" y="885555"/>
                  </a:cubicBezTo>
                  <a:cubicBezTo>
                    <a:pt x="970492" y="885555"/>
                    <a:pt x="970492" y="827199"/>
                    <a:pt x="970492" y="827199"/>
                  </a:cubicBezTo>
                  <a:cubicBezTo>
                    <a:pt x="970492" y="827199"/>
                    <a:pt x="974142" y="743312"/>
                    <a:pt x="974142" y="743312"/>
                  </a:cubicBezTo>
                  <a:cubicBezTo>
                    <a:pt x="974179" y="718839"/>
                    <a:pt x="973850" y="706073"/>
                    <a:pt x="1003342" y="710487"/>
                  </a:cubicBezTo>
                  <a:close/>
                  <a:moveTo>
                    <a:pt x="236847" y="710487"/>
                  </a:moveTo>
                  <a:cubicBezTo>
                    <a:pt x="236847" y="710487"/>
                    <a:pt x="262397" y="721428"/>
                    <a:pt x="262397" y="721428"/>
                  </a:cubicBezTo>
                  <a:cubicBezTo>
                    <a:pt x="292910" y="691740"/>
                    <a:pt x="290501" y="748564"/>
                    <a:pt x="295246" y="765195"/>
                  </a:cubicBezTo>
                  <a:cubicBezTo>
                    <a:pt x="299006" y="752357"/>
                    <a:pt x="302948" y="731750"/>
                    <a:pt x="314299" y="723690"/>
                  </a:cubicBezTo>
                  <a:cubicBezTo>
                    <a:pt x="317548" y="721355"/>
                    <a:pt x="320468" y="720152"/>
                    <a:pt x="324519" y="720042"/>
                  </a:cubicBezTo>
                  <a:cubicBezTo>
                    <a:pt x="324519" y="720042"/>
                    <a:pt x="363464" y="730984"/>
                    <a:pt x="363464" y="730984"/>
                  </a:cubicBezTo>
                  <a:cubicBezTo>
                    <a:pt x="366676" y="732552"/>
                    <a:pt x="368100" y="733902"/>
                    <a:pt x="369706" y="737148"/>
                  </a:cubicBezTo>
                  <a:cubicBezTo>
                    <a:pt x="372662" y="743166"/>
                    <a:pt x="371859" y="761439"/>
                    <a:pt x="371896" y="768843"/>
                  </a:cubicBezTo>
                  <a:cubicBezTo>
                    <a:pt x="371896" y="768843"/>
                    <a:pt x="375546" y="827199"/>
                    <a:pt x="375546" y="827199"/>
                  </a:cubicBezTo>
                  <a:cubicBezTo>
                    <a:pt x="375546" y="827199"/>
                    <a:pt x="375546" y="954853"/>
                    <a:pt x="375546" y="954853"/>
                  </a:cubicBezTo>
                  <a:cubicBezTo>
                    <a:pt x="375509" y="974621"/>
                    <a:pt x="373173" y="1007264"/>
                    <a:pt x="361530" y="1023749"/>
                  </a:cubicBezTo>
                  <a:cubicBezTo>
                    <a:pt x="336820" y="1058726"/>
                    <a:pt x="310905" y="1014047"/>
                    <a:pt x="304152" y="991325"/>
                  </a:cubicBezTo>
                  <a:cubicBezTo>
                    <a:pt x="301123" y="981222"/>
                    <a:pt x="297874" y="968821"/>
                    <a:pt x="301086" y="958500"/>
                  </a:cubicBezTo>
                  <a:cubicBezTo>
                    <a:pt x="303970" y="949272"/>
                    <a:pt x="311306" y="943108"/>
                    <a:pt x="311489" y="932969"/>
                  </a:cubicBezTo>
                  <a:cubicBezTo>
                    <a:pt x="311598" y="927170"/>
                    <a:pt x="305101" y="910940"/>
                    <a:pt x="303130" y="903791"/>
                  </a:cubicBezTo>
                  <a:cubicBezTo>
                    <a:pt x="298385" y="886612"/>
                    <a:pt x="295538" y="870565"/>
                    <a:pt x="295246" y="852729"/>
                  </a:cubicBezTo>
                  <a:cubicBezTo>
                    <a:pt x="295064" y="840584"/>
                    <a:pt x="292728" y="792222"/>
                    <a:pt x="285793" y="784781"/>
                  </a:cubicBezTo>
                  <a:cubicBezTo>
                    <a:pt x="266448" y="764065"/>
                    <a:pt x="262433" y="806592"/>
                    <a:pt x="262397" y="816257"/>
                  </a:cubicBezTo>
                  <a:cubicBezTo>
                    <a:pt x="262397" y="816257"/>
                    <a:pt x="262397" y="929322"/>
                    <a:pt x="262397" y="929322"/>
                  </a:cubicBezTo>
                  <a:cubicBezTo>
                    <a:pt x="237577" y="918416"/>
                    <a:pt x="240533" y="895038"/>
                    <a:pt x="240497" y="870966"/>
                  </a:cubicBezTo>
                  <a:cubicBezTo>
                    <a:pt x="240497" y="870966"/>
                    <a:pt x="236847" y="710487"/>
                    <a:pt x="236847" y="710487"/>
                  </a:cubicBezTo>
                  <a:close/>
                  <a:moveTo>
                    <a:pt x="919538" y="716979"/>
                  </a:moveTo>
                  <a:cubicBezTo>
                    <a:pt x="949249" y="712784"/>
                    <a:pt x="956257" y="745646"/>
                    <a:pt x="959542" y="768843"/>
                  </a:cubicBezTo>
                  <a:cubicBezTo>
                    <a:pt x="965273" y="809218"/>
                    <a:pt x="963667" y="857070"/>
                    <a:pt x="952534" y="896496"/>
                  </a:cubicBezTo>
                  <a:cubicBezTo>
                    <a:pt x="948081" y="912216"/>
                    <a:pt x="938518" y="935084"/>
                    <a:pt x="922896" y="942269"/>
                  </a:cubicBezTo>
                  <a:cubicBezTo>
                    <a:pt x="891361" y="956822"/>
                    <a:pt x="881615" y="910830"/>
                    <a:pt x="879498" y="889202"/>
                  </a:cubicBezTo>
                  <a:cubicBezTo>
                    <a:pt x="875885" y="851927"/>
                    <a:pt x="876870" y="805315"/>
                    <a:pt x="886178" y="768843"/>
                  </a:cubicBezTo>
                  <a:cubicBezTo>
                    <a:pt x="891653" y="747287"/>
                    <a:pt x="899244" y="728103"/>
                    <a:pt x="919538" y="716979"/>
                  </a:cubicBezTo>
                  <a:close/>
                  <a:moveTo>
                    <a:pt x="430296" y="954853"/>
                  </a:moveTo>
                  <a:cubicBezTo>
                    <a:pt x="410695" y="976517"/>
                    <a:pt x="394124" y="941759"/>
                    <a:pt x="389416" y="925675"/>
                  </a:cubicBezTo>
                  <a:cubicBezTo>
                    <a:pt x="385255" y="908168"/>
                    <a:pt x="384926" y="863124"/>
                    <a:pt x="389416" y="845435"/>
                  </a:cubicBezTo>
                  <a:cubicBezTo>
                    <a:pt x="389416" y="845435"/>
                    <a:pt x="396862" y="819904"/>
                    <a:pt x="396862" y="819904"/>
                  </a:cubicBezTo>
                  <a:cubicBezTo>
                    <a:pt x="399563" y="804112"/>
                    <a:pt x="389306" y="796088"/>
                    <a:pt x="387335" y="779784"/>
                  </a:cubicBezTo>
                  <a:cubicBezTo>
                    <a:pt x="382152" y="737805"/>
                    <a:pt x="429164" y="707605"/>
                    <a:pt x="450443" y="757901"/>
                  </a:cubicBezTo>
                  <a:cubicBezTo>
                    <a:pt x="462853" y="787152"/>
                    <a:pt x="459167" y="818117"/>
                    <a:pt x="459495" y="849082"/>
                  </a:cubicBezTo>
                  <a:cubicBezTo>
                    <a:pt x="459495" y="849082"/>
                    <a:pt x="463145" y="962147"/>
                    <a:pt x="463145" y="962147"/>
                  </a:cubicBezTo>
                  <a:cubicBezTo>
                    <a:pt x="463145" y="962147"/>
                    <a:pt x="430296" y="954853"/>
                    <a:pt x="430296" y="954853"/>
                  </a:cubicBezTo>
                  <a:close/>
                  <a:moveTo>
                    <a:pt x="842743" y="954853"/>
                  </a:moveTo>
                  <a:cubicBezTo>
                    <a:pt x="835881" y="930744"/>
                    <a:pt x="842706" y="906526"/>
                    <a:pt x="842743" y="881907"/>
                  </a:cubicBezTo>
                  <a:cubicBezTo>
                    <a:pt x="842743" y="881907"/>
                    <a:pt x="842743" y="768843"/>
                    <a:pt x="842743" y="768843"/>
                  </a:cubicBezTo>
                  <a:cubicBezTo>
                    <a:pt x="843035" y="745683"/>
                    <a:pt x="843035" y="735361"/>
                    <a:pt x="868110" y="732370"/>
                  </a:cubicBezTo>
                  <a:cubicBezTo>
                    <a:pt x="868110" y="732370"/>
                    <a:pt x="868110" y="790726"/>
                    <a:pt x="868110" y="790726"/>
                  </a:cubicBezTo>
                  <a:cubicBezTo>
                    <a:pt x="868110" y="790726"/>
                    <a:pt x="864643" y="841788"/>
                    <a:pt x="864643" y="841788"/>
                  </a:cubicBezTo>
                  <a:cubicBezTo>
                    <a:pt x="864643" y="841788"/>
                    <a:pt x="864643" y="918380"/>
                    <a:pt x="864643" y="918380"/>
                  </a:cubicBezTo>
                  <a:cubicBezTo>
                    <a:pt x="864533" y="940446"/>
                    <a:pt x="865920" y="948616"/>
                    <a:pt x="842743" y="954853"/>
                  </a:cubicBezTo>
                  <a:close/>
                  <a:moveTo>
                    <a:pt x="733171" y="739665"/>
                  </a:moveTo>
                  <a:cubicBezTo>
                    <a:pt x="756202" y="747543"/>
                    <a:pt x="760253" y="768514"/>
                    <a:pt x="762297" y="790726"/>
                  </a:cubicBezTo>
                  <a:cubicBezTo>
                    <a:pt x="762297" y="790726"/>
                    <a:pt x="762297" y="932969"/>
                    <a:pt x="762297" y="932969"/>
                  </a:cubicBezTo>
                  <a:cubicBezTo>
                    <a:pt x="762443" y="940191"/>
                    <a:pt x="763283" y="954196"/>
                    <a:pt x="758720" y="959959"/>
                  </a:cubicBezTo>
                  <a:cubicBezTo>
                    <a:pt x="755180" y="964372"/>
                    <a:pt x="717403" y="972833"/>
                    <a:pt x="711490" y="971739"/>
                  </a:cubicBezTo>
                  <a:cubicBezTo>
                    <a:pt x="684516" y="966706"/>
                    <a:pt x="685684" y="913529"/>
                    <a:pt x="685794" y="892849"/>
                  </a:cubicBezTo>
                  <a:cubicBezTo>
                    <a:pt x="686013" y="845143"/>
                    <a:pt x="702584" y="839526"/>
                    <a:pt x="699080" y="819904"/>
                  </a:cubicBezTo>
                  <a:cubicBezTo>
                    <a:pt x="697693" y="812172"/>
                    <a:pt x="691378" y="802106"/>
                    <a:pt x="690356" y="790726"/>
                  </a:cubicBezTo>
                  <a:cubicBezTo>
                    <a:pt x="687984" y="764101"/>
                    <a:pt x="705504" y="739665"/>
                    <a:pt x="733171" y="739665"/>
                  </a:cubicBezTo>
                  <a:close/>
                  <a:moveTo>
                    <a:pt x="477745" y="743312"/>
                  </a:moveTo>
                  <a:cubicBezTo>
                    <a:pt x="511362" y="751883"/>
                    <a:pt x="517603" y="731641"/>
                    <a:pt x="534721" y="745500"/>
                  </a:cubicBezTo>
                  <a:cubicBezTo>
                    <a:pt x="546292" y="754874"/>
                    <a:pt x="550526" y="783468"/>
                    <a:pt x="553592" y="798021"/>
                  </a:cubicBezTo>
                  <a:cubicBezTo>
                    <a:pt x="553592" y="798021"/>
                    <a:pt x="553592" y="896496"/>
                    <a:pt x="553592" y="896496"/>
                  </a:cubicBezTo>
                  <a:cubicBezTo>
                    <a:pt x="554395" y="919219"/>
                    <a:pt x="556840" y="947959"/>
                    <a:pt x="550745" y="969442"/>
                  </a:cubicBezTo>
                  <a:cubicBezTo>
                    <a:pt x="542569" y="967253"/>
                    <a:pt x="535013" y="966123"/>
                    <a:pt x="531035" y="957515"/>
                  </a:cubicBezTo>
                  <a:cubicBezTo>
                    <a:pt x="528370" y="951789"/>
                    <a:pt x="528845" y="939461"/>
                    <a:pt x="528845" y="932969"/>
                  </a:cubicBezTo>
                  <a:cubicBezTo>
                    <a:pt x="528845" y="932969"/>
                    <a:pt x="528845" y="845435"/>
                    <a:pt x="528845" y="845435"/>
                  </a:cubicBezTo>
                  <a:cubicBezTo>
                    <a:pt x="528808" y="837739"/>
                    <a:pt x="528370" y="803054"/>
                    <a:pt x="511982" y="812281"/>
                  </a:cubicBezTo>
                  <a:cubicBezTo>
                    <a:pt x="501069" y="818445"/>
                    <a:pt x="499791" y="845216"/>
                    <a:pt x="499645" y="856377"/>
                  </a:cubicBezTo>
                  <a:cubicBezTo>
                    <a:pt x="499645" y="856377"/>
                    <a:pt x="499645" y="907438"/>
                    <a:pt x="499645" y="907438"/>
                  </a:cubicBezTo>
                  <a:cubicBezTo>
                    <a:pt x="499645" y="907438"/>
                    <a:pt x="499645" y="965794"/>
                    <a:pt x="499645" y="965794"/>
                  </a:cubicBezTo>
                  <a:cubicBezTo>
                    <a:pt x="499645" y="965794"/>
                    <a:pt x="477745" y="965794"/>
                    <a:pt x="477745" y="965794"/>
                  </a:cubicBezTo>
                  <a:cubicBezTo>
                    <a:pt x="477745" y="965794"/>
                    <a:pt x="474095" y="834493"/>
                    <a:pt x="474095" y="834493"/>
                  </a:cubicBezTo>
                  <a:cubicBezTo>
                    <a:pt x="474095" y="834493"/>
                    <a:pt x="477745" y="743312"/>
                    <a:pt x="477745" y="743312"/>
                  </a:cubicBezTo>
                  <a:close/>
                  <a:moveTo>
                    <a:pt x="652944" y="911085"/>
                  </a:moveTo>
                  <a:cubicBezTo>
                    <a:pt x="648455" y="884059"/>
                    <a:pt x="636337" y="889530"/>
                    <a:pt x="622649" y="870637"/>
                  </a:cubicBezTo>
                  <a:cubicBezTo>
                    <a:pt x="605932" y="847587"/>
                    <a:pt x="605385" y="794884"/>
                    <a:pt x="614802" y="768843"/>
                  </a:cubicBezTo>
                  <a:cubicBezTo>
                    <a:pt x="620131" y="754108"/>
                    <a:pt x="631008" y="737695"/>
                    <a:pt x="649258" y="741014"/>
                  </a:cubicBezTo>
                  <a:cubicBezTo>
                    <a:pt x="668602" y="744515"/>
                    <a:pt x="682217" y="780915"/>
                    <a:pt x="676267" y="798021"/>
                  </a:cubicBezTo>
                  <a:cubicBezTo>
                    <a:pt x="672581" y="808561"/>
                    <a:pt x="665062" y="813631"/>
                    <a:pt x="656594" y="819904"/>
                  </a:cubicBezTo>
                  <a:cubicBezTo>
                    <a:pt x="654842" y="816950"/>
                    <a:pt x="646958" y="802397"/>
                    <a:pt x="641520" y="808634"/>
                  </a:cubicBezTo>
                  <a:cubicBezTo>
                    <a:pt x="634074" y="817169"/>
                    <a:pt x="660536" y="831101"/>
                    <a:pt x="670172" y="849082"/>
                  </a:cubicBezTo>
                  <a:cubicBezTo>
                    <a:pt x="681195" y="869616"/>
                    <a:pt x="681888" y="926149"/>
                    <a:pt x="673092" y="947558"/>
                  </a:cubicBezTo>
                  <a:cubicBezTo>
                    <a:pt x="668165" y="959521"/>
                    <a:pt x="659259" y="972359"/>
                    <a:pt x="645644" y="974949"/>
                  </a:cubicBezTo>
                  <a:cubicBezTo>
                    <a:pt x="629584" y="978013"/>
                    <a:pt x="618780" y="964372"/>
                    <a:pt x="613269" y="951205"/>
                  </a:cubicBezTo>
                  <a:cubicBezTo>
                    <a:pt x="601479" y="923012"/>
                    <a:pt x="602282" y="904666"/>
                    <a:pt x="627394" y="885555"/>
                  </a:cubicBezTo>
                  <a:cubicBezTo>
                    <a:pt x="634037" y="901712"/>
                    <a:pt x="635753" y="905870"/>
                    <a:pt x="652944" y="911085"/>
                  </a:cubicBezTo>
                  <a:close/>
                  <a:moveTo>
                    <a:pt x="572645" y="746959"/>
                  </a:moveTo>
                  <a:cubicBezTo>
                    <a:pt x="572645" y="746959"/>
                    <a:pt x="590895" y="746959"/>
                    <a:pt x="590895" y="746959"/>
                  </a:cubicBezTo>
                  <a:cubicBezTo>
                    <a:pt x="596953" y="768223"/>
                    <a:pt x="594544" y="794009"/>
                    <a:pt x="594544" y="816257"/>
                  </a:cubicBezTo>
                  <a:cubicBezTo>
                    <a:pt x="594544" y="816257"/>
                    <a:pt x="594544" y="936616"/>
                    <a:pt x="594544" y="936616"/>
                  </a:cubicBezTo>
                  <a:cubicBezTo>
                    <a:pt x="594508" y="946537"/>
                    <a:pt x="595932" y="974438"/>
                    <a:pt x="577390" y="967034"/>
                  </a:cubicBezTo>
                  <a:cubicBezTo>
                    <a:pt x="567133" y="962986"/>
                    <a:pt x="568995" y="945588"/>
                    <a:pt x="568995" y="936616"/>
                  </a:cubicBezTo>
                  <a:cubicBezTo>
                    <a:pt x="568995" y="936616"/>
                    <a:pt x="568995" y="816257"/>
                    <a:pt x="568995" y="816257"/>
                  </a:cubicBezTo>
                  <a:cubicBezTo>
                    <a:pt x="568995" y="794009"/>
                    <a:pt x="566586" y="768223"/>
                    <a:pt x="572645" y="746959"/>
                  </a:cubicBezTo>
                  <a:close/>
                  <a:moveTo>
                    <a:pt x="919392" y="885555"/>
                  </a:moveTo>
                  <a:cubicBezTo>
                    <a:pt x="938956" y="861009"/>
                    <a:pt x="942241" y="839526"/>
                    <a:pt x="937606" y="808962"/>
                  </a:cubicBezTo>
                  <a:cubicBezTo>
                    <a:pt x="936401" y="800866"/>
                    <a:pt x="933846" y="784161"/>
                    <a:pt x="922714" y="784161"/>
                  </a:cubicBezTo>
                  <a:cubicBezTo>
                    <a:pt x="911581" y="784161"/>
                    <a:pt x="905778" y="800209"/>
                    <a:pt x="903624" y="808962"/>
                  </a:cubicBezTo>
                  <a:cubicBezTo>
                    <a:pt x="897274" y="835150"/>
                    <a:pt x="897602" y="867428"/>
                    <a:pt x="919392" y="885555"/>
                  </a:cubicBezTo>
                  <a:close/>
                  <a:moveTo>
                    <a:pt x="331746" y="787808"/>
                  </a:moveTo>
                  <a:cubicBezTo>
                    <a:pt x="311233" y="795978"/>
                    <a:pt x="314518" y="837666"/>
                    <a:pt x="318278" y="856377"/>
                  </a:cubicBezTo>
                  <a:cubicBezTo>
                    <a:pt x="319957" y="864692"/>
                    <a:pt x="324373" y="879610"/>
                    <a:pt x="335104" y="879683"/>
                  </a:cubicBezTo>
                  <a:cubicBezTo>
                    <a:pt x="349047" y="879792"/>
                    <a:pt x="349814" y="858638"/>
                    <a:pt x="349996" y="849082"/>
                  </a:cubicBezTo>
                  <a:cubicBezTo>
                    <a:pt x="350325" y="829205"/>
                    <a:pt x="353756" y="796452"/>
                    <a:pt x="331746" y="787808"/>
                  </a:cubicBezTo>
                  <a:close/>
                  <a:moveTo>
                    <a:pt x="433946" y="816257"/>
                  </a:moveTo>
                  <a:cubicBezTo>
                    <a:pt x="431464" y="786131"/>
                    <a:pt x="410951" y="785109"/>
                    <a:pt x="404746" y="812610"/>
                  </a:cubicBezTo>
                  <a:cubicBezTo>
                    <a:pt x="404746" y="812610"/>
                    <a:pt x="433946" y="816257"/>
                    <a:pt x="433946" y="816257"/>
                  </a:cubicBezTo>
                  <a:close/>
                  <a:moveTo>
                    <a:pt x="736894" y="819904"/>
                  </a:moveTo>
                  <a:cubicBezTo>
                    <a:pt x="732258" y="792258"/>
                    <a:pt x="715943" y="796635"/>
                    <a:pt x="707694" y="819904"/>
                  </a:cubicBezTo>
                  <a:cubicBezTo>
                    <a:pt x="707694" y="819904"/>
                    <a:pt x="736894" y="819904"/>
                    <a:pt x="736894" y="819904"/>
                  </a:cubicBezTo>
                  <a:close/>
                  <a:moveTo>
                    <a:pt x="426646" y="911085"/>
                  </a:moveTo>
                  <a:cubicBezTo>
                    <a:pt x="426646" y="911085"/>
                    <a:pt x="433946" y="892849"/>
                    <a:pt x="433946" y="892849"/>
                  </a:cubicBezTo>
                  <a:cubicBezTo>
                    <a:pt x="444421" y="852693"/>
                    <a:pt x="391533" y="871148"/>
                    <a:pt x="415148" y="902733"/>
                  </a:cubicBezTo>
                  <a:cubicBezTo>
                    <a:pt x="419127" y="908022"/>
                    <a:pt x="421463" y="908241"/>
                    <a:pt x="426646" y="911085"/>
                  </a:cubicBezTo>
                  <a:close/>
                  <a:moveTo>
                    <a:pt x="714994" y="918380"/>
                  </a:moveTo>
                  <a:cubicBezTo>
                    <a:pt x="720286" y="916702"/>
                    <a:pt x="723206" y="916739"/>
                    <a:pt x="727732" y="912581"/>
                  </a:cubicBezTo>
                  <a:cubicBezTo>
                    <a:pt x="756640" y="885810"/>
                    <a:pt x="710066" y="854334"/>
                    <a:pt x="711745" y="900144"/>
                  </a:cubicBezTo>
                  <a:cubicBezTo>
                    <a:pt x="711964" y="906453"/>
                    <a:pt x="713497" y="912289"/>
                    <a:pt x="714994" y="918380"/>
                  </a:cubicBezTo>
                  <a:close/>
                  <a:moveTo>
                    <a:pt x="353646" y="940264"/>
                  </a:moveTo>
                  <a:cubicBezTo>
                    <a:pt x="353646" y="940264"/>
                    <a:pt x="320796" y="943911"/>
                    <a:pt x="320796" y="943911"/>
                  </a:cubicBezTo>
                  <a:cubicBezTo>
                    <a:pt x="320796" y="943911"/>
                    <a:pt x="331746" y="976736"/>
                    <a:pt x="331746" y="976736"/>
                  </a:cubicBezTo>
                  <a:cubicBezTo>
                    <a:pt x="351821" y="970353"/>
                    <a:pt x="352004" y="959521"/>
                    <a:pt x="353646" y="940264"/>
                  </a:cubicBezTo>
                  <a:close/>
                </a:path>
              </a:pathLst>
            </a:custGeom>
            <a:solidFill>
              <a:srgbClr val="00A885"/>
            </a:solidFill>
            <a:ln w="0" cap="flat">
              <a:solidFill>
                <a:srgbClr val="00A885"/>
              </a:solidFill>
              <a:prstDash val="solid"/>
              <a:miter/>
            </a:ln>
          </p:spPr>
          <p:txBody>
            <a:bodyPr rtlCol="0" anchor="ctr"/>
            <a:lstStyle/>
            <a:p>
              <a:endParaRPr lang="fr-FR"/>
            </a:p>
          </p:txBody>
        </p:sp>
        <p:sp>
          <p:nvSpPr>
            <p:cNvPr id="31" name="Graphique 28">
              <a:extLst>
                <a:ext uri="{FF2B5EF4-FFF2-40B4-BE49-F238E27FC236}">
                  <a16:creationId xmlns:a16="http://schemas.microsoft.com/office/drawing/2014/main" id="{40AE3D34-0AB8-812D-9BDE-1641169C80F5}"/>
                </a:ext>
              </a:extLst>
            </p:cNvPr>
            <p:cNvSpPr>
              <a:spLocks noChangeAspect="1"/>
            </p:cNvSpPr>
            <p:nvPr/>
          </p:nvSpPr>
          <p:spPr>
            <a:xfrm>
              <a:off x="3963443" y="2292778"/>
              <a:ext cx="663415" cy="789172"/>
            </a:xfrm>
            <a:custGeom>
              <a:avLst/>
              <a:gdLst>
                <a:gd name="connsiteX0" fmla="*/ 728141 w 1808343"/>
                <a:gd name="connsiteY0" fmla="*/ 56 h 2151134"/>
                <a:gd name="connsiteX1" fmla="*/ 944063 w 1808343"/>
                <a:gd name="connsiteY1" fmla="*/ 56 h 2151134"/>
                <a:gd name="connsiteX2" fmla="*/ 1543245 w 1808343"/>
                <a:gd name="connsiteY2" fmla="*/ 50598 h 2151134"/>
                <a:gd name="connsiteX3" fmla="*/ 1726778 w 1808343"/>
                <a:gd name="connsiteY3" fmla="*/ 105347 h 2151134"/>
                <a:gd name="connsiteX4" fmla="*/ 1799274 w 1808343"/>
                <a:gd name="connsiteY4" fmla="*/ 166138 h 2151134"/>
                <a:gd name="connsiteX5" fmla="*/ 1807749 w 1808343"/>
                <a:gd name="connsiteY5" fmla="*/ 274018 h 2151134"/>
                <a:gd name="connsiteX6" fmla="*/ 1802351 w 1808343"/>
                <a:gd name="connsiteY6" fmla="*/ 344140 h 2151134"/>
                <a:gd name="connsiteX7" fmla="*/ 1796953 w 1808343"/>
                <a:gd name="connsiteY7" fmla="*/ 495173 h 2151134"/>
                <a:gd name="connsiteX8" fmla="*/ 1791555 w 1808343"/>
                <a:gd name="connsiteY8" fmla="*/ 576083 h 2151134"/>
                <a:gd name="connsiteX9" fmla="*/ 1786157 w 1808343"/>
                <a:gd name="connsiteY9" fmla="*/ 678569 h 2151134"/>
                <a:gd name="connsiteX10" fmla="*/ 1780759 w 1808343"/>
                <a:gd name="connsiteY10" fmla="*/ 829602 h 2151134"/>
                <a:gd name="connsiteX11" fmla="*/ 1775361 w 1808343"/>
                <a:gd name="connsiteY11" fmla="*/ 932088 h 2151134"/>
                <a:gd name="connsiteX12" fmla="*/ 1769963 w 1808343"/>
                <a:gd name="connsiteY12" fmla="*/ 1023786 h 2151134"/>
                <a:gd name="connsiteX13" fmla="*/ 1759167 w 1808343"/>
                <a:gd name="connsiteY13" fmla="*/ 1261123 h 2151134"/>
                <a:gd name="connsiteX14" fmla="*/ 1753553 w 1808343"/>
                <a:gd name="connsiteY14" fmla="*/ 1342033 h 2151134"/>
                <a:gd name="connsiteX15" fmla="*/ 1753553 w 1808343"/>
                <a:gd name="connsiteY15" fmla="*/ 1401367 h 2151134"/>
                <a:gd name="connsiteX16" fmla="*/ 1748371 w 1808343"/>
                <a:gd name="connsiteY16" fmla="*/ 1466095 h 2151134"/>
                <a:gd name="connsiteX17" fmla="*/ 1742973 w 1808343"/>
                <a:gd name="connsiteY17" fmla="*/ 1573975 h 2151134"/>
                <a:gd name="connsiteX18" fmla="*/ 1737575 w 1808343"/>
                <a:gd name="connsiteY18" fmla="*/ 1676462 h 2151134"/>
                <a:gd name="connsiteX19" fmla="*/ 1737575 w 1808343"/>
                <a:gd name="connsiteY19" fmla="*/ 1708826 h 2151134"/>
                <a:gd name="connsiteX20" fmla="*/ 1727966 w 1808343"/>
                <a:gd name="connsiteY20" fmla="*/ 1805918 h 2151134"/>
                <a:gd name="connsiteX21" fmla="*/ 1570235 w 1808343"/>
                <a:gd name="connsiteY21" fmla="*/ 1994978 h 2151134"/>
                <a:gd name="connsiteX22" fmla="*/ 1467673 w 1808343"/>
                <a:gd name="connsiteY22" fmla="*/ 2049727 h 2151134"/>
                <a:gd name="connsiteX23" fmla="*/ 1122198 w 1808343"/>
                <a:gd name="connsiteY23" fmla="*/ 2136463 h 2151134"/>
                <a:gd name="connsiteX24" fmla="*/ 1041228 w 1808343"/>
                <a:gd name="connsiteY24" fmla="*/ 2145741 h 2151134"/>
                <a:gd name="connsiteX25" fmla="*/ 873888 w 1808343"/>
                <a:gd name="connsiteY25" fmla="*/ 2151135 h 2151134"/>
                <a:gd name="connsiteX26" fmla="*/ 782122 w 1808343"/>
                <a:gd name="connsiteY26" fmla="*/ 2145741 h 2151134"/>
                <a:gd name="connsiteX27" fmla="*/ 614782 w 1808343"/>
                <a:gd name="connsiteY27" fmla="*/ 2125513 h 2151134"/>
                <a:gd name="connsiteX28" fmla="*/ 242318 w 1808343"/>
                <a:gd name="connsiteY28" fmla="*/ 1996488 h 2151134"/>
                <a:gd name="connsiteX29" fmla="*/ 105262 w 1808343"/>
                <a:gd name="connsiteY29" fmla="*/ 1870646 h 2151134"/>
                <a:gd name="connsiteX30" fmla="*/ 69634 w 1808343"/>
                <a:gd name="connsiteY30" fmla="*/ 1773554 h 2151134"/>
                <a:gd name="connsiteX31" fmla="*/ 69634 w 1808343"/>
                <a:gd name="connsiteY31" fmla="*/ 1725008 h 2151134"/>
                <a:gd name="connsiteX32" fmla="*/ 64182 w 1808343"/>
                <a:gd name="connsiteY32" fmla="*/ 1665674 h 2151134"/>
                <a:gd name="connsiteX33" fmla="*/ 58784 w 1808343"/>
                <a:gd name="connsiteY33" fmla="*/ 1541611 h 2151134"/>
                <a:gd name="connsiteX34" fmla="*/ 53386 w 1808343"/>
                <a:gd name="connsiteY34" fmla="*/ 1379791 h 2151134"/>
                <a:gd name="connsiteX35" fmla="*/ 47988 w 1808343"/>
                <a:gd name="connsiteY35" fmla="*/ 1298881 h 2151134"/>
                <a:gd name="connsiteX36" fmla="*/ 37192 w 1808343"/>
                <a:gd name="connsiteY36" fmla="*/ 1023786 h 2151134"/>
                <a:gd name="connsiteX37" fmla="*/ 31578 w 1808343"/>
                <a:gd name="connsiteY37" fmla="*/ 932088 h 2151134"/>
                <a:gd name="connsiteX38" fmla="*/ 31578 w 1808343"/>
                <a:gd name="connsiteY38" fmla="*/ 872754 h 2151134"/>
                <a:gd name="connsiteX39" fmla="*/ 26396 w 1808343"/>
                <a:gd name="connsiteY39" fmla="*/ 813420 h 2151134"/>
                <a:gd name="connsiteX40" fmla="*/ 20998 w 1808343"/>
                <a:gd name="connsiteY40" fmla="*/ 689357 h 2151134"/>
                <a:gd name="connsiteX41" fmla="*/ 15600 w 1808343"/>
                <a:gd name="connsiteY41" fmla="*/ 565295 h 2151134"/>
                <a:gd name="connsiteX42" fmla="*/ 10202 w 1808343"/>
                <a:gd name="connsiteY42" fmla="*/ 457415 h 2151134"/>
                <a:gd name="connsiteX43" fmla="*/ 378 w 1808343"/>
                <a:gd name="connsiteY43" fmla="*/ 230866 h 2151134"/>
                <a:gd name="connsiteX44" fmla="*/ 166745 w 1808343"/>
                <a:gd name="connsiteY44" fmla="*/ 72929 h 2151134"/>
                <a:gd name="connsiteX45" fmla="*/ 528414 w 1808343"/>
                <a:gd name="connsiteY45" fmla="*/ 14620 h 2151134"/>
                <a:gd name="connsiteX46" fmla="*/ 657967 w 1808343"/>
                <a:gd name="connsiteY46" fmla="*/ 4318 h 2151134"/>
                <a:gd name="connsiteX47" fmla="*/ 728141 w 1808343"/>
                <a:gd name="connsiteY47" fmla="*/ 56 h 2151134"/>
                <a:gd name="connsiteX48" fmla="*/ 701151 w 1808343"/>
                <a:gd name="connsiteY48" fmla="*/ 53349 h 2151134"/>
                <a:gd name="connsiteX49" fmla="*/ 544608 w 1808343"/>
                <a:gd name="connsiteY49" fmla="*/ 64569 h 2151134"/>
                <a:gd name="connsiteX50" fmla="*/ 204531 w 1808343"/>
                <a:gd name="connsiteY50" fmla="*/ 116891 h 2151134"/>
                <a:gd name="connsiteX51" fmla="*/ 91281 w 1808343"/>
                <a:gd name="connsiteY51" fmla="*/ 160097 h 2151134"/>
                <a:gd name="connsiteX52" fmla="*/ 60782 w 1808343"/>
                <a:gd name="connsiteY52" fmla="*/ 198556 h 2151134"/>
                <a:gd name="connsiteX53" fmla="*/ 145153 w 1808343"/>
                <a:gd name="connsiteY53" fmla="*/ 261288 h 2151134"/>
                <a:gd name="connsiteX54" fmla="*/ 436647 w 1808343"/>
                <a:gd name="connsiteY54" fmla="*/ 319436 h 2151134"/>
                <a:gd name="connsiteX55" fmla="*/ 1073616 w 1808343"/>
                <a:gd name="connsiteY55" fmla="*/ 344140 h 2151134"/>
                <a:gd name="connsiteX56" fmla="*/ 1224761 w 1808343"/>
                <a:gd name="connsiteY56" fmla="*/ 333352 h 2151134"/>
                <a:gd name="connsiteX57" fmla="*/ 1267945 w 1808343"/>
                <a:gd name="connsiteY57" fmla="*/ 333352 h 2151134"/>
                <a:gd name="connsiteX58" fmla="*/ 1527051 w 1808343"/>
                <a:gd name="connsiteY58" fmla="*/ 297860 h 2151134"/>
                <a:gd name="connsiteX59" fmla="*/ 1688992 w 1808343"/>
                <a:gd name="connsiteY59" fmla="*/ 256002 h 2151134"/>
                <a:gd name="connsiteX60" fmla="*/ 1731853 w 1808343"/>
                <a:gd name="connsiteY60" fmla="*/ 168350 h 2151134"/>
                <a:gd name="connsiteX61" fmla="*/ 1710584 w 1808343"/>
                <a:gd name="connsiteY61" fmla="*/ 155566 h 2151134"/>
                <a:gd name="connsiteX62" fmla="*/ 1510857 w 1808343"/>
                <a:gd name="connsiteY62" fmla="*/ 97364 h 2151134"/>
                <a:gd name="connsiteX63" fmla="*/ 1230159 w 1808343"/>
                <a:gd name="connsiteY63" fmla="*/ 63166 h 2151134"/>
                <a:gd name="connsiteX64" fmla="*/ 1176179 w 1808343"/>
                <a:gd name="connsiteY64" fmla="*/ 58258 h 2151134"/>
                <a:gd name="connsiteX65" fmla="*/ 1062820 w 1808343"/>
                <a:gd name="connsiteY65" fmla="*/ 53349 h 2151134"/>
                <a:gd name="connsiteX66" fmla="*/ 927869 w 1808343"/>
                <a:gd name="connsiteY66" fmla="*/ 53349 h 2151134"/>
                <a:gd name="connsiteX67" fmla="*/ 701151 w 1808343"/>
                <a:gd name="connsiteY67" fmla="*/ 53349 h 2151134"/>
                <a:gd name="connsiteX68" fmla="*/ 155949 w 1808343"/>
                <a:gd name="connsiteY68" fmla="*/ 214684 h 2151134"/>
                <a:gd name="connsiteX69" fmla="*/ 220726 w 1808343"/>
                <a:gd name="connsiteY69" fmla="*/ 188793 h 2151134"/>
                <a:gd name="connsiteX70" fmla="*/ 1030431 w 1808343"/>
                <a:gd name="connsiteY70" fmla="*/ 112198 h 2151134"/>
                <a:gd name="connsiteX71" fmla="*/ 1111402 w 1808343"/>
                <a:gd name="connsiteY71" fmla="*/ 117592 h 2151134"/>
                <a:gd name="connsiteX72" fmla="*/ 1375906 w 1808343"/>
                <a:gd name="connsiteY72" fmla="*/ 143106 h 2151134"/>
                <a:gd name="connsiteX73" fmla="*/ 1656604 w 1808343"/>
                <a:gd name="connsiteY73" fmla="*/ 220078 h 2151134"/>
                <a:gd name="connsiteX74" fmla="*/ 1640410 w 1808343"/>
                <a:gd name="connsiteY74" fmla="*/ 257836 h 2151134"/>
                <a:gd name="connsiteX75" fmla="*/ 1586429 w 1808343"/>
                <a:gd name="connsiteY75" fmla="*/ 236584 h 2151134"/>
                <a:gd name="connsiteX76" fmla="*/ 1500061 w 1808343"/>
                <a:gd name="connsiteY76" fmla="*/ 210585 h 2151134"/>
                <a:gd name="connsiteX77" fmla="*/ 1181577 w 1808343"/>
                <a:gd name="connsiteY77" fmla="*/ 165653 h 2151134"/>
                <a:gd name="connsiteX78" fmla="*/ 1127596 w 1808343"/>
                <a:gd name="connsiteY78" fmla="*/ 160744 h 2151134"/>
                <a:gd name="connsiteX79" fmla="*/ 1019635 w 1808343"/>
                <a:gd name="connsiteY79" fmla="*/ 155350 h 2151134"/>
                <a:gd name="connsiteX80" fmla="*/ 787520 w 1808343"/>
                <a:gd name="connsiteY80" fmla="*/ 155350 h 2151134"/>
                <a:gd name="connsiteX81" fmla="*/ 695753 w 1808343"/>
                <a:gd name="connsiteY81" fmla="*/ 160744 h 2151134"/>
                <a:gd name="connsiteX82" fmla="*/ 447443 w 1808343"/>
                <a:gd name="connsiteY82" fmla="*/ 183830 h 2151134"/>
                <a:gd name="connsiteX83" fmla="*/ 263910 w 1808343"/>
                <a:gd name="connsiteY83" fmla="*/ 222344 h 2151134"/>
                <a:gd name="connsiteX84" fmla="*/ 172143 w 1808343"/>
                <a:gd name="connsiteY84" fmla="*/ 252442 h 2151134"/>
                <a:gd name="connsiteX85" fmla="*/ 155949 w 1808343"/>
                <a:gd name="connsiteY85" fmla="*/ 214684 h 2151134"/>
                <a:gd name="connsiteX86" fmla="*/ 64182 w 1808343"/>
                <a:gd name="connsiteY86" fmla="*/ 268624 h 2151134"/>
                <a:gd name="connsiteX87" fmla="*/ 64182 w 1808343"/>
                <a:gd name="connsiteY87" fmla="*/ 446627 h 2151134"/>
                <a:gd name="connsiteX88" fmla="*/ 69581 w 1808343"/>
                <a:gd name="connsiteY88" fmla="*/ 570689 h 2151134"/>
                <a:gd name="connsiteX89" fmla="*/ 74979 w 1808343"/>
                <a:gd name="connsiteY89" fmla="*/ 732509 h 2151134"/>
                <a:gd name="connsiteX90" fmla="*/ 80377 w 1808343"/>
                <a:gd name="connsiteY90" fmla="*/ 808026 h 2151134"/>
                <a:gd name="connsiteX91" fmla="*/ 85775 w 1808343"/>
                <a:gd name="connsiteY91" fmla="*/ 975240 h 2151134"/>
                <a:gd name="connsiteX92" fmla="*/ 90957 w 1808343"/>
                <a:gd name="connsiteY92" fmla="*/ 1029180 h 2151134"/>
                <a:gd name="connsiteX93" fmla="*/ 90957 w 1808343"/>
                <a:gd name="connsiteY93" fmla="*/ 1088514 h 2151134"/>
                <a:gd name="connsiteX94" fmla="*/ 96571 w 1808343"/>
                <a:gd name="connsiteY94" fmla="*/ 1180212 h 2151134"/>
                <a:gd name="connsiteX95" fmla="*/ 107367 w 1808343"/>
                <a:gd name="connsiteY95" fmla="*/ 1455307 h 2151134"/>
                <a:gd name="connsiteX96" fmla="*/ 112765 w 1808343"/>
                <a:gd name="connsiteY96" fmla="*/ 1573975 h 2151134"/>
                <a:gd name="connsiteX97" fmla="*/ 118163 w 1808343"/>
                <a:gd name="connsiteY97" fmla="*/ 1665674 h 2151134"/>
                <a:gd name="connsiteX98" fmla="*/ 150983 w 1808343"/>
                <a:gd name="connsiteY98" fmla="*/ 1843676 h 2151134"/>
                <a:gd name="connsiteX99" fmla="*/ 447443 w 1808343"/>
                <a:gd name="connsiteY99" fmla="*/ 2032466 h 2151134"/>
                <a:gd name="connsiteX100" fmla="*/ 1208567 w 1808343"/>
                <a:gd name="connsiteY100" fmla="*/ 2071573 h 2151134"/>
                <a:gd name="connsiteX101" fmla="*/ 1537847 w 1808343"/>
                <a:gd name="connsiteY101" fmla="*/ 1953822 h 2151134"/>
                <a:gd name="connsiteX102" fmla="*/ 1646834 w 1808343"/>
                <a:gd name="connsiteY102" fmla="*/ 1859858 h 2151134"/>
                <a:gd name="connsiteX103" fmla="*/ 1683594 w 1808343"/>
                <a:gd name="connsiteY103" fmla="*/ 1708826 h 2151134"/>
                <a:gd name="connsiteX104" fmla="*/ 1688992 w 1808343"/>
                <a:gd name="connsiteY104" fmla="*/ 1638703 h 2151134"/>
                <a:gd name="connsiteX105" fmla="*/ 1694390 w 1808343"/>
                <a:gd name="connsiteY105" fmla="*/ 1498459 h 2151134"/>
                <a:gd name="connsiteX106" fmla="*/ 1699788 w 1808343"/>
                <a:gd name="connsiteY106" fmla="*/ 1412155 h 2151134"/>
                <a:gd name="connsiteX107" fmla="*/ 1710584 w 1808343"/>
                <a:gd name="connsiteY107" fmla="*/ 1153242 h 2151134"/>
                <a:gd name="connsiteX108" fmla="*/ 1715982 w 1808343"/>
                <a:gd name="connsiteY108" fmla="*/ 1083120 h 2151134"/>
                <a:gd name="connsiteX109" fmla="*/ 1721380 w 1808343"/>
                <a:gd name="connsiteY109" fmla="*/ 932088 h 2151134"/>
                <a:gd name="connsiteX110" fmla="*/ 1726778 w 1808343"/>
                <a:gd name="connsiteY110" fmla="*/ 861966 h 2151134"/>
                <a:gd name="connsiteX111" fmla="*/ 1732177 w 1808343"/>
                <a:gd name="connsiteY111" fmla="*/ 716327 h 2151134"/>
                <a:gd name="connsiteX112" fmla="*/ 1737575 w 1808343"/>
                <a:gd name="connsiteY112" fmla="*/ 630023 h 2151134"/>
                <a:gd name="connsiteX113" fmla="*/ 1742973 w 1808343"/>
                <a:gd name="connsiteY113" fmla="*/ 527537 h 2151134"/>
                <a:gd name="connsiteX114" fmla="*/ 1748371 w 1808343"/>
                <a:gd name="connsiteY114" fmla="*/ 376505 h 2151134"/>
                <a:gd name="connsiteX115" fmla="*/ 1753769 w 1808343"/>
                <a:gd name="connsiteY115" fmla="*/ 274018 h 2151134"/>
                <a:gd name="connsiteX116" fmla="*/ 1688992 w 1808343"/>
                <a:gd name="connsiteY116" fmla="*/ 300503 h 2151134"/>
                <a:gd name="connsiteX117" fmla="*/ 1575633 w 1808343"/>
                <a:gd name="connsiteY117" fmla="*/ 332220 h 2151134"/>
                <a:gd name="connsiteX118" fmla="*/ 1224761 w 1808343"/>
                <a:gd name="connsiteY118" fmla="*/ 376990 h 2151134"/>
                <a:gd name="connsiteX119" fmla="*/ 1170780 w 1808343"/>
                <a:gd name="connsiteY119" fmla="*/ 381899 h 2151134"/>
                <a:gd name="connsiteX120" fmla="*/ 1068218 w 1808343"/>
                <a:gd name="connsiteY120" fmla="*/ 387293 h 2151134"/>
                <a:gd name="connsiteX121" fmla="*/ 744335 w 1808343"/>
                <a:gd name="connsiteY121" fmla="*/ 387293 h 2151134"/>
                <a:gd name="connsiteX122" fmla="*/ 679559 w 1808343"/>
                <a:gd name="connsiteY122" fmla="*/ 382384 h 2151134"/>
                <a:gd name="connsiteX123" fmla="*/ 323288 w 1808343"/>
                <a:gd name="connsiteY123" fmla="*/ 346406 h 2151134"/>
                <a:gd name="connsiteX124" fmla="*/ 64182 w 1808343"/>
                <a:gd name="connsiteY124" fmla="*/ 268624 h 2151134"/>
                <a:gd name="connsiteX125" fmla="*/ 490628 w 1808343"/>
                <a:gd name="connsiteY125" fmla="*/ 888936 h 2151134"/>
                <a:gd name="connsiteX126" fmla="*/ 589682 w 1808343"/>
                <a:gd name="connsiteY126" fmla="*/ 921516 h 2151134"/>
                <a:gd name="connsiteX127" fmla="*/ 581261 w 1808343"/>
                <a:gd name="connsiteY127" fmla="*/ 1046171 h 2151134"/>
                <a:gd name="connsiteX128" fmla="*/ 523016 w 1808343"/>
                <a:gd name="connsiteY128" fmla="*/ 1050756 h 2151134"/>
                <a:gd name="connsiteX129" fmla="*/ 523016 w 1808343"/>
                <a:gd name="connsiteY129" fmla="*/ 1137060 h 2151134"/>
                <a:gd name="connsiteX130" fmla="*/ 495810 w 1808343"/>
                <a:gd name="connsiteY130" fmla="*/ 1137060 h 2151134"/>
                <a:gd name="connsiteX131" fmla="*/ 495810 w 1808343"/>
                <a:gd name="connsiteY131" fmla="*/ 1056150 h 2151134"/>
                <a:gd name="connsiteX132" fmla="*/ 490628 w 1808343"/>
                <a:gd name="connsiteY132" fmla="*/ 996816 h 2151134"/>
                <a:gd name="connsiteX133" fmla="*/ 490628 w 1808343"/>
                <a:gd name="connsiteY133" fmla="*/ 888936 h 2151134"/>
                <a:gd name="connsiteX134" fmla="*/ 902012 w 1808343"/>
                <a:gd name="connsiteY134" fmla="*/ 916823 h 2151134"/>
                <a:gd name="connsiteX135" fmla="*/ 915453 w 1808343"/>
                <a:gd name="connsiteY135" fmla="*/ 964020 h 2151134"/>
                <a:gd name="connsiteX136" fmla="*/ 902012 w 1808343"/>
                <a:gd name="connsiteY136" fmla="*/ 916823 h 2151134"/>
                <a:gd name="connsiteX137" fmla="*/ 1116800 w 1808343"/>
                <a:gd name="connsiteY137" fmla="*/ 980634 h 2151134"/>
                <a:gd name="connsiteX138" fmla="*/ 1149188 w 1808343"/>
                <a:gd name="connsiteY138" fmla="*/ 926694 h 2151134"/>
                <a:gd name="connsiteX139" fmla="*/ 1149188 w 1808343"/>
                <a:gd name="connsiteY139" fmla="*/ 975240 h 2151134"/>
                <a:gd name="connsiteX140" fmla="*/ 1176179 w 1808343"/>
                <a:gd name="connsiteY140" fmla="*/ 975240 h 2151134"/>
                <a:gd name="connsiteX141" fmla="*/ 1176179 w 1808343"/>
                <a:gd name="connsiteY141" fmla="*/ 1018392 h 2151134"/>
                <a:gd name="connsiteX142" fmla="*/ 1149188 w 1808343"/>
                <a:gd name="connsiteY142" fmla="*/ 1018392 h 2151134"/>
                <a:gd name="connsiteX143" fmla="*/ 1156260 w 1808343"/>
                <a:gd name="connsiteY143" fmla="*/ 1105451 h 2151134"/>
                <a:gd name="connsiteX144" fmla="*/ 1176179 w 1808343"/>
                <a:gd name="connsiteY144" fmla="*/ 1110090 h 2151134"/>
                <a:gd name="connsiteX145" fmla="*/ 1170834 w 1808343"/>
                <a:gd name="connsiteY145" fmla="*/ 1149251 h 2151134"/>
                <a:gd name="connsiteX146" fmla="*/ 1120795 w 1808343"/>
                <a:gd name="connsiteY146" fmla="*/ 1136467 h 2151134"/>
                <a:gd name="connsiteX147" fmla="*/ 1116800 w 1808343"/>
                <a:gd name="connsiteY147" fmla="*/ 1023786 h 2151134"/>
                <a:gd name="connsiteX148" fmla="*/ 1095208 w 1808343"/>
                <a:gd name="connsiteY148" fmla="*/ 1023786 h 2151134"/>
                <a:gd name="connsiteX149" fmla="*/ 1095208 w 1808343"/>
                <a:gd name="connsiteY149" fmla="*/ 980634 h 2151134"/>
                <a:gd name="connsiteX150" fmla="*/ 1116800 w 1808343"/>
                <a:gd name="connsiteY150" fmla="*/ 980634 h 2151134"/>
                <a:gd name="connsiteX151" fmla="*/ 523016 w 1808343"/>
                <a:gd name="connsiteY151" fmla="*/ 1007604 h 2151134"/>
                <a:gd name="connsiteX152" fmla="*/ 559560 w 1808343"/>
                <a:gd name="connsiteY152" fmla="*/ 1002102 h 2151134"/>
                <a:gd name="connsiteX153" fmla="*/ 523016 w 1808343"/>
                <a:gd name="connsiteY153" fmla="*/ 937482 h 2151134"/>
                <a:gd name="connsiteX154" fmla="*/ 523016 w 1808343"/>
                <a:gd name="connsiteY154" fmla="*/ 1007604 h 2151134"/>
                <a:gd name="connsiteX155" fmla="*/ 1224761 w 1808343"/>
                <a:gd name="connsiteY155" fmla="*/ 1088514 h 2151134"/>
                <a:gd name="connsiteX156" fmla="*/ 1246623 w 1808343"/>
                <a:gd name="connsiteY156" fmla="*/ 1104481 h 2151134"/>
                <a:gd name="connsiteX157" fmla="*/ 1262763 w 1808343"/>
                <a:gd name="connsiteY157" fmla="*/ 1088352 h 2151134"/>
                <a:gd name="connsiteX158" fmla="*/ 1225355 w 1808343"/>
                <a:gd name="connsiteY158" fmla="*/ 1067316 h 2151134"/>
                <a:gd name="connsiteX159" fmla="*/ 1206192 w 1808343"/>
                <a:gd name="connsiteY159" fmla="*/ 1007604 h 2151134"/>
                <a:gd name="connsiteX160" fmla="*/ 1300333 w 1808343"/>
                <a:gd name="connsiteY160" fmla="*/ 1002210 h 2151134"/>
                <a:gd name="connsiteX161" fmla="*/ 1273343 w 1808343"/>
                <a:gd name="connsiteY161" fmla="*/ 1018392 h 2151134"/>
                <a:gd name="connsiteX162" fmla="*/ 1247433 w 1808343"/>
                <a:gd name="connsiteY162" fmla="*/ 1022707 h 2151134"/>
                <a:gd name="connsiteX163" fmla="*/ 1299740 w 1808343"/>
                <a:gd name="connsiteY163" fmla="*/ 1077726 h 2151134"/>
                <a:gd name="connsiteX164" fmla="*/ 1294881 w 1808343"/>
                <a:gd name="connsiteY164" fmla="*/ 1115484 h 2151134"/>
                <a:gd name="connsiteX165" fmla="*/ 1251751 w 1808343"/>
                <a:gd name="connsiteY165" fmla="*/ 1151948 h 2151134"/>
                <a:gd name="connsiteX166" fmla="*/ 1224761 w 1808343"/>
                <a:gd name="connsiteY166" fmla="*/ 1088514 h 2151134"/>
                <a:gd name="connsiteX167" fmla="*/ 630977 w 1808343"/>
                <a:gd name="connsiteY167" fmla="*/ 975240 h 2151134"/>
                <a:gd name="connsiteX168" fmla="*/ 668763 w 1808343"/>
                <a:gd name="connsiteY168" fmla="*/ 991422 h 2151134"/>
                <a:gd name="connsiteX169" fmla="*/ 717345 w 1808343"/>
                <a:gd name="connsiteY169" fmla="*/ 1023786 h 2151134"/>
                <a:gd name="connsiteX170" fmla="*/ 711947 w 1808343"/>
                <a:gd name="connsiteY170" fmla="*/ 1029504 h 2151134"/>
                <a:gd name="connsiteX171" fmla="*/ 685659 w 1808343"/>
                <a:gd name="connsiteY171" fmla="*/ 1029504 h 2151134"/>
                <a:gd name="connsiteX172" fmla="*/ 668763 w 1808343"/>
                <a:gd name="connsiteY172" fmla="*/ 1153242 h 2151134"/>
                <a:gd name="connsiteX173" fmla="*/ 636375 w 1808343"/>
                <a:gd name="connsiteY173" fmla="*/ 1153242 h 2151134"/>
                <a:gd name="connsiteX174" fmla="*/ 630977 w 1808343"/>
                <a:gd name="connsiteY174" fmla="*/ 975240 h 2151134"/>
                <a:gd name="connsiteX175" fmla="*/ 776724 w 1808343"/>
                <a:gd name="connsiteY175" fmla="*/ 984626 h 2151134"/>
                <a:gd name="connsiteX176" fmla="*/ 819800 w 1808343"/>
                <a:gd name="connsiteY176" fmla="*/ 1165433 h 2151134"/>
                <a:gd name="connsiteX177" fmla="*/ 738128 w 1808343"/>
                <a:gd name="connsiteY177" fmla="*/ 1120878 h 2151134"/>
                <a:gd name="connsiteX178" fmla="*/ 733539 w 1808343"/>
                <a:gd name="connsiteY178" fmla="*/ 1077726 h 2151134"/>
                <a:gd name="connsiteX179" fmla="*/ 776724 w 1808343"/>
                <a:gd name="connsiteY179" fmla="*/ 984626 h 2151134"/>
                <a:gd name="connsiteX180" fmla="*/ 1046626 w 1808343"/>
                <a:gd name="connsiteY180" fmla="*/ 1104696 h 2151134"/>
                <a:gd name="connsiteX181" fmla="*/ 992753 w 1808343"/>
                <a:gd name="connsiteY181" fmla="*/ 1165433 h 2151134"/>
                <a:gd name="connsiteX182" fmla="*/ 978556 w 1808343"/>
                <a:gd name="connsiteY182" fmla="*/ 998920 h 2151134"/>
                <a:gd name="connsiteX183" fmla="*/ 1069297 w 1808343"/>
                <a:gd name="connsiteY183" fmla="*/ 1023786 h 2151134"/>
                <a:gd name="connsiteX184" fmla="*/ 1073616 w 1808343"/>
                <a:gd name="connsiteY184" fmla="*/ 1061544 h 2151134"/>
                <a:gd name="connsiteX185" fmla="*/ 1073616 w 1808343"/>
                <a:gd name="connsiteY185" fmla="*/ 1088514 h 2151134"/>
                <a:gd name="connsiteX186" fmla="*/ 981849 w 1808343"/>
                <a:gd name="connsiteY186" fmla="*/ 1093908 h 2151134"/>
                <a:gd name="connsiteX187" fmla="*/ 1046626 w 1808343"/>
                <a:gd name="connsiteY187" fmla="*/ 1104696 h 2151134"/>
                <a:gd name="connsiteX188" fmla="*/ 890082 w 1808343"/>
                <a:gd name="connsiteY188" fmla="*/ 991422 h 2151134"/>
                <a:gd name="connsiteX189" fmla="*/ 922471 w 1808343"/>
                <a:gd name="connsiteY189" fmla="*/ 991422 h 2151134"/>
                <a:gd name="connsiteX190" fmla="*/ 922471 w 1808343"/>
                <a:gd name="connsiteY190" fmla="*/ 1137060 h 2151134"/>
                <a:gd name="connsiteX191" fmla="*/ 918962 w 1808343"/>
                <a:gd name="connsiteY191" fmla="*/ 1212576 h 2151134"/>
                <a:gd name="connsiteX192" fmla="*/ 868490 w 1808343"/>
                <a:gd name="connsiteY192" fmla="*/ 1244941 h 2151134"/>
                <a:gd name="connsiteX193" fmla="*/ 868490 w 1808343"/>
                <a:gd name="connsiteY193" fmla="*/ 1201788 h 2151134"/>
                <a:gd name="connsiteX194" fmla="*/ 890082 w 1808343"/>
                <a:gd name="connsiteY194" fmla="*/ 1158636 h 2151134"/>
                <a:gd name="connsiteX195" fmla="*/ 890082 w 1808343"/>
                <a:gd name="connsiteY195" fmla="*/ 991422 h 2151134"/>
                <a:gd name="connsiteX196" fmla="*/ 1046626 w 1808343"/>
                <a:gd name="connsiteY196" fmla="*/ 1050756 h 2151134"/>
                <a:gd name="connsiteX197" fmla="*/ 987247 w 1808343"/>
                <a:gd name="connsiteY197" fmla="*/ 1056150 h 2151134"/>
                <a:gd name="connsiteX198" fmla="*/ 1046626 w 1808343"/>
                <a:gd name="connsiteY198" fmla="*/ 1050756 h 2151134"/>
                <a:gd name="connsiteX199" fmla="*/ 787790 w 1808343"/>
                <a:gd name="connsiteY199" fmla="*/ 1032524 h 2151134"/>
                <a:gd name="connsiteX200" fmla="*/ 766251 w 1808343"/>
                <a:gd name="connsiteY200" fmla="*/ 1093800 h 2151134"/>
                <a:gd name="connsiteX201" fmla="*/ 807924 w 1808343"/>
                <a:gd name="connsiteY201" fmla="*/ 1122065 h 2151134"/>
                <a:gd name="connsiteX202" fmla="*/ 787790 w 1808343"/>
                <a:gd name="connsiteY202" fmla="*/ 1032524 h 2151134"/>
                <a:gd name="connsiteX203" fmla="*/ 301696 w 1808343"/>
                <a:gd name="connsiteY203" fmla="*/ 1212576 h 2151134"/>
                <a:gd name="connsiteX204" fmla="*/ 323234 w 1808343"/>
                <a:gd name="connsiteY204" fmla="*/ 1250335 h 2151134"/>
                <a:gd name="connsiteX205" fmla="*/ 303316 w 1808343"/>
                <a:gd name="connsiteY205" fmla="*/ 1320457 h 2151134"/>
                <a:gd name="connsiteX206" fmla="*/ 325502 w 1808343"/>
                <a:gd name="connsiteY206" fmla="*/ 1460701 h 2151134"/>
                <a:gd name="connsiteX207" fmla="*/ 312492 w 1808343"/>
                <a:gd name="connsiteY207" fmla="*/ 1503853 h 2151134"/>
                <a:gd name="connsiteX208" fmla="*/ 283721 w 1808343"/>
                <a:gd name="connsiteY208" fmla="*/ 1412155 h 2151134"/>
                <a:gd name="connsiteX209" fmla="*/ 301696 w 1808343"/>
                <a:gd name="connsiteY209" fmla="*/ 1212576 h 2151134"/>
                <a:gd name="connsiteX210" fmla="*/ 1478469 w 1808343"/>
                <a:gd name="connsiteY210" fmla="*/ 1217971 h 2151134"/>
                <a:gd name="connsiteX211" fmla="*/ 1510857 w 1808343"/>
                <a:gd name="connsiteY211" fmla="*/ 1331245 h 2151134"/>
                <a:gd name="connsiteX212" fmla="*/ 1473071 w 1808343"/>
                <a:gd name="connsiteY212" fmla="*/ 1514641 h 2151134"/>
                <a:gd name="connsiteX213" fmla="*/ 1460871 w 1808343"/>
                <a:gd name="connsiteY213" fmla="*/ 1471489 h 2151134"/>
                <a:gd name="connsiteX214" fmla="*/ 1483867 w 1808343"/>
                <a:gd name="connsiteY214" fmla="*/ 1347427 h 2151134"/>
                <a:gd name="connsiteX215" fmla="*/ 1478469 w 1808343"/>
                <a:gd name="connsiteY215" fmla="*/ 1217971 h 2151134"/>
                <a:gd name="connsiteX216" fmla="*/ 474433 w 1808343"/>
                <a:gd name="connsiteY216" fmla="*/ 1439125 h 2151134"/>
                <a:gd name="connsiteX217" fmla="*/ 489818 w 1808343"/>
                <a:gd name="connsiteY217" fmla="*/ 1476398 h 2151134"/>
                <a:gd name="connsiteX218" fmla="*/ 409657 w 1808343"/>
                <a:gd name="connsiteY218" fmla="*/ 1492580 h 2151134"/>
                <a:gd name="connsiteX219" fmla="*/ 350279 w 1808343"/>
                <a:gd name="connsiteY219" fmla="*/ 1363609 h 2151134"/>
                <a:gd name="connsiteX220" fmla="*/ 382937 w 1808343"/>
                <a:gd name="connsiteY220" fmla="*/ 1265114 h 2151134"/>
                <a:gd name="connsiteX221" fmla="*/ 474433 w 1808343"/>
                <a:gd name="connsiteY221" fmla="*/ 1331245 h 2151134"/>
                <a:gd name="connsiteX222" fmla="*/ 420453 w 1808343"/>
                <a:gd name="connsiteY222" fmla="*/ 1304275 h 2151134"/>
                <a:gd name="connsiteX223" fmla="*/ 378402 w 1808343"/>
                <a:gd name="connsiteY223" fmla="*/ 1352821 h 2151134"/>
                <a:gd name="connsiteX224" fmla="*/ 436647 w 1808343"/>
                <a:gd name="connsiteY224" fmla="*/ 1456710 h 2151134"/>
                <a:gd name="connsiteX225" fmla="*/ 474433 w 1808343"/>
                <a:gd name="connsiteY225" fmla="*/ 1439125 h 2151134"/>
                <a:gd name="connsiteX226" fmla="*/ 517618 w 1808343"/>
                <a:gd name="connsiteY226" fmla="*/ 1282699 h 2151134"/>
                <a:gd name="connsiteX227" fmla="*/ 550006 w 1808343"/>
                <a:gd name="connsiteY227" fmla="*/ 1363609 h 2151134"/>
                <a:gd name="connsiteX228" fmla="*/ 630977 w 1808343"/>
                <a:gd name="connsiteY228" fmla="*/ 1530823 h 2151134"/>
                <a:gd name="connsiteX229" fmla="*/ 603986 w 1808343"/>
                <a:gd name="connsiteY229" fmla="*/ 1530823 h 2151134"/>
                <a:gd name="connsiteX230" fmla="*/ 598588 w 1808343"/>
                <a:gd name="connsiteY230" fmla="*/ 1449913 h 2151134"/>
                <a:gd name="connsiteX231" fmla="*/ 585471 w 1808343"/>
                <a:gd name="connsiteY231" fmla="*/ 1405358 h 2151134"/>
                <a:gd name="connsiteX232" fmla="*/ 554001 w 1808343"/>
                <a:gd name="connsiteY232" fmla="*/ 1423051 h 2151134"/>
                <a:gd name="connsiteX233" fmla="*/ 550006 w 1808343"/>
                <a:gd name="connsiteY233" fmla="*/ 1520035 h 2151134"/>
                <a:gd name="connsiteX234" fmla="*/ 523016 w 1808343"/>
                <a:gd name="connsiteY234" fmla="*/ 1520035 h 2151134"/>
                <a:gd name="connsiteX235" fmla="*/ 517618 w 1808343"/>
                <a:gd name="connsiteY235" fmla="*/ 1282699 h 2151134"/>
                <a:gd name="connsiteX236" fmla="*/ 1053643 w 1808343"/>
                <a:gd name="connsiteY236" fmla="*/ 1305192 h 2151134"/>
                <a:gd name="connsiteX237" fmla="*/ 1066760 w 1808343"/>
                <a:gd name="connsiteY237" fmla="*/ 1352443 h 2151134"/>
                <a:gd name="connsiteX238" fmla="*/ 1053643 w 1808343"/>
                <a:gd name="connsiteY238" fmla="*/ 1305192 h 2151134"/>
                <a:gd name="connsiteX239" fmla="*/ 1408294 w 1808343"/>
                <a:gd name="connsiteY239" fmla="*/ 1433731 h 2151134"/>
                <a:gd name="connsiteX240" fmla="*/ 1354422 w 1808343"/>
                <a:gd name="connsiteY240" fmla="*/ 1410968 h 2151134"/>
                <a:gd name="connsiteX241" fmla="*/ 1413099 w 1808343"/>
                <a:gd name="connsiteY241" fmla="*/ 1323262 h 2151134"/>
                <a:gd name="connsiteX242" fmla="*/ 1429185 w 1808343"/>
                <a:gd name="connsiteY242" fmla="*/ 1352012 h 2151134"/>
                <a:gd name="connsiteX243" fmla="*/ 1384921 w 1808343"/>
                <a:gd name="connsiteY243" fmla="*/ 1376554 h 2151134"/>
                <a:gd name="connsiteX244" fmla="*/ 1431290 w 1808343"/>
                <a:gd name="connsiteY244" fmla="*/ 1408002 h 2151134"/>
                <a:gd name="connsiteX245" fmla="*/ 1386702 w 1808343"/>
                <a:gd name="connsiteY245" fmla="*/ 1501911 h 2151134"/>
                <a:gd name="connsiteX246" fmla="*/ 1370508 w 1808343"/>
                <a:gd name="connsiteY246" fmla="*/ 1444519 h 2151134"/>
                <a:gd name="connsiteX247" fmla="*/ 1408294 w 1808343"/>
                <a:gd name="connsiteY247" fmla="*/ 1433731 h 2151134"/>
                <a:gd name="connsiteX248" fmla="*/ 954859 w 1808343"/>
                <a:gd name="connsiteY248" fmla="*/ 1331245 h 2151134"/>
                <a:gd name="connsiteX249" fmla="*/ 981849 w 1808343"/>
                <a:gd name="connsiteY249" fmla="*/ 1325851 h 2151134"/>
                <a:gd name="connsiteX250" fmla="*/ 987247 w 1808343"/>
                <a:gd name="connsiteY250" fmla="*/ 1374397 h 2151134"/>
                <a:gd name="connsiteX251" fmla="*/ 1014237 w 1808343"/>
                <a:gd name="connsiteY251" fmla="*/ 1374397 h 2151134"/>
                <a:gd name="connsiteX252" fmla="*/ 1014237 w 1808343"/>
                <a:gd name="connsiteY252" fmla="*/ 1412155 h 2151134"/>
                <a:gd name="connsiteX253" fmla="*/ 991296 w 1808343"/>
                <a:gd name="connsiteY253" fmla="*/ 1420785 h 2151134"/>
                <a:gd name="connsiteX254" fmla="*/ 1014237 w 1808343"/>
                <a:gd name="connsiteY254" fmla="*/ 1503853 h 2151134"/>
                <a:gd name="connsiteX255" fmla="*/ 1008893 w 1808343"/>
                <a:gd name="connsiteY255" fmla="*/ 1542744 h 2151134"/>
                <a:gd name="connsiteX256" fmla="*/ 960365 w 1808343"/>
                <a:gd name="connsiteY256" fmla="*/ 1530500 h 2151134"/>
                <a:gd name="connsiteX257" fmla="*/ 954859 w 1808343"/>
                <a:gd name="connsiteY257" fmla="*/ 1417549 h 2151134"/>
                <a:gd name="connsiteX258" fmla="*/ 933267 w 1808343"/>
                <a:gd name="connsiteY258" fmla="*/ 1417549 h 2151134"/>
                <a:gd name="connsiteX259" fmla="*/ 933267 w 1808343"/>
                <a:gd name="connsiteY259" fmla="*/ 1379791 h 2151134"/>
                <a:gd name="connsiteX260" fmla="*/ 954859 w 1808343"/>
                <a:gd name="connsiteY260" fmla="*/ 1331245 h 2151134"/>
                <a:gd name="connsiteX261" fmla="*/ 1251535 w 1808343"/>
                <a:gd name="connsiteY261" fmla="*/ 1358215 h 2151134"/>
                <a:gd name="connsiteX262" fmla="*/ 1321926 w 1808343"/>
                <a:gd name="connsiteY262" fmla="*/ 1336639 h 2151134"/>
                <a:gd name="connsiteX263" fmla="*/ 1327324 w 1808343"/>
                <a:gd name="connsiteY263" fmla="*/ 1385185 h 2151134"/>
                <a:gd name="connsiteX264" fmla="*/ 1278741 w 1808343"/>
                <a:gd name="connsiteY264" fmla="*/ 1520035 h 2151134"/>
                <a:gd name="connsiteX265" fmla="*/ 1246353 w 1808343"/>
                <a:gd name="connsiteY265" fmla="*/ 1525429 h 2151134"/>
                <a:gd name="connsiteX266" fmla="*/ 1251535 w 1808343"/>
                <a:gd name="connsiteY266" fmla="*/ 1444519 h 2151134"/>
                <a:gd name="connsiteX267" fmla="*/ 1251535 w 1808343"/>
                <a:gd name="connsiteY267" fmla="*/ 1358215 h 2151134"/>
                <a:gd name="connsiteX268" fmla="*/ 1219363 w 1808343"/>
                <a:gd name="connsiteY268" fmla="*/ 1487671 h 2151134"/>
                <a:gd name="connsiteX269" fmla="*/ 1129378 w 1808343"/>
                <a:gd name="connsiteY269" fmla="*/ 1532226 h 2151134"/>
                <a:gd name="connsiteX270" fmla="*/ 1102225 w 1808343"/>
                <a:gd name="connsiteY270" fmla="*/ 1444519 h 2151134"/>
                <a:gd name="connsiteX271" fmla="*/ 1210888 w 1808343"/>
                <a:gd name="connsiteY271" fmla="*/ 1385724 h 2151134"/>
                <a:gd name="connsiteX272" fmla="*/ 1219363 w 1808343"/>
                <a:gd name="connsiteY272" fmla="*/ 1455307 h 2151134"/>
                <a:gd name="connsiteX273" fmla="*/ 1132994 w 1808343"/>
                <a:gd name="connsiteY273" fmla="*/ 1466095 h 2151134"/>
                <a:gd name="connsiteX274" fmla="*/ 1192373 w 1808343"/>
                <a:gd name="connsiteY274" fmla="*/ 1476883 h 2151134"/>
                <a:gd name="connsiteX275" fmla="*/ 1219363 w 1808343"/>
                <a:gd name="connsiteY275" fmla="*/ 1487671 h 2151134"/>
                <a:gd name="connsiteX276" fmla="*/ 733539 w 1808343"/>
                <a:gd name="connsiteY276" fmla="*/ 1439125 h 2151134"/>
                <a:gd name="connsiteX277" fmla="*/ 706333 w 1808343"/>
                <a:gd name="connsiteY277" fmla="*/ 1410429 h 2151134"/>
                <a:gd name="connsiteX278" fmla="*/ 664714 w 1808343"/>
                <a:gd name="connsiteY278" fmla="*/ 1400558 h 2151134"/>
                <a:gd name="connsiteX279" fmla="*/ 743094 w 1808343"/>
                <a:gd name="connsiteY279" fmla="*/ 1382110 h 2151134"/>
                <a:gd name="connsiteX280" fmla="*/ 765928 w 1808343"/>
                <a:gd name="connsiteY280" fmla="*/ 1547005 h 2151134"/>
                <a:gd name="connsiteX281" fmla="*/ 728141 w 1808343"/>
                <a:gd name="connsiteY281" fmla="*/ 1536217 h 2151134"/>
                <a:gd name="connsiteX282" fmla="*/ 685173 w 1808343"/>
                <a:gd name="connsiteY282" fmla="*/ 1436050 h 2151134"/>
                <a:gd name="connsiteX283" fmla="*/ 733539 w 1808343"/>
                <a:gd name="connsiteY283" fmla="*/ 1439125 h 2151134"/>
                <a:gd name="connsiteX284" fmla="*/ 798316 w 1808343"/>
                <a:gd name="connsiteY284" fmla="*/ 1379090 h 2151134"/>
                <a:gd name="connsiteX285" fmla="*/ 878747 w 1808343"/>
                <a:gd name="connsiteY285" fmla="*/ 1379090 h 2151134"/>
                <a:gd name="connsiteX286" fmla="*/ 907248 w 1808343"/>
                <a:gd name="connsiteY286" fmla="*/ 1422943 h 2151134"/>
                <a:gd name="connsiteX287" fmla="*/ 911675 w 1808343"/>
                <a:gd name="connsiteY287" fmla="*/ 1547005 h 2151134"/>
                <a:gd name="connsiteX288" fmla="*/ 878693 w 1808343"/>
                <a:gd name="connsiteY288" fmla="*/ 1552399 h 2151134"/>
                <a:gd name="connsiteX289" fmla="*/ 878693 w 1808343"/>
                <a:gd name="connsiteY289" fmla="*/ 1455307 h 2151134"/>
                <a:gd name="connsiteX290" fmla="*/ 857208 w 1808343"/>
                <a:gd name="connsiteY290" fmla="*/ 1425370 h 2151134"/>
                <a:gd name="connsiteX291" fmla="*/ 829193 w 1808343"/>
                <a:gd name="connsiteY291" fmla="*/ 1450021 h 2151134"/>
                <a:gd name="connsiteX292" fmla="*/ 825306 w 1808343"/>
                <a:gd name="connsiteY292" fmla="*/ 1547005 h 2151134"/>
                <a:gd name="connsiteX293" fmla="*/ 798316 w 1808343"/>
                <a:gd name="connsiteY293" fmla="*/ 1547005 h 2151134"/>
                <a:gd name="connsiteX294" fmla="*/ 798316 w 1808343"/>
                <a:gd name="connsiteY294" fmla="*/ 1379090 h 2151134"/>
                <a:gd name="connsiteX295" fmla="*/ 1052024 w 1808343"/>
                <a:gd name="connsiteY295" fmla="*/ 1374397 h 2151134"/>
                <a:gd name="connsiteX296" fmla="*/ 1073616 w 1808343"/>
                <a:gd name="connsiteY296" fmla="*/ 1374397 h 2151134"/>
                <a:gd name="connsiteX297" fmla="*/ 1073616 w 1808343"/>
                <a:gd name="connsiteY297" fmla="*/ 1547005 h 2151134"/>
                <a:gd name="connsiteX298" fmla="*/ 1041228 w 1808343"/>
                <a:gd name="connsiteY298" fmla="*/ 1547005 h 2151134"/>
                <a:gd name="connsiteX299" fmla="*/ 1052024 w 1808343"/>
                <a:gd name="connsiteY299" fmla="*/ 1374397 h 2151134"/>
                <a:gd name="connsiteX300" fmla="*/ 1192373 w 1808343"/>
                <a:gd name="connsiteY300" fmla="*/ 1428337 h 2151134"/>
                <a:gd name="connsiteX301" fmla="*/ 1138392 w 1808343"/>
                <a:gd name="connsiteY301" fmla="*/ 1433731 h 2151134"/>
                <a:gd name="connsiteX302" fmla="*/ 1192373 w 1808343"/>
                <a:gd name="connsiteY302" fmla="*/ 1428337 h 2151134"/>
                <a:gd name="connsiteX303" fmla="*/ 701907 w 1808343"/>
                <a:gd name="connsiteY303" fmla="*/ 1469925 h 2151134"/>
                <a:gd name="connsiteX304" fmla="*/ 711623 w 1808343"/>
                <a:gd name="connsiteY304" fmla="*/ 1510650 h 2151134"/>
                <a:gd name="connsiteX305" fmla="*/ 701907 w 1808343"/>
                <a:gd name="connsiteY305" fmla="*/ 1469925 h 2151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Lst>
              <a:rect l="l" t="t" r="r" b="b"/>
              <a:pathLst>
                <a:path w="1808343" h="2151134">
                  <a:moveTo>
                    <a:pt x="728141" y="56"/>
                  </a:moveTo>
                  <a:cubicBezTo>
                    <a:pt x="728141" y="56"/>
                    <a:pt x="944063" y="56"/>
                    <a:pt x="944063" y="56"/>
                  </a:cubicBezTo>
                  <a:cubicBezTo>
                    <a:pt x="1145086" y="-1076"/>
                    <a:pt x="1345245" y="14836"/>
                    <a:pt x="1543245" y="50598"/>
                  </a:cubicBezTo>
                  <a:cubicBezTo>
                    <a:pt x="1603865" y="61548"/>
                    <a:pt x="1670693" y="79834"/>
                    <a:pt x="1726778" y="105347"/>
                  </a:cubicBezTo>
                  <a:cubicBezTo>
                    <a:pt x="1755334" y="118347"/>
                    <a:pt x="1785239" y="136849"/>
                    <a:pt x="1799274" y="166138"/>
                  </a:cubicBezTo>
                  <a:cubicBezTo>
                    <a:pt x="1811150" y="190897"/>
                    <a:pt x="1808073" y="245214"/>
                    <a:pt x="1807749" y="274018"/>
                  </a:cubicBezTo>
                  <a:cubicBezTo>
                    <a:pt x="1807749" y="274018"/>
                    <a:pt x="1802351" y="344140"/>
                    <a:pt x="1802351" y="344140"/>
                  </a:cubicBezTo>
                  <a:cubicBezTo>
                    <a:pt x="1802351" y="344140"/>
                    <a:pt x="1796953" y="495173"/>
                    <a:pt x="1796953" y="495173"/>
                  </a:cubicBezTo>
                  <a:cubicBezTo>
                    <a:pt x="1796953" y="495173"/>
                    <a:pt x="1791555" y="576083"/>
                    <a:pt x="1791555" y="576083"/>
                  </a:cubicBezTo>
                  <a:cubicBezTo>
                    <a:pt x="1791555" y="576083"/>
                    <a:pt x="1786157" y="678569"/>
                    <a:pt x="1786157" y="678569"/>
                  </a:cubicBezTo>
                  <a:cubicBezTo>
                    <a:pt x="1786157" y="678569"/>
                    <a:pt x="1780759" y="829602"/>
                    <a:pt x="1780759" y="829602"/>
                  </a:cubicBezTo>
                  <a:cubicBezTo>
                    <a:pt x="1780759" y="829602"/>
                    <a:pt x="1775361" y="932088"/>
                    <a:pt x="1775361" y="932088"/>
                  </a:cubicBezTo>
                  <a:cubicBezTo>
                    <a:pt x="1775361" y="932088"/>
                    <a:pt x="1769963" y="1023786"/>
                    <a:pt x="1769963" y="1023786"/>
                  </a:cubicBezTo>
                  <a:cubicBezTo>
                    <a:pt x="1769963" y="1023786"/>
                    <a:pt x="1759167" y="1261123"/>
                    <a:pt x="1759167" y="1261123"/>
                  </a:cubicBezTo>
                  <a:cubicBezTo>
                    <a:pt x="1759167" y="1261123"/>
                    <a:pt x="1753553" y="1342033"/>
                    <a:pt x="1753553" y="1342033"/>
                  </a:cubicBezTo>
                  <a:cubicBezTo>
                    <a:pt x="1753553" y="1342033"/>
                    <a:pt x="1753553" y="1401367"/>
                    <a:pt x="1753553" y="1401367"/>
                  </a:cubicBezTo>
                  <a:cubicBezTo>
                    <a:pt x="1753553" y="1401367"/>
                    <a:pt x="1748371" y="1466095"/>
                    <a:pt x="1748371" y="1466095"/>
                  </a:cubicBezTo>
                  <a:cubicBezTo>
                    <a:pt x="1748371" y="1466095"/>
                    <a:pt x="1742973" y="1573975"/>
                    <a:pt x="1742973" y="1573975"/>
                  </a:cubicBezTo>
                  <a:cubicBezTo>
                    <a:pt x="1742973" y="1573975"/>
                    <a:pt x="1737575" y="1676462"/>
                    <a:pt x="1737575" y="1676462"/>
                  </a:cubicBezTo>
                  <a:cubicBezTo>
                    <a:pt x="1737575" y="1676462"/>
                    <a:pt x="1737575" y="1708826"/>
                    <a:pt x="1737575" y="1708826"/>
                  </a:cubicBezTo>
                  <a:cubicBezTo>
                    <a:pt x="1737521" y="1729754"/>
                    <a:pt x="1733148" y="1787147"/>
                    <a:pt x="1727966" y="1805918"/>
                  </a:cubicBezTo>
                  <a:cubicBezTo>
                    <a:pt x="1702811" y="1896915"/>
                    <a:pt x="1647157" y="1946755"/>
                    <a:pt x="1570235" y="1994978"/>
                  </a:cubicBezTo>
                  <a:cubicBezTo>
                    <a:pt x="1527537" y="2021732"/>
                    <a:pt x="1515337" y="2030632"/>
                    <a:pt x="1467673" y="2049727"/>
                  </a:cubicBezTo>
                  <a:cubicBezTo>
                    <a:pt x="1336554" y="2102319"/>
                    <a:pt x="1261090" y="2118177"/>
                    <a:pt x="1122198" y="2136463"/>
                  </a:cubicBezTo>
                  <a:cubicBezTo>
                    <a:pt x="1122198" y="2136463"/>
                    <a:pt x="1041228" y="2145741"/>
                    <a:pt x="1041228" y="2145741"/>
                  </a:cubicBezTo>
                  <a:cubicBezTo>
                    <a:pt x="1041228" y="2145741"/>
                    <a:pt x="873888" y="2151135"/>
                    <a:pt x="873888" y="2151135"/>
                  </a:cubicBezTo>
                  <a:cubicBezTo>
                    <a:pt x="873888" y="2151135"/>
                    <a:pt x="782122" y="2145741"/>
                    <a:pt x="782122" y="2145741"/>
                  </a:cubicBezTo>
                  <a:cubicBezTo>
                    <a:pt x="735375" y="2145147"/>
                    <a:pt x="662123" y="2133388"/>
                    <a:pt x="614782" y="2125513"/>
                  </a:cubicBezTo>
                  <a:cubicBezTo>
                    <a:pt x="491869" y="2105016"/>
                    <a:pt x="346716" y="2065694"/>
                    <a:pt x="242318" y="1996488"/>
                  </a:cubicBezTo>
                  <a:cubicBezTo>
                    <a:pt x="187366" y="1960079"/>
                    <a:pt x="140349" y="1929225"/>
                    <a:pt x="105262" y="1870646"/>
                  </a:cubicBezTo>
                  <a:cubicBezTo>
                    <a:pt x="95923" y="1855057"/>
                    <a:pt x="72819" y="1791408"/>
                    <a:pt x="69634" y="1773554"/>
                  </a:cubicBezTo>
                  <a:cubicBezTo>
                    <a:pt x="69634" y="1773554"/>
                    <a:pt x="69634" y="1725008"/>
                    <a:pt x="69634" y="1725008"/>
                  </a:cubicBezTo>
                  <a:cubicBezTo>
                    <a:pt x="69634" y="1725008"/>
                    <a:pt x="64182" y="1665674"/>
                    <a:pt x="64182" y="1665674"/>
                  </a:cubicBezTo>
                  <a:cubicBezTo>
                    <a:pt x="64182" y="1665674"/>
                    <a:pt x="58784" y="1541611"/>
                    <a:pt x="58784" y="1541611"/>
                  </a:cubicBezTo>
                  <a:cubicBezTo>
                    <a:pt x="58784" y="1541611"/>
                    <a:pt x="53386" y="1379791"/>
                    <a:pt x="53386" y="1379791"/>
                  </a:cubicBezTo>
                  <a:cubicBezTo>
                    <a:pt x="53386" y="1379791"/>
                    <a:pt x="47988" y="1298881"/>
                    <a:pt x="47988" y="1298881"/>
                  </a:cubicBezTo>
                  <a:cubicBezTo>
                    <a:pt x="47988" y="1298881"/>
                    <a:pt x="37192" y="1023786"/>
                    <a:pt x="37192" y="1023786"/>
                  </a:cubicBezTo>
                  <a:cubicBezTo>
                    <a:pt x="37192" y="1023786"/>
                    <a:pt x="31578" y="932088"/>
                    <a:pt x="31578" y="932088"/>
                  </a:cubicBezTo>
                  <a:cubicBezTo>
                    <a:pt x="31578" y="932088"/>
                    <a:pt x="31578" y="872754"/>
                    <a:pt x="31578" y="872754"/>
                  </a:cubicBezTo>
                  <a:cubicBezTo>
                    <a:pt x="31578" y="872754"/>
                    <a:pt x="26396" y="813420"/>
                    <a:pt x="26396" y="813420"/>
                  </a:cubicBezTo>
                  <a:cubicBezTo>
                    <a:pt x="26396" y="813420"/>
                    <a:pt x="20998" y="689357"/>
                    <a:pt x="20998" y="689357"/>
                  </a:cubicBezTo>
                  <a:cubicBezTo>
                    <a:pt x="20998" y="689357"/>
                    <a:pt x="15600" y="565295"/>
                    <a:pt x="15600" y="565295"/>
                  </a:cubicBezTo>
                  <a:cubicBezTo>
                    <a:pt x="15600" y="565295"/>
                    <a:pt x="10202" y="457415"/>
                    <a:pt x="10202" y="457415"/>
                  </a:cubicBezTo>
                  <a:cubicBezTo>
                    <a:pt x="10202" y="457415"/>
                    <a:pt x="378" y="230866"/>
                    <a:pt x="378" y="230866"/>
                  </a:cubicBezTo>
                  <a:cubicBezTo>
                    <a:pt x="-6694" y="130430"/>
                    <a:pt x="86908" y="96987"/>
                    <a:pt x="166745" y="72929"/>
                  </a:cubicBezTo>
                  <a:cubicBezTo>
                    <a:pt x="270496" y="41698"/>
                    <a:pt x="419643" y="22226"/>
                    <a:pt x="528414" y="14620"/>
                  </a:cubicBezTo>
                  <a:cubicBezTo>
                    <a:pt x="528414" y="14620"/>
                    <a:pt x="657967" y="4318"/>
                    <a:pt x="657967" y="4318"/>
                  </a:cubicBezTo>
                  <a:cubicBezTo>
                    <a:pt x="684687" y="4264"/>
                    <a:pt x="701097" y="5019"/>
                    <a:pt x="728141" y="56"/>
                  </a:cubicBezTo>
                  <a:close/>
                  <a:moveTo>
                    <a:pt x="701151" y="53349"/>
                  </a:moveTo>
                  <a:cubicBezTo>
                    <a:pt x="701151" y="53349"/>
                    <a:pt x="544608" y="64569"/>
                    <a:pt x="544608" y="64569"/>
                  </a:cubicBezTo>
                  <a:cubicBezTo>
                    <a:pt x="430439" y="75465"/>
                    <a:pt x="316055" y="88896"/>
                    <a:pt x="204531" y="116891"/>
                  </a:cubicBezTo>
                  <a:cubicBezTo>
                    <a:pt x="171442" y="125251"/>
                    <a:pt x="120268" y="142890"/>
                    <a:pt x="91281" y="160097"/>
                  </a:cubicBezTo>
                  <a:cubicBezTo>
                    <a:pt x="76814" y="168673"/>
                    <a:pt x="61322" y="180055"/>
                    <a:pt x="60782" y="198556"/>
                  </a:cubicBezTo>
                  <a:cubicBezTo>
                    <a:pt x="59864" y="231028"/>
                    <a:pt x="119458" y="252658"/>
                    <a:pt x="145153" y="261288"/>
                  </a:cubicBezTo>
                  <a:cubicBezTo>
                    <a:pt x="240266" y="293329"/>
                    <a:pt x="337809" y="305789"/>
                    <a:pt x="436647" y="319436"/>
                  </a:cubicBezTo>
                  <a:cubicBezTo>
                    <a:pt x="647764" y="348617"/>
                    <a:pt x="860771" y="344464"/>
                    <a:pt x="1073616" y="344140"/>
                  </a:cubicBezTo>
                  <a:cubicBezTo>
                    <a:pt x="1073616" y="344140"/>
                    <a:pt x="1224761" y="333352"/>
                    <a:pt x="1224761" y="333352"/>
                  </a:cubicBezTo>
                  <a:cubicBezTo>
                    <a:pt x="1224761" y="333352"/>
                    <a:pt x="1267945" y="333352"/>
                    <a:pt x="1267945" y="333352"/>
                  </a:cubicBezTo>
                  <a:cubicBezTo>
                    <a:pt x="1267945" y="333352"/>
                    <a:pt x="1527051" y="297860"/>
                    <a:pt x="1527051" y="297860"/>
                  </a:cubicBezTo>
                  <a:cubicBezTo>
                    <a:pt x="1573150" y="289553"/>
                    <a:pt x="1646780" y="274072"/>
                    <a:pt x="1688992" y="256002"/>
                  </a:cubicBezTo>
                  <a:cubicBezTo>
                    <a:pt x="1725969" y="240198"/>
                    <a:pt x="1783458" y="211070"/>
                    <a:pt x="1731853" y="168350"/>
                  </a:cubicBezTo>
                  <a:cubicBezTo>
                    <a:pt x="1725051" y="162740"/>
                    <a:pt x="1718412" y="159395"/>
                    <a:pt x="1710584" y="155566"/>
                  </a:cubicBezTo>
                  <a:cubicBezTo>
                    <a:pt x="1651854" y="127031"/>
                    <a:pt x="1575310" y="108584"/>
                    <a:pt x="1510857" y="97364"/>
                  </a:cubicBezTo>
                  <a:cubicBezTo>
                    <a:pt x="1510857" y="97364"/>
                    <a:pt x="1230159" y="63166"/>
                    <a:pt x="1230159" y="63166"/>
                  </a:cubicBezTo>
                  <a:cubicBezTo>
                    <a:pt x="1230159" y="63166"/>
                    <a:pt x="1176179" y="58258"/>
                    <a:pt x="1176179" y="58258"/>
                  </a:cubicBezTo>
                  <a:cubicBezTo>
                    <a:pt x="1176179" y="58258"/>
                    <a:pt x="1062820" y="53349"/>
                    <a:pt x="1062820" y="53349"/>
                  </a:cubicBezTo>
                  <a:cubicBezTo>
                    <a:pt x="1062820" y="53349"/>
                    <a:pt x="927869" y="53349"/>
                    <a:pt x="927869" y="53349"/>
                  </a:cubicBezTo>
                  <a:cubicBezTo>
                    <a:pt x="927869" y="53349"/>
                    <a:pt x="701151" y="53349"/>
                    <a:pt x="701151" y="53349"/>
                  </a:cubicBezTo>
                  <a:close/>
                  <a:moveTo>
                    <a:pt x="155949" y="214684"/>
                  </a:moveTo>
                  <a:cubicBezTo>
                    <a:pt x="155949" y="214684"/>
                    <a:pt x="220726" y="188793"/>
                    <a:pt x="220726" y="188793"/>
                  </a:cubicBezTo>
                  <a:cubicBezTo>
                    <a:pt x="460399" y="109177"/>
                    <a:pt x="778397" y="111820"/>
                    <a:pt x="1030431" y="112198"/>
                  </a:cubicBezTo>
                  <a:cubicBezTo>
                    <a:pt x="1030431" y="112198"/>
                    <a:pt x="1111402" y="117592"/>
                    <a:pt x="1111402" y="117592"/>
                  </a:cubicBezTo>
                  <a:cubicBezTo>
                    <a:pt x="1199336" y="118617"/>
                    <a:pt x="1288836" y="130538"/>
                    <a:pt x="1375906" y="143106"/>
                  </a:cubicBezTo>
                  <a:cubicBezTo>
                    <a:pt x="1464434" y="155835"/>
                    <a:pt x="1578818" y="176009"/>
                    <a:pt x="1656604" y="220078"/>
                  </a:cubicBezTo>
                  <a:cubicBezTo>
                    <a:pt x="1656604" y="220078"/>
                    <a:pt x="1640410" y="257836"/>
                    <a:pt x="1640410" y="257836"/>
                  </a:cubicBezTo>
                  <a:cubicBezTo>
                    <a:pt x="1640410" y="257836"/>
                    <a:pt x="1586429" y="236584"/>
                    <a:pt x="1586429" y="236584"/>
                  </a:cubicBezTo>
                  <a:cubicBezTo>
                    <a:pt x="1586429" y="236584"/>
                    <a:pt x="1500061" y="210585"/>
                    <a:pt x="1500061" y="210585"/>
                  </a:cubicBezTo>
                  <a:cubicBezTo>
                    <a:pt x="1396418" y="186042"/>
                    <a:pt x="1287540" y="173420"/>
                    <a:pt x="1181577" y="165653"/>
                  </a:cubicBezTo>
                  <a:cubicBezTo>
                    <a:pt x="1181577" y="165653"/>
                    <a:pt x="1127596" y="160744"/>
                    <a:pt x="1127596" y="160744"/>
                  </a:cubicBezTo>
                  <a:cubicBezTo>
                    <a:pt x="1127596" y="160744"/>
                    <a:pt x="1019635" y="155350"/>
                    <a:pt x="1019635" y="155350"/>
                  </a:cubicBezTo>
                  <a:cubicBezTo>
                    <a:pt x="1019635" y="155350"/>
                    <a:pt x="787520" y="155350"/>
                    <a:pt x="787520" y="155350"/>
                  </a:cubicBezTo>
                  <a:cubicBezTo>
                    <a:pt x="787520" y="155350"/>
                    <a:pt x="695753" y="160744"/>
                    <a:pt x="695753" y="160744"/>
                  </a:cubicBezTo>
                  <a:cubicBezTo>
                    <a:pt x="695753" y="160744"/>
                    <a:pt x="447443" y="183830"/>
                    <a:pt x="447443" y="183830"/>
                  </a:cubicBezTo>
                  <a:cubicBezTo>
                    <a:pt x="385744" y="192137"/>
                    <a:pt x="323612" y="204867"/>
                    <a:pt x="263910" y="222344"/>
                  </a:cubicBezTo>
                  <a:cubicBezTo>
                    <a:pt x="263910" y="222344"/>
                    <a:pt x="172143" y="252442"/>
                    <a:pt x="172143" y="252442"/>
                  </a:cubicBezTo>
                  <a:cubicBezTo>
                    <a:pt x="172143" y="252442"/>
                    <a:pt x="155949" y="214684"/>
                    <a:pt x="155949" y="214684"/>
                  </a:cubicBezTo>
                  <a:close/>
                  <a:moveTo>
                    <a:pt x="64182" y="268624"/>
                  </a:moveTo>
                  <a:cubicBezTo>
                    <a:pt x="49608" y="305357"/>
                    <a:pt x="64128" y="403313"/>
                    <a:pt x="64182" y="446627"/>
                  </a:cubicBezTo>
                  <a:cubicBezTo>
                    <a:pt x="64182" y="446627"/>
                    <a:pt x="69581" y="570689"/>
                    <a:pt x="69581" y="570689"/>
                  </a:cubicBezTo>
                  <a:cubicBezTo>
                    <a:pt x="69581" y="570689"/>
                    <a:pt x="74979" y="732509"/>
                    <a:pt x="74979" y="732509"/>
                  </a:cubicBezTo>
                  <a:cubicBezTo>
                    <a:pt x="74979" y="732509"/>
                    <a:pt x="80377" y="808026"/>
                    <a:pt x="80377" y="808026"/>
                  </a:cubicBezTo>
                  <a:cubicBezTo>
                    <a:pt x="80377" y="808026"/>
                    <a:pt x="85775" y="975240"/>
                    <a:pt x="85775" y="975240"/>
                  </a:cubicBezTo>
                  <a:cubicBezTo>
                    <a:pt x="85775" y="975240"/>
                    <a:pt x="90957" y="1029180"/>
                    <a:pt x="90957" y="1029180"/>
                  </a:cubicBezTo>
                  <a:cubicBezTo>
                    <a:pt x="90957" y="1029180"/>
                    <a:pt x="90957" y="1088514"/>
                    <a:pt x="90957" y="1088514"/>
                  </a:cubicBezTo>
                  <a:cubicBezTo>
                    <a:pt x="90957" y="1088514"/>
                    <a:pt x="96571" y="1180212"/>
                    <a:pt x="96571" y="1180212"/>
                  </a:cubicBezTo>
                  <a:cubicBezTo>
                    <a:pt x="96571" y="1180212"/>
                    <a:pt x="107367" y="1455307"/>
                    <a:pt x="107367" y="1455307"/>
                  </a:cubicBezTo>
                  <a:cubicBezTo>
                    <a:pt x="107367" y="1455307"/>
                    <a:pt x="112765" y="1573975"/>
                    <a:pt x="112765" y="1573975"/>
                  </a:cubicBezTo>
                  <a:cubicBezTo>
                    <a:pt x="112765" y="1573975"/>
                    <a:pt x="118163" y="1665674"/>
                    <a:pt x="118163" y="1665674"/>
                  </a:cubicBezTo>
                  <a:cubicBezTo>
                    <a:pt x="118271" y="1726248"/>
                    <a:pt x="119674" y="1789466"/>
                    <a:pt x="150983" y="1843676"/>
                  </a:cubicBezTo>
                  <a:cubicBezTo>
                    <a:pt x="200861" y="1930088"/>
                    <a:pt x="353193" y="2005011"/>
                    <a:pt x="447443" y="2032466"/>
                  </a:cubicBezTo>
                  <a:cubicBezTo>
                    <a:pt x="700773" y="2106257"/>
                    <a:pt x="948975" y="2114348"/>
                    <a:pt x="1208567" y="2071573"/>
                  </a:cubicBezTo>
                  <a:cubicBezTo>
                    <a:pt x="1322735" y="2052748"/>
                    <a:pt x="1439549" y="2015044"/>
                    <a:pt x="1537847" y="1953822"/>
                  </a:cubicBezTo>
                  <a:cubicBezTo>
                    <a:pt x="1576875" y="1929549"/>
                    <a:pt x="1621301" y="1899019"/>
                    <a:pt x="1646834" y="1859858"/>
                  </a:cubicBezTo>
                  <a:cubicBezTo>
                    <a:pt x="1682083" y="1805810"/>
                    <a:pt x="1682892" y="1769724"/>
                    <a:pt x="1683594" y="1708826"/>
                  </a:cubicBezTo>
                  <a:cubicBezTo>
                    <a:pt x="1683594" y="1708826"/>
                    <a:pt x="1688992" y="1638703"/>
                    <a:pt x="1688992" y="1638703"/>
                  </a:cubicBezTo>
                  <a:cubicBezTo>
                    <a:pt x="1688992" y="1638703"/>
                    <a:pt x="1694390" y="1498459"/>
                    <a:pt x="1694390" y="1498459"/>
                  </a:cubicBezTo>
                  <a:cubicBezTo>
                    <a:pt x="1694390" y="1498459"/>
                    <a:pt x="1699788" y="1412155"/>
                    <a:pt x="1699788" y="1412155"/>
                  </a:cubicBezTo>
                  <a:cubicBezTo>
                    <a:pt x="1699788" y="1412155"/>
                    <a:pt x="1710584" y="1153242"/>
                    <a:pt x="1710584" y="1153242"/>
                  </a:cubicBezTo>
                  <a:cubicBezTo>
                    <a:pt x="1710584" y="1153242"/>
                    <a:pt x="1715982" y="1083120"/>
                    <a:pt x="1715982" y="1083120"/>
                  </a:cubicBezTo>
                  <a:cubicBezTo>
                    <a:pt x="1715982" y="1083120"/>
                    <a:pt x="1721380" y="932088"/>
                    <a:pt x="1721380" y="932088"/>
                  </a:cubicBezTo>
                  <a:cubicBezTo>
                    <a:pt x="1721380" y="932088"/>
                    <a:pt x="1726778" y="861966"/>
                    <a:pt x="1726778" y="861966"/>
                  </a:cubicBezTo>
                  <a:cubicBezTo>
                    <a:pt x="1726778" y="861966"/>
                    <a:pt x="1732177" y="716327"/>
                    <a:pt x="1732177" y="716327"/>
                  </a:cubicBezTo>
                  <a:cubicBezTo>
                    <a:pt x="1732177" y="716327"/>
                    <a:pt x="1737575" y="630023"/>
                    <a:pt x="1737575" y="630023"/>
                  </a:cubicBezTo>
                  <a:cubicBezTo>
                    <a:pt x="1737575" y="630023"/>
                    <a:pt x="1742973" y="527537"/>
                    <a:pt x="1742973" y="527537"/>
                  </a:cubicBezTo>
                  <a:cubicBezTo>
                    <a:pt x="1742973" y="527537"/>
                    <a:pt x="1748371" y="376505"/>
                    <a:pt x="1748371" y="376505"/>
                  </a:cubicBezTo>
                  <a:cubicBezTo>
                    <a:pt x="1748371" y="376505"/>
                    <a:pt x="1753769" y="274018"/>
                    <a:pt x="1753769" y="274018"/>
                  </a:cubicBezTo>
                  <a:cubicBezTo>
                    <a:pt x="1753769" y="274018"/>
                    <a:pt x="1688992" y="300503"/>
                    <a:pt x="1688992" y="300503"/>
                  </a:cubicBezTo>
                  <a:cubicBezTo>
                    <a:pt x="1688992" y="300503"/>
                    <a:pt x="1575633" y="332220"/>
                    <a:pt x="1575633" y="332220"/>
                  </a:cubicBezTo>
                  <a:cubicBezTo>
                    <a:pt x="1459737" y="356870"/>
                    <a:pt x="1342600" y="368899"/>
                    <a:pt x="1224761" y="376990"/>
                  </a:cubicBezTo>
                  <a:cubicBezTo>
                    <a:pt x="1224761" y="376990"/>
                    <a:pt x="1170780" y="381899"/>
                    <a:pt x="1170780" y="381899"/>
                  </a:cubicBezTo>
                  <a:cubicBezTo>
                    <a:pt x="1170780" y="381899"/>
                    <a:pt x="1068218" y="387293"/>
                    <a:pt x="1068218" y="387293"/>
                  </a:cubicBezTo>
                  <a:cubicBezTo>
                    <a:pt x="1068218" y="387293"/>
                    <a:pt x="744335" y="387293"/>
                    <a:pt x="744335" y="387293"/>
                  </a:cubicBezTo>
                  <a:cubicBezTo>
                    <a:pt x="744335" y="387293"/>
                    <a:pt x="679559" y="382384"/>
                    <a:pt x="679559" y="382384"/>
                  </a:cubicBezTo>
                  <a:cubicBezTo>
                    <a:pt x="560262" y="374239"/>
                    <a:pt x="441397" y="367712"/>
                    <a:pt x="323288" y="346406"/>
                  </a:cubicBezTo>
                  <a:cubicBezTo>
                    <a:pt x="232439" y="330062"/>
                    <a:pt x="145585" y="314905"/>
                    <a:pt x="64182" y="268624"/>
                  </a:cubicBezTo>
                  <a:close/>
                  <a:moveTo>
                    <a:pt x="490628" y="888936"/>
                  </a:moveTo>
                  <a:cubicBezTo>
                    <a:pt x="525553" y="889691"/>
                    <a:pt x="567280" y="890985"/>
                    <a:pt x="589682" y="921516"/>
                  </a:cubicBezTo>
                  <a:cubicBezTo>
                    <a:pt x="610248" y="949564"/>
                    <a:pt x="612353" y="1024325"/>
                    <a:pt x="581261" y="1046171"/>
                  </a:cubicBezTo>
                  <a:cubicBezTo>
                    <a:pt x="563339" y="1058685"/>
                    <a:pt x="542935" y="1053345"/>
                    <a:pt x="523016" y="1050756"/>
                  </a:cubicBezTo>
                  <a:cubicBezTo>
                    <a:pt x="523016" y="1050756"/>
                    <a:pt x="523016" y="1137060"/>
                    <a:pt x="523016" y="1137060"/>
                  </a:cubicBezTo>
                  <a:cubicBezTo>
                    <a:pt x="523016" y="1137060"/>
                    <a:pt x="495810" y="1137060"/>
                    <a:pt x="495810" y="1137060"/>
                  </a:cubicBezTo>
                  <a:cubicBezTo>
                    <a:pt x="495810" y="1137060"/>
                    <a:pt x="495810" y="1056150"/>
                    <a:pt x="495810" y="1056150"/>
                  </a:cubicBezTo>
                  <a:cubicBezTo>
                    <a:pt x="495810" y="1056150"/>
                    <a:pt x="490628" y="996816"/>
                    <a:pt x="490628" y="996816"/>
                  </a:cubicBezTo>
                  <a:cubicBezTo>
                    <a:pt x="490628" y="996816"/>
                    <a:pt x="490628" y="888936"/>
                    <a:pt x="490628" y="888936"/>
                  </a:cubicBezTo>
                  <a:close/>
                  <a:moveTo>
                    <a:pt x="902012" y="916823"/>
                  </a:moveTo>
                  <a:cubicBezTo>
                    <a:pt x="936344" y="913317"/>
                    <a:pt x="930190" y="955552"/>
                    <a:pt x="915453" y="964020"/>
                  </a:cubicBezTo>
                  <a:cubicBezTo>
                    <a:pt x="895804" y="975348"/>
                    <a:pt x="870272" y="943847"/>
                    <a:pt x="902012" y="916823"/>
                  </a:cubicBezTo>
                  <a:close/>
                  <a:moveTo>
                    <a:pt x="1116800" y="980634"/>
                  </a:moveTo>
                  <a:cubicBezTo>
                    <a:pt x="1116854" y="943307"/>
                    <a:pt x="1111888" y="929822"/>
                    <a:pt x="1149188" y="926694"/>
                  </a:cubicBezTo>
                  <a:cubicBezTo>
                    <a:pt x="1149188" y="926694"/>
                    <a:pt x="1149188" y="975240"/>
                    <a:pt x="1149188" y="975240"/>
                  </a:cubicBezTo>
                  <a:cubicBezTo>
                    <a:pt x="1149188" y="975240"/>
                    <a:pt x="1176179" y="975240"/>
                    <a:pt x="1176179" y="975240"/>
                  </a:cubicBezTo>
                  <a:cubicBezTo>
                    <a:pt x="1176179" y="975240"/>
                    <a:pt x="1176179" y="1018392"/>
                    <a:pt x="1176179" y="1018392"/>
                  </a:cubicBezTo>
                  <a:cubicBezTo>
                    <a:pt x="1176179" y="1018392"/>
                    <a:pt x="1149188" y="1018392"/>
                    <a:pt x="1149188" y="1018392"/>
                  </a:cubicBezTo>
                  <a:cubicBezTo>
                    <a:pt x="1149188" y="1035599"/>
                    <a:pt x="1145464" y="1094394"/>
                    <a:pt x="1156260" y="1105451"/>
                  </a:cubicBezTo>
                  <a:cubicBezTo>
                    <a:pt x="1162036" y="1111331"/>
                    <a:pt x="1168945" y="1109982"/>
                    <a:pt x="1176179" y="1110090"/>
                  </a:cubicBezTo>
                  <a:cubicBezTo>
                    <a:pt x="1176125" y="1120555"/>
                    <a:pt x="1177582" y="1140998"/>
                    <a:pt x="1170834" y="1149251"/>
                  </a:cubicBezTo>
                  <a:cubicBezTo>
                    <a:pt x="1160740" y="1161603"/>
                    <a:pt x="1131105" y="1160578"/>
                    <a:pt x="1120795" y="1136467"/>
                  </a:cubicBezTo>
                  <a:cubicBezTo>
                    <a:pt x="1114317" y="1121418"/>
                    <a:pt x="1116800" y="1045146"/>
                    <a:pt x="1116800" y="1023786"/>
                  </a:cubicBezTo>
                  <a:cubicBezTo>
                    <a:pt x="1116800" y="1023786"/>
                    <a:pt x="1095208" y="1023786"/>
                    <a:pt x="1095208" y="1023786"/>
                  </a:cubicBezTo>
                  <a:cubicBezTo>
                    <a:pt x="1095208" y="1023786"/>
                    <a:pt x="1095208" y="980634"/>
                    <a:pt x="1095208" y="980634"/>
                  </a:cubicBezTo>
                  <a:cubicBezTo>
                    <a:pt x="1095208" y="980634"/>
                    <a:pt x="1116800" y="980634"/>
                    <a:pt x="1116800" y="980634"/>
                  </a:cubicBezTo>
                  <a:close/>
                  <a:moveTo>
                    <a:pt x="523016" y="1007604"/>
                  </a:moveTo>
                  <a:cubicBezTo>
                    <a:pt x="534460" y="1007442"/>
                    <a:pt x="549520" y="1008305"/>
                    <a:pt x="559560" y="1002102"/>
                  </a:cubicBezTo>
                  <a:cubicBezTo>
                    <a:pt x="580397" y="989318"/>
                    <a:pt x="587630" y="943523"/>
                    <a:pt x="523016" y="937482"/>
                  </a:cubicBezTo>
                  <a:cubicBezTo>
                    <a:pt x="523016" y="937482"/>
                    <a:pt x="523016" y="1007604"/>
                    <a:pt x="523016" y="1007604"/>
                  </a:cubicBezTo>
                  <a:close/>
                  <a:moveTo>
                    <a:pt x="1224761" y="1088514"/>
                  </a:moveTo>
                  <a:cubicBezTo>
                    <a:pt x="1231238" y="1095149"/>
                    <a:pt x="1236691" y="1102700"/>
                    <a:pt x="1246623" y="1104481"/>
                  </a:cubicBezTo>
                  <a:cubicBezTo>
                    <a:pt x="1257095" y="1106368"/>
                    <a:pt x="1268809" y="1098601"/>
                    <a:pt x="1262763" y="1088352"/>
                  </a:cubicBezTo>
                  <a:cubicBezTo>
                    <a:pt x="1256717" y="1078158"/>
                    <a:pt x="1235395" y="1073950"/>
                    <a:pt x="1225355" y="1067316"/>
                  </a:cubicBezTo>
                  <a:cubicBezTo>
                    <a:pt x="1204626" y="1053669"/>
                    <a:pt x="1200200" y="1030475"/>
                    <a:pt x="1206192" y="1007604"/>
                  </a:cubicBezTo>
                  <a:cubicBezTo>
                    <a:pt x="1218931" y="958734"/>
                    <a:pt x="1287540" y="943523"/>
                    <a:pt x="1300333" y="1002210"/>
                  </a:cubicBezTo>
                  <a:cubicBezTo>
                    <a:pt x="1300333" y="1002210"/>
                    <a:pt x="1273343" y="1018392"/>
                    <a:pt x="1273343" y="1018392"/>
                  </a:cubicBezTo>
                  <a:cubicBezTo>
                    <a:pt x="1267837" y="1015317"/>
                    <a:pt x="1239120" y="1001671"/>
                    <a:pt x="1247433" y="1022707"/>
                  </a:cubicBezTo>
                  <a:cubicBezTo>
                    <a:pt x="1255530" y="1043312"/>
                    <a:pt x="1295259" y="1032848"/>
                    <a:pt x="1299740" y="1077726"/>
                  </a:cubicBezTo>
                  <a:cubicBezTo>
                    <a:pt x="1300927" y="1089647"/>
                    <a:pt x="1299470" y="1104373"/>
                    <a:pt x="1294881" y="1115484"/>
                  </a:cubicBezTo>
                  <a:cubicBezTo>
                    <a:pt x="1287108" y="1134471"/>
                    <a:pt x="1272534" y="1148819"/>
                    <a:pt x="1251751" y="1151948"/>
                  </a:cubicBezTo>
                  <a:cubicBezTo>
                    <a:pt x="1216448" y="1157288"/>
                    <a:pt x="1172562" y="1121687"/>
                    <a:pt x="1224761" y="1088514"/>
                  </a:cubicBezTo>
                  <a:close/>
                  <a:moveTo>
                    <a:pt x="630977" y="975240"/>
                  </a:moveTo>
                  <a:cubicBezTo>
                    <a:pt x="630977" y="975240"/>
                    <a:pt x="668763" y="991422"/>
                    <a:pt x="668763" y="991422"/>
                  </a:cubicBezTo>
                  <a:cubicBezTo>
                    <a:pt x="706765" y="956631"/>
                    <a:pt x="714430" y="991314"/>
                    <a:pt x="717345" y="1023786"/>
                  </a:cubicBezTo>
                  <a:cubicBezTo>
                    <a:pt x="717345" y="1023786"/>
                    <a:pt x="711947" y="1029504"/>
                    <a:pt x="711947" y="1029504"/>
                  </a:cubicBezTo>
                  <a:cubicBezTo>
                    <a:pt x="702285" y="1027616"/>
                    <a:pt x="695375" y="1025081"/>
                    <a:pt x="685659" y="1029504"/>
                  </a:cubicBezTo>
                  <a:cubicBezTo>
                    <a:pt x="654026" y="1045146"/>
                    <a:pt x="661853" y="1124816"/>
                    <a:pt x="668763" y="1153242"/>
                  </a:cubicBezTo>
                  <a:cubicBezTo>
                    <a:pt x="668763" y="1153242"/>
                    <a:pt x="636375" y="1153242"/>
                    <a:pt x="636375" y="1153242"/>
                  </a:cubicBezTo>
                  <a:cubicBezTo>
                    <a:pt x="636375" y="1153242"/>
                    <a:pt x="630977" y="975240"/>
                    <a:pt x="630977" y="975240"/>
                  </a:cubicBezTo>
                  <a:close/>
                  <a:moveTo>
                    <a:pt x="776724" y="984626"/>
                  </a:moveTo>
                  <a:cubicBezTo>
                    <a:pt x="878908" y="962186"/>
                    <a:pt x="886250" y="1139434"/>
                    <a:pt x="819800" y="1165433"/>
                  </a:cubicBezTo>
                  <a:cubicBezTo>
                    <a:pt x="783201" y="1179781"/>
                    <a:pt x="749787" y="1155292"/>
                    <a:pt x="738128" y="1120878"/>
                  </a:cubicBezTo>
                  <a:cubicBezTo>
                    <a:pt x="733323" y="1106638"/>
                    <a:pt x="733593" y="1092560"/>
                    <a:pt x="733539" y="1077726"/>
                  </a:cubicBezTo>
                  <a:cubicBezTo>
                    <a:pt x="733377" y="1034250"/>
                    <a:pt x="733917" y="1007442"/>
                    <a:pt x="776724" y="984626"/>
                  </a:cubicBezTo>
                  <a:close/>
                  <a:moveTo>
                    <a:pt x="1046626" y="1104696"/>
                  </a:moveTo>
                  <a:cubicBezTo>
                    <a:pt x="1100768" y="1137114"/>
                    <a:pt x="1034804" y="1181992"/>
                    <a:pt x="992753" y="1165433"/>
                  </a:cubicBezTo>
                  <a:cubicBezTo>
                    <a:pt x="940716" y="1144990"/>
                    <a:pt x="937801" y="1039051"/>
                    <a:pt x="978556" y="998920"/>
                  </a:cubicBezTo>
                  <a:cubicBezTo>
                    <a:pt x="1011268" y="966717"/>
                    <a:pt x="1055964" y="981551"/>
                    <a:pt x="1069297" y="1023786"/>
                  </a:cubicBezTo>
                  <a:cubicBezTo>
                    <a:pt x="1073292" y="1036462"/>
                    <a:pt x="1073454" y="1048491"/>
                    <a:pt x="1073616" y="1061544"/>
                  </a:cubicBezTo>
                  <a:cubicBezTo>
                    <a:pt x="1073616" y="1061544"/>
                    <a:pt x="1073616" y="1088514"/>
                    <a:pt x="1073616" y="1088514"/>
                  </a:cubicBezTo>
                  <a:cubicBezTo>
                    <a:pt x="1073616" y="1088514"/>
                    <a:pt x="981849" y="1093908"/>
                    <a:pt x="981849" y="1093908"/>
                  </a:cubicBezTo>
                  <a:cubicBezTo>
                    <a:pt x="1002955" y="1125679"/>
                    <a:pt x="1017206" y="1135172"/>
                    <a:pt x="1046626" y="1104696"/>
                  </a:cubicBezTo>
                  <a:close/>
                  <a:moveTo>
                    <a:pt x="890082" y="991422"/>
                  </a:moveTo>
                  <a:cubicBezTo>
                    <a:pt x="890082" y="991422"/>
                    <a:pt x="922471" y="991422"/>
                    <a:pt x="922471" y="991422"/>
                  </a:cubicBezTo>
                  <a:cubicBezTo>
                    <a:pt x="922471" y="991422"/>
                    <a:pt x="922471" y="1137060"/>
                    <a:pt x="922471" y="1137060"/>
                  </a:cubicBezTo>
                  <a:cubicBezTo>
                    <a:pt x="922471" y="1155670"/>
                    <a:pt x="924036" y="1196610"/>
                    <a:pt x="918962" y="1212576"/>
                  </a:cubicBezTo>
                  <a:cubicBezTo>
                    <a:pt x="909839" y="1241057"/>
                    <a:pt x="895103" y="1244024"/>
                    <a:pt x="868490" y="1244941"/>
                  </a:cubicBezTo>
                  <a:cubicBezTo>
                    <a:pt x="868490" y="1244941"/>
                    <a:pt x="868490" y="1201788"/>
                    <a:pt x="868490" y="1201788"/>
                  </a:cubicBezTo>
                  <a:cubicBezTo>
                    <a:pt x="890028" y="1189652"/>
                    <a:pt x="889597" y="1182478"/>
                    <a:pt x="890082" y="1158636"/>
                  </a:cubicBezTo>
                  <a:cubicBezTo>
                    <a:pt x="890082" y="1158636"/>
                    <a:pt x="890082" y="991422"/>
                    <a:pt x="890082" y="991422"/>
                  </a:cubicBezTo>
                  <a:close/>
                  <a:moveTo>
                    <a:pt x="1046626" y="1050756"/>
                  </a:moveTo>
                  <a:cubicBezTo>
                    <a:pt x="1026437" y="1016234"/>
                    <a:pt x="999339" y="1016396"/>
                    <a:pt x="987247" y="1056150"/>
                  </a:cubicBezTo>
                  <a:cubicBezTo>
                    <a:pt x="987247" y="1056150"/>
                    <a:pt x="1046626" y="1050756"/>
                    <a:pt x="1046626" y="1050756"/>
                  </a:cubicBezTo>
                  <a:close/>
                  <a:moveTo>
                    <a:pt x="787790" y="1032524"/>
                  </a:moveTo>
                  <a:cubicBezTo>
                    <a:pt x="762473" y="1047466"/>
                    <a:pt x="758640" y="1066021"/>
                    <a:pt x="766251" y="1093800"/>
                  </a:cubicBezTo>
                  <a:cubicBezTo>
                    <a:pt x="771434" y="1112787"/>
                    <a:pt x="786224" y="1130480"/>
                    <a:pt x="807924" y="1122065"/>
                  </a:cubicBezTo>
                  <a:cubicBezTo>
                    <a:pt x="836318" y="1111061"/>
                    <a:pt x="845603" y="1024218"/>
                    <a:pt x="787790" y="1032524"/>
                  </a:cubicBezTo>
                  <a:close/>
                  <a:moveTo>
                    <a:pt x="301696" y="1212576"/>
                  </a:moveTo>
                  <a:cubicBezTo>
                    <a:pt x="319186" y="1221962"/>
                    <a:pt x="327337" y="1228759"/>
                    <a:pt x="323234" y="1250335"/>
                  </a:cubicBezTo>
                  <a:cubicBezTo>
                    <a:pt x="321345" y="1260367"/>
                    <a:pt x="307472" y="1291599"/>
                    <a:pt x="303316" y="1320457"/>
                  </a:cubicBezTo>
                  <a:cubicBezTo>
                    <a:pt x="296028" y="1370999"/>
                    <a:pt x="309955" y="1413827"/>
                    <a:pt x="325502" y="1460701"/>
                  </a:cubicBezTo>
                  <a:cubicBezTo>
                    <a:pt x="333113" y="1483841"/>
                    <a:pt x="334570" y="1491231"/>
                    <a:pt x="312492" y="1503853"/>
                  </a:cubicBezTo>
                  <a:cubicBezTo>
                    <a:pt x="312492" y="1503853"/>
                    <a:pt x="283721" y="1412155"/>
                    <a:pt x="283721" y="1412155"/>
                  </a:cubicBezTo>
                  <a:cubicBezTo>
                    <a:pt x="267850" y="1337987"/>
                    <a:pt x="273842" y="1282591"/>
                    <a:pt x="301696" y="1212576"/>
                  </a:cubicBezTo>
                  <a:close/>
                  <a:moveTo>
                    <a:pt x="1478469" y="1217971"/>
                  </a:moveTo>
                  <a:cubicBezTo>
                    <a:pt x="1506269" y="1247152"/>
                    <a:pt x="1510803" y="1292624"/>
                    <a:pt x="1510857" y="1331245"/>
                  </a:cubicBezTo>
                  <a:cubicBezTo>
                    <a:pt x="1510965" y="1415607"/>
                    <a:pt x="1504379" y="1435943"/>
                    <a:pt x="1473071" y="1514641"/>
                  </a:cubicBezTo>
                  <a:cubicBezTo>
                    <a:pt x="1450831" y="1501965"/>
                    <a:pt x="1452288" y="1494468"/>
                    <a:pt x="1460871" y="1471489"/>
                  </a:cubicBezTo>
                  <a:cubicBezTo>
                    <a:pt x="1477983" y="1425640"/>
                    <a:pt x="1484407" y="1396620"/>
                    <a:pt x="1483867" y="1347427"/>
                  </a:cubicBezTo>
                  <a:cubicBezTo>
                    <a:pt x="1482841" y="1260907"/>
                    <a:pt x="1442032" y="1268890"/>
                    <a:pt x="1478469" y="1217971"/>
                  </a:cubicBezTo>
                  <a:close/>
                  <a:moveTo>
                    <a:pt x="474433" y="1439125"/>
                  </a:moveTo>
                  <a:cubicBezTo>
                    <a:pt x="480911" y="1449374"/>
                    <a:pt x="491707" y="1463560"/>
                    <a:pt x="489818" y="1476398"/>
                  </a:cubicBezTo>
                  <a:cubicBezTo>
                    <a:pt x="484744" y="1510704"/>
                    <a:pt x="431897" y="1505417"/>
                    <a:pt x="409657" y="1492580"/>
                  </a:cubicBezTo>
                  <a:cubicBezTo>
                    <a:pt x="367066" y="1468091"/>
                    <a:pt x="350818" y="1409674"/>
                    <a:pt x="350279" y="1363609"/>
                  </a:cubicBezTo>
                  <a:cubicBezTo>
                    <a:pt x="349901" y="1329195"/>
                    <a:pt x="350872" y="1286474"/>
                    <a:pt x="382937" y="1265114"/>
                  </a:cubicBezTo>
                  <a:cubicBezTo>
                    <a:pt x="420075" y="1240356"/>
                    <a:pt x="499588" y="1272612"/>
                    <a:pt x="474433" y="1331245"/>
                  </a:cubicBezTo>
                  <a:cubicBezTo>
                    <a:pt x="458725" y="1324017"/>
                    <a:pt x="434326" y="1304437"/>
                    <a:pt x="420453" y="1304275"/>
                  </a:cubicBezTo>
                  <a:cubicBezTo>
                    <a:pt x="396702" y="1304005"/>
                    <a:pt x="381533" y="1332485"/>
                    <a:pt x="378402" y="1352821"/>
                  </a:cubicBezTo>
                  <a:cubicBezTo>
                    <a:pt x="373058" y="1387774"/>
                    <a:pt x="396648" y="1455199"/>
                    <a:pt x="436647" y="1456710"/>
                  </a:cubicBezTo>
                  <a:cubicBezTo>
                    <a:pt x="449279" y="1457195"/>
                    <a:pt x="464015" y="1445706"/>
                    <a:pt x="474433" y="1439125"/>
                  </a:cubicBezTo>
                  <a:close/>
                  <a:moveTo>
                    <a:pt x="517618" y="1282699"/>
                  </a:moveTo>
                  <a:cubicBezTo>
                    <a:pt x="556592" y="1285935"/>
                    <a:pt x="550006" y="1297856"/>
                    <a:pt x="550006" y="1363609"/>
                  </a:cubicBezTo>
                  <a:cubicBezTo>
                    <a:pt x="651705" y="1320780"/>
                    <a:pt x="630977" y="1473755"/>
                    <a:pt x="630977" y="1530823"/>
                  </a:cubicBezTo>
                  <a:cubicBezTo>
                    <a:pt x="630977" y="1530823"/>
                    <a:pt x="603986" y="1530823"/>
                    <a:pt x="603986" y="1530823"/>
                  </a:cubicBezTo>
                  <a:cubicBezTo>
                    <a:pt x="598156" y="1486700"/>
                    <a:pt x="599182" y="1493551"/>
                    <a:pt x="598588" y="1449913"/>
                  </a:cubicBezTo>
                  <a:cubicBezTo>
                    <a:pt x="598372" y="1436158"/>
                    <a:pt x="598480" y="1414043"/>
                    <a:pt x="585471" y="1405358"/>
                  </a:cubicBezTo>
                  <a:cubicBezTo>
                    <a:pt x="571328" y="1395919"/>
                    <a:pt x="558859" y="1410914"/>
                    <a:pt x="554001" y="1423051"/>
                  </a:cubicBezTo>
                  <a:cubicBezTo>
                    <a:pt x="547793" y="1438532"/>
                    <a:pt x="550006" y="1499754"/>
                    <a:pt x="550006" y="1520035"/>
                  </a:cubicBezTo>
                  <a:cubicBezTo>
                    <a:pt x="550006" y="1520035"/>
                    <a:pt x="523016" y="1520035"/>
                    <a:pt x="523016" y="1520035"/>
                  </a:cubicBezTo>
                  <a:cubicBezTo>
                    <a:pt x="523016" y="1520035"/>
                    <a:pt x="517618" y="1282699"/>
                    <a:pt x="517618" y="1282699"/>
                  </a:cubicBezTo>
                  <a:close/>
                  <a:moveTo>
                    <a:pt x="1053643" y="1305192"/>
                  </a:moveTo>
                  <a:cubicBezTo>
                    <a:pt x="1086517" y="1301686"/>
                    <a:pt x="1081983" y="1343166"/>
                    <a:pt x="1066760" y="1352443"/>
                  </a:cubicBezTo>
                  <a:cubicBezTo>
                    <a:pt x="1046410" y="1364796"/>
                    <a:pt x="1029676" y="1328871"/>
                    <a:pt x="1053643" y="1305192"/>
                  </a:cubicBezTo>
                  <a:close/>
                  <a:moveTo>
                    <a:pt x="1408294" y="1433731"/>
                  </a:moveTo>
                  <a:cubicBezTo>
                    <a:pt x="1390049" y="1431142"/>
                    <a:pt x="1365002" y="1428283"/>
                    <a:pt x="1354422" y="1410968"/>
                  </a:cubicBezTo>
                  <a:cubicBezTo>
                    <a:pt x="1332074" y="1374127"/>
                    <a:pt x="1368187" y="1313606"/>
                    <a:pt x="1413099" y="1323262"/>
                  </a:cubicBezTo>
                  <a:cubicBezTo>
                    <a:pt x="1426702" y="1326174"/>
                    <a:pt x="1435770" y="1338581"/>
                    <a:pt x="1429185" y="1352012"/>
                  </a:cubicBezTo>
                  <a:cubicBezTo>
                    <a:pt x="1418712" y="1373480"/>
                    <a:pt x="1379901" y="1356920"/>
                    <a:pt x="1384921" y="1376554"/>
                  </a:cubicBezTo>
                  <a:cubicBezTo>
                    <a:pt x="1388591" y="1391064"/>
                    <a:pt x="1416823" y="1388691"/>
                    <a:pt x="1431290" y="1408002"/>
                  </a:cubicBezTo>
                  <a:cubicBezTo>
                    <a:pt x="1455581" y="1440420"/>
                    <a:pt x="1423463" y="1495924"/>
                    <a:pt x="1386702" y="1501911"/>
                  </a:cubicBezTo>
                  <a:cubicBezTo>
                    <a:pt x="1355393" y="1506982"/>
                    <a:pt x="1317877" y="1474024"/>
                    <a:pt x="1370508" y="1444519"/>
                  </a:cubicBezTo>
                  <a:cubicBezTo>
                    <a:pt x="1390589" y="1463452"/>
                    <a:pt x="1400143" y="1459083"/>
                    <a:pt x="1408294" y="1433731"/>
                  </a:cubicBezTo>
                  <a:close/>
                  <a:moveTo>
                    <a:pt x="954859" y="1331245"/>
                  </a:moveTo>
                  <a:cubicBezTo>
                    <a:pt x="954859" y="1331245"/>
                    <a:pt x="981849" y="1325851"/>
                    <a:pt x="981849" y="1325851"/>
                  </a:cubicBezTo>
                  <a:cubicBezTo>
                    <a:pt x="981849" y="1325851"/>
                    <a:pt x="987247" y="1374397"/>
                    <a:pt x="987247" y="1374397"/>
                  </a:cubicBezTo>
                  <a:cubicBezTo>
                    <a:pt x="987247" y="1374397"/>
                    <a:pt x="1014237" y="1374397"/>
                    <a:pt x="1014237" y="1374397"/>
                  </a:cubicBezTo>
                  <a:cubicBezTo>
                    <a:pt x="1014237" y="1374397"/>
                    <a:pt x="1014237" y="1412155"/>
                    <a:pt x="1014237" y="1412155"/>
                  </a:cubicBezTo>
                  <a:cubicBezTo>
                    <a:pt x="1005385" y="1413665"/>
                    <a:pt x="998097" y="1413557"/>
                    <a:pt x="991296" y="1420785"/>
                  </a:cubicBezTo>
                  <a:cubicBezTo>
                    <a:pt x="986276" y="1426071"/>
                    <a:pt x="962686" y="1501156"/>
                    <a:pt x="1014237" y="1503853"/>
                  </a:cubicBezTo>
                  <a:cubicBezTo>
                    <a:pt x="1014183" y="1514048"/>
                    <a:pt x="1015641" y="1534815"/>
                    <a:pt x="1008893" y="1542744"/>
                  </a:cubicBezTo>
                  <a:cubicBezTo>
                    <a:pt x="999393" y="1553856"/>
                    <a:pt x="972726" y="1552831"/>
                    <a:pt x="960365" y="1530500"/>
                  </a:cubicBezTo>
                  <a:cubicBezTo>
                    <a:pt x="949947" y="1511621"/>
                    <a:pt x="954805" y="1441984"/>
                    <a:pt x="954859" y="1417549"/>
                  </a:cubicBezTo>
                  <a:cubicBezTo>
                    <a:pt x="954859" y="1417549"/>
                    <a:pt x="933267" y="1417549"/>
                    <a:pt x="933267" y="1417549"/>
                  </a:cubicBezTo>
                  <a:cubicBezTo>
                    <a:pt x="933267" y="1417549"/>
                    <a:pt x="933267" y="1379791"/>
                    <a:pt x="933267" y="1379791"/>
                  </a:cubicBezTo>
                  <a:cubicBezTo>
                    <a:pt x="956964" y="1366414"/>
                    <a:pt x="954535" y="1356489"/>
                    <a:pt x="954859" y="1331245"/>
                  </a:cubicBezTo>
                  <a:close/>
                  <a:moveTo>
                    <a:pt x="1251535" y="1358215"/>
                  </a:moveTo>
                  <a:cubicBezTo>
                    <a:pt x="1251535" y="1358215"/>
                    <a:pt x="1321926" y="1336639"/>
                    <a:pt x="1321926" y="1336639"/>
                  </a:cubicBezTo>
                  <a:cubicBezTo>
                    <a:pt x="1321926" y="1336639"/>
                    <a:pt x="1327324" y="1385185"/>
                    <a:pt x="1327324" y="1385185"/>
                  </a:cubicBezTo>
                  <a:cubicBezTo>
                    <a:pt x="1263303" y="1395541"/>
                    <a:pt x="1278741" y="1471651"/>
                    <a:pt x="1278741" y="1520035"/>
                  </a:cubicBezTo>
                  <a:cubicBezTo>
                    <a:pt x="1278741" y="1520035"/>
                    <a:pt x="1246353" y="1525429"/>
                    <a:pt x="1246353" y="1525429"/>
                  </a:cubicBezTo>
                  <a:cubicBezTo>
                    <a:pt x="1246353" y="1525429"/>
                    <a:pt x="1251535" y="1444519"/>
                    <a:pt x="1251535" y="1444519"/>
                  </a:cubicBezTo>
                  <a:cubicBezTo>
                    <a:pt x="1251535" y="1444519"/>
                    <a:pt x="1251535" y="1358215"/>
                    <a:pt x="1251535" y="1358215"/>
                  </a:cubicBezTo>
                  <a:close/>
                  <a:moveTo>
                    <a:pt x="1219363" y="1487671"/>
                  </a:moveTo>
                  <a:cubicBezTo>
                    <a:pt x="1207541" y="1524620"/>
                    <a:pt x="1167434" y="1560922"/>
                    <a:pt x="1129378" y="1532226"/>
                  </a:cubicBezTo>
                  <a:cubicBezTo>
                    <a:pt x="1105464" y="1514264"/>
                    <a:pt x="1098231" y="1472514"/>
                    <a:pt x="1102225" y="1444519"/>
                  </a:cubicBezTo>
                  <a:cubicBezTo>
                    <a:pt x="1114533" y="1358161"/>
                    <a:pt x="1184222" y="1340684"/>
                    <a:pt x="1210888" y="1385724"/>
                  </a:cubicBezTo>
                  <a:cubicBezTo>
                    <a:pt x="1224059" y="1407894"/>
                    <a:pt x="1220820" y="1431034"/>
                    <a:pt x="1219363" y="1455307"/>
                  </a:cubicBezTo>
                  <a:cubicBezTo>
                    <a:pt x="1219363" y="1455307"/>
                    <a:pt x="1132994" y="1466095"/>
                    <a:pt x="1132994" y="1466095"/>
                  </a:cubicBezTo>
                  <a:cubicBezTo>
                    <a:pt x="1146273" y="1503637"/>
                    <a:pt x="1166624" y="1505363"/>
                    <a:pt x="1192373" y="1476883"/>
                  </a:cubicBezTo>
                  <a:cubicBezTo>
                    <a:pt x="1192373" y="1476883"/>
                    <a:pt x="1219363" y="1487671"/>
                    <a:pt x="1219363" y="1487671"/>
                  </a:cubicBezTo>
                  <a:close/>
                  <a:moveTo>
                    <a:pt x="733539" y="1439125"/>
                  </a:moveTo>
                  <a:cubicBezTo>
                    <a:pt x="728249" y="1424453"/>
                    <a:pt x="724039" y="1412856"/>
                    <a:pt x="706333" y="1410429"/>
                  </a:cubicBezTo>
                  <a:cubicBezTo>
                    <a:pt x="692460" y="1408541"/>
                    <a:pt x="672487" y="1419545"/>
                    <a:pt x="664714" y="1400558"/>
                  </a:cubicBezTo>
                  <a:cubicBezTo>
                    <a:pt x="652461" y="1370675"/>
                    <a:pt x="714754" y="1356974"/>
                    <a:pt x="743094" y="1382110"/>
                  </a:cubicBezTo>
                  <a:cubicBezTo>
                    <a:pt x="774348" y="1409782"/>
                    <a:pt x="765928" y="1506065"/>
                    <a:pt x="765928" y="1547005"/>
                  </a:cubicBezTo>
                  <a:cubicBezTo>
                    <a:pt x="765928" y="1547005"/>
                    <a:pt x="728141" y="1536217"/>
                    <a:pt x="728141" y="1536217"/>
                  </a:cubicBezTo>
                  <a:cubicBezTo>
                    <a:pt x="657265" y="1581959"/>
                    <a:pt x="630329" y="1451693"/>
                    <a:pt x="685173" y="1436050"/>
                  </a:cubicBezTo>
                  <a:cubicBezTo>
                    <a:pt x="701043" y="1431519"/>
                    <a:pt x="718047" y="1435349"/>
                    <a:pt x="733539" y="1439125"/>
                  </a:cubicBezTo>
                  <a:close/>
                  <a:moveTo>
                    <a:pt x="798316" y="1379090"/>
                  </a:moveTo>
                  <a:cubicBezTo>
                    <a:pt x="818127" y="1380222"/>
                    <a:pt x="866709" y="1373480"/>
                    <a:pt x="878747" y="1379090"/>
                  </a:cubicBezTo>
                  <a:cubicBezTo>
                    <a:pt x="897532" y="1386102"/>
                    <a:pt x="903308" y="1404819"/>
                    <a:pt x="907248" y="1422943"/>
                  </a:cubicBezTo>
                  <a:cubicBezTo>
                    <a:pt x="915723" y="1461672"/>
                    <a:pt x="909785" y="1506874"/>
                    <a:pt x="911675" y="1547005"/>
                  </a:cubicBezTo>
                  <a:cubicBezTo>
                    <a:pt x="911675" y="1547005"/>
                    <a:pt x="878693" y="1552399"/>
                    <a:pt x="878693" y="1552399"/>
                  </a:cubicBezTo>
                  <a:cubicBezTo>
                    <a:pt x="878693" y="1552399"/>
                    <a:pt x="878693" y="1455307"/>
                    <a:pt x="878693" y="1455307"/>
                  </a:cubicBezTo>
                  <a:cubicBezTo>
                    <a:pt x="875940" y="1443656"/>
                    <a:pt x="870002" y="1428822"/>
                    <a:pt x="857208" y="1425370"/>
                  </a:cubicBezTo>
                  <a:cubicBezTo>
                    <a:pt x="841446" y="1421163"/>
                    <a:pt x="832863" y="1437669"/>
                    <a:pt x="829193" y="1450021"/>
                  </a:cubicBezTo>
                  <a:cubicBezTo>
                    <a:pt x="823471" y="1469332"/>
                    <a:pt x="825306" y="1524027"/>
                    <a:pt x="825306" y="1547005"/>
                  </a:cubicBezTo>
                  <a:cubicBezTo>
                    <a:pt x="825306" y="1547005"/>
                    <a:pt x="798316" y="1547005"/>
                    <a:pt x="798316" y="1547005"/>
                  </a:cubicBezTo>
                  <a:cubicBezTo>
                    <a:pt x="798316" y="1547005"/>
                    <a:pt x="798316" y="1379090"/>
                    <a:pt x="798316" y="1379090"/>
                  </a:cubicBezTo>
                  <a:close/>
                  <a:moveTo>
                    <a:pt x="1052024" y="1374397"/>
                  </a:moveTo>
                  <a:cubicBezTo>
                    <a:pt x="1052024" y="1374397"/>
                    <a:pt x="1073616" y="1374397"/>
                    <a:pt x="1073616" y="1374397"/>
                  </a:cubicBezTo>
                  <a:cubicBezTo>
                    <a:pt x="1073616" y="1374397"/>
                    <a:pt x="1073616" y="1547005"/>
                    <a:pt x="1073616" y="1547005"/>
                  </a:cubicBezTo>
                  <a:cubicBezTo>
                    <a:pt x="1073616" y="1547005"/>
                    <a:pt x="1041228" y="1547005"/>
                    <a:pt x="1041228" y="1547005"/>
                  </a:cubicBezTo>
                  <a:cubicBezTo>
                    <a:pt x="1041228" y="1547005"/>
                    <a:pt x="1052024" y="1374397"/>
                    <a:pt x="1052024" y="1374397"/>
                  </a:cubicBezTo>
                  <a:close/>
                  <a:moveTo>
                    <a:pt x="1192373" y="1428337"/>
                  </a:moveTo>
                  <a:cubicBezTo>
                    <a:pt x="1179687" y="1387828"/>
                    <a:pt x="1147299" y="1393222"/>
                    <a:pt x="1138392" y="1433731"/>
                  </a:cubicBezTo>
                  <a:cubicBezTo>
                    <a:pt x="1138392" y="1433731"/>
                    <a:pt x="1192373" y="1428337"/>
                    <a:pt x="1192373" y="1428337"/>
                  </a:cubicBezTo>
                  <a:close/>
                  <a:moveTo>
                    <a:pt x="701907" y="1469925"/>
                  </a:moveTo>
                  <a:cubicBezTo>
                    <a:pt x="672973" y="1488696"/>
                    <a:pt x="694080" y="1515181"/>
                    <a:pt x="711623" y="1510650"/>
                  </a:cubicBezTo>
                  <a:cubicBezTo>
                    <a:pt x="731056" y="1505579"/>
                    <a:pt x="743634" y="1468307"/>
                    <a:pt x="701907" y="1469925"/>
                  </a:cubicBezTo>
                  <a:close/>
                </a:path>
              </a:pathLst>
            </a:custGeom>
            <a:solidFill>
              <a:srgbClr val="00A885"/>
            </a:solidFill>
            <a:ln w="12700" cap="flat">
              <a:solidFill>
                <a:srgbClr val="00A885">
                  <a:alpha val="60000"/>
                </a:srgbClr>
              </a:solidFill>
              <a:prstDash val="solid"/>
              <a:miter/>
            </a:ln>
          </p:spPr>
          <p:txBody>
            <a:bodyPr rtlCol="0" anchor="ctr"/>
            <a:lstStyle/>
            <a:p>
              <a:endParaRPr lang="fr-FR" b="1"/>
            </a:p>
          </p:txBody>
        </p:sp>
        <p:sp>
          <p:nvSpPr>
            <p:cNvPr id="55" name="Graphique 53">
              <a:extLst>
                <a:ext uri="{FF2B5EF4-FFF2-40B4-BE49-F238E27FC236}">
                  <a16:creationId xmlns:a16="http://schemas.microsoft.com/office/drawing/2014/main" id="{9ED900BB-24BD-C1F8-2D07-371E0F35D1E9}"/>
                </a:ext>
              </a:extLst>
            </p:cNvPr>
            <p:cNvSpPr>
              <a:spLocks noChangeAspect="1"/>
            </p:cNvSpPr>
            <p:nvPr/>
          </p:nvSpPr>
          <p:spPr>
            <a:xfrm>
              <a:off x="3963443" y="3997641"/>
              <a:ext cx="663415" cy="789172"/>
            </a:xfrm>
            <a:custGeom>
              <a:avLst/>
              <a:gdLst>
                <a:gd name="connsiteX0" fmla="*/ 1714381 w 4257675"/>
                <a:gd name="connsiteY0" fmla="*/ 133 h 5064765"/>
                <a:gd name="connsiteX1" fmla="*/ 2222760 w 4257675"/>
                <a:gd name="connsiteY1" fmla="*/ 133 h 5064765"/>
                <a:gd name="connsiteX2" fmla="*/ 3633512 w 4257675"/>
                <a:gd name="connsiteY2" fmla="*/ 119132 h 5064765"/>
                <a:gd name="connsiteX3" fmla="*/ 4065634 w 4257675"/>
                <a:gd name="connsiteY3" fmla="*/ 248037 h 5064765"/>
                <a:gd name="connsiteX4" fmla="*/ 4236323 w 4257675"/>
                <a:gd name="connsiteY4" fmla="*/ 391166 h 5064765"/>
                <a:gd name="connsiteX5" fmla="*/ 4256277 w 4257675"/>
                <a:gd name="connsiteY5" fmla="*/ 645166 h 5064765"/>
                <a:gd name="connsiteX6" fmla="*/ 4243567 w 4257675"/>
                <a:gd name="connsiteY6" fmla="*/ 810266 h 5064765"/>
                <a:gd name="connsiteX7" fmla="*/ 4230858 w 4257675"/>
                <a:gd name="connsiteY7" fmla="*/ 1165866 h 5064765"/>
                <a:gd name="connsiteX8" fmla="*/ 4218148 w 4257675"/>
                <a:gd name="connsiteY8" fmla="*/ 1356366 h 5064765"/>
                <a:gd name="connsiteX9" fmla="*/ 4205439 w 4257675"/>
                <a:gd name="connsiteY9" fmla="*/ 1597666 h 5064765"/>
                <a:gd name="connsiteX10" fmla="*/ 4192729 w 4257675"/>
                <a:gd name="connsiteY10" fmla="*/ 1953266 h 5064765"/>
                <a:gd name="connsiteX11" fmla="*/ 4180020 w 4257675"/>
                <a:gd name="connsiteY11" fmla="*/ 2194566 h 5064765"/>
                <a:gd name="connsiteX12" fmla="*/ 4167310 w 4257675"/>
                <a:gd name="connsiteY12" fmla="*/ 2410466 h 5064765"/>
                <a:gd name="connsiteX13" fmla="*/ 4141891 w 4257675"/>
                <a:gd name="connsiteY13" fmla="*/ 2969266 h 5064765"/>
                <a:gd name="connsiteX14" fmla="*/ 4128673 w 4257675"/>
                <a:gd name="connsiteY14" fmla="*/ 3159766 h 5064765"/>
                <a:gd name="connsiteX15" fmla="*/ 4128673 w 4257675"/>
                <a:gd name="connsiteY15" fmla="*/ 3299466 h 5064765"/>
                <a:gd name="connsiteX16" fmla="*/ 4116472 w 4257675"/>
                <a:gd name="connsiteY16" fmla="*/ 3451866 h 5064765"/>
                <a:gd name="connsiteX17" fmla="*/ 4103763 w 4257675"/>
                <a:gd name="connsiteY17" fmla="*/ 3705866 h 5064765"/>
                <a:gd name="connsiteX18" fmla="*/ 4091053 w 4257675"/>
                <a:gd name="connsiteY18" fmla="*/ 3947166 h 5064765"/>
                <a:gd name="connsiteX19" fmla="*/ 4091053 w 4257675"/>
                <a:gd name="connsiteY19" fmla="*/ 4023366 h 5064765"/>
                <a:gd name="connsiteX20" fmla="*/ 4068430 w 4257675"/>
                <a:gd name="connsiteY20" fmla="*/ 4251966 h 5064765"/>
                <a:gd name="connsiteX21" fmla="*/ 3697060 w 4257675"/>
                <a:gd name="connsiteY21" fmla="*/ 4697101 h 5064765"/>
                <a:gd name="connsiteX22" fmla="*/ 3455579 w 4257675"/>
                <a:gd name="connsiteY22" fmla="*/ 4826006 h 5064765"/>
                <a:gd name="connsiteX23" fmla="*/ 2642173 w 4257675"/>
                <a:gd name="connsiteY23" fmla="*/ 5030222 h 5064765"/>
                <a:gd name="connsiteX24" fmla="*/ 2451531 w 4257675"/>
                <a:gd name="connsiteY24" fmla="*/ 5052066 h 5064765"/>
                <a:gd name="connsiteX25" fmla="*/ 2057537 w 4257675"/>
                <a:gd name="connsiteY25" fmla="*/ 5064766 h 5064765"/>
                <a:gd name="connsiteX26" fmla="*/ 1841476 w 4257675"/>
                <a:gd name="connsiteY26" fmla="*/ 5052066 h 5064765"/>
                <a:gd name="connsiteX27" fmla="*/ 1447482 w 4257675"/>
                <a:gd name="connsiteY27" fmla="*/ 5004441 h 5064765"/>
                <a:gd name="connsiteX28" fmla="*/ 570528 w 4257675"/>
                <a:gd name="connsiteY28" fmla="*/ 4700657 h 5064765"/>
                <a:gd name="connsiteX29" fmla="*/ 247834 w 4257675"/>
                <a:gd name="connsiteY29" fmla="*/ 4404366 h 5064765"/>
                <a:gd name="connsiteX30" fmla="*/ 163952 w 4257675"/>
                <a:gd name="connsiteY30" fmla="*/ 4175766 h 5064765"/>
                <a:gd name="connsiteX31" fmla="*/ 163952 w 4257675"/>
                <a:gd name="connsiteY31" fmla="*/ 4061466 h 5064765"/>
                <a:gd name="connsiteX32" fmla="*/ 151115 w 4257675"/>
                <a:gd name="connsiteY32" fmla="*/ 3921766 h 5064765"/>
                <a:gd name="connsiteX33" fmla="*/ 138406 w 4257675"/>
                <a:gd name="connsiteY33" fmla="*/ 3629666 h 5064765"/>
                <a:gd name="connsiteX34" fmla="*/ 125696 w 4257675"/>
                <a:gd name="connsiteY34" fmla="*/ 3248666 h 5064765"/>
                <a:gd name="connsiteX35" fmla="*/ 112987 w 4257675"/>
                <a:gd name="connsiteY35" fmla="*/ 3058166 h 5064765"/>
                <a:gd name="connsiteX36" fmla="*/ 87568 w 4257675"/>
                <a:gd name="connsiteY36" fmla="*/ 2410466 h 5064765"/>
                <a:gd name="connsiteX37" fmla="*/ 74350 w 4257675"/>
                <a:gd name="connsiteY37" fmla="*/ 2194566 h 5064765"/>
                <a:gd name="connsiteX38" fmla="*/ 74350 w 4257675"/>
                <a:gd name="connsiteY38" fmla="*/ 2054866 h 5064765"/>
                <a:gd name="connsiteX39" fmla="*/ 62149 w 4257675"/>
                <a:gd name="connsiteY39" fmla="*/ 1915166 h 5064765"/>
                <a:gd name="connsiteX40" fmla="*/ 49439 w 4257675"/>
                <a:gd name="connsiteY40" fmla="*/ 1623066 h 5064765"/>
                <a:gd name="connsiteX41" fmla="*/ 36730 w 4257675"/>
                <a:gd name="connsiteY41" fmla="*/ 1330966 h 5064765"/>
                <a:gd name="connsiteX42" fmla="*/ 24020 w 4257675"/>
                <a:gd name="connsiteY42" fmla="*/ 1076966 h 5064765"/>
                <a:gd name="connsiteX43" fmla="*/ 889 w 4257675"/>
                <a:gd name="connsiteY43" fmla="*/ 543566 h 5064765"/>
                <a:gd name="connsiteX44" fmla="*/ 392595 w 4257675"/>
                <a:gd name="connsiteY44" fmla="*/ 171710 h 5064765"/>
                <a:gd name="connsiteX45" fmla="*/ 1244130 w 4257675"/>
                <a:gd name="connsiteY45" fmla="*/ 34423 h 5064765"/>
                <a:gd name="connsiteX46" fmla="*/ 1549158 w 4257675"/>
                <a:gd name="connsiteY46" fmla="*/ 10166 h 5064765"/>
                <a:gd name="connsiteX47" fmla="*/ 1714381 w 4257675"/>
                <a:gd name="connsiteY47" fmla="*/ 133 h 5064765"/>
                <a:gd name="connsiteX48" fmla="*/ 1650834 w 4257675"/>
                <a:gd name="connsiteY48" fmla="*/ 125609 h 5064765"/>
                <a:gd name="connsiteX49" fmla="*/ 1282259 w 4257675"/>
                <a:gd name="connsiteY49" fmla="*/ 152025 h 5064765"/>
                <a:gd name="connsiteX50" fmla="*/ 481562 w 4257675"/>
                <a:gd name="connsiteY50" fmla="*/ 275215 h 5064765"/>
                <a:gd name="connsiteX51" fmla="*/ 214917 w 4257675"/>
                <a:gd name="connsiteY51" fmla="*/ 376942 h 5064765"/>
                <a:gd name="connsiteX52" fmla="*/ 143108 w 4257675"/>
                <a:gd name="connsiteY52" fmla="*/ 467493 h 5064765"/>
                <a:gd name="connsiteX53" fmla="*/ 341757 w 4257675"/>
                <a:gd name="connsiteY53" fmla="*/ 615194 h 5064765"/>
                <a:gd name="connsiteX54" fmla="*/ 1028069 w 4257675"/>
                <a:gd name="connsiteY54" fmla="*/ 752100 h 5064765"/>
                <a:gd name="connsiteX55" fmla="*/ 2527788 w 4257675"/>
                <a:gd name="connsiteY55" fmla="*/ 810266 h 5064765"/>
                <a:gd name="connsiteX56" fmla="*/ 2718430 w 4257675"/>
                <a:gd name="connsiteY56" fmla="*/ 797566 h 5064765"/>
                <a:gd name="connsiteX57" fmla="*/ 3569965 w 4257675"/>
                <a:gd name="connsiteY57" fmla="*/ 706126 h 5064765"/>
                <a:gd name="connsiteX58" fmla="*/ 3976668 w 4257675"/>
                <a:gd name="connsiteY58" fmla="*/ 602748 h 5064765"/>
                <a:gd name="connsiteX59" fmla="*/ 4077581 w 4257675"/>
                <a:gd name="connsiteY59" fmla="*/ 396373 h 5064765"/>
                <a:gd name="connsiteX60" fmla="*/ 4027506 w 4257675"/>
                <a:gd name="connsiteY60" fmla="*/ 366274 h 5064765"/>
                <a:gd name="connsiteX61" fmla="*/ 3557255 w 4257675"/>
                <a:gd name="connsiteY61" fmla="*/ 229241 h 5064765"/>
                <a:gd name="connsiteX62" fmla="*/ 2896362 w 4257675"/>
                <a:gd name="connsiteY62" fmla="*/ 148723 h 5064765"/>
                <a:gd name="connsiteX63" fmla="*/ 2769268 w 4257675"/>
                <a:gd name="connsiteY63" fmla="*/ 137166 h 5064765"/>
                <a:gd name="connsiteX64" fmla="*/ 2515078 w 4257675"/>
                <a:gd name="connsiteY64" fmla="*/ 125609 h 5064765"/>
                <a:gd name="connsiteX65" fmla="*/ 2184632 w 4257675"/>
                <a:gd name="connsiteY65" fmla="*/ 125609 h 5064765"/>
                <a:gd name="connsiteX66" fmla="*/ 1650834 w 4257675"/>
                <a:gd name="connsiteY66" fmla="*/ 125609 h 5064765"/>
                <a:gd name="connsiteX67" fmla="*/ 367176 w 4257675"/>
                <a:gd name="connsiteY67" fmla="*/ 505466 h 5064765"/>
                <a:gd name="connsiteX68" fmla="*/ 519690 w 4257675"/>
                <a:gd name="connsiteY68" fmla="*/ 444506 h 5064765"/>
                <a:gd name="connsiteX69" fmla="*/ 1320387 w 4257675"/>
                <a:gd name="connsiteY69" fmla="*/ 300107 h 5064765"/>
                <a:gd name="connsiteX70" fmla="*/ 1625415 w 4257675"/>
                <a:gd name="connsiteY70" fmla="*/ 276866 h 5064765"/>
                <a:gd name="connsiteX71" fmla="*/ 1828766 w 4257675"/>
                <a:gd name="connsiteY71" fmla="*/ 264166 h 5064765"/>
                <a:gd name="connsiteX72" fmla="*/ 2426112 w 4257675"/>
                <a:gd name="connsiteY72" fmla="*/ 264166 h 5064765"/>
                <a:gd name="connsiteX73" fmla="*/ 2616754 w 4257675"/>
                <a:gd name="connsiteY73" fmla="*/ 276866 h 5064765"/>
                <a:gd name="connsiteX74" fmla="*/ 3239518 w 4257675"/>
                <a:gd name="connsiteY74" fmla="*/ 336937 h 5064765"/>
                <a:gd name="connsiteX75" fmla="*/ 3900411 w 4257675"/>
                <a:gd name="connsiteY75" fmla="*/ 518166 h 5064765"/>
                <a:gd name="connsiteX76" fmla="*/ 3862283 w 4257675"/>
                <a:gd name="connsiteY76" fmla="*/ 607066 h 5064765"/>
                <a:gd name="connsiteX77" fmla="*/ 3735188 w 4257675"/>
                <a:gd name="connsiteY77" fmla="*/ 557028 h 5064765"/>
                <a:gd name="connsiteX78" fmla="*/ 3531836 w 4257675"/>
                <a:gd name="connsiteY78" fmla="*/ 495814 h 5064765"/>
                <a:gd name="connsiteX79" fmla="*/ 2781977 w 4257675"/>
                <a:gd name="connsiteY79" fmla="*/ 390023 h 5064765"/>
                <a:gd name="connsiteX80" fmla="*/ 2654882 w 4257675"/>
                <a:gd name="connsiteY80" fmla="*/ 378466 h 5064765"/>
                <a:gd name="connsiteX81" fmla="*/ 2413402 w 4257675"/>
                <a:gd name="connsiteY81" fmla="*/ 365766 h 5064765"/>
                <a:gd name="connsiteX82" fmla="*/ 1854185 w 4257675"/>
                <a:gd name="connsiteY82" fmla="*/ 365766 h 5064765"/>
                <a:gd name="connsiteX83" fmla="*/ 1638124 w 4257675"/>
                <a:gd name="connsiteY83" fmla="*/ 378466 h 5064765"/>
                <a:gd name="connsiteX84" fmla="*/ 1053488 w 4257675"/>
                <a:gd name="connsiteY84" fmla="*/ 432822 h 5064765"/>
                <a:gd name="connsiteX85" fmla="*/ 621366 w 4257675"/>
                <a:gd name="connsiteY85" fmla="*/ 523500 h 5064765"/>
                <a:gd name="connsiteX86" fmla="*/ 405305 w 4257675"/>
                <a:gd name="connsiteY86" fmla="*/ 594366 h 5064765"/>
                <a:gd name="connsiteX87" fmla="*/ 367176 w 4257675"/>
                <a:gd name="connsiteY87" fmla="*/ 505466 h 5064765"/>
                <a:gd name="connsiteX88" fmla="*/ 151115 w 4257675"/>
                <a:gd name="connsiteY88" fmla="*/ 632466 h 5064765"/>
                <a:gd name="connsiteX89" fmla="*/ 151115 w 4257675"/>
                <a:gd name="connsiteY89" fmla="*/ 1051566 h 5064765"/>
                <a:gd name="connsiteX90" fmla="*/ 163825 w 4257675"/>
                <a:gd name="connsiteY90" fmla="*/ 1343666 h 5064765"/>
                <a:gd name="connsiteX91" fmla="*/ 176534 w 4257675"/>
                <a:gd name="connsiteY91" fmla="*/ 1724666 h 5064765"/>
                <a:gd name="connsiteX92" fmla="*/ 189244 w 4257675"/>
                <a:gd name="connsiteY92" fmla="*/ 1902466 h 5064765"/>
                <a:gd name="connsiteX93" fmla="*/ 201953 w 4257675"/>
                <a:gd name="connsiteY93" fmla="*/ 2296166 h 5064765"/>
                <a:gd name="connsiteX94" fmla="*/ 214663 w 4257675"/>
                <a:gd name="connsiteY94" fmla="*/ 2486666 h 5064765"/>
                <a:gd name="connsiteX95" fmla="*/ 240082 w 4257675"/>
                <a:gd name="connsiteY95" fmla="*/ 3134366 h 5064765"/>
                <a:gd name="connsiteX96" fmla="*/ 252791 w 4257675"/>
                <a:gd name="connsiteY96" fmla="*/ 3426466 h 5064765"/>
                <a:gd name="connsiteX97" fmla="*/ 265500 w 4257675"/>
                <a:gd name="connsiteY97" fmla="*/ 3718566 h 5064765"/>
                <a:gd name="connsiteX98" fmla="*/ 278210 w 4257675"/>
                <a:gd name="connsiteY98" fmla="*/ 3934466 h 5064765"/>
                <a:gd name="connsiteX99" fmla="*/ 355484 w 4257675"/>
                <a:gd name="connsiteY99" fmla="*/ 4340866 h 5064765"/>
                <a:gd name="connsiteX100" fmla="*/ 1053488 w 4257675"/>
                <a:gd name="connsiteY100" fmla="*/ 4785366 h 5064765"/>
                <a:gd name="connsiteX101" fmla="*/ 2858234 w 4257675"/>
                <a:gd name="connsiteY101" fmla="*/ 4875282 h 5064765"/>
                <a:gd name="connsiteX102" fmla="*/ 3620803 w 4257675"/>
                <a:gd name="connsiteY102" fmla="*/ 4600200 h 5064765"/>
                <a:gd name="connsiteX103" fmla="*/ 3877407 w 4257675"/>
                <a:gd name="connsiteY103" fmla="*/ 4378966 h 5064765"/>
                <a:gd name="connsiteX104" fmla="*/ 3963959 w 4257675"/>
                <a:gd name="connsiteY104" fmla="*/ 4023366 h 5064765"/>
                <a:gd name="connsiteX105" fmla="*/ 3976668 w 4257675"/>
                <a:gd name="connsiteY105" fmla="*/ 3858266 h 5064765"/>
                <a:gd name="connsiteX106" fmla="*/ 3989378 w 4257675"/>
                <a:gd name="connsiteY106" fmla="*/ 3528066 h 5064765"/>
                <a:gd name="connsiteX107" fmla="*/ 4002087 w 4257675"/>
                <a:gd name="connsiteY107" fmla="*/ 3324866 h 5064765"/>
                <a:gd name="connsiteX108" fmla="*/ 4027506 w 4257675"/>
                <a:gd name="connsiteY108" fmla="*/ 2715266 h 5064765"/>
                <a:gd name="connsiteX109" fmla="*/ 4040215 w 4257675"/>
                <a:gd name="connsiteY109" fmla="*/ 2550166 h 5064765"/>
                <a:gd name="connsiteX110" fmla="*/ 4052925 w 4257675"/>
                <a:gd name="connsiteY110" fmla="*/ 2194566 h 5064765"/>
                <a:gd name="connsiteX111" fmla="*/ 4065634 w 4257675"/>
                <a:gd name="connsiteY111" fmla="*/ 2029466 h 5064765"/>
                <a:gd name="connsiteX112" fmla="*/ 4078344 w 4257675"/>
                <a:gd name="connsiteY112" fmla="*/ 1686566 h 5064765"/>
                <a:gd name="connsiteX113" fmla="*/ 4091053 w 4257675"/>
                <a:gd name="connsiteY113" fmla="*/ 1483366 h 5064765"/>
                <a:gd name="connsiteX114" fmla="*/ 4103763 w 4257675"/>
                <a:gd name="connsiteY114" fmla="*/ 1242066 h 5064765"/>
                <a:gd name="connsiteX115" fmla="*/ 4116472 w 4257675"/>
                <a:gd name="connsiteY115" fmla="*/ 886466 h 5064765"/>
                <a:gd name="connsiteX116" fmla="*/ 4129182 w 4257675"/>
                <a:gd name="connsiteY116" fmla="*/ 645166 h 5064765"/>
                <a:gd name="connsiteX117" fmla="*/ 3976668 w 4257675"/>
                <a:gd name="connsiteY117" fmla="*/ 707523 h 5064765"/>
                <a:gd name="connsiteX118" fmla="*/ 3709769 w 4257675"/>
                <a:gd name="connsiteY118" fmla="*/ 782199 h 5064765"/>
                <a:gd name="connsiteX119" fmla="*/ 2883653 w 4257675"/>
                <a:gd name="connsiteY119" fmla="*/ 887609 h 5064765"/>
                <a:gd name="connsiteX120" fmla="*/ 2756558 w 4257675"/>
                <a:gd name="connsiteY120" fmla="*/ 899166 h 5064765"/>
                <a:gd name="connsiteX121" fmla="*/ 2515078 w 4257675"/>
                <a:gd name="connsiteY121" fmla="*/ 911866 h 5064765"/>
                <a:gd name="connsiteX122" fmla="*/ 1752509 w 4257675"/>
                <a:gd name="connsiteY122" fmla="*/ 911866 h 5064765"/>
                <a:gd name="connsiteX123" fmla="*/ 1599996 w 4257675"/>
                <a:gd name="connsiteY123" fmla="*/ 900309 h 5064765"/>
                <a:gd name="connsiteX124" fmla="*/ 761170 w 4257675"/>
                <a:gd name="connsiteY124" fmla="*/ 815600 h 5064765"/>
                <a:gd name="connsiteX125" fmla="*/ 151115 w 4257675"/>
                <a:gd name="connsiteY125" fmla="*/ 632466 h 5064765"/>
                <a:gd name="connsiteX126" fmla="*/ 1409354 w 4257675"/>
                <a:gd name="connsiteY126" fmla="*/ 3134366 h 5064765"/>
                <a:gd name="connsiteX127" fmla="*/ 1456124 w 4257675"/>
                <a:gd name="connsiteY127" fmla="*/ 3328168 h 5064765"/>
                <a:gd name="connsiteX128" fmla="*/ 1517003 w 4257675"/>
                <a:gd name="connsiteY128" fmla="*/ 3197866 h 5064765"/>
                <a:gd name="connsiteX129" fmla="*/ 1394483 w 4257675"/>
                <a:gd name="connsiteY129" fmla="*/ 2956566 h 5064765"/>
                <a:gd name="connsiteX130" fmla="*/ 1333097 w 4257675"/>
                <a:gd name="connsiteY130" fmla="*/ 2537466 h 5064765"/>
                <a:gd name="connsiteX131" fmla="*/ 1423334 w 4257675"/>
                <a:gd name="connsiteY131" fmla="*/ 2220855 h 5064765"/>
                <a:gd name="connsiteX132" fmla="*/ 1544582 w 4257675"/>
                <a:gd name="connsiteY132" fmla="*/ 2321566 h 5064765"/>
                <a:gd name="connsiteX133" fmla="*/ 1511029 w 4257675"/>
                <a:gd name="connsiteY133" fmla="*/ 2664466 h 5064765"/>
                <a:gd name="connsiteX134" fmla="*/ 1463496 w 4257675"/>
                <a:gd name="connsiteY134" fmla="*/ 2533529 h 5064765"/>
                <a:gd name="connsiteX135" fmla="*/ 1426257 w 4257675"/>
                <a:gd name="connsiteY135" fmla="*/ 2664466 h 5064765"/>
                <a:gd name="connsiteX136" fmla="*/ 1544455 w 4257675"/>
                <a:gd name="connsiteY136" fmla="*/ 2880366 h 5064765"/>
                <a:gd name="connsiteX137" fmla="*/ 1599996 w 4257675"/>
                <a:gd name="connsiteY137" fmla="*/ 3350266 h 5064765"/>
                <a:gd name="connsiteX138" fmla="*/ 1497049 w 4257675"/>
                <a:gd name="connsiteY138" fmla="*/ 3648843 h 5064765"/>
                <a:gd name="connsiteX139" fmla="*/ 1382537 w 4257675"/>
                <a:gd name="connsiteY139" fmla="*/ 3528066 h 5064765"/>
                <a:gd name="connsiteX140" fmla="*/ 1347967 w 4257675"/>
                <a:gd name="connsiteY140" fmla="*/ 3185928 h 5064765"/>
                <a:gd name="connsiteX141" fmla="*/ 1409354 w 4257675"/>
                <a:gd name="connsiteY141" fmla="*/ 3134366 h 5064765"/>
                <a:gd name="connsiteX142" fmla="*/ 1790638 w 4257675"/>
                <a:gd name="connsiteY142" fmla="*/ 2219966 h 5064765"/>
                <a:gd name="connsiteX143" fmla="*/ 1816057 w 4257675"/>
                <a:gd name="connsiteY143" fmla="*/ 2385066 h 5064765"/>
                <a:gd name="connsiteX144" fmla="*/ 1816057 w 4257675"/>
                <a:gd name="connsiteY144" fmla="*/ 2473966 h 5064765"/>
                <a:gd name="connsiteX145" fmla="*/ 1784791 w 4257675"/>
                <a:gd name="connsiteY145" fmla="*/ 2586107 h 5064765"/>
                <a:gd name="connsiteX146" fmla="*/ 1728234 w 4257675"/>
                <a:gd name="connsiteY146" fmla="*/ 2512066 h 5064765"/>
                <a:gd name="connsiteX147" fmla="*/ 1743740 w 4257675"/>
                <a:gd name="connsiteY147" fmla="*/ 2249303 h 5064765"/>
                <a:gd name="connsiteX148" fmla="*/ 1790638 w 4257675"/>
                <a:gd name="connsiteY148" fmla="*/ 2219966 h 5064765"/>
                <a:gd name="connsiteX149" fmla="*/ 1993989 w 4257675"/>
                <a:gd name="connsiteY149" fmla="*/ 2372366 h 5064765"/>
                <a:gd name="connsiteX150" fmla="*/ 2059570 w 4257675"/>
                <a:gd name="connsiteY150" fmla="*/ 2372366 h 5064765"/>
                <a:gd name="connsiteX151" fmla="*/ 2059570 w 4257675"/>
                <a:gd name="connsiteY151" fmla="*/ 2600204 h 5064765"/>
                <a:gd name="connsiteX152" fmla="*/ 2118924 w 4257675"/>
                <a:gd name="connsiteY152" fmla="*/ 2671070 h 5064765"/>
                <a:gd name="connsiteX153" fmla="*/ 2133794 w 4257675"/>
                <a:gd name="connsiteY153" fmla="*/ 2753366 h 5064765"/>
                <a:gd name="connsiteX154" fmla="*/ 2124389 w 4257675"/>
                <a:gd name="connsiteY154" fmla="*/ 2902337 h 5064765"/>
                <a:gd name="connsiteX155" fmla="*/ 2057537 w 4257675"/>
                <a:gd name="connsiteY155" fmla="*/ 3032766 h 5064765"/>
                <a:gd name="connsiteX156" fmla="*/ 2082956 w 4257675"/>
                <a:gd name="connsiteY156" fmla="*/ 3388366 h 5064765"/>
                <a:gd name="connsiteX157" fmla="*/ 2131125 w 4257675"/>
                <a:gd name="connsiteY157" fmla="*/ 3362966 h 5064765"/>
                <a:gd name="connsiteX158" fmla="*/ 2131125 w 4257675"/>
                <a:gd name="connsiteY158" fmla="*/ 3628904 h 5064765"/>
                <a:gd name="connsiteX159" fmla="*/ 2034914 w 4257675"/>
                <a:gd name="connsiteY159" fmla="*/ 3651383 h 5064765"/>
                <a:gd name="connsiteX160" fmla="*/ 1990431 w 4257675"/>
                <a:gd name="connsiteY160" fmla="*/ 3489966 h 5064765"/>
                <a:gd name="connsiteX161" fmla="*/ 1981280 w 4257675"/>
                <a:gd name="connsiteY161" fmla="*/ 3045466 h 5064765"/>
                <a:gd name="connsiteX162" fmla="*/ 1932603 w 4257675"/>
                <a:gd name="connsiteY162" fmla="*/ 2766193 h 5064765"/>
                <a:gd name="connsiteX163" fmla="*/ 1981280 w 4257675"/>
                <a:gd name="connsiteY163" fmla="*/ 2651766 h 5064765"/>
                <a:gd name="connsiteX164" fmla="*/ 1993989 w 4257675"/>
                <a:gd name="connsiteY164" fmla="*/ 2372366 h 5064765"/>
                <a:gd name="connsiteX165" fmla="*/ 2756558 w 4257675"/>
                <a:gd name="connsiteY165" fmla="*/ 3388366 h 5064765"/>
                <a:gd name="connsiteX166" fmla="*/ 2664414 w 4257675"/>
                <a:gd name="connsiteY166" fmla="*/ 3159766 h 5064765"/>
                <a:gd name="connsiteX167" fmla="*/ 2688817 w 4257675"/>
                <a:gd name="connsiteY167" fmla="*/ 2653163 h 5064765"/>
                <a:gd name="connsiteX168" fmla="*/ 2839551 w 4257675"/>
                <a:gd name="connsiteY168" fmla="*/ 2689866 h 5064765"/>
                <a:gd name="connsiteX169" fmla="*/ 2807396 w 4257675"/>
                <a:gd name="connsiteY169" fmla="*/ 2956566 h 5064765"/>
                <a:gd name="connsiteX170" fmla="*/ 2763803 w 4257675"/>
                <a:gd name="connsiteY170" fmla="*/ 2904496 h 5064765"/>
                <a:gd name="connsiteX171" fmla="*/ 2740798 w 4257675"/>
                <a:gd name="connsiteY171" fmla="*/ 2955423 h 5064765"/>
                <a:gd name="connsiteX172" fmla="*/ 2828240 w 4257675"/>
                <a:gd name="connsiteY172" fmla="*/ 3071374 h 5064765"/>
                <a:gd name="connsiteX173" fmla="*/ 2845398 w 4257675"/>
                <a:gd name="connsiteY173" fmla="*/ 3489966 h 5064765"/>
                <a:gd name="connsiteX174" fmla="*/ 2752491 w 4257675"/>
                <a:gd name="connsiteY174" fmla="*/ 3661035 h 5064765"/>
                <a:gd name="connsiteX175" fmla="*/ 2640902 w 4257675"/>
                <a:gd name="connsiteY175" fmla="*/ 3553466 h 5064765"/>
                <a:gd name="connsiteX176" fmla="*/ 2693011 w 4257675"/>
                <a:gd name="connsiteY176" fmla="*/ 3261366 h 5064765"/>
                <a:gd name="connsiteX177" fmla="*/ 2756558 w 4257675"/>
                <a:gd name="connsiteY177" fmla="*/ 3388366 h 5064765"/>
                <a:gd name="connsiteX178" fmla="*/ 2451531 w 4257675"/>
                <a:gd name="connsiteY178" fmla="*/ 3286766 h 5064765"/>
                <a:gd name="connsiteX179" fmla="*/ 2468053 w 4257675"/>
                <a:gd name="connsiteY179" fmla="*/ 3591566 h 5064765"/>
                <a:gd name="connsiteX180" fmla="*/ 2339815 w 4257675"/>
                <a:gd name="connsiteY180" fmla="*/ 3680085 h 5064765"/>
                <a:gd name="connsiteX181" fmla="*/ 2254788 w 4257675"/>
                <a:gd name="connsiteY181" fmla="*/ 3477266 h 5064765"/>
                <a:gd name="connsiteX182" fmla="*/ 2254788 w 4257675"/>
                <a:gd name="connsiteY182" fmla="*/ 2867666 h 5064765"/>
                <a:gd name="connsiteX183" fmla="*/ 2400057 w 4257675"/>
                <a:gd name="connsiteY183" fmla="*/ 2634748 h 5064765"/>
                <a:gd name="connsiteX184" fmla="*/ 2500462 w 4257675"/>
                <a:gd name="connsiteY184" fmla="*/ 2867666 h 5064765"/>
                <a:gd name="connsiteX185" fmla="*/ 2515078 w 4257675"/>
                <a:gd name="connsiteY185" fmla="*/ 3045466 h 5064765"/>
                <a:gd name="connsiteX186" fmla="*/ 2515078 w 4257675"/>
                <a:gd name="connsiteY186" fmla="*/ 3172466 h 5064765"/>
                <a:gd name="connsiteX187" fmla="*/ 2502369 w 4257675"/>
                <a:gd name="connsiteY187" fmla="*/ 3261366 h 5064765"/>
                <a:gd name="connsiteX188" fmla="*/ 2334349 w 4257675"/>
                <a:gd name="connsiteY188" fmla="*/ 3281686 h 5064765"/>
                <a:gd name="connsiteX189" fmla="*/ 2385950 w 4257675"/>
                <a:gd name="connsiteY189" fmla="*/ 3385826 h 5064765"/>
                <a:gd name="connsiteX190" fmla="*/ 2451531 w 4257675"/>
                <a:gd name="connsiteY190" fmla="*/ 3286766 h 5064765"/>
                <a:gd name="connsiteX191" fmla="*/ 1816057 w 4257675"/>
                <a:gd name="connsiteY191" fmla="*/ 3655066 h 5064765"/>
                <a:gd name="connsiteX192" fmla="*/ 1739800 w 4257675"/>
                <a:gd name="connsiteY192" fmla="*/ 3553466 h 5064765"/>
                <a:gd name="connsiteX193" fmla="*/ 1739800 w 4257675"/>
                <a:gd name="connsiteY193" fmla="*/ 2981966 h 5064765"/>
                <a:gd name="connsiteX194" fmla="*/ 1730522 w 4257675"/>
                <a:gd name="connsiteY194" fmla="*/ 2794768 h 5064765"/>
                <a:gd name="connsiteX195" fmla="*/ 1785681 w 4257675"/>
                <a:gd name="connsiteY195" fmla="*/ 2659640 h 5064765"/>
                <a:gd name="connsiteX196" fmla="*/ 1816057 w 4257675"/>
                <a:gd name="connsiteY196" fmla="*/ 2778766 h 5064765"/>
                <a:gd name="connsiteX197" fmla="*/ 1816057 w 4257675"/>
                <a:gd name="connsiteY197" fmla="*/ 3007366 h 5064765"/>
                <a:gd name="connsiteX198" fmla="*/ 1816057 w 4257675"/>
                <a:gd name="connsiteY198" fmla="*/ 3274066 h 5064765"/>
                <a:gd name="connsiteX199" fmla="*/ 1816057 w 4257675"/>
                <a:gd name="connsiteY199" fmla="*/ 3655066 h 5064765"/>
                <a:gd name="connsiteX200" fmla="*/ 2387983 w 4257675"/>
                <a:gd name="connsiteY200" fmla="*/ 2893066 h 5064765"/>
                <a:gd name="connsiteX201" fmla="*/ 2324436 w 4257675"/>
                <a:gd name="connsiteY201" fmla="*/ 3020066 h 5064765"/>
                <a:gd name="connsiteX202" fmla="*/ 2426112 w 4257675"/>
                <a:gd name="connsiteY202" fmla="*/ 3020066 h 5064765"/>
                <a:gd name="connsiteX203" fmla="*/ 2387983 w 4257675"/>
                <a:gd name="connsiteY203" fmla="*/ 2893066 h 5064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Lst>
              <a:rect l="l" t="t" r="r" b="b"/>
              <a:pathLst>
                <a:path w="4257675" h="5064765">
                  <a:moveTo>
                    <a:pt x="1714381" y="133"/>
                  </a:moveTo>
                  <a:cubicBezTo>
                    <a:pt x="1714381" y="133"/>
                    <a:pt x="2222760" y="133"/>
                    <a:pt x="2222760" y="133"/>
                  </a:cubicBezTo>
                  <a:cubicBezTo>
                    <a:pt x="2696061" y="-2534"/>
                    <a:pt x="3167329" y="34931"/>
                    <a:pt x="3633512" y="119132"/>
                  </a:cubicBezTo>
                  <a:cubicBezTo>
                    <a:pt x="3776240" y="144913"/>
                    <a:pt x="3933583" y="187966"/>
                    <a:pt x="4065634" y="248037"/>
                  </a:cubicBezTo>
                  <a:cubicBezTo>
                    <a:pt x="4132868" y="278644"/>
                    <a:pt x="4203278" y="322205"/>
                    <a:pt x="4236323" y="391166"/>
                  </a:cubicBezTo>
                  <a:cubicBezTo>
                    <a:pt x="4264284" y="449459"/>
                    <a:pt x="4257039" y="577348"/>
                    <a:pt x="4256277" y="645166"/>
                  </a:cubicBezTo>
                  <a:cubicBezTo>
                    <a:pt x="4256277" y="645166"/>
                    <a:pt x="4243567" y="810266"/>
                    <a:pt x="4243567" y="810266"/>
                  </a:cubicBezTo>
                  <a:cubicBezTo>
                    <a:pt x="4243567" y="810266"/>
                    <a:pt x="4230858" y="1165866"/>
                    <a:pt x="4230858" y="1165866"/>
                  </a:cubicBezTo>
                  <a:cubicBezTo>
                    <a:pt x="4230858" y="1165866"/>
                    <a:pt x="4218148" y="1356366"/>
                    <a:pt x="4218148" y="1356366"/>
                  </a:cubicBezTo>
                  <a:cubicBezTo>
                    <a:pt x="4218148" y="1356366"/>
                    <a:pt x="4205439" y="1597666"/>
                    <a:pt x="4205439" y="1597666"/>
                  </a:cubicBezTo>
                  <a:cubicBezTo>
                    <a:pt x="4205439" y="1597666"/>
                    <a:pt x="4192729" y="1953266"/>
                    <a:pt x="4192729" y="1953266"/>
                  </a:cubicBezTo>
                  <a:cubicBezTo>
                    <a:pt x="4192729" y="1953266"/>
                    <a:pt x="4180020" y="2194566"/>
                    <a:pt x="4180020" y="2194566"/>
                  </a:cubicBezTo>
                  <a:cubicBezTo>
                    <a:pt x="4180020" y="2194566"/>
                    <a:pt x="4167310" y="2410466"/>
                    <a:pt x="4167310" y="2410466"/>
                  </a:cubicBezTo>
                  <a:cubicBezTo>
                    <a:pt x="4167310" y="2410466"/>
                    <a:pt x="4141891" y="2969266"/>
                    <a:pt x="4141891" y="2969266"/>
                  </a:cubicBezTo>
                  <a:cubicBezTo>
                    <a:pt x="4141891" y="2969266"/>
                    <a:pt x="4128673" y="3159766"/>
                    <a:pt x="4128673" y="3159766"/>
                  </a:cubicBezTo>
                  <a:cubicBezTo>
                    <a:pt x="4128673" y="3159766"/>
                    <a:pt x="4128673" y="3299466"/>
                    <a:pt x="4128673" y="3299466"/>
                  </a:cubicBezTo>
                  <a:cubicBezTo>
                    <a:pt x="4128673" y="3299466"/>
                    <a:pt x="4116472" y="3451866"/>
                    <a:pt x="4116472" y="3451866"/>
                  </a:cubicBezTo>
                  <a:cubicBezTo>
                    <a:pt x="4116472" y="3451866"/>
                    <a:pt x="4103763" y="3705866"/>
                    <a:pt x="4103763" y="3705866"/>
                  </a:cubicBezTo>
                  <a:cubicBezTo>
                    <a:pt x="4103763" y="3705866"/>
                    <a:pt x="4091053" y="3947166"/>
                    <a:pt x="4091053" y="3947166"/>
                  </a:cubicBezTo>
                  <a:cubicBezTo>
                    <a:pt x="4091053" y="3947166"/>
                    <a:pt x="4091053" y="4023366"/>
                    <a:pt x="4091053" y="4023366"/>
                  </a:cubicBezTo>
                  <a:cubicBezTo>
                    <a:pt x="4090926" y="4072642"/>
                    <a:pt x="4080631" y="4207770"/>
                    <a:pt x="4068430" y="4251966"/>
                  </a:cubicBezTo>
                  <a:cubicBezTo>
                    <a:pt x="4009204" y="4466215"/>
                    <a:pt x="3878170" y="4583563"/>
                    <a:pt x="3697060" y="4697101"/>
                  </a:cubicBezTo>
                  <a:cubicBezTo>
                    <a:pt x="3596528" y="4760093"/>
                    <a:pt x="3567804" y="4781048"/>
                    <a:pt x="3455579" y="4826006"/>
                  </a:cubicBezTo>
                  <a:cubicBezTo>
                    <a:pt x="3146866" y="4949831"/>
                    <a:pt x="2969188" y="4987169"/>
                    <a:pt x="2642173" y="5030222"/>
                  </a:cubicBezTo>
                  <a:cubicBezTo>
                    <a:pt x="2642173" y="5030222"/>
                    <a:pt x="2451531" y="5052066"/>
                    <a:pt x="2451531" y="5052066"/>
                  </a:cubicBezTo>
                  <a:cubicBezTo>
                    <a:pt x="2451531" y="5052066"/>
                    <a:pt x="2057537" y="5064766"/>
                    <a:pt x="2057537" y="5064766"/>
                  </a:cubicBezTo>
                  <a:cubicBezTo>
                    <a:pt x="2057537" y="5064766"/>
                    <a:pt x="1841476" y="5052066"/>
                    <a:pt x="1841476" y="5052066"/>
                  </a:cubicBezTo>
                  <a:cubicBezTo>
                    <a:pt x="1731412" y="5050669"/>
                    <a:pt x="1558944" y="5022983"/>
                    <a:pt x="1447482" y="5004441"/>
                  </a:cubicBezTo>
                  <a:cubicBezTo>
                    <a:pt x="1158087" y="4956181"/>
                    <a:pt x="816329" y="4863598"/>
                    <a:pt x="570528" y="4700657"/>
                  </a:cubicBezTo>
                  <a:cubicBezTo>
                    <a:pt x="441145" y="4614932"/>
                    <a:pt x="330446" y="4542288"/>
                    <a:pt x="247834" y="4404366"/>
                  </a:cubicBezTo>
                  <a:cubicBezTo>
                    <a:pt x="225847" y="4367663"/>
                    <a:pt x="171450" y="4217803"/>
                    <a:pt x="163952" y="4175766"/>
                  </a:cubicBezTo>
                  <a:cubicBezTo>
                    <a:pt x="163952" y="4175766"/>
                    <a:pt x="163952" y="4061466"/>
                    <a:pt x="163952" y="4061466"/>
                  </a:cubicBezTo>
                  <a:cubicBezTo>
                    <a:pt x="163952" y="4061466"/>
                    <a:pt x="151115" y="3921766"/>
                    <a:pt x="151115" y="3921766"/>
                  </a:cubicBezTo>
                  <a:cubicBezTo>
                    <a:pt x="151115" y="3921766"/>
                    <a:pt x="138406" y="3629666"/>
                    <a:pt x="138406" y="3629666"/>
                  </a:cubicBezTo>
                  <a:cubicBezTo>
                    <a:pt x="138406" y="3629666"/>
                    <a:pt x="125696" y="3248666"/>
                    <a:pt x="125696" y="3248666"/>
                  </a:cubicBezTo>
                  <a:cubicBezTo>
                    <a:pt x="125696" y="3248666"/>
                    <a:pt x="112987" y="3058166"/>
                    <a:pt x="112987" y="3058166"/>
                  </a:cubicBezTo>
                  <a:cubicBezTo>
                    <a:pt x="112987" y="3058166"/>
                    <a:pt x="87568" y="2410466"/>
                    <a:pt x="87568" y="2410466"/>
                  </a:cubicBezTo>
                  <a:cubicBezTo>
                    <a:pt x="87568" y="2410466"/>
                    <a:pt x="74350" y="2194566"/>
                    <a:pt x="74350" y="2194566"/>
                  </a:cubicBezTo>
                  <a:cubicBezTo>
                    <a:pt x="74350" y="2194566"/>
                    <a:pt x="74350" y="2054866"/>
                    <a:pt x="74350" y="2054866"/>
                  </a:cubicBezTo>
                  <a:cubicBezTo>
                    <a:pt x="74350" y="2054866"/>
                    <a:pt x="62149" y="1915166"/>
                    <a:pt x="62149" y="1915166"/>
                  </a:cubicBezTo>
                  <a:cubicBezTo>
                    <a:pt x="62149" y="1915166"/>
                    <a:pt x="49439" y="1623066"/>
                    <a:pt x="49439" y="1623066"/>
                  </a:cubicBezTo>
                  <a:cubicBezTo>
                    <a:pt x="49439" y="1623066"/>
                    <a:pt x="36730" y="1330966"/>
                    <a:pt x="36730" y="1330966"/>
                  </a:cubicBezTo>
                  <a:cubicBezTo>
                    <a:pt x="36730" y="1330966"/>
                    <a:pt x="24020" y="1076966"/>
                    <a:pt x="24020" y="1076966"/>
                  </a:cubicBezTo>
                  <a:cubicBezTo>
                    <a:pt x="24020" y="1076966"/>
                    <a:pt x="889" y="543566"/>
                    <a:pt x="889" y="543566"/>
                  </a:cubicBezTo>
                  <a:cubicBezTo>
                    <a:pt x="-15760" y="307092"/>
                    <a:pt x="204622" y="228352"/>
                    <a:pt x="392595" y="171710"/>
                  </a:cubicBezTo>
                  <a:cubicBezTo>
                    <a:pt x="636871" y="98177"/>
                    <a:pt x="988034" y="52330"/>
                    <a:pt x="1244130" y="34423"/>
                  </a:cubicBezTo>
                  <a:cubicBezTo>
                    <a:pt x="1244130" y="34423"/>
                    <a:pt x="1549158" y="10166"/>
                    <a:pt x="1549158" y="10166"/>
                  </a:cubicBezTo>
                  <a:cubicBezTo>
                    <a:pt x="1612070" y="10039"/>
                    <a:pt x="1650707" y="11817"/>
                    <a:pt x="1714381" y="133"/>
                  </a:cubicBezTo>
                  <a:close/>
                  <a:moveTo>
                    <a:pt x="1650834" y="125609"/>
                  </a:moveTo>
                  <a:cubicBezTo>
                    <a:pt x="1650834" y="125609"/>
                    <a:pt x="1282259" y="152025"/>
                    <a:pt x="1282259" y="152025"/>
                  </a:cubicBezTo>
                  <a:cubicBezTo>
                    <a:pt x="1013453" y="177679"/>
                    <a:pt x="744139" y="209302"/>
                    <a:pt x="481562" y="275215"/>
                  </a:cubicBezTo>
                  <a:cubicBezTo>
                    <a:pt x="403653" y="294900"/>
                    <a:pt x="283167" y="336429"/>
                    <a:pt x="214917" y="376942"/>
                  </a:cubicBezTo>
                  <a:cubicBezTo>
                    <a:pt x="180855" y="397135"/>
                    <a:pt x="144379" y="423932"/>
                    <a:pt x="143108" y="467493"/>
                  </a:cubicBezTo>
                  <a:cubicBezTo>
                    <a:pt x="140948" y="543947"/>
                    <a:pt x="281260" y="594874"/>
                    <a:pt x="341757" y="615194"/>
                  </a:cubicBezTo>
                  <a:cubicBezTo>
                    <a:pt x="565698" y="690632"/>
                    <a:pt x="795359" y="719969"/>
                    <a:pt x="1028069" y="752100"/>
                  </a:cubicBezTo>
                  <a:cubicBezTo>
                    <a:pt x="1525137" y="820807"/>
                    <a:pt x="2026653" y="811028"/>
                    <a:pt x="2527788" y="810266"/>
                  </a:cubicBezTo>
                  <a:cubicBezTo>
                    <a:pt x="2527788" y="810266"/>
                    <a:pt x="2718430" y="797566"/>
                    <a:pt x="2718430" y="797566"/>
                  </a:cubicBezTo>
                  <a:cubicBezTo>
                    <a:pt x="2960545" y="794772"/>
                    <a:pt x="3330772" y="751973"/>
                    <a:pt x="3569965" y="706126"/>
                  </a:cubicBezTo>
                  <a:cubicBezTo>
                    <a:pt x="3691976" y="682758"/>
                    <a:pt x="3863427" y="651262"/>
                    <a:pt x="3976668" y="602748"/>
                  </a:cubicBezTo>
                  <a:cubicBezTo>
                    <a:pt x="4063728" y="565537"/>
                    <a:pt x="4199084" y="496957"/>
                    <a:pt x="4077581" y="396373"/>
                  </a:cubicBezTo>
                  <a:cubicBezTo>
                    <a:pt x="4061567" y="383165"/>
                    <a:pt x="4045935" y="375291"/>
                    <a:pt x="4027506" y="366274"/>
                  </a:cubicBezTo>
                  <a:cubicBezTo>
                    <a:pt x="3889227" y="299091"/>
                    <a:pt x="3709006" y="255657"/>
                    <a:pt x="3557255" y="229241"/>
                  </a:cubicBezTo>
                  <a:cubicBezTo>
                    <a:pt x="3557255" y="229241"/>
                    <a:pt x="2896362" y="148723"/>
                    <a:pt x="2896362" y="148723"/>
                  </a:cubicBezTo>
                  <a:cubicBezTo>
                    <a:pt x="2896362" y="148723"/>
                    <a:pt x="2769268" y="137166"/>
                    <a:pt x="2769268" y="137166"/>
                  </a:cubicBezTo>
                  <a:cubicBezTo>
                    <a:pt x="2769268" y="137166"/>
                    <a:pt x="2515078" y="125609"/>
                    <a:pt x="2515078" y="125609"/>
                  </a:cubicBezTo>
                  <a:cubicBezTo>
                    <a:pt x="2515078" y="125609"/>
                    <a:pt x="2184632" y="125609"/>
                    <a:pt x="2184632" y="125609"/>
                  </a:cubicBezTo>
                  <a:cubicBezTo>
                    <a:pt x="2184632" y="125609"/>
                    <a:pt x="1650834" y="125609"/>
                    <a:pt x="1650834" y="125609"/>
                  </a:cubicBezTo>
                  <a:close/>
                  <a:moveTo>
                    <a:pt x="367176" y="505466"/>
                  </a:moveTo>
                  <a:cubicBezTo>
                    <a:pt x="367176" y="505466"/>
                    <a:pt x="519690" y="444506"/>
                    <a:pt x="519690" y="444506"/>
                  </a:cubicBezTo>
                  <a:cubicBezTo>
                    <a:pt x="777311" y="359035"/>
                    <a:pt x="1051709" y="326142"/>
                    <a:pt x="1320387" y="300107"/>
                  </a:cubicBezTo>
                  <a:cubicBezTo>
                    <a:pt x="1320387" y="300107"/>
                    <a:pt x="1625415" y="276866"/>
                    <a:pt x="1625415" y="276866"/>
                  </a:cubicBezTo>
                  <a:cubicBezTo>
                    <a:pt x="1625415" y="276866"/>
                    <a:pt x="1828766" y="264166"/>
                    <a:pt x="1828766" y="264166"/>
                  </a:cubicBezTo>
                  <a:cubicBezTo>
                    <a:pt x="1828766" y="264166"/>
                    <a:pt x="2426112" y="264166"/>
                    <a:pt x="2426112" y="264166"/>
                  </a:cubicBezTo>
                  <a:cubicBezTo>
                    <a:pt x="2426112" y="264166"/>
                    <a:pt x="2616754" y="276866"/>
                    <a:pt x="2616754" y="276866"/>
                  </a:cubicBezTo>
                  <a:cubicBezTo>
                    <a:pt x="2823791" y="279279"/>
                    <a:pt x="3034514" y="307346"/>
                    <a:pt x="3239518" y="336937"/>
                  </a:cubicBezTo>
                  <a:cubicBezTo>
                    <a:pt x="3447954" y="366909"/>
                    <a:pt x="3717268" y="414407"/>
                    <a:pt x="3900411" y="518166"/>
                  </a:cubicBezTo>
                  <a:cubicBezTo>
                    <a:pt x="3900411" y="518166"/>
                    <a:pt x="3862283" y="607066"/>
                    <a:pt x="3862283" y="607066"/>
                  </a:cubicBezTo>
                  <a:cubicBezTo>
                    <a:pt x="3862283" y="607066"/>
                    <a:pt x="3735188" y="557028"/>
                    <a:pt x="3735188" y="557028"/>
                  </a:cubicBezTo>
                  <a:cubicBezTo>
                    <a:pt x="3735188" y="557028"/>
                    <a:pt x="3531836" y="495814"/>
                    <a:pt x="3531836" y="495814"/>
                  </a:cubicBezTo>
                  <a:cubicBezTo>
                    <a:pt x="3287814" y="438029"/>
                    <a:pt x="3031464" y="408311"/>
                    <a:pt x="2781977" y="390023"/>
                  </a:cubicBezTo>
                  <a:cubicBezTo>
                    <a:pt x="2781977" y="390023"/>
                    <a:pt x="2654882" y="378466"/>
                    <a:pt x="2654882" y="378466"/>
                  </a:cubicBezTo>
                  <a:cubicBezTo>
                    <a:pt x="2654882" y="378466"/>
                    <a:pt x="2413402" y="365766"/>
                    <a:pt x="2413402" y="365766"/>
                  </a:cubicBezTo>
                  <a:cubicBezTo>
                    <a:pt x="2413402" y="365766"/>
                    <a:pt x="1854185" y="365766"/>
                    <a:pt x="1854185" y="365766"/>
                  </a:cubicBezTo>
                  <a:cubicBezTo>
                    <a:pt x="1854185" y="365766"/>
                    <a:pt x="1638124" y="378466"/>
                    <a:pt x="1638124" y="378466"/>
                  </a:cubicBezTo>
                  <a:cubicBezTo>
                    <a:pt x="1638124" y="378466"/>
                    <a:pt x="1053488" y="432822"/>
                    <a:pt x="1053488" y="432822"/>
                  </a:cubicBezTo>
                  <a:cubicBezTo>
                    <a:pt x="908219" y="452380"/>
                    <a:pt x="761933" y="482352"/>
                    <a:pt x="621366" y="523500"/>
                  </a:cubicBezTo>
                  <a:cubicBezTo>
                    <a:pt x="621366" y="523500"/>
                    <a:pt x="405305" y="594366"/>
                    <a:pt x="405305" y="594366"/>
                  </a:cubicBezTo>
                  <a:cubicBezTo>
                    <a:pt x="405305" y="594366"/>
                    <a:pt x="367176" y="505466"/>
                    <a:pt x="367176" y="505466"/>
                  </a:cubicBezTo>
                  <a:close/>
                  <a:moveTo>
                    <a:pt x="151115" y="632466"/>
                  </a:moveTo>
                  <a:cubicBezTo>
                    <a:pt x="116800" y="718953"/>
                    <a:pt x="150988" y="949585"/>
                    <a:pt x="151115" y="1051566"/>
                  </a:cubicBezTo>
                  <a:cubicBezTo>
                    <a:pt x="151115" y="1051566"/>
                    <a:pt x="163825" y="1343666"/>
                    <a:pt x="163825" y="1343666"/>
                  </a:cubicBezTo>
                  <a:cubicBezTo>
                    <a:pt x="163825" y="1343666"/>
                    <a:pt x="176534" y="1724666"/>
                    <a:pt x="176534" y="1724666"/>
                  </a:cubicBezTo>
                  <a:cubicBezTo>
                    <a:pt x="176534" y="1724666"/>
                    <a:pt x="189244" y="1902466"/>
                    <a:pt x="189244" y="1902466"/>
                  </a:cubicBezTo>
                  <a:cubicBezTo>
                    <a:pt x="189244" y="1902466"/>
                    <a:pt x="201953" y="2296166"/>
                    <a:pt x="201953" y="2296166"/>
                  </a:cubicBezTo>
                  <a:cubicBezTo>
                    <a:pt x="201953" y="2296166"/>
                    <a:pt x="214663" y="2486666"/>
                    <a:pt x="214663" y="2486666"/>
                  </a:cubicBezTo>
                  <a:cubicBezTo>
                    <a:pt x="214663" y="2486666"/>
                    <a:pt x="240082" y="3134366"/>
                    <a:pt x="240082" y="3134366"/>
                  </a:cubicBezTo>
                  <a:cubicBezTo>
                    <a:pt x="240082" y="3134366"/>
                    <a:pt x="252791" y="3426466"/>
                    <a:pt x="252791" y="3426466"/>
                  </a:cubicBezTo>
                  <a:cubicBezTo>
                    <a:pt x="252791" y="3426466"/>
                    <a:pt x="265500" y="3718566"/>
                    <a:pt x="265500" y="3718566"/>
                  </a:cubicBezTo>
                  <a:cubicBezTo>
                    <a:pt x="265500" y="3718566"/>
                    <a:pt x="278210" y="3934466"/>
                    <a:pt x="278210" y="3934466"/>
                  </a:cubicBezTo>
                  <a:cubicBezTo>
                    <a:pt x="278464" y="4072896"/>
                    <a:pt x="284183" y="4217295"/>
                    <a:pt x="355484" y="4340866"/>
                  </a:cubicBezTo>
                  <a:cubicBezTo>
                    <a:pt x="472919" y="4544320"/>
                    <a:pt x="831581" y="4720723"/>
                    <a:pt x="1053488" y="4785366"/>
                  </a:cubicBezTo>
                  <a:cubicBezTo>
                    <a:pt x="1653630" y="4960245"/>
                    <a:pt x="2243477" y="4978914"/>
                    <a:pt x="2858234" y="4875282"/>
                  </a:cubicBezTo>
                  <a:cubicBezTo>
                    <a:pt x="3121701" y="4830832"/>
                    <a:pt x="3393938" y="4741424"/>
                    <a:pt x="3620803" y="4600200"/>
                  </a:cubicBezTo>
                  <a:cubicBezTo>
                    <a:pt x="3712692" y="4543050"/>
                    <a:pt x="3817291" y="4471168"/>
                    <a:pt x="3877407" y="4378966"/>
                  </a:cubicBezTo>
                  <a:cubicBezTo>
                    <a:pt x="3960400" y="4251712"/>
                    <a:pt x="3962306" y="4166749"/>
                    <a:pt x="3963959" y="4023366"/>
                  </a:cubicBezTo>
                  <a:cubicBezTo>
                    <a:pt x="3963959" y="4023366"/>
                    <a:pt x="3976668" y="3858266"/>
                    <a:pt x="3976668" y="3858266"/>
                  </a:cubicBezTo>
                  <a:cubicBezTo>
                    <a:pt x="3976668" y="3858266"/>
                    <a:pt x="3989378" y="3528066"/>
                    <a:pt x="3989378" y="3528066"/>
                  </a:cubicBezTo>
                  <a:cubicBezTo>
                    <a:pt x="3989378" y="3528066"/>
                    <a:pt x="4002087" y="3324866"/>
                    <a:pt x="4002087" y="3324866"/>
                  </a:cubicBezTo>
                  <a:cubicBezTo>
                    <a:pt x="4002087" y="3324866"/>
                    <a:pt x="4027506" y="2715266"/>
                    <a:pt x="4027506" y="2715266"/>
                  </a:cubicBezTo>
                  <a:cubicBezTo>
                    <a:pt x="4027506" y="2715266"/>
                    <a:pt x="4040215" y="2550166"/>
                    <a:pt x="4040215" y="2550166"/>
                  </a:cubicBezTo>
                  <a:cubicBezTo>
                    <a:pt x="4040215" y="2550166"/>
                    <a:pt x="4052925" y="2194566"/>
                    <a:pt x="4052925" y="2194566"/>
                  </a:cubicBezTo>
                  <a:cubicBezTo>
                    <a:pt x="4052925" y="2194566"/>
                    <a:pt x="4065634" y="2029466"/>
                    <a:pt x="4065634" y="2029466"/>
                  </a:cubicBezTo>
                  <a:cubicBezTo>
                    <a:pt x="4065634" y="2029466"/>
                    <a:pt x="4078344" y="1686566"/>
                    <a:pt x="4078344" y="1686566"/>
                  </a:cubicBezTo>
                  <a:cubicBezTo>
                    <a:pt x="4078344" y="1686566"/>
                    <a:pt x="4091053" y="1483366"/>
                    <a:pt x="4091053" y="1483366"/>
                  </a:cubicBezTo>
                  <a:cubicBezTo>
                    <a:pt x="4091053" y="1483366"/>
                    <a:pt x="4103763" y="1242066"/>
                    <a:pt x="4103763" y="1242066"/>
                  </a:cubicBezTo>
                  <a:cubicBezTo>
                    <a:pt x="4103763" y="1242066"/>
                    <a:pt x="4116472" y="886466"/>
                    <a:pt x="4116472" y="886466"/>
                  </a:cubicBezTo>
                  <a:cubicBezTo>
                    <a:pt x="4116472" y="886466"/>
                    <a:pt x="4129182" y="645166"/>
                    <a:pt x="4129182" y="645166"/>
                  </a:cubicBezTo>
                  <a:cubicBezTo>
                    <a:pt x="4129182" y="645166"/>
                    <a:pt x="3976668" y="707523"/>
                    <a:pt x="3976668" y="707523"/>
                  </a:cubicBezTo>
                  <a:cubicBezTo>
                    <a:pt x="3976668" y="707523"/>
                    <a:pt x="3709769" y="782199"/>
                    <a:pt x="3709769" y="782199"/>
                  </a:cubicBezTo>
                  <a:cubicBezTo>
                    <a:pt x="3436897" y="840238"/>
                    <a:pt x="3161101" y="868559"/>
                    <a:pt x="2883653" y="887609"/>
                  </a:cubicBezTo>
                  <a:cubicBezTo>
                    <a:pt x="2883653" y="887609"/>
                    <a:pt x="2756558" y="899166"/>
                    <a:pt x="2756558" y="899166"/>
                  </a:cubicBezTo>
                  <a:cubicBezTo>
                    <a:pt x="2756558" y="899166"/>
                    <a:pt x="2515078" y="911866"/>
                    <a:pt x="2515078" y="911866"/>
                  </a:cubicBezTo>
                  <a:cubicBezTo>
                    <a:pt x="2515078" y="911866"/>
                    <a:pt x="1752509" y="911866"/>
                    <a:pt x="1752509" y="911866"/>
                  </a:cubicBezTo>
                  <a:cubicBezTo>
                    <a:pt x="1752509" y="911866"/>
                    <a:pt x="1599996" y="900309"/>
                    <a:pt x="1599996" y="900309"/>
                  </a:cubicBezTo>
                  <a:cubicBezTo>
                    <a:pt x="1319116" y="881132"/>
                    <a:pt x="1039253" y="865765"/>
                    <a:pt x="761170" y="815600"/>
                  </a:cubicBezTo>
                  <a:cubicBezTo>
                    <a:pt x="547270" y="777119"/>
                    <a:pt x="342774" y="741432"/>
                    <a:pt x="151115" y="632466"/>
                  </a:cubicBezTo>
                  <a:close/>
                  <a:moveTo>
                    <a:pt x="1409354" y="3134366"/>
                  </a:moveTo>
                  <a:cubicBezTo>
                    <a:pt x="1410370" y="3178562"/>
                    <a:pt x="1419775" y="3300609"/>
                    <a:pt x="1456124" y="3328168"/>
                  </a:cubicBezTo>
                  <a:cubicBezTo>
                    <a:pt x="1493744" y="3356489"/>
                    <a:pt x="1539117" y="3294132"/>
                    <a:pt x="1517003" y="3197866"/>
                  </a:cubicBezTo>
                  <a:cubicBezTo>
                    <a:pt x="1497430" y="3112268"/>
                    <a:pt x="1428545" y="3039370"/>
                    <a:pt x="1394483" y="2956566"/>
                  </a:cubicBezTo>
                  <a:cubicBezTo>
                    <a:pt x="1337672" y="2818898"/>
                    <a:pt x="1331444" y="2683643"/>
                    <a:pt x="1333097" y="2537466"/>
                  </a:cubicBezTo>
                  <a:cubicBezTo>
                    <a:pt x="1333986" y="2463425"/>
                    <a:pt x="1351525" y="2256542"/>
                    <a:pt x="1423334" y="2220855"/>
                  </a:cubicBezTo>
                  <a:cubicBezTo>
                    <a:pt x="1489550" y="2187835"/>
                    <a:pt x="1528187" y="2273179"/>
                    <a:pt x="1544582" y="2321566"/>
                  </a:cubicBezTo>
                  <a:cubicBezTo>
                    <a:pt x="1584617" y="2439930"/>
                    <a:pt x="1616899" y="2573915"/>
                    <a:pt x="1511029" y="2664466"/>
                  </a:cubicBezTo>
                  <a:cubicBezTo>
                    <a:pt x="1509504" y="2633859"/>
                    <a:pt x="1501751" y="2541784"/>
                    <a:pt x="1463496" y="2533529"/>
                  </a:cubicBezTo>
                  <a:cubicBezTo>
                    <a:pt x="1409354" y="2521845"/>
                    <a:pt x="1417742" y="2635891"/>
                    <a:pt x="1426257" y="2664466"/>
                  </a:cubicBezTo>
                  <a:cubicBezTo>
                    <a:pt x="1449261" y="2741174"/>
                    <a:pt x="1511792" y="2795149"/>
                    <a:pt x="1544455" y="2880366"/>
                  </a:cubicBezTo>
                  <a:cubicBezTo>
                    <a:pt x="1611180" y="3054737"/>
                    <a:pt x="1600250" y="3169799"/>
                    <a:pt x="1599996" y="3350266"/>
                  </a:cubicBezTo>
                  <a:cubicBezTo>
                    <a:pt x="1599869" y="3422783"/>
                    <a:pt x="1585634" y="3630301"/>
                    <a:pt x="1497049" y="3648843"/>
                  </a:cubicBezTo>
                  <a:cubicBezTo>
                    <a:pt x="1428418" y="3663321"/>
                    <a:pt x="1398423" y="3578612"/>
                    <a:pt x="1382537" y="3528066"/>
                  </a:cubicBezTo>
                  <a:cubicBezTo>
                    <a:pt x="1359024" y="3453390"/>
                    <a:pt x="1310601" y="3254762"/>
                    <a:pt x="1347967" y="3185928"/>
                  </a:cubicBezTo>
                  <a:cubicBezTo>
                    <a:pt x="1364743" y="3155067"/>
                    <a:pt x="1380249" y="3148971"/>
                    <a:pt x="1409354" y="3134366"/>
                  </a:cubicBezTo>
                  <a:close/>
                  <a:moveTo>
                    <a:pt x="1790638" y="2219966"/>
                  </a:moveTo>
                  <a:cubicBezTo>
                    <a:pt x="1815803" y="2297690"/>
                    <a:pt x="1815930" y="2303913"/>
                    <a:pt x="1816057" y="2385066"/>
                  </a:cubicBezTo>
                  <a:cubicBezTo>
                    <a:pt x="1816057" y="2385066"/>
                    <a:pt x="1816057" y="2473966"/>
                    <a:pt x="1816057" y="2473966"/>
                  </a:cubicBezTo>
                  <a:cubicBezTo>
                    <a:pt x="1815676" y="2504700"/>
                    <a:pt x="1816057" y="2568962"/>
                    <a:pt x="1784791" y="2586107"/>
                  </a:cubicBezTo>
                  <a:cubicBezTo>
                    <a:pt x="1743613" y="2608840"/>
                    <a:pt x="1730395" y="2537085"/>
                    <a:pt x="1728234" y="2512066"/>
                  </a:cubicBezTo>
                  <a:cubicBezTo>
                    <a:pt x="1724040" y="2463806"/>
                    <a:pt x="1720863" y="2284990"/>
                    <a:pt x="1743740" y="2249303"/>
                  </a:cubicBezTo>
                  <a:cubicBezTo>
                    <a:pt x="1757847" y="2227332"/>
                    <a:pt x="1768651" y="2227459"/>
                    <a:pt x="1790638" y="2219966"/>
                  </a:cubicBezTo>
                  <a:close/>
                  <a:moveTo>
                    <a:pt x="1993989" y="2372366"/>
                  </a:moveTo>
                  <a:cubicBezTo>
                    <a:pt x="1993989" y="2372366"/>
                    <a:pt x="2059570" y="2372366"/>
                    <a:pt x="2059570" y="2372366"/>
                  </a:cubicBezTo>
                  <a:cubicBezTo>
                    <a:pt x="2059570" y="2372366"/>
                    <a:pt x="2059570" y="2600204"/>
                    <a:pt x="2059570" y="2600204"/>
                  </a:cubicBezTo>
                  <a:cubicBezTo>
                    <a:pt x="2073551" y="2645416"/>
                    <a:pt x="2101512" y="2645035"/>
                    <a:pt x="2118924" y="2671070"/>
                  </a:cubicBezTo>
                  <a:cubicBezTo>
                    <a:pt x="2134684" y="2694438"/>
                    <a:pt x="2133413" y="2726188"/>
                    <a:pt x="2133794" y="2753366"/>
                  </a:cubicBezTo>
                  <a:cubicBezTo>
                    <a:pt x="2134175" y="2787021"/>
                    <a:pt x="2137225" y="2875032"/>
                    <a:pt x="2124389" y="2902337"/>
                  </a:cubicBezTo>
                  <a:cubicBezTo>
                    <a:pt x="2099605" y="2955042"/>
                    <a:pt x="2059697" y="2918720"/>
                    <a:pt x="2057537" y="3032766"/>
                  </a:cubicBezTo>
                  <a:cubicBezTo>
                    <a:pt x="2055376" y="3151257"/>
                    <a:pt x="2046098" y="3274701"/>
                    <a:pt x="2082956" y="3388366"/>
                  </a:cubicBezTo>
                  <a:cubicBezTo>
                    <a:pt x="2082956" y="3388366"/>
                    <a:pt x="2131125" y="3362966"/>
                    <a:pt x="2131125" y="3362966"/>
                  </a:cubicBezTo>
                  <a:cubicBezTo>
                    <a:pt x="2131125" y="3362966"/>
                    <a:pt x="2131125" y="3628904"/>
                    <a:pt x="2131125" y="3628904"/>
                  </a:cubicBezTo>
                  <a:cubicBezTo>
                    <a:pt x="2113967" y="3677164"/>
                    <a:pt x="2068213" y="3693420"/>
                    <a:pt x="2034914" y="3651383"/>
                  </a:cubicBezTo>
                  <a:cubicBezTo>
                    <a:pt x="2001869" y="3609600"/>
                    <a:pt x="1997040" y="3540512"/>
                    <a:pt x="1990431" y="3489966"/>
                  </a:cubicBezTo>
                  <a:cubicBezTo>
                    <a:pt x="1990431" y="3489966"/>
                    <a:pt x="1981280" y="3045466"/>
                    <a:pt x="1981280" y="3045466"/>
                  </a:cubicBezTo>
                  <a:cubicBezTo>
                    <a:pt x="1980899" y="2884684"/>
                    <a:pt x="1931459" y="2955296"/>
                    <a:pt x="1932603" y="2766193"/>
                  </a:cubicBezTo>
                  <a:cubicBezTo>
                    <a:pt x="1932857" y="2710694"/>
                    <a:pt x="1922435" y="2672721"/>
                    <a:pt x="1981280" y="2651766"/>
                  </a:cubicBezTo>
                  <a:cubicBezTo>
                    <a:pt x="1981280" y="2651766"/>
                    <a:pt x="1993989" y="2372366"/>
                    <a:pt x="1993989" y="2372366"/>
                  </a:cubicBezTo>
                  <a:close/>
                  <a:moveTo>
                    <a:pt x="2756558" y="3388366"/>
                  </a:moveTo>
                  <a:cubicBezTo>
                    <a:pt x="2801550" y="3250444"/>
                    <a:pt x="2710169" y="3295529"/>
                    <a:pt x="2664414" y="3159766"/>
                  </a:cubicBezTo>
                  <a:cubicBezTo>
                    <a:pt x="2626794" y="3048133"/>
                    <a:pt x="2628320" y="2755525"/>
                    <a:pt x="2688817" y="2653163"/>
                  </a:cubicBezTo>
                  <a:cubicBezTo>
                    <a:pt x="2740926" y="2564771"/>
                    <a:pt x="2811972" y="2607062"/>
                    <a:pt x="2839551" y="2689866"/>
                  </a:cubicBezTo>
                  <a:cubicBezTo>
                    <a:pt x="2874248" y="2794006"/>
                    <a:pt x="2865733" y="2865507"/>
                    <a:pt x="2807396" y="2956566"/>
                  </a:cubicBezTo>
                  <a:cubicBezTo>
                    <a:pt x="2797864" y="2944374"/>
                    <a:pt x="2775241" y="2910719"/>
                    <a:pt x="2763803" y="2904496"/>
                  </a:cubicBezTo>
                  <a:cubicBezTo>
                    <a:pt x="2739273" y="2891034"/>
                    <a:pt x="2718811" y="2915037"/>
                    <a:pt x="2740798" y="2955423"/>
                  </a:cubicBezTo>
                  <a:cubicBezTo>
                    <a:pt x="2760244" y="2991491"/>
                    <a:pt x="2800025" y="3009144"/>
                    <a:pt x="2828240" y="3071374"/>
                  </a:cubicBezTo>
                  <a:cubicBezTo>
                    <a:pt x="2868910" y="3160909"/>
                    <a:pt x="2866368" y="3393065"/>
                    <a:pt x="2845398" y="3489966"/>
                  </a:cubicBezTo>
                  <a:cubicBezTo>
                    <a:pt x="2834594" y="3539623"/>
                    <a:pt x="2807777" y="3645033"/>
                    <a:pt x="2752491" y="3661035"/>
                  </a:cubicBezTo>
                  <a:cubicBezTo>
                    <a:pt x="2684877" y="3680593"/>
                    <a:pt x="2654247" y="3603885"/>
                    <a:pt x="2640902" y="3553466"/>
                  </a:cubicBezTo>
                  <a:cubicBezTo>
                    <a:pt x="2608239" y="3429895"/>
                    <a:pt x="2597308" y="3359029"/>
                    <a:pt x="2693011" y="3261366"/>
                  </a:cubicBezTo>
                  <a:cubicBezTo>
                    <a:pt x="2702670" y="3327787"/>
                    <a:pt x="2705466" y="3342773"/>
                    <a:pt x="2756558" y="3388366"/>
                  </a:cubicBezTo>
                  <a:close/>
                  <a:moveTo>
                    <a:pt x="2451531" y="3286766"/>
                  </a:moveTo>
                  <a:cubicBezTo>
                    <a:pt x="2521560" y="3395859"/>
                    <a:pt x="2511138" y="3471932"/>
                    <a:pt x="2468053" y="3591566"/>
                  </a:cubicBezTo>
                  <a:cubicBezTo>
                    <a:pt x="2449116" y="3644271"/>
                    <a:pt x="2408319" y="3719201"/>
                    <a:pt x="2339815" y="3680085"/>
                  </a:cubicBezTo>
                  <a:cubicBezTo>
                    <a:pt x="2287960" y="3650494"/>
                    <a:pt x="2263685" y="3533019"/>
                    <a:pt x="2254788" y="3477266"/>
                  </a:cubicBezTo>
                  <a:cubicBezTo>
                    <a:pt x="2224158" y="3315722"/>
                    <a:pt x="2226573" y="3029591"/>
                    <a:pt x="2254788" y="2867666"/>
                  </a:cubicBezTo>
                  <a:cubicBezTo>
                    <a:pt x="2267370" y="2805309"/>
                    <a:pt x="2304736" y="2605284"/>
                    <a:pt x="2400057" y="2634748"/>
                  </a:cubicBezTo>
                  <a:cubicBezTo>
                    <a:pt x="2466401" y="2655195"/>
                    <a:pt x="2492837" y="2806579"/>
                    <a:pt x="2500462" y="2867666"/>
                  </a:cubicBezTo>
                  <a:cubicBezTo>
                    <a:pt x="2500462" y="2867666"/>
                    <a:pt x="2515078" y="3045466"/>
                    <a:pt x="2515078" y="3045466"/>
                  </a:cubicBezTo>
                  <a:cubicBezTo>
                    <a:pt x="2515078" y="3045466"/>
                    <a:pt x="2515078" y="3172466"/>
                    <a:pt x="2515078" y="3172466"/>
                  </a:cubicBezTo>
                  <a:cubicBezTo>
                    <a:pt x="2514443" y="3211328"/>
                    <a:pt x="2513045" y="3223901"/>
                    <a:pt x="2502369" y="3261366"/>
                  </a:cubicBezTo>
                  <a:cubicBezTo>
                    <a:pt x="2466020" y="3258699"/>
                    <a:pt x="2357099" y="3253619"/>
                    <a:pt x="2334349" y="3281686"/>
                  </a:cubicBezTo>
                  <a:cubicBezTo>
                    <a:pt x="2309439" y="3312420"/>
                    <a:pt x="2343119" y="3400558"/>
                    <a:pt x="2385950" y="3385826"/>
                  </a:cubicBezTo>
                  <a:cubicBezTo>
                    <a:pt x="2415436" y="3375793"/>
                    <a:pt x="2436534" y="3314198"/>
                    <a:pt x="2451531" y="3286766"/>
                  </a:cubicBezTo>
                  <a:close/>
                  <a:moveTo>
                    <a:pt x="1816057" y="3655066"/>
                  </a:moveTo>
                  <a:cubicBezTo>
                    <a:pt x="1737004" y="3648462"/>
                    <a:pt x="1740308" y="3626745"/>
                    <a:pt x="1739800" y="3553466"/>
                  </a:cubicBezTo>
                  <a:cubicBezTo>
                    <a:pt x="1739800" y="3553466"/>
                    <a:pt x="1739800" y="2981966"/>
                    <a:pt x="1739800" y="2981966"/>
                  </a:cubicBezTo>
                  <a:cubicBezTo>
                    <a:pt x="1739800" y="2981966"/>
                    <a:pt x="1730522" y="2794768"/>
                    <a:pt x="1730522" y="2794768"/>
                  </a:cubicBezTo>
                  <a:cubicBezTo>
                    <a:pt x="1729632" y="2762764"/>
                    <a:pt x="1714889" y="2629541"/>
                    <a:pt x="1785681" y="2659640"/>
                  </a:cubicBezTo>
                  <a:cubicBezTo>
                    <a:pt x="1822412" y="2675261"/>
                    <a:pt x="1816057" y="2746000"/>
                    <a:pt x="1816057" y="2778766"/>
                  </a:cubicBezTo>
                  <a:cubicBezTo>
                    <a:pt x="1816057" y="2778766"/>
                    <a:pt x="1816057" y="3007366"/>
                    <a:pt x="1816057" y="3007366"/>
                  </a:cubicBezTo>
                  <a:cubicBezTo>
                    <a:pt x="1816057" y="3007366"/>
                    <a:pt x="1816057" y="3274066"/>
                    <a:pt x="1816057" y="3274066"/>
                  </a:cubicBezTo>
                  <a:cubicBezTo>
                    <a:pt x="1816057" y="3274066"/>
                    <a:pt x="1816057" y="3655066"/>
                    <a:pt x="1816057" y="3655066"/>
                  </a:cubicBezTo>
                  <a:close/>
                  <a:moveTo>
                    <a:pt x="2387983" y="2893066"/>
                  </a:moveTo>
                  <a:cubicBezTo>
                    <a:pt x="2336637" y="2936373"/>
                    <a:pt x="2333841" y="2955423"/>
                    <a:pt x="2324436" y="3020066"/>
                  </a:cubicBezTo>
                  <a:cubicBezTo>
                    <a:pt x="2324436" y="3020066"/>
                    <a:pt x="2426112" y="3020066"/>
                    <a:pt x="2426112" y="3020066"/>
                  </a:cubicBezTo>
                  <a:cubicBezTo>
                    <a:pt x="2424459" y="2956185"/>
                    <a:pt x="2423824" y="2947422"/>
                    <a:pt x="2387983" y="2893066"/>
                  </a:cubicBezTo>
                  <a:close/>
                </a:path>
              </a:pathLst>
            </a:custGeom>
            <a:solidFill>
              <a:srgbClr val="00A885"/>
            </a:solidFill>
            <a:ln w="0" cap="flat">
              <a:solidFill>
                <a:srgbClr val="00A885"/>
              </a:solidFill>
              <a:prstDash val="solid"/>
              <a:miter/>
            </a:ln>
          </p:spPr>
          <p:txBody>
            <a:bodyPr rtlCol="0" anchor="ctr"/>
            <a:lstStyle/>
            <a:p>
              <a:endParaRPr lang="fr-FR" b="1"/>
            </a:p>
          </p:txBody>
        </p:sp>
      </p:grpSp>
      <p:sp>
        <p:nvSpPr>
          <p:cNvPr id="65" name="Graphique 63">
            <a:extLst>
              <a:ext uri="{FF2B5EF4-FFF2-40B4-BE49-F238E27FC236}">
                <a16:creationId xmlns:a16="http://schemas.microsoft.com/office/drawing/2014/main" id="{35EA262A-33F7-6C03-9064-A29086528901}"/>
              </a:ext>
            </a:extLst>
          </p:cNvPr>
          <p:cNvSpPr>
            <a:spLocks noChangeAspect="1"/>
          </p:cNvSpPr>
          <p:nvPr/>
        </p:nvSpPr>
        <p:spPr>
          <a:xfrm>
            <a:off x="1216600" y="4074834"/>
            <a:ext cx="571304" cy="679601"/>
          </a:xfrm>
          <a:custGeom>
            <a:avLst/>
            <a:gdLst>
              <a:gd name="connsiteX0" fmla="*/ 1714381 w 4257675"/>
              <a:gd name="connsiteY0" fmla="*/ 133 h 5064765"/>
              <a:gd name="connsiteX1" fmla="*/ 2222760 w 4257675"/>
              <a:gd name="connsiteY1" fmla="*/ 133 h 5064765"/>
              <a:gd name="connsiteX2" fmla="*/ 3633512 w 4257675"/>
              <a:gd name="connsiteY2" fmla="*/ 119132 h 5064765"/>
              <a:gd name="connsiteX3" fmla="*/ 4065634 w 4257675"/>
              <a:gd name="connsiteY3" fmla="*/ 248037 h 5064765"/>
              <a:gd name="connsiteX4" fmla="*/ 4236323 w 4257675"/>
              <a:gd name="connsiteY4" fmla="*/ 391166 h 5064765"/>
              <a:gd name="connsiteX5" fmla="*/ 4256277 w 4257675"/>
              <a:gd name="connsiteY5" fmla="*/ 645166 h 5064765"/>
              <a:gd name="connsiteX6" fmla="*/ 4243567 w 4257675"/>
              <a:gd name="connsiteY6" fmla="*/ 810266 h 5064765"/>
              <a:gd name="connsiteX7" fmla="*/ 4230858 w 4257675"/>
              <a:gd name="connsiteY7" fmla="*/ 1165866 h 5064765"/>
              <a:gd name="connsiteX8" fmla="*/ 4218148 w 4257675"/>
              <a:gd name="connsiteY8" fmla="*/ 1356366 h 5064765"/>
              <a:gd name="connsiteX9" fmla="*/ 4205439 w 4257675"/>
              <a:gd name="connsiteY9" fmla="*/ 1597666 h 5064765"/>
              <a:gd name="connsiteX10" fmla="*/ 4192729 w 4257675"/>
              <a:gd name="connsiteY10" fmla="*/ 1953266 h 5064765"/>
              <a:gd name="connsiteX11" fmla="*/ 4180020 w 4257675"/>
              <a:gd name="connsiteY11" fmla="*/ 2194566 h 5064765"/>
              <a:gd name="connsiteX12" fmla="*/ 4167310 w 4257675"/>
              <a:gd name="connsiteY12" fmla="*/ 2410466 h 5064765"/>
              <a:gd name="connsiteX13" fmla="*/ 4141891 w 4257675"/>
              <a:gd name="connsiteY13" fmla="*/ 2969266 h 5064765"/>
              <a:gd name="connsiteX14" fmla="*/ 4128673 w 4257675"/>
              <a:gd name="connsiteY14" fmla="*/ 3159766 h 5064765"/>
              <a:gd name="connsiteX15" fmla="*/ 4128673 w 4257675"/>
              <a:gd name="connsiteY15" fmla="*/ 3299466 h 5064765"/>
              <a:gd name="connsiteX16" fmla="*/ 4116472 w 4257675"/>
              <a:gd name="connsiteY16" fmla="*/ 3451866 h 5064765"/>
              <a:gd name="connsiteX17" fmla="*/ 4103763 w 4257675"/>
              <a:gd name="connsiteY17" fmla="*/ 3705866 h 5064765"/>
              <a:gd name="connsiteX18" fmla="*/ 4091053 w 4257675"/>
              <a:gd name="connsiteY18" fmla="*/ 3947166 h 5064765"/>
              <a:gd name="connsiteX19" fmla="*/ 4091053 w 4257675"/>
              <a:gd name="connsiteY19" fmla="*/ 4023366 h 5064765"/>
              <a:gd name="connsiteX20" fmla="*/ 4068430 w 4257675"/>
              <a:gd name="connsiteY20" fmla="*/ 4251966 h 5064765"/>
              <a:gd name="connsiteX21" fmla="*/ 3697060 w 4257675"/>
              <a:gd name="connsiteY21" fmla="*/ 4697101 h 5064765"/>
              <a:gd name="connsiteX22" fmla="*/ 3455579 w 4257675"/>
              <a:gd name="connsiteY22" fmla="*/ 4826006 h 5064765"/>
              <a:gd name="connsiteX23" fmla="*/ 2642173 w 4257675"/>
              <a:gd name="connsiteY23" fmla="*/ 5030222 h 5064765"/>
              <a:gd name="connsiteX24" fmla="*/ 2451531 w 4257675"/>
              <a:gd name="connsiteY24" fmla="*/ 5052066 h 5064765"/>
              <a:gd name="connsiteX25" fmla="*/ 2057537 w 4257675"/>
              <a:gd name="connsiteY25" fmla="*/ 5064766 h 5064765"/>
              <a:gd name="connsiteX26" fmla="*/ 1841476 w 4257675"/>
              <a:gd name="connsiteY26" fmla="*/ 5052066 h 5064765"/>
              <a:gd name="connsiteX27" fmla="*/ 1447482 w 4257675"/>
              <a:gd name="connsiteY27" fmla="*/ 5004441 h 5064765"/>
              <a:gd name="connsiteX28" fmla="*/ 570528 w 4257675"/>
              <a:gd name="connsiteY28" fmla="*/ 4700657 h 5064765"/>
              <a:gd name="connsiteX29" fmla="*/ 247834 w 4257675"/>
              <a:gd name="connsiteY29" fmla="*/ 4404366 h 5064765"/>
              <a:gd name="connsiteX30" fmla="*/ 163952 w 4257675"/>
              <a:gd name="connsiteY30" fmla="*/ 4175766 h 5064765"/>
              <a:gd name="connsiteX31" fmla="*/ 163952 w 4257675"/>
              <a:gd name="connsiteY31" fmla="*/ 4061466 h 5064765"/>
              <a:gd name="connsiteX32" fmla="*/ 151115 w 4257675"/>
              <a:gd name="connsiteY32" fmla="*/ 3921766 h 5064765"/>
              <a:gd name="connsiteX33" fmla="*/ 138406 w 4257675"/>
              <a:gd name="connsiteY33" fmla="*/ 3629666 h 5064765"/>
              <a:gd name="connsiteX34" fmla="*/ 125696 w 4257675"/>
              <a:gd name="connsiteY34" fmla="*/ 3248666 h 5064765"/>
              <a:gd name="connsiteX35" fmla="*/ 112987 w 4257675"/>
              <a:gd name="connsiteY35" fmla="*/ 3058166 h 5064765"/>
              <a:gd name="connsiteX36" fmla="*/ 87568 w 4257675"/>
              <a:gd name="connsiteY36" fmla="*/ 2410466 h 5064765"/>
              <a:gd name="connsiteX37" fmla="*/ 74350 w 4257675"/>
              <a:gd name="connsiteY37" fmla="*/ 2194566 h 5064765"/>
              <a:gd name="connsiteX38" fmla="*/ 74350 w 4257675"/>
              <a:gd name="connsiteY38" fmla="*/ 2054866 h 5064765"/>
              <a:gd name="connsiteX39" fmla="*/ 62149 w 4257675"/>
              <a:gd name="connsiteY39" fmla="*/ 1915166 h 5064765"/>
              <a:gd name="connsiteX40" fmla="*/ 49439 w 4257675"/>
              <a:gd name="connsiteY40" fmla="*/ 1623066 h 5064765"/>
              <a:gd name="connsiteX41" fmla="*/ 36730 w 4257675"/>
              <a:gd name="connsiteY41" fmla="*/ 1330966 h 5064765"/>
              <a:gd name="connsiteX42" fmla="*/ 24020 w 4257675"/>
              <a:gd name="connsiteY42" fmla="*/ 1076966 h 5064765"/>
              <a:gd name="connsiteX43" fmla="*/ 889 w 4257675"/>
              <a:gd name="connsiteY43" fmla="*/ 543566 h 5064765"/>
              <a:gd name="connsiteX44" fmla="*/ 392595 w 4257675"/>
              <a:gd name="connsiteY44" fmla="*/ 171710 h 5064765"/>
              <a:gd name="connsiteX45" fmla="*/ 1244130 w 4257675"/>
              <a:gd name="connsiteY45" fmla="*/ 34423 h 5064765"/>
              <a:gd name="connsiteX46" fmla="*/ 1549158 w 4257675"/>
              <a:gd name="connsiteY46" fmla="*/ 10166 h 5064765"/>
              <a:gd name="connsiteX47" fmla="*/ 1714381 w 4257675"/>
              <a:gd name="connsiteY47" fmla="*/ 133 h 5064765"/>
              <a:gd name="connsiteX48" fmla="*/ 1650834 w 4257675"/>
              <a:gd name="connsiteY48" fmla="*/ 125609 h 5064765"/>
              <a:gd name="connsiteX49" fmla="*/ 1282259 w 4257675"/>
              <a:gd name="connsiteY49" fmla="*/ 152025 h 5064765"/>
              <a:gd name="connsiteX50" fmla="*/ 481562 w 4257675"/>
              <a:gd name="connsiteY50" fmla="*/ 275342 h 5064765"/>
              <a:gd name="connsiteX51" fmla="*/ 214917 w 4257675"/>
              <a:gd name="connsiteY51" fmla="*/ 376942 h 5064765"/>
              <a:gd name="connsiteX52" fmla="*/ 143744 w 4257675"/>
              <a:gd name="connsiteY52" fmla="*/ 479939 h 5064765"/>
              <a:gd name="connsiteX53" fmla="*/ 265500 w 4257675"/>
              <a:gd name="connsiteY53" fmla="*/ 584460 h 5064765"/>
              <a:gd name="connsiteX54" fmla="*/ 697623 w 4257675"/>
              <a:gd name="connsiteY54" fmla="*/ 703586 h 5064765"/>
              <a:gd name="connsiteX55" fmla="*/ 1587286 w 4257675"/>
              <a:gd name="connsiteY55" fmla="*/ 798709 h 5064765"/>
              <a:gd name="connsiteX56" fmla="*/ 1739800 w 4257675"/>
              <a:gd name="connsiteY56" fmla="*/ 810266 h 5064765"/>
              <a:gd name="connsiteX57" fmla="*/ 2540497 w 4257675"/>
              <a:gd name="connsiteY57" fmla="*/ 810266 h 5064765"/>
              <a:gd name="connsiteX58" fmla="*/ 2883653 w 4257675"/>
              <a:gd name="connsiteY58" fmla="*/ 786009 h 5064765"/>
              <a:gd name="connsiteX59" fmla="*/ 3773316 w 4257675"/>
              <a:gd name="connsiteY59" fmla="*/ 663200 h 5064765"/>
              <a:gd name="connsiteX60" fmla="*/ 4052925 w 4257675"/>
              <a:gd name="connsiteY60" fmla="*/ 564521 h 5064765"/>
              <a:gd name="connsiteX61" fmla="*/ 4120793 w 4257675"/>
              <a:gd name="connsiteY61" fmla="*/ 454666 h 5064765"/>
              <a:gd name="connsiteX62" fmla="*/ 3976668 w 4257675"/>
              <a:gd name="connsiteY62" fmla="*/ 345700 h 5064765"/>
              <a:gd name="connsiteX63" fmla="*/ 3531836 w 4257675"/>
              <a:gd name="connsiteY63" fmla="*/ 225050 h 5064765"/>
              <a:gd name="connsiteX64" fmla="*/ 2769268 w 4257675"/>
              <a:gd name="connsiteY64" fmla="*/ 137166 h 5064765"/>
              <a:gd name="connsiteX65" fmla="*/ 2502369 w 4257675"/>
              <a:gd name="connsiteY65" fmla="*/ 125609 h 5064765"/>
              <a:gd name="connsiteX66" fmla="*/ 2184632 w 4257675"/>
              <a:gd name="connsiteY66" fmla="*/ 125609 h 5064765"/>
              <a:gd name="connsiteX67" fmla="*/ 1650834 w 4257675"/>
              <a:gd name="connsiteY67" fmla="*/ 125609 h 5064765"/>
              <a:gd name="connsiteX68" fmla="*/ 354467 w 4257675"/>
              <a:gd name="connsiteY68" fmla="*/ 518166 h 5064765"/>
              <a:gd name="connsiteX69" fmla="*/ 1078907 w 4257675"/>
              <a:gd name="connsiteY69" fmla="*/ 326015 h 5064765"/>
              <a:gd name="connsiteX70" fmla="*/ 1587286 w 4257675"/>
              <a:gd name="connsiteY70" fmla="*/ 276866 h 5064765"/>
              <a:gd name="connsiteX71" fmla="*/ 1828766 w 4257675"/>
              <a:gd name="connsiteY71" fmla="*/ 264166 h 5064765"/>
              <a:gd name="connsiteX72" fmla="*/ 2426112 w 4257675"/>
              <a:gd name="connsiteY72" fmla="*/ 264166 h 5064765"/>
              <a:gd name="connsiteX73" fmla="*/ 2616754 w 4257675"/>
              <a:gd name="connsiteY73" fmla="*/ 276866 h 5064765"/>
              <a:gd name="connsiteX74" fmla="*/ 3252228 w 4257675"/>
              <a:gd name="connsiteY74" fmla="*/ 338715 h 5064765"/>
              <a:gd name="connsiteX75" fmla="*/ 3900411 w 4257675"/>
              <a:gd name="connsiteY75" fmla="*/ 518166 h 5064765"/>
              <a:gd name="connsiteX76" fmla="*/ 3862283 w 4257675"/>
              <a:gd name="connsiteY76" fmla="*/ 607066 h 5064765"/>
              <a:gd name="connsiteX77" fmla="*/ 3709769 w 4257675"/>
              <a:gd name="connsiteY77" fmla="*/ 548138 h 5064765"/>
              <a:gd name="connsiteX78" fmla="*/ 3353904 w 4257675"/>
              <a:gd name="connsiteY78" fmla="*/ 460000 h 5064765"/>
              <a:gd name="connsiteX79" fmla="*/ 1828766 w 4257675"/>
              <a:gd name="connsiteY79" fmla="*/ 365766 h 5064765"/>
              <a:gd name="connsiteX80" fmla="*/ 1650834 w 4257675"/>
              <a:gd name="connsiteY80" fmla="*/ 378466 h 5064765"/>
              <a:gd name="connsiteX81" fmla="*/ 1587286 w 4257675"/>
              <a:gd name="connsiteY81" fmla="*/ 378466 h 5064765"/>
              <a:gd name="connsiteX82" fmla="*/ 761170 w 4257675"/>
              <a:gd name="connsiteY82" fmla="*/ 486416 h 5064765"/>
              <a:gd name="connsiteX83" fmla="*/ 405305 w 4257675"/>
              <a:gd name="connsiteY83" fmla="*/ 594366 h 5064765"/>
              <a:gd name="connsiteX84" fmla="*/ 354467 w 4257675"/>
              <a:gd name="connsiteY84" fmla="*/ 518166 h 5064765"/>
              <a:gd name="connsiteX85" fmla="*/ 151115 w 4257675"/>
              <a:gd name="connsiteY85" fmla="*/ 632466 h 5064765"/>
              <a:gd name="connsiteX86" fmla="*/ 151115 w 4257675"/>
              <a:gd name="connsiteY86" fmla="*/ 1051566 h 5064765"/>
              <a:gd name="connsiteX87" fmla="*/ 163825 w 4257675"/>
              <a:gd name="connsiteY87" fmla="*/ 1330966 h 5064765"/>
              <a:gd name="connsiteX88" fmla="*/ 176534 w 4257675"/>
              <a:gd name="connsiteY88" fmla="*/ 1724666 h 5064765"/>
              <a:gd name="connsiteX89" fmla="*/ 189244 w 4257675"/>
              <a:gd name="connsiteY89" fmla="*/ 1902466 h 5064765"/>
              <a:gd name="connsiteX90" fmla="*/ 201953 w 4257675"/>
              <a:gd name="connsiteY90" fmla="*/ 2296166 h 5064765"/>
              <a:gd name="connsiteX91" fmla="*/ 214154 w 4257675"/>
              <a:gd name="connsiteY91" fmla="*/ 2423166 h 5064765"/>
              <a:gd name="connsiteX92" fmla="*/ 214154 w 4257675"/>
              <a:gd name="connsiteY92" fmla="*/ 2562866 h 5064765"/>
              <a:gd name="connsiteX93" fmla="*/ 227372 w 4257675"/>
              <a:gd name="connsiteY93" fmla="*/ 2778766 h 5064765"/>
              <a:gd name="connsiteX94" fmla="*/ 240082 w 4257675"/>
              <a:gd name="connsiteY94" fmla="*/ 3058166 h 5064765"/>
              <a:gd name="connsiteX95" fmla="*/ 265500 w 4257675"/>
              <a:gd name="connsiteY95" fmla="*/ 3705866 h 5064765"/>
              <a:gd name="connsiteX96" fmla="*/ 278210 w 4257675"/>
              <a:gd name="connsiteY96" fmla="*/ 3921766 h 5064765"/>
              <a:gd name="connsiteX97" fmla="*/ 355484 w 4257675"/>
              <a:gd name="connsiteY97" fmla="*/ 4340866 h 5064765"/>
              <a:gd name="connsiteX98" fmla="*/ 1053488 w 4257675"/>
              <a:gd name="connsiteY98" fmla="*/ 4785366 h 5064765"/>
              <a:gd name="connsiteX99" fmla="*/ 2845525 w 4257675"/>
              <a:gd name="connsiteY99" fmla="*/ 4877441 h 5064765"/>
              <a:gd name="connsiteX100" fmla="*/ 3620803 w 4257675"/>
              <a:gd name="connsiteY100" fmla="*/ 4600200 h 5064765"/>
              <a:gd name="connsiteX101" fmla="*/ 3877407 w 4257675"/>
              <a:gd name="connsiteY101" fmla="*/ 4378966 h 5064765"/>
              <a:gd name="connsiteX102" fmla="*/ 3963959 w 4257675"/>
              <a:gd name="connsiteY102" fmla="*/ 4010666 h 5064765"/>
              <a:gd name="connsiteX103" fmla="*/ 3976668 w 4257675"/>
              <a:gd name="connsiteY103" fmla="*/ 3845566 h 5064765"/>
              <a:gd name="connsiteX104" fmla="*/ 3989378 w 4257675"/>
              <a:gd name="connsiteY104" fmla="*/ 3515366 h 5064765"/>
              <a:gd name="connsiteX105" fmla="*/ 4002087 w 4257675"/>
              <a:gd name="connsiteY105" fmla="*/ 3324866 h 5064765"/>
              <a:gd name="connsiteX106" fmla="*/ 4014796 w 4257675"/>
              <a:gd name="connsiteY106" fmla="*/ 2981966 h 5064765"/>
              <a:gd name="connsiteX107" fmla="*/ 4027506 w 4257675"/>
              <a:gd name="connsiteY107" fmla="*/ 2740666 h 5064765"/>
              <a:gd name="connsiteX108" fmla="*/ 4040215 w 4257675"/>
              <a:gd name="connsiteY108" fmla="*/ 2537466 h 5064765"/>
              <a:gd name="connsiteX109" fmla="*/ 4052925 w 4257675"/>
              <a:gd name="connsiteY109" fmla="*/ 2207266 h 5064765"/>
              <a:gd name="connsiteX110" fmla="*/ 4065634 w 4257675"/>
              <a:gd name="connsiteY110" fmla="*/ 2016766 h 5064765"/>
              <a:gd name="connsiteX111" fmla="*/ 4078344 w 4257675"/>
              <a:gd name="connsiteY111" fmla="*/ 1737366 h 5064765"/>
              <a:gd name="connsiteX112" fmla="*/ 4091053 w 4257675"/>
              <a:gd name="connsiteY112" fmla="*/ 1432566 h 5064765"/>
              <a:gd name="connsiteX113" fmla="*/ 4103254 w 4257675"/>
              <a:gd name="connsiteY113" fmla="*/ 1280166 h 5064765"/>
              <a:gd name="connsiteX114" fmla="*/ 4103254 w 4257675"/>
              <a:gd name="connsiteY114" fmla="*/ 1140466 h 5064765"/>
              <a:gd name="connsiteX115" fmla="*/ 4116472 w 4257675"/>
              <a:gd name="connsiteY115" fmla="*/ 975366 h 5064765"/>
              <a:gd name="connsiteX116" fmla="*/ 4129182 w 4257675"/>
              <a:gd name="connsiteY116" fmla="*/ 645166 h 5064765"/>
              <a:gd name="connsiteX117" fmla="*/ 3976668 w 4257675"/>
              <a:gd name="connsiteY117" fmla="*/ 707904 h 5064765"/>
              <a:gd name="connsiteX118" fmla="*/ 3709769 w 4257675"/>
              <a:gd name="connsiteY118" fmla="*/ 782199 h 5064765"/>
              <a:gd name="connsiteX119" fmla="*/ 2985329 w 4257675"/>
              <a:gd name="connsiteY119" fmla="*/ 886466 h 5064765"/>
              <a:gd name="connsiteX120" fmla="*/ 2883653 w 4257675"/>
              <a:gd name="connsiteY120" fmla="*/ 886466 h 5064765"/>
              <a:gd name="connsiteX121" fmla="*/ 2756558 w 4257675"/>
              <a:gd name="connsiteY121" fmla="*/ 899166 h 5064765"/>
              <a:gd name="connsiteX122" fmla="*/ 2515078 w 4257675"/>
              <a:gd name="connsiteY122" fmla="*/ 911866 h 5064765"/>
              <a:gd name="connsiteX123" fmla="*/ 1739800 w 4257675"/>
              <a:gd name="connsiteY123" fmla="*/ 911866 h 5064765"/>
              <a:gd name="connsiteX124" fmla="*/ 1587286 w 4257675"/>
              <a:gd name="connsiteY124" fmla="*/ 900309 h 5064765"/>
              <a:gd name="connsiteX125" fmla="*/ 1002650 w 4257675"/>
              <a:gd name="connsiteY125" fmla="*/ 850271 h 5064765"/>
              <a:gd name="connsiteX126" fmla="*/ 151115 w 4257675"/>
              <a:gd name="connsiteY126" fmla="*/ 632466 h 5064765"/>
              <a:gd name="connsiteX127" fmla="*/ 674491 w 4257675"/>
              <a:gd name="connsiteY127" fmla="*/ 1632591 h 5064765"/>
              <a:gd name="connsiteX128" fmla="*/ 854331 w 4257675"/>
              <a:gd name="connsiteY128" fmla="*/ 1800866 h 5064765"/>
              <a:gd name="connsiteX129" fmla="*/ 897161 w 4257675"/>
              <a:gd name="connsiteY129" fmla="*/ 2321566 h 5064765"/>
              <a:gd name="connsiteX130" fmla="*/ 798790 w 4257675"/>
              <a:gd name="connsiteY130" fmla="*/ 2510669 h 5064765"/>
              <a:gd name="connsiteX131" fmla="*/ 613105 w 4257675"/>
              <a:gd name="connsiteY131" fmla="*/ 2321566 h 5064765"/>
              <a:gd name="connsiteX132" fmla="*/ 581839 w 4257675"/>
              <a:gd name="connsiteY132" fmla="*/ 1800866 h 5064765"/>
              <a:gd name="connsiteX133" fmla="*/ 674491 w 4257675"/>
              <a:gd name="connsiteY133" fmla="*/ 1632591 h 5064765"/>
              <a:gd name="connsiteX134" fmla="*/ 3277647 w 4257675"/>
              <a:gd name="connsiteY134" fmla="*/ 1864366 h 5064765"/>
              <a:gd name="connsiteX135" fmla="*/ 3312344 w 4257675"/>
              <a:gd name="connsiteY135" fmla="*/ 1673739 h 5064765"/>
              <a:gd name="connsiteX136" fmla="*/ 3379323 w 4257675"/>
              <a:gd name="connsiteY136" fmla="*/ 1661166 h 5064765"/>
              <a:gd name="connsiteX137" fmla="*/ 3277647 w 4257675"/>
              <a:gd name="connsiteY137" fmla="*/ 1864366 h 5064765"/>
              <a:gd name="connsiteX138" fmla="*/ 2934491 w 4257675"/>
              <a:gd name="connsiteY138" fmla="*/ 1724666 h 5064765"/>
              <a:gd name="connsiteX139" fmla="*/ 2947073 w 4257675"/>
              <a:gd name="connsiteY139" fmla="*/ 1851666 h 5064765"/>
              <a:gd name="connsiteX140" fmla="*/ 2889499 w 4257675"/>
              <a:gd name="connsiteY140" fmla="*/ 1951107 h 5064765"/>
              <a:gd name="connsiteX141" fmla="*/ 2934491 w 4257675"/>
              <a:gd name="connsiteY141" fmla="*/ 1724666 h 5064765"/>
              <a:gd name="connsiteX142" fmla="*/ 710968 w 4257675"/>
              <a:gd name="connsiteY142" fmla="*/ 1824615 h 5064765"/>
              <a:gd name="connsiteX143" fmla="*/ 656571 w 4257675"/>
              <a:gd name="connsiteY143" fmla="*/ 2207266 h 5064765"/>
              <a:gd name="connsiteX144" fmla="*/ 760789 w 4257675"/>
              <a:gd name="connsiteY144" fmla="*/ 2323852 h 5064765"/>
              <a:gd name="connsiteX145" fmla="*/ 833741 w 4257675"/>
              <a:gd name="connsiteY145" fmla="*/ 2194566 h 5064765"/>
              <a:gd name="connsiteX146" fmla="*/ 710968 w 4257675"/>
              <a:gd name="connsiteY146" fmla="*/ 1824615 h 5064765"/>
              <a:gd name="connsiteX147" fmla="*/ 3023457 w 4257675"/>
              <a:gd name="connsiteY147" fmla="*/ 1800866 h 5064765"/>
              <a:gd name="connsiteX148" fmla="*/ 3099714 w 4257675"/>
              <a:gd name="connsiteY148" fmla="*/ 1800866 h 5064765"/>
              <a:gd name="connsiteX149" fmla="*/ 3099714 w 4257675"/>
              <a:gd name="connsiteY149" fmla="*/ 1965966 h 5064765"/>
              <a:gd name="connsiteX150" fmla="*/ 3150552 w 4257675"/>
              <a:gd name="connsiteY150" fmla="*/ 1953266 h 5064765"/>
              <a:gd name="connsiteX151" fmla="*/ 3087005 w 4257675"/>
              <a:gd name="connsiteY151" fmla="*/ 2131066 h 5064765"/>
              <a:gd name="connsiteX152" fmla="*/ 3099714 w 4257675"/>
              <a:gd name="connsiteY152" fmla="*/ 2423166 h 5064765"/>
              <a:gd name="connsiteX153" fmla="*/ 3125133 w 4257675"/>
              <a:gd name="connsiteY153" fmla="*/ 2397766 h 5064765"/>
              <a:gd name="connsiteX154" fmla="*/ 3137843 w 4257675"/>
              <a:gd name="connsiteY154" fmla="*/ 2397766 h 5064765"/>
              <a:gd name="connsiteX155" fmla="*/ 3130217 w 4257675"/>
              <a:gd name="connsiteY155" fmla="*/ 2560961 h 5064765"/>
              <a:gd name="connsiteX156" fmla="*/ 3020915 w 4257675"/>
              <a:gd name="connsiteY156" fmla="*/ 2537212 h 5064765"/>
              <a:gd name="connsiteX157" fmla="*/ 3010748 w 4257675"/>
              <a:gd name="connsiteY157" fmla="*/ 2143766 h 5064765"/>
              <a:gd name="connsiteX158" fmla="*/ 2972619 w 4257675"/>
              <a:gd name="connsiteY158" fmla="*/ 2143766 h 5064765"/>
              <a:gd name="connsiteX159" fmla="*/ 3023457 w 4257675"/>
              <a:gd name="connsiteY159" fmla="*/ 1800866 h 5064765"/>
              <a:gd name="connsiteX160" fmla="*/ 2082956 w 4257675"/>
              <a:gd name="connsiteY160" fmla="*/ 1851666 h 5064765"/>
              <a:gd name="connsiteX161" fmla="*/ 2159213 w 4257675"/>
              <a:gd name="connsiteY161" fmla="*/ 1851666 h 5064765"/>
              <a:gd name="connsiteX162" fmla="*/ 2222760 w 4257675"/>
              <a:gd name="connsiteY162" fmla="*/ 2029466 h 5064765"/>
              <a:gd name="connsiteX163" fmla="*/ 2222760 w 4257675"/>
              <a:gd name="connsiteY163" fmla="*/ 2194566 h 5064765"/>
              <a:gd name="connsiteX164" fmla="*/ 2172049 w 4257675"/>
              <a:gd name="connsiteY164" fmla="*/ 2223903 h 5064765"/>
              <a:gd name="connsiteX165" fmla="*/ 2172049 w 4257675"/>
              <a:gd name="connsiteY165" fmla="*/ 2486666 h 5064765"/>
              <a:gd name="connsiteX166" fmla="*/ 2222760 w 4257675"/>
              <a:gd name="connsiteY166" fmla="*/ 2473966 h 5064765"/>
              <a:gd name="connsiteX167" fmla="*/ 2215134 w 4257675"/>
              <a:gd name="connsiteY167" fmla="*/ 2637161 h 5064765"/>
              <a:gd name="connsiteX168" fmla="*/ 2099478 w 4257675"/>
              <a:gd name="connsiteY168" fmla="*/ 2588266 h 5064765"/>
              <a:gd name="connsiteX169" fmla="*/ 2082956 w 4257675"/>
              <a:gd name="connsiteY169" fmla="*/ 2194566 h 5064765"/>
              <a:gd name="connsiteX170" fmla="*/ 2044827 w 4257675"/>
              <a:gd name="connsiteY170" fmla="*/ 2194566 h 5064765"/>
              <a:gd name="connsiteX171" fmla="*/ 2032118 w 4257675"/>
              <a:gd name="connsiteY171" fmla="*/ 2067566 h 5064765"/>
              <a:gd name="connsiteX172" fmla="*/ 2019408 w 4257675"/>
              <a:gd name="connsiteY172" fmla="*/ 2219966 h 5064765"/>
              <a:gd name="connsiteX173" fmla="*/ 1918876 w 4257675"/>
              <a:gd name="connsiteY173" fmla="*/ 2308866 h 5064765"/>
              <a:gd name="connsiteX174" fmla="*/ 1918876 w 4257675"/>
              <a:gd name="connsiteY174" fmla="*/ 2651766 h 5064765"/>
              <a:gd name="connsiteX175" fmla="*/ 1841476 w 4257675"/>
              <a:gd name="connsiteY175" fmla="*/ 2651766 h 5064765"/>
              <a:gd name="connsiteX176" fmla="*/ 1841476 w 4257675"/>
              <a:gd name="connsiteY176" fmla="*/ 2029466 h 5064765"/>
              <a:gd name="connsiteX177" fmla="*/ 1930442 w 4257675"/>
              <a:gd name="connsiteY177" fmla="*/ 2054866 h 5064765"/>
              <a:gd name="connsiteX178" fmla="*/ 2032118 w 4257675"/>
              <a:gd name="connsiteY178" fmla="*/ 2067566 h 5064765"/>
              <a:gd name="connsiteX179" fmla="*/ 2082956 w 4257675"/>
              <a:gd name="connsiteY179" fmla="*/ 2029466 h 5064765"/>
              <a:gd name="connsiteX180" fmla="*/ 2082956 w 4257675"/>
              <a:gd name="connsiteY180" fmla="*/ 1851666 h 5064765"/>
              <a:gd name="connsiteX181" fmla="*/ 3493708 w 4257675"/>
              <a:gd name="connsiteY181" fmla="*/ 2283466 h 5064765"/>
              <a:gd name="connsiteX182" fmla="*/ 3548359 w 4257675"/>
              <a:gd name="connsiteY182" fmla="*/ 2322836 h 5064765"/>
              <a:gd name="connsiteX183" fmla="*/ 3468416 w 4257675"/>
              <a:gd name="connsiteY183" fmla="*/ 2206631 h 5064765"/>
              <a:gd name="connsiteX184" fmla="*/ 3544673 w 4257675"/>
              <a:gd name="connsiteY184" fmla="*/ 1872240 h 5064765"/>
              <a:gd name="connsiteX185" fmla="*/ 3642155 w 4257675"/>
              <a:gd name="connsiteY185" fmla="*/ 1978666 h 5064765"/>
              <a:gd name="connsiteX186" fmla="*/ 3582674 w 4257675"/>
              <a:gd name="connsiteY186" fmla="*/ 2067566 h 5064765"/>
              <a:gd name="connsiteX187" fmla="*/ 3519127 w 4257675"/>
              <a:gd name="connsiteY187" fmla="*/ 2042166 h 5064765"/>
              <a:gd name="connsiteX188" fmla="*/ 3618769 w 4257675"/>
              <a:gd name="connsiteY188" fmla="*/ 2145417 h 5064765"/>
              <a:gd name="connsiteX189" fmla="*/ 3609110 w 4257675"/>
              <a:gd name="connsiteY189" fmla="*/ 2435866 h 5064765"/>
              <a:gd name="connsiteX190" fmla="*/ 3519127 w 4257675"/>
              <a:gd name="connsiteY190" fmla="*/ 2513590 h 5064765"/>
              <a:gd name="connsiteX191" fmla="*/ 3493708 w 4257675"/>
              <a:gd name="connsiteY191" fmla="*/ 2283466 h 5064765"/>
              <a:gd name="connsiteX192" fmla="*/ 3341194 w 4257675"/>
              <a:gd name="connsiteY192" fmla="*/ 2321566 h 5064765"/>
              <a:gd name="connsiteX193" fmla="*/ 3391270 w 4257675"/>
              <a:gd name="connsiteY193" fmla="*/ 2361444 h 5064765"/>
              <a:gd name="connsiteX194" fmla="*/ 3229986 w 4257675"/>
              <a:gd name="connsiteY194" fmla="*/ 2561342 h 5064765"/>
              <a:gd name="connsiteX195" fmla="*/ 3169235 w 4257675"/>
              <a:gd name="connsiteY195" fmla="*/ 2435866 h 5064765"/>
              <a:gd name="connsiteX196" fmla="*/ 3193256 w 4257675"/>
              <a:gd name="connsiteY196" fmla="*/ 2054866 h 5064765"/>
              <a:gd name="connsiteX197" fmla="*/ 3315648 w 4257675"/>
              <a:gd name="connsiteY197" fmla="*/ 1922024 h 5064765"/>
              <a:gd name="connsiteX198" fmla="*/ 3416689 w 4257675"/>
              <a:gd name="connsiteY198" fmla="*/ 2180723 h 5064765"/>
              <a:gd name="connsiteX199" fmla="*/ 3401818 w 4257675"/>
              <a:gd name="connsiteY199" fmla="*/ 2265051 h 5064765"/>
              <a:gd name="connsiteX200" fmla="*/ 3239518 w 4257675"/>
              <a:gd name="connsiteY200" fmla="*/ 2308866 h 5064765"/>
              <a:gd name="connsiteX201" fmla="*/ 3341194 w 4257675"/>
              <a:gd name="connsiteY201" fmla="*/ 2321566 h 5064765"/>
              <a:gd name="connsiteX202" fmla="*/ 951812 w 4257675"/>
              <a:gd name="connsiteY202" fmla="*/ 1927866 h 5064765"/>
              <a:gd name="connsiteX203" fmla="*/ 1028069 w 4257675"/>
              <a:gd name="connsiteY203" fmla="*/ 1965966 h 5064765"/>
              <a:gd name="connsiteX204" fmla="*/ 1180075 w 4257675"/>
              <a:gd name="connsiteY204" fmla="*/ 2067566 h 5064765"/>
              <a:gd name="connsiteX205" fmla="*/ 1194563 w 4257675"/>
              <a:gd name="connsiteY205" fmla="*/ 2473966 h 5064765"/>
              <a:gd name="connsiteX206" fmla="*/ 1028069 w 4257675"/>
              <a:gd name="connsiteY206" fmla="*/ 2550166 h 5064765"/>
              <a:gd name="connsiteX207" fmla="*/ 1028069 w 4257675"/>
              <a:gd name="connsiteY207" fmla="*/ 2804166 h 5064765"/>
              <a:gd name="connsiteX208" fmla="*/ 964522 w 4257675"/>
              <a:gd name="connsiteY208" fmla="*/ 2689866 h 5064765"/>
              <a:gd name="connsiteX209" fmla="*/ 951812 w 4257675"/>
              <a:gd name="connsiteY209" fmla="*/ 2423166 h 5064765"/>
              <a:gd name="connsiteX210" fmla="*/ 951812 w 4257675"/>
              <a:gd name="connsiteY210" fmla="*/ 2131066 h 5064765"/>
              <a:gd name="connsiteX211" fmla="*/ 951812 w 4257675"/>
              <a:gd name="connsiteY211" fmla="*/ 1927866 h 5064765"/>
              <a:gd name="connsiteX212" fmla="*/ 1320387 w 4257675"/>
              <a:gd name="connsiteY212" fmla="*/ 2004066 h 5064765"/>
              <a:gd name="connsiteX213" fmla="*/ 1479637 w 4257675"/>
              <a:gd name="connsiteY213" fmla="*/ 2092966 h 5064765"/>
              <a:gd name="connsiteX214" fmla="*/ 1491965 w 4257675"/>
              <a:gd name="connsiteY214" fmla="*/ 2512066 h 5064765"/>
              <a:gd name="connsiteX215" fmla="*/ 1320387 w 4257675"/>
              <a:gd name="connsiteY215" fmla="*/ 2600966 h 5064765"/>
              <a:gd name="connsiteX216" fmla="*/ 1320387 w 4257675"/>
              <a:gd name="connsiteY216" fmla="*/ 2854966 h 5064765"/>
              <a:gd name="connsiteX217" fmla="*/ 1256840 w 4257675"/>
              <a:gd name="connsiteY217" fmla="*/ 2854966 h 5064765"/>
              <a:gd name="connsiteX218" fmla="*/ 1244130 w 4257675"/>
              <a:gd name="connsiteY218" fmla="*/ 2423166 h 5064765"/>
              <a:gd name="connsiteX219" fmla="*/ 1231421 w 4257675"/>
              <a:gd name="connsiteY219" fmla="*/ 1978666 h 5064765"/>
              <a:gd name="connsiteX220" fmla="*/ 1320387 w 4257675"/>
              <a:gd name="connsiteY220" fmla="*/ 2004066 h 5064765"/>
              <a:gd name="connsiteX221" fmla="*/ 2667592 w 4257675"/>
              <a:gd name="connsiteY221" fmla="*/ 2029466 h 5064765"/>
              <a:gd name="connsiteX222" fmla="*/ 2804473 w 4257675"/>
              <a:gd name="connsiteY222" fmla="*/ 2105666 h 5064765"/>
              <a:gd name="connsiteX223" fmla="*/ 2804473 w 4257675"/>
              <a:gd name="connsiteY223" fmla="*/ 2626366 h 5064765"/>
              <a:gd name="connsiteX224" fmla="*/ 2731139 w 4257675"/>
              <a:gd name="connsiteY224" fmla="*/ 2639066 h 5064765"/>
              <a:gd name="connsiteX225" fmla="*/ 2731139 w 4257675"/>
              <a:gd name="connsiteY225" fmla="*/ 2296166 h 5064765"/>
              <a:gd name="connsiteX226" fmla="*/ 2701526 w 4257675"/>
              <a:gd name="connsiteY226" fmla="*/ 2198884 h 5064765"/>
              <a:gd name="connsiteX227" fmla="*/ 2644715 w 4257675"/>
              <a:gd name="connsiteY227" fmla="*/ 2270639 h 5064765"/>
              <a:gd name="connsiteX228" fmla="*/ 2629463 w 4257675"/>
              <a:gd name="connsiteY228" fmla="*/ 2537466 h 5064765"/>
              <a:gd name="connsiteX229" fmla="*/ 2616881 w 4257675"/>
              <a:gd name="connsiteY229" fmla="*/ 2629414 h 5064765"/>
              <a:gd name="connsiteX230" fmla="*/ 2556003 w 4257675"/>
              <a:gd name="connsiteY230" fmla="*/ 2569343 h 5064765"/>
              <a:gd name="connsiteX231" fmla="*/ 2565916 w 4257675"/>
              <a:gd name="connsiteY231" fmla="*/ 2181866 h 5064765"/>
              <a:gd name="connsiteX232" fmla="*/ 2578880 w 4257675"/>
              <a:gd name="connsiteY232" fmla="*/ 2037086 h 5064765"/>
              <a:gd name="connsiteX233" fmla="*/ 2667592 w 4257675"/>
              <a:gd name="connsiteY233" fmla="*/ 2029466 h 5064765"/>
              <a:gd name="connsiteX234" fmla="*/ 2870944 w 4257675"/>
              <a:gd name="connsiteY234" fmla="*/ 1991366 h 5064765"/>
              <a:gd name="connsiteX235" fmla="*/ 2934491 w 4257675"/>
              <a:gd name="connsiteY235" fmla="*/ 1991366 h 5064765"/>
              <a:gd name="connsiteX236" fmla="*/ 2934491 w 4257675"/>
              <a:gd name="connsiteY236" fmla="*/ 2397766 h 5064765"/>
              <a:gd name="connsiteX237" fmla="*/ 2909199 w 4257675"/>
              <a:gd name="connsiteY237" fmla="*/ 2604268 h 5064765"/>
              <a:gd name="connsiteX238" fmla="*/ 2858234 w 4257675"/>
              <a:gd name="connsiteY238" fmla="*/ 2626366 h 5064765"/>
              <a:gd name="connsiteX239" fmla="*/ 2870944 w 4257675"/>
              <a:gd name="connsiteY239" fmla="*/ 1991366 h 5064765"/>
              <a:gd name="connsiteX240" fmla="*/ 1626686 w 4257675"/>
              <a:gd name="connsiteY240" fmla="*/ 2013464 h 5064765"/>
              <a:gd name="connsiteX241" fmla="*/ 1781106 w 4257675"/>
              <a:gd name="connsiteY241" fmla="*/ 2131066 h 5064765"/>
              <a:gd name="connsiteX242" fmla="*/ 1794832 w 4257675"/>
              <a:gd name="connsiteY242" fmla="*/ 2512066 h 5064765"/>
              <a:gd name="connsiteX243" fmla="*/ 1712093 w 4257675"/>
              <a:gd name="connsiteY243" fmla="*/ 2655068 h 5064765"/>
              <a:gd name="connsiteX244" fmla="*/ 1551191 w 4257675"/>
              <a:gd name="connsiteY244" fmla="*/ 2512066 h 5064765"/>
              <a:gd name="connsiteX245" fmla="*/ 1626686 w 4257675"/>
              <a:gd name="connsiteY245" fmla="*/ 2013464 h 5064765"/>
              <a:gd name="connsiteX246" fmla="*/ 2502369 w 4257675"/>
              <a:gd name="connsiteY246" fmla="*/ 2649734 h 5064765"/>
              <a:gd name="connsiteX247" fmla="*/ 2307278 w 4257675"/>
              <a:gd name="connsiteY247" fmla="*/ 2649734 h 5064765"/>
              <a:gd name="connsiteX248" fmla="*/ 2260889 w 4257675"/>
              <a:gd name="connsiteY248" fmla="*/ 2435866 h 5064765"/>
              <a:gd name="connsiteX249" fmla="*/ 2260889 w 4257675"/>
              <a:gd name="connsiteY249" fmla="*/ 2118366 h 5064765"/>
              <a:gd name="connsiteX250" fmla="*/ 2337145 w 4257675"/>
              <a:gd name="connsiteY250" fmla="*/ 2029466 h 5064765"/>
              <a:gd name="connsiteX251" fmla="*/ 2362564 w 4257675"/>
              <a:gd name="connsiteY251" fmla="*/ 2499366 h 5064765"/>
              <a:gd name="connsiteX252" fmla="*/ 2411242 w 4257675"/>
              <a:gd name="connsiteY252" fmla="*/ 2448058 h 5064765"/>
              <a:gd name="connsiteX253" fmla="*/ 2438821 w 4257675"/>
              <a:gd name="connsiteY253" fmla="*/ 2029466 h 5064765"/>
              <a:gd name="connsiteX254" fmla="*/ 2515078 w 4257675"/>
              <a:gd name="connsiteY254" fmla="*/ 2029466 h 5064765"/>
              <a:gd name="connsiteX255" fmla="*/ 2515078 w 4257675"/>
              <a:gd name="connsiteY255" fmla="*/ 2461266 h 5064765"/>
              <a:gd name="connsiteX256" fmla="*/ 2502369 w 4257675"/>
              <a:gd name="connsiteY256" fmla="*/ 2649734 h 5064765"/>
              <a:gd name="connsiteX257" fmla="*/ 3315775 w 4257675"/>
              <a:gd name="connsiteY257" fmla="*/ 2080266 h 5064765"/>
              <a:gd name="connsiteX258" fmla="*/ 3252228 w 4257675"/>
              <a:gd name="connsiteY258" fmla="*/ 2169166 h 5064765"/>
              <a:gd name="connsiteX259" fmla="*/ 3341194 w 4257675"/>
              <a:gd name="connsiteY259" fmla="*/ 2156466 h 5064765"/>
              <a:gd name="connsiteX260" fmla="*/ 3315775 w 4257675"/>
              <a:gd name="connsiteY260" fmla="*/ 2080266 h 5064765"/>
              <a:gd name="connsiteX261" fmla="*/ 1067341 w 4257675"/>
              <a:gd name="connsiteY261" fmla="*/ 2129923 h 5064765"/>
              <a:gd name="connsiteX262" fmla="*/ 1028832 w 4257675"/>
              <a:gd name="connsiteY262" fmla="*/ 2334266 h 5064765"/>
              <a:gd name="connsiteX263" fmla="*/ 1099115 w 4257675"/>
              <a:gd name="connsiteY263" fmla="*/ 2395607 h 5064765"/>
              <a:gd name="connsiteX264" fmla="*/ 1067341 w 4257675"/>
              <a:gd name="connsiteY264" fmla="*/ 2129923 h 5064765"/>
              <a:gd name="connsiteX265" fmla="*/ 1360803 w 4257675"/>
              <a:gd name="connsiteY265" fmla="*/ 2168023 h 5064765"/>
              <a:gd name="connsiteX266" fmla="*/ 1319498 w 4257675"/>
              <a:gd name="connsiteY266" fmla="*/ 2372366 h 5064765"/>
              <a:gd name="connsiteX267" fmla="*/ 1383553 w 4257675"/>
              <a:gd name="connsiteY267" fmla="*/ 2442851 h 5064765"/>
              <a:gd name="connsiteX268" fmla="*/ 1360803 w 4257675"/>
              <a:gd name="connsiteY268" fmla="*/ 2168023 h 5064765"/>
              <a:gd name="connsiteX269" fmla="*/ 1663543 w 4257675"/>
              <a:gd name="connsiteY269" fmla="*/ 2194947 h 5064765"/>
              <a:gd name="connsiteX270" fmla="*/ 1614484 w 4257675"/>
              <a:gd name="connsiteY270" fmla="*/ 2410466 h 5064765"/>
              <a:gd name="connsiteX271" fmla="*/ 1686293 w 4257675"/>
              <a:gd name="connsiteY271" fmla="*/ 2471807 h 5064765"/>
              <a:gd name="connsiteX272" fmla="*/ 1663543 w 4257675"/>
              <a:gd name="connsiteY272" fmla="*/ 2194947 h 5064765"/>
              <a:gd name="connsiteX273" fmla="*/ 1053488 w 4257675"/>
              <a:gd name="connsiteY273" fmla="*/ 2905766 h 5064765"/>
              <a:gd name="connsiteX274" fmla="*/ 1093142 w 4257675"/>
              <a:gd name="connsiteY274" fmla="*/ 3058166 h 5064765"/>
              <a:gd name="connsiteX275" fmla="*/ 1081830 w 4257675"/>
              <a:gd name="connsiteY275" fmla="*/ 3515366 h 5064765"/>
              <a:gd name="connsiteX276" fmla="*/ 1081830 w 4257675"/>
              <a:gd name="connsiteY276" fmla="*/ 3743966 h 5064765"/>
              <a:gd name="connsiteX277" fmla="*/ 1053488 w 4257675"/>
              <a:gd name="connsiteY277" fmla="*/ 2905766 h 5064765"/>
              <a:gd name="connsiteX278" fmla="*/ 3112424 w 4257675"/>
              <a:gd name="connsiteY278" fmla="*/ 2918466 h 5064765"/>
              <a:gd name="connsiteX279" fmla="*/ 3175971 w 4257675"/>
              <a:gd name="connsiteY279" fmla="*/ 3159766 h 5064765"/>
              <a:gd name="connsiteX280" fmla="*/ 3112424 w 4257675"/>
              <a:gd name="connsiteY280" fmla="*/ 3756666 h 5064765"/>
              <a:gd name="connsiteX281" fmla="*/ 3091326 w 4257675"/>
              <a:gd name="connsiteY281" fmla="*/ 3578866 h 5064765"/>
              <a:gd name="connsiteX282" fmla="*/ 3125006 w 4257675"/>
              <a:gd name="connsiteY282" fmla="*/ 3299466 h 5064765"/>
              <a:gd name="connsiteX283" fmla="*/ 3080904 w 4257675"/>
              <a:gd name="connsiteY283" fmla="*/ 3007366 h 5064765"/>
              <a:gd name="connsiteX284" fmla="*/ 3112424 w 4257675"/>
              <a:gd name="connsiteY284" fmla="*/ 2918466 h 5064765"/>
              <a:gd name="connsiteX285" fmla="*/ 1180583 w 4257675"/>
              <a:gd name="connsiteY285" fmla="*/ 3401066 h 5064765"/>
              <a:gd name="connsiteX286" fmla="*/ 1212229 w 4257675"/>
              <a:gd name="connsiteY286" fmla="*/ 3484124 h 5064765"/>
              <a:gd name="connsiteX287" fmla="*/ 1258365 w 4257675"/>
              <a:gd name="connsiteY287" fmla="*/ 3451612 h 5064765"/>
              <a:gd name="connsiteX288" fmla="*/ 1188590 w 4257675"/>
              <a:gd name="connsiteY288" fmla="*/ 3350266 h 5064765"/>
              <a:gd name="connsiteX289" fmla="*/ 1136481 w 4257675"/>
              <a:gd name="connsiteY289" fmla="*/ 3058166 h 5064765"/>
              <a:gd name="connsiteX290" fmla="*/ 1230150 w 4257675"/>
              <a:gd name="connsiteY290" fmla="*/ 2977648 h 5064765"/>
              <a:gd name="connsiteX291" fmla="*/ 1256840 w 4257675"/>
              <a:gd name="connsiteY291" fmla="*/ 3185166 h 5064765"/>
              <a:gd name="connsiteX292" fmla="*/ 1206002 w 4257675"/>
              <a:gd name="connsiteY292" fmla="*/ 3121666 h 5064765"/>
              <a:gd name="connsiteX293" fmla="*/ 1290774 w 4257675"/>
              <a:gd name="connsiteY293" fmla="*/ 3312293 h 5064765"/>
              <a:gd name="connsiteX294" fmla="*/ 1328648 w 4257675"/>
              <a:gd name="connsiteY294" fmla="*/ 3533400 h 5064765"/>
              <a:gd name="connsiteX295" fmla="*/ 1244130 w 4257675"/>
              <a:gd name="connsiteY295" fmla="*/ 3664083 h 5064765"/>
              <a:gd name="connsiteX296" fmla="*/ 1142709 w 4257675"/>
              <a:gd name="connsiteY296" fmla="*/ 3431673 h 5064765"/>
              <a:gd name="connsiteX297" fmla="*/ 1180583 w 4257675"/>
              <a:gd name="connsiteY297" fmla="*/ 3401066 h 5064765"/>
              <a:gd name="connsiteX298" fmla="*/ 1574577 w 4257675"/>
              <a:gd name="connsiteY298" fmla="*/ 3032766 h 5064765"/>
              <a:gd name="connsiteX299" fmla="*/ 1638124 w 4257675"/>
              <a:gd name="connsiteY299" fmla="*/ 3147066 h 5064765"/>
              <a:gd name="connsiteX300" fmla="*/ 1638124 w 4257675"/>
              <a:gd name="connsiteY300" fmla="*/ 3718566 h 5064765"/>
              <a:gd name="connsiteX301" fmla="*/ 1574577 w 4257675"/>
              <a:gd name="connsiteY301" fmla="*/ 3705866 h 5064765"/>
              <a:gd name="connsiteX302" fmla="*/ 1574577 w 4257675"/>
              <a:gd name="connsiteY302" fmla="*/ 3032766 h 5064765"/>
              <a:gd name="connsiteX303" fmla="*/ 2082956 w 4257675"/>
              <a:gd name="connsiteY303" fmla="*/ 3337566 h 5064765"/>
              <a:gd name="connsiteX304" fmla="*/ 2114221 w 4257675"/>
              <a:gd name="connsiteY304" fmla="*/ 3209423 h 5064765"/>
              <a:gd name="connsiteX305" fmla="*/ 2235470 w 4257675"/>
              <a:gd name="connsiteY305" fmla="*/ 3058166 h 5064765"/>
              <a:gd name="connsiteX306" fmla="*/ 2235470 w 4257675"/>
              <a:gd name="connsiteY306" fmla="*/ 3210566 h 5064765"/>
              <a:gd name="connsiteX307" fmla="*/ 2184632 w 4257675"/>
              <a:gd name="connsiteY307" fmla="*/ 3210566 h 5064765"/>
              <a:gd name="connsiteX308" fmla="*/ 2248179 w 4257675"/>
              <a:gd name="connsiteY308" fmla="*/ 3375666 h 5064765"/>
              <a:gd name="connsiteX309" fmla="*/ 2405141 w 4257675"/>
              <a:gd name="connsiteY309" fmla="*/ 3254127 h 5064765"/>
              <a:gd name="connsiteX310" fmla="*/ 2463096 w 4257675"/>
              <a:gd name="connsiteY310" fmla="*/ 3489966 h 5064765"/>
              <a:gd name="connsiteX311" fmla="*/ 2408827 w 4257675"/>
              <a:gd name="connsiteY311" fmla="*/ 3702945 h 5064765"/>
              <a:gd name="connsiteX312" fmla="*/ 2285926 w 4257675"/>
              <a:gd name="connsiteY312" fmla="*/ 3714629 h 5064765"/>
              <a:gd name="connsiteX313" fmla="*/ 2235470 w 4257675"/>
              <a:gd name="connsiteY313" fmla="*/ 3388366 h 5064765"/>
              <a:gd name="connsiteX314" fmla="*/ 2184632 w 4257675"/>
              <a:gd name="connsiteY314" fmla="*/ 3388366 h 5064765"/>
              <a:gd name="connsiteX315" fmla="*/ 2184632 w 4257675"/>
              <a:gd name="connsiteY315" fmla="*/ 3604266 h 5064765"/>
              <a:gd name="connsiteX316" fmla="*/ 2177006 w 4257675"/>
              <a:gd name="connsiteY316" fmla="*/ 3714629 h 5064765"/>
              <a:gd name="connsiteX317" fmla="*/ 2121084 w 4257675"/>
              <a:gd name="connsiteY317" fmla="*/ 3743966 h 5064765"/>
              <a:gd name="connsiteX318" fmla="*/ 2121084 w 4257675"/>
              <a:gd name="connsiteY318" fmla="*/ 3388366 h 5064765"/>
              <a:gd name="connsiteX319" fmla="*/ 2070246 w 4257675"/>
              <a:gd name="connsiteY319" fmla="*/ 3362966 h 5064765"/>
              <a:gd name="connsiteX320" fmla="*/ 2042921 w 4257675"/>
              <a:gd name="connsiteY320" fmla="*/ 3426466 h 5064765"/>
              <a:gd name="connsiteX321" fmla="*/ 2042921 w 4257675"/>
              <a:gd name="connsiteY321" fmla="*/ 3713105 h 5064765"/>
              <a:gd name="connsiteX322" fmla="*/ 1893966 w 4257675"/>
              <a:gd name="connsiteY322" fmla="*/ 3655066 h 5064765"/>
              <a:gd name="connsiteX323" fmla="*/ 1943152 w 4257675"/>
              <a:gd name="connsiteY323" fmla="*/ 3528066 h 5064765"/>
              <a:gd name="connsiteX324" fmla="*/ 1903117 w 4257675"/>
              <a:gd name="connsiteY324" fmla="*/ 3299720 h 5064765"/>
              <a:gd name="connsiteX325" fmla="*/ 1993608 w 4257675"/>
              <a:gd name="connsiteY325" fmla="*/ 3233934 h 5064765"/>
              <a:gd name="connsiteX326" fmla="*/ 2082956 w 4257675"/>
              <a:gd name="connsiteY326" fmla="*/ 3337566 h 5064765"/>
              <a:gd name="connsiteX327" fmla="*/ 3010239 w 4257675"/>
              <a:gd name="connsiteY327" fmla="*/ 3477266 h 5064765"/>
              <a:gd name="connsiteX328" fmla="*/ 3010239 w 4257675"/>
              <a:gd name="connsiteY328" fmla="*/ 3640969 h 5064765"/>
              <a:gd name="connsiteX329" fmla="*/ 2901700 w 4257675"/>
              <a:gd name="connsiteY329" fmla="*/ 3672719 h 5064765"/>
              <a:gd name="connsiteX330" fmla="*/ 2871579 w 4257675"/>
              <a:gd name="connsiteY330" fmla="*/ 3286766 h 5064765"/>
              <a:gd name="connsiteX331" fmla="*/ 2984058 w 4257675"/>
              <a:gd name="connsiteY331" fmla="*/ 3180848 h 5064765"/>
              <a:gd name="connsiteX332" fmla="*/ 3041632 w 4257675"/>
              <a:gd name="connsiteY332" fmla="*/ 3446659 h 5064765"/>
              <a:gd name="connsiteX333" fmla="*/ 3010239 w 4257675"/>
              <a:gd name="connsiteY333" fmla="*/ 3477266 h 5064765"/>
              <a:gd name="connsiteX334" fmla="*/ 1536448 w 4257675"/>
              <a:gd name="connsiteY334" fmla="*/ 3705866 h 5064765"/>
              <a:gd name="connsiteX335" fmla="*/ 1412022 w 4257675"/>
              <a:gd name="connsiteY335" fmla="*/ 3692277 h 5064765"/>
              <a:gd name="connsiteX336" fmla="*/ 1369954 w 4257675"/>
              <a:gd name="connsiteY336" fmla="*/ 3350266 h 5064765"/>
              <a:gd name="connsiteX337" fmla="*/ 1391052 w 4257675"/>
              <a:gd name="connsiteY337" fmla="*/ 3207264 h 5064765"/>
              <a:gd name="connsiteX338" fmla="*/ 1447101 w 4257675"/>
              <a:gd name="connsiteY338" fmla="*/ 3192024 h 5064765"/>
              <a:gd name="connsiteX339" fmla="*/ 1536448 w 4257675"/>
              <a:gd name="connsiteY339" fmla="*/ 3401066 h 5064765"/>
              <a:gd name="connsiteX340" fmla="*/ 1536448 w 4257675"/>
              <a:gd name="connsiteY340" fmla="*/ 3553466 h 5064765"/>
              <a:gd name="connsiteX341" fmla="*/ 1549158 w 4257675"/>
              <a:gd name="connsiteY341" fmla="*/ 3693166 h 5064765"/>
              <a:gd name="connsiteX342" fmla="*/ 1536448 w 4257675"/>
              <a:gd name="connsiteY342" fmla="*/ 3705866 h 5064765"/>
              <a:gd name="connsiteX343" fmla="*/ 2629463 w 4257675"/>
              <a:gd name="connsiteY343" fmla="*/ 3299466 h 5064765"/>
              <a:gd name="connsiteX344" fmla="*/ 2743722 w 4257675"/>
              <a:gd name="connsiteY344" fmla="*/ 3204724 h 5064765"/>
              <a:gd name="connsiteX345" fmla="*/ 2781977 w 4257675"/>
              <a:gd name="connsiteY345" fmla="*/ 3401066 h 5064765"/>
              <a:gd name="connsiteX346" fmla="*/ 2781977 w 4257675"/>
              <a:gd name="connsiteY346" fmla="*/ 3502666 h 5064765"/>
              <a:gd name="connsiteX347" fmla="*/ 2742705 w 4257675"/>
              <a:gd name="connsiteY347" fmla="*/ 3712343 h 5064765"/>
              <a:gd name="connsiteX348" fmla="*/ 2629463 w 4257675"/>
              <a:gd name="connsiteY348" fmla="*/ 3477266 h 5064765"/>
              <a:gd name="connsiteX349" fmla="*/ 2552444 w 4257675"/>
              <a:gd name="connsiteY349" fmla="*/ 3439420 h 5064765"/>
              <a:gd name="connsiteX350" fmla="*/ 2538591 w 4257675"/>
              <a:gd name="connsiteY350" fmla="*/ 3679704 h 5064765"/>
              <a:gd name="connsiteX351" fmla="*/ 2496522 w 4257675"/>
              <a:gd name="connsiteY351" fmla="*/ 3716407 h 5064765"/>
              <a:gd name="connsiteX352" fmla="*/ 2489659 w 4257675"/>
              <a:gd name="connsiteY352" fmla="*/ 3553466 h 5064765"/>
              <a:gd name="connsiteX353" fmla="*/ 2489659 w 4257675"/>
              <a:gd name="connsiteY353" fmla="*/ 3235966 h 5064765"/>
              <a:gd name="connsiteX354" fmla="*/ 2629463 w 4257675"/>
              <a:gd name="connsiteY354" fmla="*/ 3210566 h 5064765"/>
              <a:gd name="connsiteX355" fmla="*/ 2629463 w 4257675"/>
              <a:gd name="connsiteY355" fmla="*/ 3299466 h 5064765"/>
              <a:gd name="connsiteX356" fmla="*/ 1828766 w 4257675"/>
              <a:gd name="connsiteY356" fmla="*/ 3540766 h 5064765"/>
              <a:gd name="connsiteX357" fmla="*/ 1862319 w 4257675"/>
              <a:gd name="connsiteY357" fmla="*/ 3616966 h 5064765"/>
              <a:gd name="connsiteX358" fmla="*/ 1731412 w 4257675"/>
              <a:gd name="connsiteY358" fmla="*/ 3720217 h 5064765"/>
              <a:gd name="connsiteX359" fmla="*/ 1672185 w 4257675"/>
              <a:gd name="connsiteY359" fmla="*/ 3337566 h 5064765"/>
              <a:gd name="connsiteX360" fmla="*/ 1764965 w 4257675"/>
              <a:gd name="connsiteY360" fmla="*/ 3226949 h 5064765"/>
              <a:gd name="connsiteX361" fmla="*/ 1859650 w 4257675"/>
              <a:gd name="connsiteY361" fmla="*/ 3510159 h 5064765"/>
              <a:gd name="connsiteX362" fmla="*/ 1828766 w 4257675"/>
              <a:gd name="connsiteY362" fmla="*/ 3540766 h 5064765"/>
              <a:gd name="connsiteX363" fmla="*/ 2985329 w 4257675"/>
              <a:gd name="connsiteY363" fmla="*/ 3362966 h 5064765"/>
              <a:gd name="connsiteX364" fmla="*/ 2934491 w 4257675"/>
              <a:gd name="connsiteY364" fmla="*/ 3312166 h 5064765"/>
              <a:gd name="connsiteX365" fmla="*/ 2921781 w 4257675"/>
              <a:gd name="connsiteY365" fmla="*/ 3362966 h 5064765"/>
              <a:gd name="connsiteX366" fmla="*/ 2985329 w 4257675"/>
              <a:gd name="connsiteY366" fmla="*/ 3362966 h 5064765"/>
              <a:gd name="connsiteX367" fmla="*/ 1472901 w 4257675"/>
              <a:gd name="connsiteY367" fmla="*/ 3362966 h 5064765"/>
              <a:gd name="connsiteX368" fmla="*/ 1409354 w 4257675"/>
              <a:gd name="connsiteY368" fmla="*/ 3362966 h 5064765"/>
              <a:gd name="connsiteX369" fmla="*/ 1472901 w 4257675"/>
              <a:gd name="connsiteY369" fmla="*/ 3362966 h 5064765"/>
              <a:gd name="connsiteX370" fmla="*/ 1803347 w 4257675"/>
              <a:gd name="connsiteY370" fmla="*/ 3413766 h 5064765"/>
              <a:gd name="connsiteX371" fmla="*/ 1739800 w 4257675"/>
              <a:gd name="connsiteY371" fmla="*/ 3362966 h 5064765"/>
              <a:gd name="connsiteX372" fmla="*/ 1739800 w 4257675"/>
              <a:gd name="connsiteY372" fmla="*/ 3413766 h 5064765"/>
              <a:gd name="connsiteX373" fmla="*/ 1803347 w 4257675"/>
              <a:gd name="connsiteY373" fmla="*/ 3413766 h 5064765"/>
              <a:gd name="connsiteX374" fmla="*/ 1981280 w 4257675"/>
              <a:gd name="connsiteY374" fmla="*/ 3362966 h 5064765"/>
              <a:gd name="connsiteX375" fmla="*/ 2006699 w 4257675"/>
              <a:gd name="connsiteY375" fmla="*/ 3426466 h 5064765"/>
              <a:gd name="connsiteX376" fmla="*/ 1981280 w 4257675"/>
              <a:gd name="connsiteY376" fmla="*/ 3362966 h 5064765"/>
              <a:gd name="connsiteX377" fmla="*/ 2362564 w 4257675"/>
              <a:gd name="connsiteY377" fmla="*/ 3604266 h 5064765"/>
              <a:gd name="connsiteX378" fmla="*/ 2398151 w 4257675"/>
              <a:gd name="connsiteY378" fmla="*/ 3502666 h 5064765"/>
              <a:gd name="connsiteX379" fmla="*/ 2330664 w 4257675"/>
              <a:gd name="connsiteY379" fmla="*/ 3397764 h 5064765"/>
              <a:gd name="connsiteX380" fmla="*/ 2362564 w 4257675"/>
              <a:gd name="connsiteY380" fmla="*/ 3604266 h 5064765"/>
              <a:gd name="connsiteX381" fmla="*/ 2998038 w 4257675"/>
              <a:gd name="connsiteY381" fmla="*/ 3477266 h 5064765"/>
              <a:gd name="connsiteX382" fmla="*/ 2909072 w 4257675"/>
              <a:gd name="connsiteY382" fmla="*/ 3489966 h 5064765"/>
              <a:gd name="connsiteX383" fmla="*/ 2998038 w 4257675"/>
              <a:gd name="connsiteY383" fmla="*/ 3477266 h 5064765"/>
              <a:gd name="connsiteX384" fmla="*/ 1816057 w 4257675"/>
              <a:gd name="connsiteY384" fmla="*/ 3540766 h 5064765"/>
              <a:gd name="connsiteX385" fmla="*/ 1727090 w 4257675"/>
              <a:gd name="connsiteY385" fmla="*/ 3528066 h 5064765"/>
              <a:gd name="connsiteX386" fmla="*/ 1816057 w 4257675"/>
              <a:gd name="connsiteY386" fmla="*/ 3540766 h 5064765"/>
              <a:gd name="connsiteX387" fmla="*/ 2006699 w 4257675"/>
              <a:gd name="connsiteY387" fmla="*/ 3604266 h 5064765"/>
              <a:gd name="connsiteX388" fmla="*/ 1943152 w 4257675"/>
              <a:gd name="connsiteY388" fmla="*/ 3540766 h 5064765"/>
              <a:gd name="connsiteX389" fmla="*/ 2006699 w 4257675"/>
              <a:gd name="connsiteY389" fmla="*/ 3604266 h 5064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Lst>
            <a:rect l="l" t="t" r="r" b="b"/>
            <a:pathLst>
              <a:path w="4257675" h="5064765">
                <a:moveTo>
                  <a:pt x="1714381" y="133"/>
                </a:moveTo>
                <a:cubicBezTo>
                  <a:pt x="1714381" y="133"/>
                  <a:pt x="2222760" y="133"/>
                  <a:pt x="2222760" y="133"/>
                </a:cubicBezTo>
                <a:cubicBezTo>
                  <a:pt x="2696061" y="-2534"/>
                  <a:pt x="3167329" y="34931"/>
                  <a:pt x="3633512" y="119132"/>
                </a:cubicBezTo>
                <a:cubicBezTo>
                  <a:pt x="3776240" y="144913"/>
                  <a:pt x="3933583" y="187966"/>
                  <a:pt x="4065634" y="248037"/>
                </a:cubicBezTo>
                <a:cubicBezTo>
                  <a:pt x="4132868" y="278644"/>
                  <a:pt x="4203278" y="322205"/>
                  <a:pt x="4236323" y="391166"/>
                </a:cubicBezTo>
                <a:cubicBezTo>
                  <a:pt x="4264284" y="449459"/>
                  <a:pt x="4257039" y="577348"/>
                  <a:pt x="4256277" y="645166"/>
                </a:cubicBezTo>
                <a:cubicBezTo>
                  <a:pt x="4256277" y="645166"/>
                  <a:pt x="4243567" y="810266"/>
                  <a:pt x="4243567" y="810266"/>
                </a:cubicBezTo>
                <a:cubicBezTo>
                  <a:pt x="4243567" y="810266"/>
                  <a:pt x="4230858" y="1165866"/>
                  <a:pt x="4230858" y="1165866"/>
                </a:cubicBezTo>
                <a:cubicBezTo>
                  <a:pt x="4230858" y="1165866"/>
                  <a:pt x="4218148" y="1356366"/>
                  <a:pt x="4218148" y="1356366"/>
                </a:cubicBezTo>
                <a:cubicBezTo>
                  <a:pt x="4218148" y="1356366"/>
                  <a:pt x="4205439" y="1597666"/>
                  <a:pt x="4205439" y="1597666"/>
                </a:cubicBezTo>
                <a:cubicBezTo>
                  <a:pt x="4205439" y="1597666"/>
                  <a:pt x="4192729" y="1953266"/>
                  <a:pt x="4192729" y="1953266"/>
                </a:cubicBezTo>
                <a:cubicBezTo>
                  <a:pt x="4192729" y="1953266"/>
                  <a:pt x="4180020" y="2194566"/>
                  <a:pt x="4180020" y="2194566"/>
                </a:cubicBezTo>
                <a:cubicBezTo>
                  <a:pt x="4180020" y="2194566"/>
                  <a:pt x="4167310" y="2410466"/>
                  <a:pt x="4167310" y="2410466"/>
                </a:cubicBezTo>
                <a:cubicBezTo>
                  <a:pt x="4167310" y="2410466"/>
                  <a:pt x="4141891" y="2969266"/>
                  <a:pt x="4141891" y="2969266"/>
                </a:cubicBezTo>
                <a:cubicBezTo>
                  <a:pt x="4141891" y="2969266"/>
                  <a:pt x="4128673" y="3159766"/>
                  <a:pt x="4128673" y="3159766"/>
                </a:cubicBezTo>
                <a:cubicBezTo>
                  <a:pt x="4128673" y="3159766"/>
                  <a:pt x="4128673" y="3299466"/>
                  <a:pt x="4128673" y="3299466"/>
                </a:cubicBezTo>
                <a:cubicBezTo>
                  <a:pt x="4128673" y="3299466"/>
                  <a:pt x="4116472" y="3451866"/>
                  <a:pt x="4116472" y="3451866"/>
                </a:cubicBezTo>
                <a:cubicBezTo>
                  <a:pt x="4116472" y="3451866"/>
                  <a:pt x="4103763" y="3705866"/>
                  <a:pt x="4103763" y="3705866"/>
                </a:cubicBezTo>
                <a:cubicBezTo>
                  <a:pt x="4103763" y="3705866"/>
                  <a:pt x="4091053" y="3947166"/>
                  <a:pt x="4091053" y="3947166"/>
                </a:cubicBezTo>
                <a:cubicBezTo>
                  <a:pt x="4091053" y="3947166"/>
                  <a:pt x="4091053" y="4023366"/>
                  <a:pt x="4091053" y="4023366"/>
                </a:cubicBezTo>
                <a:cubicBezTo>
                  <a:pt x="4090926" y="4072642"/>
                  <a:pt x="4080631" y="4207770"/>
                  <a:pt x="4068430" y="4251966"/>
                </a:cubicBezTo>
                <a:cubicBezTo>
                  <a:pt x="4009204" y="4466215"/>
                  <a:pt x="3878170" y="4583563"/>
                  <a:pt x="3697060" y="4697101"/>
                </a:cubicBezTo>
                <a:cubicBezTo>
                  <a:pt x="3596528" y="4760093"/>
                  <a:pt x="3567804" y="4781048"/>
                  <a:pt x="3455579" y="4826006"/>
                </a:cubicBezTo>
                <a:cubicBezTo>
                  <a:pt x="3146866" y="4949831"/>
                  <a:pt x="2969188" y="4987169"/>
                  <a:pt x="2642173" y="5030222"/>
                </a:cubicBezTo>
                <a:cubicBezTo>
                  <a:pt x="2642173" y="5030222"/>
                  <a:pt x="2451531" y="5052066"/>
                  <a:pt x="2451531" y="5052066"/>
                </a:cubicBezTo>
                <a:cubicBezTo>
                  <a:pt x="2451531" y="5052066"/>
                  <a:pt x="2057537" y="5064766"/>
                  <a:pt x="2057537" y="5064766"/>
                </a:cubicBezTo>
                <a:cubicBezTo>
                  <a:pt x="2057537" y="5064766"/>
                  <a:pt x="1841476" y="5052066"/>
                  <a:pt x="1841476" y="5052066"/>
                </a:cubicBezTo>
                <a:cubicBezTo>
                  <a:pt x="1731412" y="5050669"/>
                  <a:pt x="1558944" y="5022983"/>
                  <a:pt x="1447482" y="5004441"/>
                </a:cubicBezTo>
                <a:cubicBezTo>
                  <a:pt x="1158087" y="4956181"/>
                  <a:pt x="816329" y="4863598"/>
                  <a:pt x="570528" y="4700657"/>
                </a:cubicBezTo>
                <a:cubicBezTo>
                  <a:pt x="441145" y="4614932"/>
                  <a:pt x="330446" y="4542288"/>
                  <a:pt x="247834" y="4404366"/>
                </a:cubicBezTo>
                <a:cubicBezTo>
                  <a:pt x="225847" y="4367663"/>
                  <a:pt x="171450" y="4217803"/>
                  <a:pt x="163952" y="4175766"/>
                </a:cubicBezTo>
                <a:cubicBezTo>
                  <a:pt x="163952" y="4175766"/>
                  <a:pt x="163952" y="4061466"/>
                  <a:pt x="163952" y="4061466"/>
                </a:cubicBezTo>
                <a:cubicBezTo>
                  <a:pt x="163952" y="4061466"/>
                  <a:pt x="151115" y="3921766"/>
                  <a:pt x="151115" y="3921766"/>
                </a:cubicBezTo>
                <a:cubicBezTo>
                  <a:pt x="151115" y="3921766"/>
                  <a:pt x="138406" y="3629666"/>
                  <a:pt x="138406" y="3629666"/>
                </a:cubicBezTo>
                <a:cubicBezTo>
                  <a:pt x="138406" y="3629666"/>
                  <a:pt x="125696" y="3248666"/>
                  <a:pt x="125696" y="3248666"/>
                </a:cubicBezTo>
                <a:cubicBezTo>
                  <a:pt x="125696" y="3248666"/>
                  <a:pt x="112987" y="3058166"/>
                  <a:pt x="112987" y="3058166"/>
                </a:cubicBezTo>
                <a:cubicBezTo>
                  <a:pt x="112987" y="3058166"/>
                  <a:pt x="87568" y="2410466"/>
                  <a:pt x="87568" y="2410466"/>
                </a:cubicBezTo>
                <a:cubicBezTo>
                  <a:pt x="87568" y="2410466"/>
                  <a:pt x="74350" y="2194566"/>
                  <a:pt x="74350" y="2194566"/>
                </a:cubicBezTo>
                <a:cubicBezTo>
                  <a:pt x="74350" y="2194566"/>
                  <a:pt x="74350" y="2054866"/>
                  <a:pt x="74350" y="2054866"/>
                </a:cubicBezTo>
                <a:cubicBezTo>
                  <a:pt x="74350" y="2054866"/>
                  <a:pt x="62149" y="1915166"/>
                  <a:pt x="62149" y="1915166"/>
                </a:cubicBezTo>
                <a:cubicBezTo>
                  <a:pt x="62149" y="1915166"/>
                  <a:pt x="49439" y="1623066"/>
                  <a:pt x="49439" y="1623066"/>
                </a:cubicBezTo>
                <a:cubicBezTo>
                  <a:pt x="49439" y="1623066"/>
                  <a:pt x="36730" y="1330966"/>
                  <a:pt x="36730" y="1330966"/>
                </a:cubicBezTo>
                <a:cubicBezTo>
                  <a:pt x="36730" y="1330966"/>
                  <a:pt x="24020" y="1076966"/>
                  <a:pt x="24020" y="1076966"/>
                </a:cubicBezTo>
                <a:cubicBezTo>
                  <a:pt x="24020" y="1076966"/>
                  <a:pt x="889" y="543566"/>
                  <a:pt x="889" y="543566"/>
                </a:cubicBezTo>
                <a:cubicBezTo>
                  <a:pt x="-15760" y="307092"/>
                  <a:pt x="204622" y="228352"/>
                  <a:pt x="392595" y="171710"/>
                </a:cubicBezTo>
                <a:cubicBezTo>
                  <a:pt x="636871" y="98177"/>
                  <a:pt x="988034" y="52330"/>
                  <a:pt x="1244130" y="34423"/>
                </a:cubicBezTo>
                <a:cubicBezTo>
                  <a:pt x="1244130" y="34423"/>
                  <a:pt x="1549158" y="10166"/>
                  <a:pt x="1549158" y="10166"/>
                </a:cubicBezTo>
                <a:cubicBezTo>
                  <a:pt x="1612070" y="10039"/>
                  <a:pt x="1650707" y="11817"/>
                  <a:pt x="1714381" y="133"/>
                </a:cubicBezTo>
                <a:close/>
                <a:moveTo>
                  <a:pt x="1650834" y="125609"/>
                </a:moveTo>
                <a:cubicBezTo>
                  <a:pt x="1650834" y="125609"/>
                  <a:pt x="1282259" y="152025"/>
                  <a:pt x="1282259" y="152025"/>
                </a:cubicBezTo>
                <a:cubicBezTo>
                  <a:pt x="1014597" y="177552"/>
                  <a:pt x="742233" y="206635"/>
                  <a:pt x="481562" y="275342"/>
                </a:cubicBezTo>
                <a:cubicBezTo>
                  <a:pt x="408863" y="294519"/>
                  <a:pt x="277829" y="339477"/>
                  <a:pt x="214917" y="376942"/>
                </a:cubicBezTo>
                <a:cubicBezTo>
                  <a:pt x="177551" y="399040"/>
                  <a:pt x="136626" y="430790"/>
                  <a:pt x="143744" y="479939"/>
                </a:cubicBezTo>
                <a:cubicBezTo>
                  <a:pt x="151624" y="534422"/>
                  <a:pt x="221144" y="563632"/>
                  <a:pt x="265500" y="584460"/>
                </a:cubicBezTo>
                <a:cubicBezTo>
                  <a:pt x="389291" y="642626"/>
                  <a:pt x="562775" y="676662"/>
                  <a:pt x="697623" y="703586"/>
                </a:cubicBezTo>
                <a:cubicBezTo>
                  <a:pt x="990958" y="762133"/>
                  <a:pt x="1290139" y="778389"/>
                  <a:pt x="1587286" y="798709"/>
                </a:cubicBezTo>
                <a:cubicBezTo>
                  <a:pt x="1587286" y="798709"/>
                  <a:pt x="1739800" y="810266"/>
                  <a:pt x="1739800" y="810266"/>
                </a:cubicBezTo>
                <a:cubicBezTo>
                  <a:pt x="1739800" y="810266"/>
                  <a:pt x="2540497" y="810266"/>
                  <a:pt x="2540497" y="810266"/>
                </a:cubicBezTo>
                <a:cubicBezTo>
                  <a:pt x="2540497" y="810266"/>
                  <a:pt x="2883653" y="786009"/>
                  <a:pt x="2883653" y="786009"/>
                </a:cubicBezTo>
                <a:cubicBezTo>
                  <a:pt x="3180292" y="765689"/>
                  <a:pt x="3485066" y="742448"/>
                  <a:pt x="3773316" y="663200"/>
                </a:cubicBezTo>
                <a:cubicBezTo>
                  <a:pt x="3870290" y="636657"/>
                  <a:pt x="3965484" y="617734"/>
                  <a:pt x="4052925" y="564521"/>
                </a:cubicBezTo>
                <a:cubicBezTo>
                  <a:pt x="4090926" y="541407"/>
                  <a:pt x="4135409" y="505339"/>
                  <a:pt x="4120793" y="454666"/>
                </a:cubicBezTo>
                <a:cubicBezTo>
                  <a:pt x="4104271" y="397008"/>
                  <a:pt x="4026997" y="366909"/>
                  <a:pt x="3976668" y="345700"/>
                </a:cubicBezTo>
                <a:cubicBezTo>
                  <a:pt x="3831653" y="284740"/>
                  <a:pt x="3686384" y="251212"/>
                  <a:pt x="3531836" y="225050"/>
                </a:cubicBezTo>
                <a:cubicBezTo>
                  <a:pt x="3343990" y="193173"/>
                  <a:pt x="2951522" y="139325"/>
                  <a:pt x="2769268" y="137166"/>
                </a:cubicBezTo>
                <a:cubicBezTo>
                  <a:pt x="2769268" y="137166"/>
                  <a:pt x="2502369" y="125609"/>
                  <a:pt x="2502369" y="125609"/>
                </a:cubicBezTo>
                <a:cubicBezTo>
                  <a:pt x="2502369" y="125609"/>
                  <a:pt x="2184632" y="125609"/>
                  <a:pt x="2184632" y="125609"/>
                </a:cubicBezTo>
                <a:cubicBezTo>
                  <a:pt x="2184632" y="125609"/>
                  <a:pt x="1650834" y="125609"/>
                  <a:pt x="1650834" y="125609"/>
                </a:cubicBezTo>
                <a:close/>
                <a:moveTo>
                  <a:pt x="354467" y="518166"/>
                </a:moveTo>
                <a:cubicBezTo>
                  <a:pt x="562140" y="403231"/>
                  <a:pt x="844544" y="358654"/>
                  <a:pt x="1078907" y="326015"/>
                </a:cubicBezTo>
                <a:cubicBezTo>
                  <a:pt x="1078907" y="326015"/>
                  <a:pt x="1587286" y="276866"/>
                  <a:pt x="1587286" y="276866"/>
                </a:cubicBezTo>
                <a:cubicBezTo>
                  <a:pt x="1587286" y="276866"/>
                  <a:pt x="1828766" y="264166"/>
                  <a:pt x="1828766" y="264166"/>
                </a:cubicBezTo>
                <a:cubicBezTo>
                  <a:pt x="1828766" y="264166"/>
                  <a:pt x="2426112" y="264166"/>
                  <a:pt x="2426112" y="264166"/>
                </a:cubicBezTo>
                <a:cubicBezTo>
                  <a:pt x="2426112" y="264166"/>
                  <a:pt x="2616754" y="276866"/>
                  <a:pt x="2616754" y="276866"/>
                </a:cubicBezTo>
                <a:cubicBezTo>
                  <a:pt x="2828494" y="279279"/>
                  <a:pt x="3042394" y="309505"/>
                  <a:pt x="3252228" y="338715"/>
                </a:cubicBezTo>
                <a:cubicBezTo>
                  <a:pt x="3459011" y="367544"/>
                  <a:pt x="3718793" y="414915"/>
                  <a:pt x="3900411" y="518166"/>
                </a:cubicBezTo>
                <a:cubicBezTo>
                  <a:pt x="3900411" y="518166"/>
                  <a:pt x="3862283" y="607066"/>
                  <a:pt x="3862283" y="607066"/>
                </a:cubicBezTo>
                <a:cubicBezTo>
                  <a:pt x="3862283" y="607066"/>
                  <a:pt x="3709769" y="548138"/>
                  <a:pt x="3709769" y="548138"/>
                </a:cubicBezTo>
                <a:cubicBezTo>
                  <a:pt x="3594494" y="509276"/>
                  <a:pt x="3473500" y="481590"/>
                  <a:pt x="3353904" y="460000"/>
                </a:cubicBezTo>
                <a:cubicBezTo>
                  <a:pt x="2850481" y="369322"/>
                  <a:pt x="2339052" y="359797"/>
                  <a:pt x="1828766" y="365766"/>
                </a:cubicBezTo>
                <a:cubicBezTo>
                  <a:pt x="1828766" y="365766"/>
                  <a:pt x="1650834" y="378466"/>
                  <a:pt x="1650834" y="378466"/>
                </a:cubicBezTo>
                <a:cubicBezTo>
                  <a:pt x="1650834" y="378466"/>
                  <a:pt x="1587286" y="378466"/>
                  <a:pt x="1587286" y="378466"/>
                </a:cubicBezTo>
                <a:cubicBezTo>
                  <a:pt x="1401601" y="380625"/>
                  <a:pt x="946347" y="443998"/>
                  <a:pt x="761170" y="486416"/>
                </a:cubicBezTo>
                <a:cubicBezTo>
                  <a:pt x="761170" y="486416"/>
                  <a:pt x="405305" y="594366"/>
                  <a:pt x="405305" y="594366"/>
                </a:cubicBezTo>
                <a:cubicBezTo>
                  <a:pt x="405305" y="594366"/>
                  <a:pt x="354467" y="518166"/>
                  <a:pt x="354467" y="518166"/>
                </a:cubicBezTo>
                <a:close/>
                <a:moveTo>
                  <a:pt x="151115" y="632466"/>
                </a:moveTo>
                <a:cubicBezTo>
                  <a:pt x="116800" y="718953"/>
                  <a:pt x="150988" y="949585"/>
                  <a:pt x="151115" y="1051566"/>
                </a:cubicBezTo>
                <a:cubicBezTo>
                  <a:pt x="151115" y="1051566"/>
                  <a:pt x="163825" y="1330966"/>
                  <a:pt x="163825" y="1330966"/>
                </a:cubicBezTo>
                <a:cubicBezTo>
                  <a:pt x="163825" y="1330966"/>
                  <a:pt x="176534" y="1724666"/>
                  <a:pt x="176534" y="1724666"/>
                </a:cubicBezTo>
                <a:cubicBezTo>
                  <a:pt x="176534" y="1724666"/>
                  <a:pt x="189244" y="1902466"/>
                  <a:pt x="189244" y="1902466"/>
                </a:cubicBezTo>
                <a:cubicBezTo>
                  <a:pt x="189244" y="1902466"/>
                  <a:pt x="201953" y="2296166"/>
                  <a:pt x="201953" y="2296166"/>
                </a:cubicBezTo>
                <a:cubicBezTo>
                  <a:pt x="201953" y="2296166"/>
                  <a:pt x="214154" y="2423166"/>
                  <a:pt x="214154" y="2423166"/>
                </a:cubicBezTo>
                <a:cubicBezTo>
                  <a:pt x="214154" y="2423166"/>
                  <a:pt x="214154" y="2562866"/>
                  <a:pt x="214154" y="2562866"/>
                </a:cubicBezTo>
                <a:cubicBezTo>
                  <a:pt x="214154" y="2562866"/>
                  <a:pt x="227372" y="2778766"/>
                  <a:pt x="227372" y="2778766"/>
                </a:cubicBezTo>
                <a:cubicBezTo>
                  <a:pt x="227372" y="2778766"/>
                  <a:pt x="240082" y="3058166"/>
                  <a:pt x="240082" y="3058166"/>
                </a:cubicBezTo>
                <a:cubicBezTo>
                  <a:pt x="240082" y="3058166"/>
                  <a:pt x="265500" y="3705866"/>
                  <a:pt x="265500" y="3705866"/>
                </a:cubicBezTo>
                <a:cubicBezTo>
                  <a:pt x="265500" y="3705866"/>
                  <a:pt x="278210" y="3921766"/>
                  <a:pt x="278210" y="3921766"/>
                </a:cubicBezTo>
                <a:cubicBezTo>
                  <a:pt x="278464" y="4064387"/>
                  <a:pt x="281769" y="4213231"/>
                  <a:pt x="355484" y="4340866"/>
                </a:cubicBezTo>
                <a:cubicBezTo>
                  <a:pt x="472919" y="4544320"/>
                  <a:pt x="831581" y="4720723"/>
                  <a:pt x="1053488" y="4785366"/>
                </a:cubicBezTo>
                <a:cubicBezTo>
                  <a:pt x="1648800" y="4958721"/>
                  <a:pt x="2235343" y="4978025"/>
                  <a:pt x="2845525" y="4877441"/>
                </a:cubicBezTo>
                <a:cubicBezTo>
                  <a:pt x="3110771" y="4833626"/>
                  <a:pt x="3392413" y="4742313"/>
                  <a:pt x="3620803" y="4600200"/>
                </a:cubicBezTo>
                <a:cubicBezTo>
                  <a:pt x="3712692" y="4543050"/>
                  <a:pt x="3817291" y="4471041"/>
                  <a:pt x="3877407" y="4378966"/>
                </a:cubicBezTo>
                <a:cubicBezTo>
                  <a:pt x="3963577" y="4246886"/>
                  <a:pt x="3962306" y="4159129"/>
                  <a:pt x="3963959" y="4010666"/>
                </a:cubicBezTo>
                <a:cubicBezTo>
                  <a:pt x="3963959" y="4010666"/>
                  <a:pt x="3976668" y="3845566"/>
                  <a:pt x="3976668" y="3845566"/>
                </a:cubicBezTo>
                <a:cubicBezTo>
                  <a:pt x="3976668" y="3845566"/>
                  <a:pt x="3989378" y="3515366"/>
                  <a:pt x="3989378" y="3515366"/>
                </a:cubicBezTo>
                <a:cubicBezTo>
                  <a:pt x="3989378" y="3515366"/>
                  <a:pt x="4002087" y="3324866"/>
                  <a:pt x="4002087" y="3324866"/>
                </a:cubicBezTo>
                <a:cubicBezTo>
                  <a:pt x="4002087" y="3324866"/>
                  <a:pt x="4014796" y="2981966"/>
                  <a:pt x="4014796" y="2981966"/>
                </a:cubicBezTo>
                <a:cubicBezTo>
                  <a:pt x="4014796" y="2981966"/>
                  <a:pt x="4027506" y="2740666"/>
                  <a:pt x="4027506" y="2740666"/>
                </a:cubicBezTo>
                <a:cubicBezTo>
                  <a:pt x="4027506" y="2740666"/>
                  <a:pt x="4040215" y="2537466"/>
                  <a:pt x="4040215" y="2537466"/>
                </a:cubicBezTo>
                <a:cubicBezTo>
                  <a:pt x="4040215" y="2537466"/>
                  <a:pt x="4052925" y="2207266"/>
                  <a:pt x="4052925" y="2207266"/>
                </a:cubicBezTo>
                <a:cubicBezTo>
                  <a:pt x="4052925" y="2207266"/>
                  <a:pt x="4065634" y="2016766"/>
                  <a:pt x="4065634" y="2016766"/>
                </a:cubicBezTo>
                <a:cubicBezTo>
                  <a:pt x="4065634" y="2016766"/>
                  <a:pt x="4078344" y="1737366"/>
                  <a:pt x="4078344" y="1737366"/>
                </a:cubicBezTo>
                <a:cubicBezTo>
                  <a:pt x="4078344" y="1737366"/>
                  <a:pt x="4091053" y="1432566"/>
                  <a:pt x="4091053" y="1432566"/>
                </a:cubicBezTo>
                <a:cubicBezTo>
                  <a:pt x="4091053" y="1432566"/>
                  <a:pt x="4103254" y="1280166"/>
                  <a:pt x="4103254" y="1280166"/>
                </a:cubicBezTo>
                <a:cubicBezTo>
                  <a:pt x="4103254" y="1280166"/>
                  <a:pt x="4103254" y="1140466"/>
                  <a:pt x="4103254" y="1140466"/>
                </a:cubicBezTo>
                <a:cubicBezTo>
                  <a:pt x="4103254" y="1140466"/>
                  <a:pt x="4116472" y="975366"/>
                  <a:pt x="4116472" y="975366"/>
                </a:cubicBezTo>
                <a:cubicBezTo>
                  <a:pt x="4116472" y="975366"/>
                  <a:pt x="4129182" y="645166"/>
                  <a:pt x="4129182" y="645166"/>
                </a:cubicBezTo>
                <a:cubicBezTo>
                  <a:pt x="4129182" y="645166"/>
                  <a:pt x="3976668" y="707904"/>
                  <a:pt x="3976668" y="707904"/>
                </a:cubicBezTo>
                <a:cubicBezTo>
                  <a:pt x="3976668" y="707904"/>
                  <a:pt x="3709769" y="782199"/>
                  <a:pt x="3709769" y="782199"/>
                </a:cubicBezTo>
                <a:cubicBezTo>
                  <a:pt x="3489005" y="829189"/>
                  <a:pt x="3210159" y="869956"/>
                  <a:pt x="2985329" y="886466"/>
                </a:cubicBezTo>
                <a:cubicBezTo>
                  <a:pt x="2985329" y="886466"/>
                  <a:pt x="2883653" y="886466"/>
                  <a:pt x="2883653" y="886466"/>
                </a:cubicBezTo>
                <a:cubicBezTo>
                  <a:pt x="2883653" y="886466"/>
                  <a:pt x="2756558" y="899166"/>
                  <a:pt x="2756558" y="899166"/>
                </a:cubicBezTo>
                <a:cubicBezTo>
                  <a:pt x="2756558" y="899166"/>
                  <a:pt x="2515078" y="911866"/>
                  <a:pt x="2515078" y="911866"/>
                </a:cubicBezTo>
                <a:cubicBezTo>
                  <a:pt x="2515078" y="911866"/>
                  <a:pt x="1739800" y="911866"/>
                  <a:pt x="1739800" y="911866"/>
                </a:cubicBezTo>
                <a:cubicBezTo>
                  <a:pt x="1739800" y="911866"/>
                  <a:pt x="1587286" y="900309"/>
                  <a:pt x="1587286" y="900309"/>
                </a:cubicBezTo>
                <a:cubicBezTo>
                  <a:pt x="1587286" y="900309"/>
                  <a:pt x="1002650" y="850271"/>
                  <a:pt x="1002650" y="850271"/>
                </a:cubicBezTo>
                <a:cubicBezTo>
                  <a:pt x="724186" y="816997"/>
                  <a:pt x="396789" y="772166"/>
                  <a:pt x="151115" y="632466"/>
                </a:cubicBezTo>
                <a:close/>
                <a:moveTo>
                  <a:pt x="674491" y="1632591"/>
                </a:moveTo>
                <a:cubicBezTo>
                  <a:pt x="780107" y="1611509"/>
                  <a:pt x="825353" y="1717173"/>
                  <a:pt x="854331" y="1800866"/>
                </a:cubicBezTo>
                <a:cubicBezTo>
                  <a:pt x="908727" y="1958346"/>
                  <a:pt x="921182" y="2157228"/>
                  <a:pt x="897161" y="2321566"/>
                </a:cubicBezTo>
                <a:cubicBezTo>
                  <a:pt x="888519" y="2380875"/>
                  <a:pt x="858271" y="2484507"/>
                  <a:pt x="798790" y="2510669"/>
                </a:cubicBezTo>
                <a:cubicBezTo>
                  <a:pt x="701944" y="2552960"/>
                  <a:pt x="635473" y="2388368"/>
                  <a:pt x="613105" y="2321566"/>
                </a:cubicBezTo>
                <a:cubicBezTo>
                  <a:pt x="571036" y="2195201"/>
                  <a:pt x="552608" y="1929390"/>
                  <a:pt x="581839" y="1800866"/>
                </a:cubicBezTo>
                <a:cubicBezTo>
                  <a:pt x="597599" y="1731397"/>
                  <a:pt x="611198" y="1672469"/>
                  <a:pt x="674491" y="1632591"/>
                </a:cubicBezTo>
                <a:close/>
                <a:moveTo>
                  <a:pt x="3277647" y="1864366"/>
                </a:moveTo>
                <a:cubicBezTo>
                  <a:pt x="3277647" y="1820170"/>
                  <a:pt x="3276122" y="1702568"/>
                  <a:pt x="3312344" y="1673739"/>
                </a:cubicBezTo>
                <a:cubicBezTo>
                  <a:pt x="3330137" y="1659769"/>
                  <a:pt x="3358098" y="1661801"/>
                  <a:pt x="3379323" y="1661166"/>
                </a:cubicBezTo>
                <a:cubicBezTo>
                  <a:pt x="3366867" y="1742065"/>
                  <a:pt x="3357844" y="1829187"/>
                  <a:pt x="3277647" y="1864366"/>
                </a:cubicBezTo>
                <a:close/>
                <a:moveTo>
                  <a:pt x="2934491" y="1724666"/>
                </a:moveTo>
                <a:cubicBezTo>
                  <a:pt x="2946946" y="1776101"/>
                  <a:pt x="2948344" y="1798834"/>
                  <a:pt x="2947073" y="1851666"/>
                </a:cubicBezTo>
                <a:cubicBezTo>
                  <a:pt x="2946438" y="1877320"/>
                  <a:pt x="2939321" y="1978666"/>
                  <a:pt x="2889499" y="1951107"/>
                </a:cubicBezTo>
                <a:cubicBezTo>
                  <a:pt x="2858870" y="1934343"/>
                  <a:pt x="2816547" y="1762004"/>
                  <a:pt x="2934491" y="1724666"/>
                </a:cubicBezTo>
                <a:close/>
                <a:moveTo>
                  <a:pt x="710968" y="1824615"/>
                </a:moveTo>
                <a:cubicBezTo>
                  <a:pt x="603064" y="1876431"/>
                  <a:pt x="626577" y="2110238"/>
                  <a:pt x="656571" y="2207266"/>
                </a:cubicBezTo>
                <a:cubicBezTo>
                  <a:pt x="669662" y="2249684"/>
                  <a:pt x="703215" y="2335663"/>
                  <a:pt x="760789" y="2323852"/>
                </a:cubicBezTo>
                <a:cubicBezTo>
                  <a:pt x="813787" y="2312930"/>
                  <a:pt x="827895" y="2239143"/>
                  <a:pt x="833741" y="2194566"/>
                </a:cubicBezTo>
                <a:cubicBezTo>
                  <a:pt x="846832" y="2095633"/>
                  <a:pt x="839842" y="1837696"/>
                  <a:pt x="710968" y="1824615"/>
                </a:cubicBezTo>
                <a:close/>
                <a:moveTo>
                  <a:pt x="3023457" y="1800866"/>
                </a:moveTo>
                <a:cubicBezTo>
                  <a:pt x="3023457" y="1800866"/>
                  <a:pt x="3099714" y="1800866"/>
                  <a:pt x="3099714" y="1800866"/>
                </a:cubicBezTo>
                <a:cubicBezTo>
                  <a:pt x="3099714" y="1800866"/>
                  <a:pt x="3099714" y="1965966"/>
                  <a:pt x="3099714" y="1965966"/>
                </a:cubicBezTo>
                <a:cubicBezTo>
                  <a:pt x="3099714" y="1965966"/>
                  <a:pt x="3150552" y="1953266"/>
                  <a:pt x="3150552" y="1953266"/>
                </a:cubicBezTo>
                <a:cubicBezTo>
                  <a:pt x="3150552" y="2032387"/>
                  <a:pt x="3176861" y="2110492"/>
                  <a:pt x="3087005" y="2131066"/>
                </a:cubicBezTo>
                <a:cubicBezTo>
                  <a:pt x="3087005" y="2131066"/>
                  <a:pt x="3099714" y="2423166"/>
                  <a:pt x="3099714" y="2423166"/>
                </a:cubicBezTo>
                <a:cubicBezTo>
                  <a:pt x="3099714" y="2423166"/>
                  <a:pt x="3125133" y="2397766"/>
                  <a:pt x="3125133" y="2397766"/>
                </a:cubicBezTo>
                <a:cubicBezTo>
                  <a:pt x="3125133" y="2397766"/>
                  <a:pt x="3137843" y="2397766"/>
                  <a:pt x="3137843" y="2397766"/>
                </a:cubicBezTo>
                <a:cubicBezTo>
                  <a:pt x="3137843" y="2431929"/>
                  <a:pt x="3141655" y="2534926"/>
                  <a:pt x="3130217" y="2560961"/>
                </a:cubicBezTo>
                <a:cubicBezTo>
                  <a:pt x="3110771" y="2605538"/>
                  <a:pt x="3047097" y="2617222"/>
                  <a:pt x="3020915" y="2537212"/>
                </a:cubicBezTo>
                <a:cubicBezTo>
                  <a:pt x="3003503" y="2483999"/>
                  <a:pt x="3010748" y="2218188"/>
                  <a:pt x="3010748" y="2143766"/>
                </a:cubicBezTo>
                <a:cubicBezTo>
                  <a:pt x="3010748" y="2143766"/>
                  <a:pt x="2972619" y="2143766"/>
                  <a:pt x="2972619" y="2143766"/>
                </a:cubicBezTo>
                <a:cubicBezTo>
                  <a:pt x="2972619" y="1865128"/>
                  <a:pt x="3023457" y="2081790"/>
                  <a:pt x="3023457" y="1800866"/>
                </a:cubicBezTo>
                <a:close/>
                <a:moveTo>
                  <a:pt x="2082956" y="1851666"/>
                </a:moveTo>
                <a:cubicBezTo>
                  <a:pt x="2082956" y="1851666"/>
                  <a:pt x="2159213" y="1851666"/>
                  <a:pt x="2159213" y="1851666"/>
                </a:cubicBezTo>
                <a:cubicBezTo>
                  <a:pt x="2159213" y="1928628"/>
                  <a:pt x="2137098" y="2002161"/>
                  <a:pt x="2222760" y="2029466"/>
                </a:cubicBezTo>
                <a:cubicBezTo>
                  <a:pt x="2222760" y="2029466"/>
                  <a:pt x="2222760" y="2194566"/>
                  <a:pt x="2222760" y="2194566"/>
                </a:cubicBezTo>
                <a:cubicBezTo>
                  <a:pt x="2200773" y="2201551"/>
                  <a:pt x="2186538" y="2202313"/>
                  <a:pt x="2172049" y="2223903"/>
                </a:cubicBezTo>
                <a:cubicBezTo>
                  <a:pt x="2144088" y="2266321"/>
                  <a:pt x="2162517" y="2434469"/>
                  <a:pt x="2172049" y="2486666"/>
                </a:cubicBezTo>
                <a:cubicBezTo>
                  <a:pt x="2172049" y="2486666"/>
                  <a:pt x="2222760" y="2473966"/>
                  <a:pt x="2222760" y="2473966"/>
                </a:cubicBezTo>
                <a:cubicBezTo>
                  <a:pt x="2222760" y="2507748"/>
                  <a:pt x="2226573" y="2611507"/>
                  <a:pt x="2215134" y="2637161"/>
                </a:cubicBezTo>
                <a:cubicBezTo>
                  <a:pt x="2192639" y="2687961"/>
                  <a:pt x="2127058" y="2679452"/>
                  <a:pt x="2099478" y="2588266"/>
                </a:cubicBezTo>
                <a:cubicBezTo>
                  <a:pt x="2073805" y="2502922"/>
                  <a:pt x="2082956" y="2293372"/>
                  <a:pt x="2082956" y="2194566"/>
                </a:cubicBezTo>
                <a:cubicBezTo>
                  <a:pt x="2082956" y="2194566"/>
                  <a:pt x="2044827" y="2194566"/>
                  <a:pt x="2044827" y="2194566"/>
                </a:cubicBezTo>
                <a:cubicBezTo>
                  <a:pt x="2044827" y="2194566"/>
                  <a:pt x="2032118" y="2067566"/>
                  <a:pt x="2032118" y="2067566"/>
                </a:cubicBezTo>
                <a:cubicBezTo>
                  <a:pt x="2032118" y="2067566"/>
                  <a:pt x="2019408" y="2219966"/>
                  <a:pt x="2019408" y="2219966"/>
                </a:cubicBezTo>
                <a:cubicBezTo>
                  <a:pt x="1946329" y="2204218"/>
                  <a:pt x="1928790" y="2239905"/>
                  <a:pt x="1918876" y="2308866"/>
                </a:cubicBezTo>
                <a:cubicBezTo>
                  <a:pt x="1918876" y="2308866"/>
                  <a:pt x="1918876" y="2651766"/>
                  <a:pt x="1918876" y="2651766"/>
                </a:cubicBezTo>
                <a:cubicBezTo>
                  <a:pt x="1918876" y="2651766"/>
                  <a:pt x="1841476" y="2651766"/>
                  <a:pt x="1841476" y="2651766"/>
                </a:cubicBezTo>
                <a:cubicBezTo>
                  <a:pt x="1841476" y="2651766"/>
                  <a:pt x="1841476" y="2029466"/>
                  <a:pt x="1841476" y="2029466"/>
                </a:cubicBezTo>
                <a:cubicBezTo>
                  <a:pt x="1841476" y="2029466"/>
                  <a:pt x="1930442" y="2054866"/>
                  <a:pt x="1930442" y="2054866"/>
                </a:cubicBezTo>
                <a:cubicBezTo>
                  <a:pt x="1980517" y="2001399"/>
                  <a:pt x="2000090" y="2004447"/>
                  <a:pt x="2032118" y="2067566"/>
                </a:cubicBezTo>
                <a:cubicBezTo>
                  <a:pt x="2032118" y="2067566"/>
                  <a:pt x="2082956" y="2029466"/>
                  <a:pt x="2082956" y="2029466"/>
                </a:cubicBezTo>
                <a:cubicBezTo>
                  <a:pt x="2082956" y="2029466"/>
                  <a:pt x="2082956" y="1851666"/>
                  <a:pt x="2082956" y="1851666"/>
                </a:cubicBezTo>
                <a:close/>
                <a:moveTo>
                  <a:pt x="3493708" y="2283466"/>
                </a:moveTo>
                <a:cubicBezTo>
                  <a:pt x="3502096" y="2297436"/>
                  <a:pt x="3525100" y="2342521"/>
                  <a:pt x="3548359" y="2322836"/>
                </a:cubicBezTo>
                <a:cubicBezTo>
                  <a:pt x="3584708" y="2292229"/>
                  <a:pt x="3491674" y="2260098"/>
                  <a:pt x="3468416" y="2206631"/>
                </a:cubicBezTo>
                <a:cubicBezTo>
                  <a:pt x="3440201" y="2141988"/>
                  <a:pt x="3436897" y="1908943"/>
                  <a:pt x="3544673" y="1872240"/>
                </a:cubicBezTo>
                <a:cubicBezTo>
                  <a:pt x="3611906" y="1849380"/>
                  <a:pt x="3647874" y="1922151"/>
                  <a:pt x="3642155" y="1978666"/>
                </a:cubicBezTo>
                <a:cubicBezTo>
                  <a:pt x="3637706" y="2023116"/>
                  <a:pt x="3614829" y="2041531"/>
                  <a:pt x="3582674" y="2067566"/>
                </a:cubicBezTo>
                <a:cubicBezTo>
                  <a:pt x="3582674" y="2067566"/>
                  <a:pt x="3519127" y="2042166"/>
                  <a:pt x="3519127" y="2042166"/>
                </a:cubicBezTo>
                <a:cubicBezTo>
                  <a:pt x="3564754" y="2117731"/>
                  <a:pt x="3589410" y="2096268"/>
                  <a:pt x="3618769" y="2145417"/>
                </a:cubicBezTo>
                <a:cubicBezTo>
                  <a:pt x="3659058" y="2212981"/>
                  <a:pt x="3642028" y="2367540"/>
                  <a:pt x="3609110" y="2435866"/>
                </a:cubicBezTo>
                <a:cubicBezTo>
                  <a:pt x="3592588" y="2470283"/>
                  <a:pt x="3561322" y="2511939"/>
                  <a:pt x="3519127" y="2513590"/>
                </a:cubicBezTo>
                <a:cubicBezTo>
                  <a:pt x="3456342" y="2515876"/>
                  <a:pt x="3374112" y="2386209"/>
                  <a:pt x="3493708" y="2283466"/>
                </a:cubicBezTo>
                <a:close/>
                <a:moveTo>
                  <a:pt x="3341194" y="2321566"/>
                </a:moveTo>
                <a:cubicBezTo>
                  <a:pt x="3363054" y="2332869"/>
                  <a:pt x="3378560" y="2337314"/>
                  <a:pt x="3391270" y="2361444"/>
                </a:cubicBezTo>
                <a:cubicBezTo>
                  <a:pt x="3421772" y="2419610"/>
                  <a:pt x="3335983" y="2634113"/>
                  <a:pt x="3229986" y="2561342"/>
                </a:cubicBezTo>
                <a:cubicBezTo>
                  <a:pt x="3194781" y="2537212"/>
                  <a:pt x="3176734" y="2476125"/>
                  <a:pt x="3169235" y="2435866"/>
                </a:cubicBezTo>
                <a:cubicBezTo>
                  <a:pt x="3151060" y="2339346"/>
                  <a:pt x="3162118" y="2148719"/>
                  <a:pt x="3193256" y="2054866"/>
                </a:cubicBezTo>
                <a:cubicBezTo>
                  <a:pt x="3210414" y="2002923"/>
                  <a:pt x="3248415" y="1917198"/>
                  <a:pt x="3315648" y="1922024"/>
                </a:cubicBezTo>
                <a:cubicBezTo>
                  <a:pt x="3406775" y="1928501"/>
                  <a:pt x="3418849" y="2112778"/>
                  <a:pt x="3416689" y="2180723"/>
                </a:cubicBezTo>
                <a:cubicBezTo>
                  <a:pt x="3415926" y="2203964"/>
                  <a:pt x="3415417" y="2246255"/>
                  <a:pt x="3401818" y="2265051"/>
                </a:cubicBezTo>
                <a:cubicBezTo>
                  <a:pt x="3376399" y="2300738"/>
                  <a:pt x="3280951" y="2306961"/>
                  <a:pt x="3239518" y="2308866"/>
                </a:cubicBezTo>
                <a:cubicBezTo>
                  <a:pt x="3251720" y="2416181"/>
                  <a:pt x="3301159" y="2421515"/>
                  <a:pt x="3341194" y="2321566"/>
                </a:cubicBezTo>
                <a:close/>
                <a:moveTo>
                  <a:pt x="951812" y="1927866"/>
                </a:moveTo>
                <a:cubicBezTo>
                  <a:pt x="951812" y="1927866"/>
                  <a:pt x="1028069" y="1965966"/>
                  <a:pt x="1028069" y="1965966"/>
                </a:cubicBezTo>
                <a:cubicBezTo>
                  <a:pt x="1112079" y="1893068"/>
                  <a:pt x="1158977" y="1997208"/>
                  <a:pt x="1180075" y="2067566"/>
                </a:cubicBezTo>
                <a:cubicBezTo>
                  <a:pt x="1208798" y="2163705"/>
                  <a:pt x="1218203" y="2377319"/>
                  <a:pt x="1194563" y="2473966"/>
                </a:cubicBezTo>
                <a:cubicBezTo>
                  <a:pt x="1167619" y="2583821"/>
                  <a:pt x="1127839" y="2628271"/>
                  <a:pt x="1028069" y="2550166"/>
                </a:cubicBezTo>
                <a:cubicBezTo>
                  <a:pt x="1028069" y="2550166"/>
                  <a:pt x="1028069" y="2804166"/>
                  <a:pt x="1028069" y="2804166"/>
                </a:cubicBezTo>
                <a:cubicBezTo>
                  <a:pt x="953464" y="2787021"/>
                  <a:pt x="964649" y="2758573"/>
                  <a:pt x="964522" y="2689866"/>
                </a:cubicBezTo>
                <a:cubicBezTo>
                  <a:pt x="964522" y="2689866"/>
                  <a:pt x="951812" y="2423166"/>
                  <a:pt x="951812" y="2423166"/>
                </a:cubicBezTo>
                <a:cubicBezTo>
                  <a:pt x="951812" y="2423166"/>
                  <a:pt x="951812" y="2131066"/>
                  <a:pt x="951812" y="2131066"/>
                </a:cubicBezTo>
                <a:cubicBezTo>
                  <a:pt x="950923" y="2050929"/>
                  <a:pt x="929825" y="2006606"/>
                  <a:pt x="951812" y="1927866"/>
                </a:cubicBezTo>
                <a:close/>
                <a:moveTo>
                  <a:pt x="1320387" y="2004066"/>
                </a:moveTo>
                <a:cubicBezTo>
                  <a:pt x="1399440" y="1935359"/>
                  <a:pt x="1455870" y="2020195"/>
                  <a:pt x="1479637" y="2092966"/>
                </a:cubicBezTo>
                <a:cubicBezTo>
                  <a:pt x="1516240" y="2204980"/>
                  <a:pt x="1519672" y="2397004"/>
                  <a:pt x="1491965" y="2512066"/>
                </a:cubicBezTo>
                <a:cubicBezTo>
                  <a:pt x="1466292" y="2618365"/>
                  <a:pt x="1423842" y="2668784"/>
                  <a:pt x="1320387" y="2600966"/>
                </a:cubicBezTo>
                <a:cubicBezTo>
                  <a:pt x="1320387" y="2600966"/>
                  <a:pt x="1320387" y="2854966"/>
                  <a:pt x="1320387" y="2854966"/>
                </a:cubicBezTo>
                <a:cubicBezTo>
                  <a:pt x="1320387" y="2854966"/>
                  <a:pt x="1256840" y="2854966"/>
                  <a:pt x="1256840" y="2854966"/>
                </a:cubicBezTo>
                <a:cubicBezTo>
                  <a:pt x="1256840" y="2854966"/>
                  <a:pt x="1244130" y="2423166"/>
                  <a:pt x="1244130" y="2423166"/>
                </a:cubicBezTo>
                <a:cubicBezTo>
                  <a:pt x="1244130" y="2423166"/>
                  <a:pt x="1231421" y="1978666"/>
                  <a:pt x="1231421" y="1978666"/>
                </a:cubicBezTo>
                <a:cubicBezTo>
                  <a:pt x="1231421" y="1978666"/>
                  <a:pt x="1320387" y="2004066"/>
                  <a:pt x="1320387" y="2004066"/>
                </a:cubicBezTo>
                <a:close/>
                <a:moveTo>
                  <a:pt x="2667592" y="2029466"/>
                </a:moveTo>
                <a:cubicBezTo>
                  <a:pt x="2730631" y="1935486"/>
                  <a:pt x="2788840" y="2039245"/>
                  <a:pt x="2804473" y="2105666"/>
                </a:cubicBezTo>
                <a:cubicBezTo>
                  <a:pt x="2804473" y="2105666"/>
                  <a:pt x="2804473" y="2626366"/>
                  <a:pt x="2804473" y="2626366"/>
                </a:cubicBezTo>
                <a:cubicBezTo>
                  <a:pt x="2804473" y="2626366"/>
                  <a:pt x="2731139" y="2639066"/>
                  <a:pt x="2731139" y="2639066"/>
                </a:cubicBezTo>
                <a:cubicBezTo>
                  <a:pt x="2731139" y="2639066"/>
                  <a:pt x="2731139" y="2296166"/>
                  <a:pt x="2731139" y="2296166"/>
                </a:cubicBezTo>
                <a:cubicBezTo>
                  <a:pt x="2730758" y="2269877"/>
                  <a:pt x="2731648" y="2210822"/>
                  <a:pt x="2701526" y="2198884"/>
                </a:cubicBezTo>
                <a:cubicBezTo>
                  <a:pt x="2666702" y="2184914"/>
                  <a:pt x="2648782" y="2247652"/>
                  <a:pt x="2644715" y="2270639"/>
                </a:cubicBezTo>
                <a:cubicBezTo>
                  <a:pt x="2644715" y="2270639"/>
                  <a:pt x="2629463" y="2537466"/>
                  <a:pt x="2629463" y="2537466"/>
                </a:cubicBezTo>
                <a:cubicBezTo>
                  <a:pt x="2629463" y="2561469"/>
                  <a:pt x="2632641" y="2610618"/>
                  <a:pt x="2616881" y="2629414"/>
                </a:cubicBezTo>
                <a:cubicBezTo>
                  <a:pt x="2571890" y="2683262"/>
                  <a:pt x="2555113" y="2600077"/>
                  <a:pt x="2556003" y="2569343"/>
                </a:cubicBezTo>
                <a:cubicBezTo>
                  <a:pt x="2556003" y="2569343"/>
                  <a:pt x="2565916" y="2181866"/>
                  <a:pt x="2565916" y="2181866"/>
                </a:cubicBezTo>
                <a:cubicBezTo>
                  <a:pt x="2565916" y="2149989"/>
                  <a:pt x="2560324" y="2060073"/>
                  <a:pt x="2578880" y="2037086"/>
                </a:cubicBezTo>
                <a:cubicBezTo>
                  <a:pt x="2600486" y="2010416"/>
                  <a:pt x="2639885" y="2023116"/>
                  <a:pt x="2667592" y="2029466"/>
                </a:cubicBezTo>
                <a:close/>
                <a:moveTo>
                  <a:pt x="2870944" y="1991366"/>
                </a:moveTo>
                <a:cubicBezTo>
                  <a:pt x="2870944" y="1991366"/>
                  <a:pt x="2934491" y="1991366"/>
                  <a:pt x="2934491" y="1991366"/>
                </a:cubicBezTo>
                <a:cubicBezTo>
                  <a:pt x="2934491" y="1991366"/>
                  <a:pt x="2934491" y="2397766"/>
                  <a:pt x="2934491" y="2397766"/>
                </a:cubicBezTo>
                <a:cubicBezTo>
                  <a:pt x="2934491" y="2397766"/>
                  <a:pt x="2909199" y="2604268"/>
                  <a:pt x="2909199" y="2604268"/>
                </a:cubicBezTo>
                <a:cubicBezTo>
                  <a:pt x="2909199" y="2604268"/>
                  <a:pt x="2858234" y="2626366"/>
                  <a:pt x="2858234" y="2626366"/>
                </a:cubicBezTo>
                <a:cubicBezTo>
                  <a:pt x="2858234" y="2470156"/>
                  <a:pt x="2846668" y="2126367"/>
                  <a:pt x="2870944" y="1991366"/>
                </a:cubicBezTo>
                <a:close/>
                <a:moveTo>
                  <a:pt x="1626686" y="2013464"/>
                </a:moveTo>
                <a:cubicBezTo>
                  <a:pt x="1722896" y="1991747"/>
                  <a:pt x="1756577" y="2046357"/>
                  <a:pt x="1781106" y="2131066"/>
                </a:cubicBezTo>
                <a:cubicBezTo>
                  <a:pt x="1806652" y="2219331"/>
                  <a:pt x="1814023" y="2422658"/>
                  <a:pt x="1794832" y="2512066"/>
                </a:cubicBezTo>
                <a:cubicBezTo>
                  <a:pt x="1784283" y="2561342"/>
                  <a:pt x="1762804" y="2633732"/>
                  <a:pt x="1712093" y="2655068"/>
                </a:cubicBezTo>
                <a:cubicBezTo>
                  <a:pt x="1617789" y="2694819"/>
                  <a:pt x="1570256" y="2582424"/>
                  <a:pt x="1551191" y="2512066"/>
                </a:cubicBezTo>
                <a:cubicBezTo>
                  <a:pt x="1517892" y="2389130"/>
                  <a:pt x="1505564" y="2087886"/>
                  <a:pt x="1626686" y="2013464"/>
                </a:cubicBezTo>
                <a:close/>
                <a:moveTo>
                  <a:pt x="2502369" y="2649734"/>
                </a:moveTo>
                <a:cubicBezTo>
                  <a:pt x="2389508" y="2650369"/>
                  <a:pt x="2353795" y="2697994"/>
                  <a:pt x="2307278" y="2649734"/>
                </a:cubicBezTo>
                <a:cubicBezTo>
                  <a:pt x="2264066" y="2601093"/>
                  <a:pt x="2261016" y="2496572"/>
                  <a:pt x="2260889" y="2435866"/>
                </a:cubicBezTo>
                <a:cubicBezTo>
                  <a:pt x="2260889" y="2435866"/>
                  <a:pt x="2260889" y="2118366"/>
                  <a:pt x="2260889" y="2118366"/>
                </a:cubicBezTo>
                <a:cubicBezTo>
                  <a:pt x="2262287" y="2048770"/>
                  <a:pt x="2266481" y="2035308"/>
                  <a:pt x="2337145" y="2029466"/>
                </a:cubicBezTo>
                <a:cubicBezTo>
                  <a:pt x="2337145" y="2171960"/>
                  <a:pt x="2319606" y="2367032"/>
                  <a:pt x="2362564" y="2499366"/>
                </a:cubicBezTo>
                <a:cubicBezTo>
                  <a:pt x="2384298" y="2481713"/>
                  <a:pt x="2397134" y="2474093"/>
                  <a:pt x="2411242" y="2448058"/>
                </a:cubicBezTo>
                <a:cubicBezTo>
                  <a:pt x="2448989" y="2377446"/>
                  <a:pt x="2438821" y="2120144"/>
                  <a:pt x="2438821" y="2029466"/>
                </a:cubicBezTo>
                <a:cubicBezTo>
                  <a:pt x="2438821" y="2029466"/>
                  <a:pt x="2515078" y="2029466"/>
                  <a:pt x="2515078" y="2029466"/>
                </a:cubicBezTo>
                <a:cubicBezTo>
                  <a:pt x="2515078" y="2029466"/>
                  <a:pt x="2515078" y="2461266"/>
                  <a:pt x="2515078" y="2461266"/>
                </a:cubicBezTo>
                <a:cubicBezTo>
                  <a:pt x="2515078" y="2461266"/>
                  <a:pt x="2502369" y="2649734"/>
                  <a:pt x="2502369" y="2649734"/>
                </a:cubicBezTo>
                <a:close/>
                <a:moveTo>
                  <a:pt x="3315775" y="2080266"/>
                </a:moveTo>
                <a:cubicBezTo>
                  <a:pt x="3265954" y="2105793"/>
                  <a:pt x="3261251" y="2114302"/>
                  <a:pt x="3252228" y="2169166"/>
                </a:cubicBezTo>
                <a:cubicBezTo>
                  <a:pt x="3252228" y="2169166"/>
                  <a:pt x="3341194" y="2156466"/>
                  <a:pt x="3341194" y="2156466"/>
                </a:cubicBezTo>
                <a:cubicBezTo>
                  <a:pt x="3341194" y="2156466"/>
                  <a:pt x="3315775" y="2080266"/>
                  <a:pt x="3315775" y="2080266"/>
                </a:cubicBezTo>
                <a:close/>
                <a:moveTo>
                  <a:pt x="1067341" y="2129923"/>
                </a:moveTo>
                <a:cubicBezTo>
                  <a:pt x="1000108" y="2166118"/>
                  <a:pt x="1010657" y="2270004"/>
                  <a:pt x="1028832" y="2334266"/>
                </a:cubicBezTo>
                <a:cubicBezTo>
                  <a:pt x="1036839" y="2362841"/>
                  <a:pt x="1059716" y="2414784"/>
                  <a:pt x="1099115" y="2395607"/>
                </a:cubicBezTo>
                <a:cubicBezTo>
                  <a:pt x="1154528" y="2368683"/>
                  <a:pt x="1161646" y="2149227"/>
                  <a:pt x="1067341" y="2129923"/>
                </a:cubicBezTo>
                <a:close/>
                <a:moveTo>
                  <a:pt x="1360803" y="2168023"/>
                </a:moveTo>
                <a:cubicBezTo>
                  <a:pt x="1296620" y="2204345"/>
                  <a:pt x="1301831" y="2309120"/>
                  <a:pt x="1319498" y="2372366"/>
                </a:cubicBezTo>
                <a:cubicBezTo>
                  <a:pt x="1326996" y="2399417"/>
                  <a:pt x="1345298" y="2454154"/>
                  <a:pt x="1383553" y="2442851"/>
                </a:cubicBezTo>
                <a:cubicBezTo>
                  <a:pt x="1450278" y="2423166"/>
                  <a:pt x="1465148" y="2189359"/>
                  <a:pt x="1360803" y="2168023"/>
                </a:cubicBezTo>
                <a:close/>
                <a:moveTo>
                  <a:pt x="1663543" y="2194947"/>
                </a:moveTo>
                <a:cubicBezTo>
                  <a:pt x="1592243" y="2228856"/>
                  <a:pt x="1597454" y="2343410"/>
                  <a:pt x="1614484" y="2410466"/>
                </a:cubicBezTo>
                <a:cubicBezTo>
                  <a:pt x="1622491" y="2442343"/>
                  <a:pt x="1644352" y="2490222"/>
                  <a:pt x="1686293" y="2471807"/>
                </a:cubicBezTo>
                <a:cubicBezTo>
                  <a:pt x="1745773" y="2445772"/>
                  <a:pt x="1760135" y="2216664"/>
                  <a:pt x="1663543" y="2194947"/>
                </a:cubicBezTo>
                <a:close/>
                <a:moveTo>
                  <a:pt x="1053488" y="2905766"/>
                </a:moveTo>
                <a:cubicBezTo>
                  <a:pt x="1112460" y="2944120"/>
                  <a:pt x="1106360" y="2995936"/>
                  <a:pt x="1093142" y="3058166"/>
                </a:cubicBezTo>
                <a:cubicBezTo>
                  <a:pt x="1059462" y="3215519"/>
                  <a:pt x="1054759" y="3356489"/>
                  <a:pt x="1081830" y="3515366"/>
                </a:cubicBezTo>
                <a:cubicBezTo>
                  <a:pt x="1105597" y="3625602"/>
                  <a:pt x="1154910" y="3674116"/>
                  <a:pt x="1081830" y="3743966"/>
                </a:cubicBezTo>
                <a:cubicBezTo>
                  <a:pt x="975833" y="3426974"/>
                  <a:pt x="989432" y="3224155"/>
                  <a:pt x="1053488" y="2905766"/>
                </a:cubicBezTo>
                <a:close/>
                <a:moveTo>
                  <a:pt x="3112424" y="2918466"/>
                </a:moveTo>
                <a:cubicBezTo>
                  <a:pt x="3162245" y="2976886"/>
                  <a:pt x="3169616" y="3084455"/>
                  <a:pt x="3175971" y="3159766"/>
                </a:cubicBezTo>
                <a:cubicBezTo>
                  <a:pt x="3199229" y="3437769"/>
                  <a:pt x="3165041" y="3496189"/>
                  <a:pt x="3112424" y="3756666"/>
                </a:cubicBezTo>
                <a:cubicBezTo>
                  <a:pt x="3030702" y="3710565"/>
                  <a:pt x="3073278" y="3651256"/>
                  <a:pt x="3091326" y="3578866"/>
                </a:cubicBezTo>
                <a:cubicBezTo>
                  <a:pt x="3109246" y="3506730"/>
                  <a:pt x="3126658" y="3373507"/>
                  <a:pt x="3125006" y="3299466"/>
                </a:cubicBezTo>
                <a:cubicBezTo>
                  <a:pt x="3125006" y="3299466"/>
                  <a:pt x="3080904" y="3007366"/>
                  <a:pt x="3080904" y="3007366"/>
                </a:cubicBezTo>
                <a:cubicBezTo>
                  <a:pt x="3083065" y="2976378"/>
                  <a:pt x="3099460" y="2946152"/>
                  <a:pt x="3112424" y="2918466"/>
                </a:cubicBezTo>
                <a:close/>
                <a:moveTo>
                  <a:pt x="1180583" y="3401066"/>
                </a:moveTo>
                <a:cubicBezTo>
                  <a:pt x="1185285" y="3429514"/>
                  <a:pt x="1189480" y="3463423"/>
                  <a:pt x="1212229" y="3484124"/>
                </a:cubicBezTo>
                <a:cubicBezTo>
                  <a:pt x="1240699" y="3509905"/>
                  <a:pt x="1267007" y="3487426"/>
                  <a:pt x="1258365" y="3451612"/>
                </a:cubicBezTo>
                <a:cubicBezTo>
                  <a:pt x="1250612" y="3419608"/>
                  <a:pt x="1208417" y="3378714"/>
                  <a:pt x="1188590" y="3350266"/>
                </a:cubicBezTo>
                <a:cubicBezTo>
                  <a:pt x="1134829" y="3273304"/>
                  <a:pt x="1114239" y="3149352"/>
                  <a:pt x="1136481" y="3058166"/>
                </a:cubicBezTo>
                <a:cubicBezTo>
                  <a:pt x="1146903" y="3015621"/>
                  <a:pt x="1177024" y="2960757"/>
                  <a:pt x="1230150" y="2977648"/>
                </a:cubicBezTo>
                <a:cubicBezTo>
                  <a:pt x="1281750" y="2993904"/>
                  <a:pt x="1360422" y="3148844"/>
                  <a:pt x="1256840" y="3185166"/>
                </a:cubicBezTo>
                <a:cubicBezTo>
                  <a:pt x="1256840" y="3185166"/>
                  <a:pt x="1206002" y="3121666"/>
                  <a:pt x="1206002" y="3121666"/>
                </a:cubicBezTo>
                <a:cubicBezTo>
                  <a:pt x="1188971" y="3220980"/>
                  <a:pt x="1247562" y="3231775"/>
                  <a:pt x="1290774" y="3312293"/>
                </a:cubicBezTo>
                <a:cubicBezTo>
                  <a:pt x="1324073" y="3374269"/>
                  <a:pt x="1336910" y="3463804"/>
                  <a:pt x="1328648" y="3533400"/>
                </a:cubicBezTo>
                <a:cubicBezTo>
                  <a:pt x="1322675" y="3583946"/>
                  <a:pt x="1310093" y="3664083"/>
                  <a:pt x="1244130" y="3664083"/>
                </a:cubicBezTo>
                <a:cubicBezTo>
                  <a:pt x="1157198" y="3664083"/>
                  <a:pt x="1110427" y="3482092"/>
                  <a:pt x="1142709" y="3431673"/>
                </a:cubicBezTo>
                <a:cubicBezTo>
                  <a:pt x="1153639" y="3414655"/>
                  <a:pt x="1164950" y="3411099"/>
                  <a:pt x="1180583" y="3401066"/>
                </a:cubicBezTo>
                <a:close/>
                <a:moveTo>
                  <a:pt x="1574577" y="3032766"/>
                </a:moveTo>
                <a:cubicBezTo>
                  <a:pt x="1639141" y="3054229"/>
                  <a:pt x="1637234" y="3084074"/>
                  <a:pt x="1638124" y="3147066"/>
                </a:cubicBezTo>
                <a:cubicBezTo>
                  <a:pt x="1638124" y="3147066"/>
                  <a:pt x="1638124" y="3718566"/>
                  <a:pt x="1638124" y="3718566"/>
                </a:cubicBezTo>
                <a:cubicBezTo>
                  <a:pt x="1638124" y="3718566"/>
                  <a:pt x="1574577" y="3705866"/>
                  <a:pt x="1574577" y="3705866"/>
                </a:cubicBezTo>
                <a:cubicBezTo>
                  <a:pt x="1574577" y="3705866"/>
                  <a:pt x="1574577" y="3032766"/>
                  <a:pt x="1574577" y="3032766"/>
                </a:cubicBezTo>
                <a:close/>
                <a:moveTo>
                  <a:pt x="2082956" y="3337566"/>
                </a:moveTo>
                <a:cubicBezTo>
                  <a:pt x="2084100" y="3236855"/>
                  <a:pt x="2093123" y="3271780"/>
                  <a:pt x="2114221" y="3209423"/>
                </a:cubicBezTo>
                <a:cubicBezTo>
                  <a:pt x="2142563" y="3125857"/>
                  <a:pt x="2118669" y="3067691"/>
                  <a:pt x="2235470" y="3058166"/>
                </a:cubicBezTo>
                <a:cubicBezTo>
                  <a:pt x="2235470" y="3058166"/>
                  <a:pt x="2235470" y="3210566"/>
                  <a:pt x="2235470" y="3210566"/>
                </a:cubicBezTo>
                <a:cubicBezTo>
                  <a:pt x="2235470" y="3210566"/>
                  <a:pt x="2184632" y="3210566"/>
                  <a:pt x="2184632" y="3210566"/>
                </a:cubicBezTo>
                <a:cubicBezTo>
                  <a:pt x="2257965" y="3310642"/>
                  <a:pt x="2218185" y="3270637"/>
                  <a:pt x="2248179" y="3375666"/>
                </a:cubicBezTo>
                <a:cubicBezTo>
                  <a:pt x="2259109" y="3306705"/>
                  <a:pt x="2321259" y="3167640"/>
                  <a:pt x="2405141" y="3254127"/>
                </a:cubicBezTo>
                <a:cubicBezTo>
                  <a:pt x="2447591" y="3297815"/>
                  <a:pt x="2466528" y="3430149"/>
                  <a:pt x="2463096" y="3489966"/>
                </a:cubicBezTo>
                <a:cubicBezTo>
                  <a:pt x="2459665" y="3550672"/>
                  <a:pt x="2444032" y="3653415"/>
                  <a:pt x="2408827" y="3702945"/>
                </a:cubicBezTo>
                <a:cubicBezTo>
                  <a:pt x="2378451" y="3745871"/>
                  <a:pt x="2322148" y="3757047"/>
                  <a:pt x="2285926" y="3714629"/>
                </a:cubicBezTo>
                <a:cubicBezTo>
                  <a:pt x="2224921" y="3643255"/>
                  <a:pt x="2235470" y="3478409"/>
                  <a:pt x="2235470" y="3388366"/>
                </a:cubicBezTo>
                <a:cubicBezTo>
                  <a:pt x="2235470" y="3388366"/>
                  <a:pt x="2184632" y="3388366"/>
                  <a:pt x="2184632" y="3388366"/>
                </a:cubicBezTo>
                <a:cubicBezTo>
                  <a:pt x="2184632" y="3388366"/>
                  <a:pt x="2184632" y="3604266"/>
                  <a:pt x="2184632" y="3604266"/>
                </a:cubicBezTo>
                <a:cubicBezTo>
                  <a:pt x="2184632" y="3604266"/>
                  <a:pt x="2177006" y="3714629"/>
                  <a:pt x="2177006" y="3714629"/>
                </a:cubicBezTo>
                <a:cubicBezTo>
                  <a:pt x="2177006" y="3714629"/>
                  <a:pt x="2121084" y="3743966"/>
                  <a:pt x="2121084" y="3743966"/>
                </a:cubicBezTo>
                <a:cubicBezTo>
                  <a:pt x="2121084" y="3743966"/>
                  <a:pt x="2121084" y="3388366"/>
                  <a:pt x="2121084" y="3388366"/>
                </a:cubicBezTo>
                <a:cubicBezTo>
                  <a:pt x="2121084" y="3388366"/>
                  <a:pt x="2070246" y="3362966"/>
                  <a:pt x="2070246" y="3362966"/>
                </a:cubicBezTo>
                <a:cubicBezTo>
                  <a:pt x="2059316" y="3382397"/>
                  <a:pt x="2044319" y="3403733"/>
                  <a:pt x="2042921" y="3426466"/>
                </a:cubicBezTo>
                <a:cubicBezTo>
                  <a:pt x="2040760" y="3440309"/>
                  <a:pt x="2108248" y="3630682"/>
                  <a:pt x="2042921" y="3713105"/>
                </a:cubicBezTo>
                <a:cubicBezTo>
                  <a:pt x="1988779" y="3783209"/>
                  <a:pt x="1913411" y="3718566"/>
                  <a:pt x="1893966" y="3655066"/>
                </a:cubicBezTo>
                <a:cubicBezTo>
                  <a:pt x="1875156" y="3593852"/>
                  <a:pt x="1904388" y="3570357"/>
                  <a:pt x="1943152" y="3528066"/>
                </a:cubicBezTo>
                <a:cubicBezTo>
                  <a:pt x="1892441" y="3469265"/>
                  <a:pt x="1877317" y="3373634"/>
                  <a:pt x="1903117" y="3299720"/>
                </a:cubicBezTo>
                <a:cubicBezTo>
                  <a:pt x="1916716" y="3260604"/>
                  <a:pt x="1946583" y="3220091"/>
                  <a:pt x="1993608" y="3233934"/>
                </a:cubicBezTo>
                <a:cubicBezTo>
                  <a:pt x="2035931" y="3246507"/>
                  <a:pt x="2060333" y="3302514"/>
                  <a:pt x="2082956" y="3337566"/>
                </a:cubicBezTo>
                <a:close/>
                <a:moveTo>
                  <a:pt x="3010239" y="3477266"/>
                </a:moveTo>
                <a:cubicBezTo>
                  <a:pt x="3052689" y="3537464"/>
                  <a:pt x="3052181" y="3577596"/>
                  <a:pt x="3010239" y="3640969"/>
                </a:cubicBezTo>
                <a:cubicBezTo>
                  <a:pt x="2985583" y="3677291"/>
                  <a:pt x="2941481" y="3704469"/>
                  <a:pt x="2901700" y="3672719"/>
                </a:cubicBezTo>
                <a:cubicBezTo>
                  <a:pt x="2820233" y="3607695"/>
                  <a:pt x="2842855" y="3375539"/>
                  <a:pt x="2871579" y="3286766"/>
                </a:cubicBezTo>
                <a:cubicBezTo>
                  <a:pt x="2886449" y="3240919"/>
                  <a:pt x="2921908" y="3160909"/>
                  <a:pt x="2984058" y="3180848"/>
                </a:cubicBezTo>
                <a:cubicBezTo>
                  <a:pt x="3070482" y="3208407"/>
                  <a:pt x="3051927" y="3424180"/>
                  <a:pt x="3041632" y="3446659"/>
                </a:cubicBezTo>
                <a:cubicBezTo>
                  <a:pt x="3033116" y="3465074"/>
                  <a:pt x="3024982" y="3466598"/>
                  <a:pt x="3010239" y="3477266"/>
                </a:cubicBezTo>
                <a:close/>
                <a:moveTo>
                  <a:pt x="1536448" y="3705866"/>
                </a:moveTo>
                <a:cubicBezTo>
                  <a:pt x="1461462" y="3688213"/>
                  <a:pt x="1440365" y="3707390"/>
                  <a:pt x="1412022" y="3692277"/>
                </a:cubicBezTo>
                <a:cubicBezTo>
                  <a:pt x="1299162" y="3632333"/>
                  <a:pt x="1374275" y="3381381"/>
                  <a:pt x="1369954" y="3350266"/>
                </a:cubicBezTo>
                <a:cubicBezTo>
                  <a:pt x="1363599" y="3304800"/>
                  <a:pt x="1335893" y="3252730"/>
                  <a:pt x="1391052" y="3207264"/>
                </a:cubicBezTo>
                <a:cubicBezTo>
                  <a:pt x="1407066" y="3194056"/>
                  <a:pt x="1426384" y="3188341"/>
                  <a:pt x="1447101" y="3192024"/>
                </a:cubicBezTo>
                <a:cubicBezTo>
                  <a:pt x="1531492" y="3206883"/>
                  <a:pt x="1536321" y="3335534"/>
                  <a:pt x="1536448" y="3401066"/>
                </a:cubicBezTo>
                <a:cubicBezTo>
                  <a:pt x="1536448" y="3401066"/>
                  <a:pt x="1536448" y="3553466"/>
                  <a:pt x="1536448" y="3553466"/>
                </a:cubicBezTo>
                <a:cubicBezTo>
                  <a:pt x="1536575" y="3624713"/>
                  <a:pt x="1536702" y="3623443"/>
                  <a:pt x="1549158" y="3693166"/>
                </a:cubicBezTo>
                <a:cubicBezTo>
                  <a:pt x="1549158" y="3693166"/>
                  <a:pt x="1536448" y="3705866"/>
                  <a:pt x="1536448" y="3705866"/>
                </a:cubicBezTo>
                <a:close/>
                <a:moveTo>
                  <a:pt x="2629463" y="3299466"/>
                </a:moveTo>
                <a:cubicBezTo>
                  <a:pt x="2663143" y="3268859"/>
                  <a:pt x="2698476" y="3207899"/>
                  <a:pt x="2743722" y="3204724"/>
                </a:cubicBezTo>
                <a:cubicBezTo>
                  <a:pt x="2805363" y="3200279"/>
                  <a:pt x="2883780" y="3314198"/>
                  <a:pt x="2781977" y="3401066"/>
                </a:cubicBezTo>
                <a:cubicBezTo>
                  <a:pt x="2649417" y="3266700"/>
                  <a:pt x="2674074" y="3685673"/>
                  <a:pt x="2781977" y="3502666"/>
                </a:cubicBezTo>
                <a:cubicBezTo>
                  <a:pt x="2876281" y="3583438"/>
                  <a:pt x="2796974" y="3701167"/>
                  <a:pt x="2742705" y="3712343"/>
                </a:cubicBezTo>
                <a:cubicBezTo>
                  <a:pt x="2632260" y="3735203"/>
                  <a:pt x="2629845" y="3543941"/>
                  <a:pt x="2629463" y="3477266"/>
                </a:cubicBezTo>
                <a:cubicBezTo>
                  <a:pt x="2628447" y="3334772"/>
                  <a:pt x="2572652" y="3372491"/>
                  <a:pt x="2552444" y="3439420"/>
                </a:cubicBezTo>
                <a:cubicBezTo>
                  <a:pt x="2531600" y="3508381"/>
                  <a:pt x="2550919" y="3607187"/>
                  <a:pt x="2538591" y="3679704"/>
                </a:cubicBezTo>
                <a:cubicBezTo>
                  <a:pt x="2535413" y="3698754"/>
                  <a:pt x="2522704" y="3733044"/>
                  <a:pt x="2496522" y="3716407"/>
                </a:cubicBezTo>
                <a:cubicBezTo>
                  <a:pt x="2466528" y="3697230"/>
                  <a:pt x="2489151" y="3589153"/>
                  <a:pt x="2489659" y="3553466"/>
                </a:cubicBezTo>
                <a:cubicBezTo>
                  <a:pt x="2489659" y="3553466"/>
                  <a:pt x="2489659" y="3235966"/>
                  <a:pt x="2489659" y="3235966"/>
                </a:cubicBezTo>
                <a:cubicBezTo>
                  <a:pt x="2489659" y="3235966"/>
                  <a:pt x="2629463" y="3210566"/>
                  <a:pt x="2629463" y="3210566"/>
                </a:cubicBezTo>
                <a:cubicBezTo>
                  <a:pt x="2629463" y="3210566"/>
                  <a:pt x="2629463" y="3299466"/>
                  <a:pt x="2629463" y="3299466"/>
                </a:cubicBezTo>
                <a:close/>
                <a:moveTo>
                  <a:pt x="1828766" y="3540766"/>
                </a:moveTo>
                <a:cubicBezTo>
                  <a:pt x="1847068" y="3566801"/>
                  <a:pt x="1862319" y="3582803"/>
                  <a:pt x="1862319" y="3616966"/>
                </a:cubicBezTo>
                <a:cubicBezTo>
                  <a:pt x="1862319" y="3680339"/>
                  <a:pt x="1800043" y="3768223"/>
                  <a:pt x="1731412" y="3720217"/>
                </a:cubicBezTo>
                <a:cubicBezTo>
                  <a:pt x="1649690" y="3663067"/>
                  <a:pt x="1651850" y="3425577"/>
                  <a:pt x="1672185" y="3337566"/>
                </a:cubicBezTo>
                <a:cubicBezTo>
                  <a:pt x="1683116" y="3290449"/>
                  <a:pt x="1706755" y="3226949"/>
                  <a:pt x="1764965" y="3226949"/>
                </a:cubicBezTo>
                <a:cubicBezTo>
                  <a:pt x="1871724" y="3226949"/>
                  <a:pt x="1877571" y="3471297"/>
                  <a:pt x="1859650" y="3510159"/>
                </a:cubicBezTo>
                <a:cubicBezTo>
                  <a:pt x="1851135" y="3528574"/>
                  <a:pt x="1843001" y="3530098"/>
                  <a:pt x="1828766" y="3540766"/>
                </a:cubicBezTo>
                <a:close/>
                <a:moveTo>
                  <a:pt x="2985329" y="3362966"/>
                </a:moveTo>
                <a:cubicBezTo>
                  <a:pt x="2971730" y="3323977"/>
                  <a:pt x="2973509" y="3325755"/>
                  <a:pt x="2934491" y="3312166"/>
                </a:cubicBezTo>
                <a:cubicBezTo>
                  <a:pt x="2934491" y="3312166"/>
                  <a:pt x="2921781" y="3362966"/>
                  <a:pt x="2921781" y="3362966"/>
                </a:cubicBezTo>
                <a:cubicBezTo>
                  <a:pt x="2921781" y="3362966"/>
                  <a:pt x="2985329" y="3362966"/>
                  <a:pt x="2985329" y="3362966"/>
                </a:cubicBezTo>
                <a:close/>
                <a:moveTo>
                  <a:pt x="1472901" y="3362966"/>
                </a:moveTo>
                <a:cubicBezTo>
                  <a:pt x="1445321" y="3327279"/>
                  <a:pt x="1435408" y="3323723"/>
                  <a:pt x="1409354" y="3362966"/>
                </a:cubicBezTo>
                <a:cubicBezTo>
                  <a:pt x="1409354" y="3362966"/>
                  <a:pt x="1472901" y="3362966"/>
                  <a:pt x="1472901" y="3362966"/>
                </a:cubicBezTo>
                <a:close/>
                <a:moveTo>
                  <a:pt x="1803347" y="3413766"/>
                </a:moveTo>
                <a:cubicBezTo>
                  <a:pt x="1786317" y="3371475"/>
                  <a:pt x="1784664" y="3370713"/>
                  <a:pt x="1739800" y="3362966"/>
                </a:cubicBezTo>
                <a:cubicBezTo>
                  <a:pt x="1739800" y="3362966"/>
                  <a:pt x="1739800" y="3413766"/>
                  <a:pt x="1739800" y="3413766"/>
                </a:cubicBezTo>
                <a:cubicBezTo>
                  <a:pt x="1739800" y="3413766"/>
                  <a:pt x="1803347" y="3413766"/>
                  <a:pt x="1803347" y="3413766"/>
                </a:cubicBezTo>
                <a:close/>
                <a:moveTo>
                  <a:pt x="1981280" y="3362966"/>
                </a:moveTo>
                <a:cubicBezTo>
                  <a:pt x="1969206" y="3400939"/>
                  <a:pt x="1976069" y="3403606"/>
                  <a:pt x="2006699" y="3426466"/>
                </a:cubicBezTo>
                <a:cubicBezTo>
                  <a:pt x="2006699" y="3426466"/>
                  <a:pt x="1981280" y="3362966"/>
                  <a:pt x="1981280" y="3362966"/>
                </a:cubicBezTo>
                <a:close/>
                <a:moveTo>
                  <a:pt x="2362564" y="3604266"/>
                </a:moveTo>
                <a:cubicBezTo>
                  <a:pt x="2380231" y="3569595"/>
                  <a:pt x="2394211" y="3542290"/>
                  <a:pt x="2398151" y="3502666"/>
                </a:cubicBezTo>
                <a:cubicBezTo>
                  <a:pt x="2401328" y="3470789"/>
                  <a:pt x="2386331" y="3357759"/>
                  <a:pt x="2330664" y="3397764"/>
                </a:cubicBezTo>
                <a:cubicBezTo>
                  <a:pt x="2297873" y="3421513"/>
                  <a:pt x="2265464" y="3552323"/>
                  <a:pt x="2362564" y="3604266"/>
                </a:cubicBezTo>
                <a:close/>
                <a:moveTo>
                  <a:pt x="2998038" y="3477266"/>
                </a:moveTo>
                <a:cubicBezTo>
                  <a:pt x="2998038" y="3477266"/>
                  <a:pt x="2909072" y="3489966"/>
                  <a:pt x="2909072" y="3489966"/>
                </a:cubicBezTo>
                <a:cubicBezTo>
                  <a:pt x="2937923" y="3561340"/>
                  <a:pt x="2978212" y="3539496"/>
                  <a:pt x="2998038" y="3477266"/>
                </a:cubicBezTo>
                <a:close/>
                <a:moveTo>
                  <a:pt x="1816057" y="3540766"/>
                </a:moveTo>
                <a:cubicBezTo>
                  <a:pt x="1816057" y="3540766"/>
                  <a:pt x="1727090" y="3528066"/>
                  <a:pt x="1727090" y="3528066"/>
                </a:cubicBezTo>
                <a:cubicBezTo>
                  <a:pt x="1743486" y="3599186"/>
                  <a:pt x="1779835" y="3605028"/>
                  <a:pt x="1816057" y="3540766"/>
                </a:cubicBezTo>
                <a:close/>
                <a:moveTo>
                  <a:pt x="2006699" y="3604266"/>
                </a:moveTo>
                <a:cubicBezTo>
                  <a:pt x="1991575" y="3558546"/>
                  <a:pt x="1988143" y="3557403"/>
                  <a:pt x="1943152" y="3540766"/>
                </a:cubicBezTo>
                <a:cubicBezTo>
                  <a:pt x="1956624" y="3582803"/>
                  <a:pt x="1964631" y="3590804"/>
                  <a:pt x="2006699" y="3604266"/>
                </a:cubicBezTo>
                <a:close/>
              </a:path>
            </a:pathLst>
          </a:custGeom>
          <a:solidFill>
            <a:schemeClr val="bg1"/>
          </a:solidFill>
          <a:ln w="12709" cap="flat">
            <a:noFill/>
            <a:prstDash val="solid"/>
            <a:miter/>
          </a:ln>
        </p:spPr>
        <p:txBody>
          <a:bodyPr rtlCol="0" anchor="ctr"/>
          <a:lstStyle/>
          <a:p>
            <a:endParaRPr lang="fr-FR"/>
          </a:p>
        </p:txBody>
      </p:sp>
      <p:sp>
        <p:nvSpPr>
          <p:cNvPr id="69" name="Graphique 67">
            <a:extLst>
              <a:ext uri="{FF2B5EF4-FFF2-40B4-BE49-F238E27FC236}">
                <a16:creationId xmlns:a16="http://schemas.microsoft.com/office/drawing/2014/main" id="{956DA1D8-CBE6-9405-0A18-F017633B79A3}"/>
              </a:ext>
            </a:extLst>
          </p:cNvPr>
          <p:cNvSpPr>
            <a:spLocks noChangeAspect="1"/>
          </p:cNvSpPr>
          <p:nvPr/>
        </p:nvSpPr>
        <p:spPr>
          <a:xfrm>
            <a:off x="1237867" y="5196743"/>
            <a:ext cx="537961" cy="641849"/>
          </a:xfrm>
          <a:custGeom>
            <a:avLst/>
            <a:gdLst>
              <a:gd name="connsiteX0" fmla="*/ 1842827 w 4401697"/>
              <a:gd name="connsiteY0" fmla="*/ 9377 h 5251733"/>
              <a:gd name="connsiteX1" fmla="*/ 2732467 w 4401697"/>
              <a:gd name="connsiteY1" fmla="*/ 16748 h 5251733"/>
              <a:gd name="connsiteX2" fmla="*/ 2872268 w 4401697"/>
              <a:gd name="connsiteY2" fmla="*/ 28947 h 5251733"/>
              <a:gd name="connsiteX3" fmla="*/ 3749199 w 4401697"/>
              <a:gd name="connsiteY3" fmla="*/ 128575 h 5251733"/>
              <a:gd name="connsiteX4" fmla="*/ 4194020 w 4401697"/>
              <a:gd name="connsiteY4" fmla="*/ 258194 h 5251733"/>
              <a:gd name="connsiteX5" fmla="*/ 4377413 w 4401697"/>
              <a:gd name="connsiteY5" fmla="*/ 398486 h 5251733"/>
              <a:gd name="connsiteX6" fmla="*/ 4397366 w 4401697"/>
              <a:gd name="connsiteY6" fmla="*/ 690255 h 5251733"/>
              <a:gd name="connsiteX7" fmla="*/ 4384657 w 4401697"/>
              <a:gd name="connsiteY7" fmla="*/ 880870 h 5251733"/>
              <a:gd name="connsiteX8" fmla="*/ 4371948 w 4401697"/>
              <a:gd name="connsiteY8" fmla="*/ 1223978 h 5251733"/>
              <a:gd name="connsiteX9" fmla="*/ 4359239 w 4401697"/>
              <a:gd name="connsiteY9" fmla="*/ 1414593 h 5251733"/>
              <a:gd name="connsiteX10" fmla="*/ 4346530 w 4401697"/>
              <a:gd name="connsiteY10" fmla="*/ 1643332 h 5251733"/>
              <a:gd name="connsiteX11" fmla="*/ 4333820 w 4401697"/>
              <a:gd name="connsiteY11" fmla="*/ 1973731 h 5251733"/>
              <a:gd name="connsiteX12" fmla="*/ 4321111 w 4401697"/>
              <a:gd name="connsiteY12" fmla="*/ 2138931 h 5251733"/>
              <a:gd name="connsiteX13" fmla="*/ 4308402 w 4401697"/>
              <a:gd name="connsiteY13" fmla="*/ 2482039 h 5251733"/>
              <a:gd name="connsiteX14" fmla="*/ 4295693 w 4401697"/>
              <a:gd name="connsiteY14" fmla="*/ 2647239 h 5251733"/>
              <a:gd name="connsiteX15" fmla="*/ 4282984 w 4401697"/>
              <a:gd name="connsiteY15" fmla="*/ 2977639 h 5251733"/>
              <a:gd name="connsiteX16" fmla="*/ 4270275 w 4401697"/>
              <a:gd name="connsiteY16" fmla="*/ 3180962 h 5251733"/>
              <a:gd name="connsiteX17" fmla="*/ 4257565 w 4401697"/>
              <a:gd name="connsiteY17" fmla="*/ 3409700 h 5251733"/>
              <a:gd name="connsiteX18" fmla="*/ 4244856 w 4401697"/>
              <a:gd name="connsiteY18" fmla="*/ 3740100 h 5251733"/>
              <a:gd name="connsiteX19" fmla="*/ 4232656 w 4401697"/>
              <a:gd name="connsiteY19" fmla="*/ 3867177 h 5251733"/>
              <a:gd name="connsiteX20" fmla="*/ 4232656 w 4401697"/>
              <a:gd name="connsiteY20" fmla="*/ 3994254 h 5251733"/>
              <a:gd name="connsiteX21" fmla="*/ 4219438 w 4401697"/>
              <a:gd name="connsiteY21" fmla="*/ 4159454 h 5251733"/>
              <a:gd name="connsiteX22" fmla="*/ 4123738 w 4401697"/>
              <a:gd name="connsiteY22" fmla="*/ 4578808 h 5251733"/>
              <a:gd name="connsiteX23" fmla="*/ 3800036 w 4401697"/>
              <a:gd name="connsiteY23" fmla="*/ 4876422 h 5251733"/>
              <a:gd name="connsiteX24" fmla="*/ 2859559 w 4401697"/>
              <a:gd name="connsiteY24" fmla="*/ 5194114 h 5251733"/>
              <a:gd name="connsiteX25" fmla="*/ 2452866 w 4401697"/>
              <a:gd name="connsiteY25" fmla="*/ 5240116 h 5251733"/>
              <a:gd name="connsiteX26" fmla="*/ 2274938 w 4401697"/>
              <a:gd name="connsiteY26" fmla="*/ 5240116 h 5251733"/>
              <a:gd name="connsiteX27" fmla="*/ 2147846 w 4401697"/>
              <a:gd name="connsiteY27" fmla="*/ 5251171 h 5251733"/>
              <a:gd name="connsiteX28" fmla="*/ 2058882 w 4401697"/>
              <a:gd name="connsiteY28" fmla="*/ 5240751 h 5251733"/>
              <a:gd name="connsiteX29" fmla="*/ 1741154 w 4401697"/>
              <a:gd name="connsiteY29" fmla="*/ 5224739 h 5251733"/>
              <a:gd name="connsiteX30" fmla="*/ 965895 w 4401697"/>
              <a:gd name="connsiteY30" fmla="*/ 5054838 h 5251733"/>
              <a:gd name="connsiteX31" fmla="*/ 762549 w 4401697"/>
              <a:gd name="connsiteY31" fmla="*/ 4965376 h 5251733"/>
              <a:gd name="connsiteX32" fmla="*/ 256979 w 4401697"/>
              <a:gd name="connsiteY32" fmla="*/ 4566100 h 5251733"/>
              <a:gd name="connsiteX33" fmla="*/ 166363 w 4401697"/>
              <a:gd name="connsiteY33" fmla="*/ 4311946 h 5251733"/>
              <a:gd name="connsiteX34" fmla="*/ 166363 w 4401697"/>
              <a:gd name="connsiteY34" fmla="*/ 4184869 h 5251733"/>
              <a:gd name="connsiteX35" fmla="*/ 152510 w 4401697"/>
              <a:gd name="connsiteY35" fmla="*/ 3994254 h 5251733"/>
              <a:gd name="connsiteX36" fmla="*/ 139801 w 4401697"/>
              <a:gd name="connsiteY36" fmla="*/ 3727392 h 5251733"/>
              <a:gd name="connsiteX37" fmla="*/ 127092 w 4401697"/>
              <a:gd name="connsiteY37" fmla="*/ 3358869 h 5251733"/>
              <a:gd name="connsiteX38" fmla="*/ 114382 w 4401697"/>
              <a:gd name="connsiteY38" fmla="*/ 3180962 h 5251733"/>
              <a:gd name="connsiteX39" fmla="*/ 101673 w 4401697"/>
              <a:gd name="connsiteY39" fmla="*/ 2799731 h 5251733"/>
              <a:gd name="connsiteX40" fmla="*/ 88964 w 4401697"/>
              <a:gd name="connsiteY40" fmla="*/ 2621824 h 5251733"/>
              <a:gd name="connsiteX41" fmla="*/ 76255 w 4401697"/>
              <a:gd name="connsiteY41" fmla="*/ 2240593 h 5251733"/>
              <a:gd name="connsiteX42" fmla="*/ 63546 w 4401697"/>
              <a:gd name="connsiteY42" fmla="*/ 2049978 h 5251733"/>
              <a:gd name="connsiteX43" fmla="*/ 50837 w 4401697"/>
              <a:gd name="connsiteY43" fmla="*/ 1770408 h 5251733"/>
              <a:gd name="connsiteX44" fmla="*/ 25418 w 4401697"/>
              <a:gd name="connsiteY44" fmla="*/ 1147732 h 5251733"/>
              <a:gd name="connsiteX45" fmla="*/ 12709 w 4401697"/>
              <a:gd name="connsiteY45" fmla="*/ 969824 h 5251733"/>
              <a:gd name="connsiteX46" fmla="*/ 0 w 4401697"/>
              <a:gd name="connsiteY46" fmla="*/ 563178 h 5251733"/>
              <a:gd name="connsiteX47" fmla="*/ 39144 w 4401697"/>
              <a:gd name="connsiteY47" fmla="*/ 373706 h 5251733"/>
              <a:gd name="connsiteX48" fmla="*/ 444820 w 4401697"/>
              <a:gd name="connsiteY48" fmla="*/ 170892 h 5251733"/>
              <a:gd name="connsiteX49" fmla="*/ 1410716 w 4401697"/>
              <a:gd name="connsiteY49" fmla="*/ 30599 h 5251733"/>
              <a:gd name="connsiteX50" fmla="*/ 1639480 w 4401697"/>
              <a:gd name="connsiteY50" fmla="*/ 16748 h 5251733"/>
              <a:gd name="connsiteX51" fmla="*/ 1842827 w 4401697"/>
              <a:gd name="connsiteY51" fmla="*/ 9377 h 5251733"/>
              <a:gd name="connsiteX52" fmla="*/ 1779281 w 4401697"/>
              <a:gd name="connsiteY52" fmla="*/ 132896 h 5251733"/>
              <a:gd name="connsiteX53" fmla="*/ 1588644 w 4401697"/>
              <a:gd name="connsiteY53" fmla="*/ 143824 h 5251733"/>
              <a:gd name="connsiteX54" fmla="*/ 1372588 w 4401697"/>
              <a:gd name="connsiteY54" fmla="*/ 157676 h 5251733"/>
              <a:gd name="connsiteX55" fmla="*/ 508366 w 4401697"/>
              <a:gd name="connsiteY55" fmla="*/ 281957 h 5251733"/>
              <a:gd name="connsiteX56" fmla="*/ 216056 w 4401697"/>
              <a:gd name="connsiteY56" fmla="*/ 386414 h 5251733"/>
              <a:gd name="connsiteX57" fmla="*/ 134971 w 4401697"/>
              <a:gd name="connsiteY57" fmla="*/ 486932 h 5251733"/>
              <a:gd name="connsiteX58" fmla="*/ 343147 w 4401697"/>
              <a:gd name="connsiteY58" fmla="*/ 631927 h 5251733"/>
              <a:gd name="connsiteX59" fmla="*/ 1054860 w 4401697"/>
              <a:gd name="connsiteY59" fmla="*/ 770059 h 5251733"/>
              <a:gd name="connsiteX60" fmla="*/ 1639480 w 4401697"/>
              <a:gd name="connsiteY60" fmla="*/ 818476 h 5251733"/>
              <a:gd name="connsiteX61" fmla="*/ 1791990 w 4401697"/>
              <a:gd name="connsiteY61" fmla="*/ 830040 h 5251733"/>
              <a:gd name="connsiteX62" fmla="*/ 2618085 w 4401697"/>
              <a:gd name="connsiteY62" fmla="*/ 830040 h 5251733"/>
              <a:gd name="connsiteX63" fmla="*/ 2808722 w 4401697"/>
              <a:gd name="connsiteY63" fmla="*/ 817332 h 5251733"/>
              <a:gd name="connsiteX64" fmla="*/ 3698363 w 4401697"/>
              <a:gd name="connsiteY64" fmla="*/ 723422 h 5251733"/>
              <a:gd name="connsiteX65" fmla="*/ 4092346 w 4401697"/>
              <a:gd name="connsiteY65" fmla="*/ 627733 h 5251733"/>
              <a:gd name="connsiteX66" fmla="*/ 4181310 w 4401697"/>
              <a:gd name="connsiteY66" fmla="*/ 588085 h 5251733"/>
              <a:gd name="connsiteX67" fmla="*/ 4181310 w 4401697"/>
              <a:gd name="connsiteY67" fmla="*/ 387558 h 5251733"/>
              <a:gd name="connsiteX68" fmla="*/ 3711072 w 4401697"/>
              <a:gd name="connsiteY68" fmla="*/ 246503 h 5251733"/>
              <a:gd name="connsiteX69" fmla="*/ 2274938 w 4401697"/>
              <a:gd name="connsiteY69" fmla="*/ 132896 h 5251733"/>
              <a:gd name="connsiteX70" fmla="*/ 1779281 w 4401697"/>
              <a:gd name="connsiteY70" fmla="*/ 132896 h 5251733"/>
              <a:gd name="connsiteX71" fmla="*/ 368565 w 4401697"/>
              <a:gd name="connsiteY71" fmla="*/ 526961 h 5251733"/>
              <a:gd name="connsiteX72" fmla="*/ 533784 w 4401697"/>
              <a:gd name="connsiteY72" fmla="*/ 463931 h 5251733"/>
              <a:gd name="connsiteX73" fmla="*/ 953186 w 4401697"/>
              <a:gd name="connsiteY73" fmla="*/ 365319 h 5251733"/>
              <a:gd name="connsiteX74" fmla="*/ 2567248 w 4401697"/>
              <a:gd name="connsiteY74" fmla="*/ 283609 h 5251733"/>
              <a:gd name="connsiteX75" fmla="*/ 2745176 w 4401697"/>
              <a:gd name="connsiteY75" fmla="*/ 296317 h 5251733"/>
              <a:gd name="connsiteX76" fmla="*/ 2796013 w 4401697"/>
              <a:gd name="connsiteY76" fmla="*/ 296317 h 5251733"/>
              <a:gd name="connsiteX77" fmla="*/ 3050196 w 4401697"/>
              <a:gd name="connsiteY77" fmla="*/ 320588 h 5251733"/>
              <a:gd name="connsiteX78" fmla="*/ 4016091 w 4401697"/>
              <a:gd name="connsiteY78" fmla="*/ 525055 h 5251733"/>
              <a:gd name="connsiteX79" fmla="*/ 3977964 w 4401697"/>
              <a:gd name="connsiteY79" fmla="*/ 626717 h 5251733"/>
              <a:gd name="connsiteX80" fmla="*/ 3240833 w 4401697"/>
              <a:gd name="connsiteY80" fmla="*/ 445378 h 5251733"/>
              <a:gd name="connsiteX81" fmla="*/ 1868245 w 4401697"/>
              <a:gd name="connsiteY81" fmla="*/ 385270 h 5251733"/>
              <a:gd name="connsiteX82" fmla="*/ 1626771 w 4401697"/>
              <a:gd name="connsiteY82" fmla="*/ 397978 h 5251733"/>
              <a:gd name="connsiteX83" fmla="*/ 686294 w 4401697"/>
              <a:gd name="connsiteY83" fmla="*/ 526961 h 5251733"/>
              <a:gd name="connsiteX84" fmla="*/ 368565 w 4401697"/>
              <a:gd name="connsiteY84" fmla="*/ 526961 h 5251733"/>
              <a:gd name="connsiteX85" fmla="*/ 4270275 w 4401697"/>
              <a:gd name="connsiteY85" fmla="*/ 664840 h 5251733"/>
              <a:gd name="connsiteX86" fmla="*/ 4066928 w 4401697"/>
              <a:gd name="connsiteY86" fmla="*/ 739307 h 5251733"/>
              <a:gd name="connsiteX87" fmla="*/ 3558562 w 4401697"/>
              <a:gd name="connsiteY87" fmla="*/ 849991 h 5251733"/>
              <a:gd name="connsiteX88" fmla="*/ 3266252 w 4401697"/>
              <a:gd name="connsiteY88" fmla="*/ 883031 h 5251733"/>
              <a:gd name="connsiteX89" fmla="*/ 2808722 w 4401697"/>
              <a:gd name="connsiteY89" fmla="*/ 918993 h 5251733"/>
              <a:gd name="connsiteX90" fmla="*/ 2605376 w 4401697"/>
              <a:gd name="connsiteY90" fmla="*/ 931701 h 5251733"/>
              <a:gd name="connsiteX91" fmla="*/ 2185974 w 4401697"/>
              <a:gd name="connsiteY91" fmla="*/ 931701 h 5251733"/>
              <a:gd name="connsiteX92" fmla="*/ 1804699 w 4401697"/>
              <a:gd name="connsiteY92" fmla="*/ 931701 h 5251733"/>
              <a:gd name="connsiteX93" fmla="*/ 1461552 w 4401697"/>
              <a:gd name="connsiteY93" fmla="*/ 907429 h 5251733"/>
              <a:gd name="connsiteX94" fmla="*/ 533784 w 4401697"/>
              <a:gd name="connsiteY94" fmla="*/ 788994 h 5251733"/>
              <a:gd name="connsiteX95" fmla="*/ 279601 w 4401697"/>
              <a:gd name="connsiteY95" fmla="*/ 714908 h 5251733"/>
              <a:gd name="connsiteX96" fmla="*/ 127092 w 4401697"/>
              <a:gd name="connsiteY96" fmla="*/ 652132 h 5251733"/>
              <a:gd name="connsiteX97" fmla="*/ 152510 w 4401697"/>
              <a:gd name="connsiteY97" fmla="*/ 1325639 h 5251733"/>
              <a:gd name="connsiteX98" fmla="*/ 165219 w 4401697"/>
              <a:gd name="connsiteY98" fmla="*/ 1503547 h 5251733"/>
              <a:gd name="connsiteX99" fmla="*/ 177928 w 4401697"/>
              <a:gd name="connsiteY99" fmla="*/ 1884778 h 5251733"/>
              <a:gd name="connsiteX100" fmla="*/ 190637 w 4401697"/>
              <a:gd name="connsiteY100" fmla="*/ 2049978 h 5251733"/>
              <a:gd name="connsiteX101" fmla="*/ 203346 w 4401697"/>
              <a:gd name="connsiteY101" fmla="*/ 2418501 h 5251733"/>
              <a:gd name="connsiteX102" fmla="*/ 216056 w 4401697"/>
              <a:gd name="connsiteY102" fmla="*/ 2634531 h 5251733"/>
              <a:gd name="connsiteX103" fmla="*/ 228765 w 4401697"/>
              <a:gd name="connsiteY103" fmla="*/ 2901393 h 5251733"/>
              <a:gd name="connsiteX104" fmla="*/ 241474 w 4401697"/>
              <a:gd name="connsiteY104" fmla="*/ 3269916 h 5251733"/>
              <a:gd name="connsiteX105" fmla="*/ 254183 w 4401697"/>
              <a:gd name="connsiteY105" fmla="*/ 3435116 h 5251733"/>
              <a:gd name="connsiteX106" fmla="*/ 266892 w 4401697"/>
              <a:gd name="connsiteY106" fmla="*/ 3803639 h 5251733"/>
              <a:gd name="connsiteX107" fmla="*/ 279601 w 4401697"/>
              <a:gd name="connsiteY107" fmla="*/ 4083208 h 5251733"/>
              <a:gd name="connsiteX108" fmla="*/ 366278 w 4401697"/>
              <a:gd name="connsiteY108" fmla="*/ 4502562 h 5251733"/>
              <a:gd name="connsiteX109" fmla="*/ 851513 w 4401697"/>
              <a:gd name="connsiteY109" fmla="*/ 4871084 h 5251733"/>
              <a:gd name="connsiteX110" fmla="*/ 1969918 w 4401697"/>
              <a:gd name="connsiteY110" fmla="*/ 5112531 h 5251733"/>
              <a:gd name="connsiteX111" fmla="*/ 2236810 w 4401697"/>
              <a:gd name="connsiteY111" fmla="*/ 5125238 h 5251733"/>
              <a:gd name="connsiteX112" fmla="*/ 2427448 w 4401697"/>
              <a:gd name="connsiteY112" fmla="*/ 5112531 h 5251733"/>
              <a:gd name="connsiteX113" fmla="*/ 3469598 w 4401697"/>
              <a:gd name="connsiteY113" fmla="*/ 4906666 h 5251733"/>
              <a:gd name="connsiteX114" fmla="*/ 4016727 w 4401697"/>
              <a:gd name="connsiteY114" fmla="*/ 4515269 h 5251733"/>
              <a:gd name="connsiteX115" fmla="*/ 4094507 w 4401697"/>
              <a:gd name="connsiteY115" fmla="*/ 4184869 h 5251733"/>
              <a:gd name="connsiteX116" fmla="*/ 4105056 w 4401697"/>
              <a:gd name="connsiteY116" fmla="*/ 3981546 h 5251733"/>
              <a:gd name="connsiteX117" fmla="*/ 4117765 w 4401697"/>
              <a:gd name="connsiteY117" fmla="*/ 3790931 h 5251733"/>
              <a:gd name="connsiteX118" fmla="*/ 4143183 w 4401697"/>
              <a:gd name="connsiteY118" fmla="*/ 3244500 h 5251733"/>
              <a:gd name="connsiteX119" fmla="*/ 4155892 w 4401697"/>
              <a:gd name="connsiteY119" fmla="*/ 3041177 h 5251733"/>
              <a:gd name="connsiteX120" fmla="*/ 4168601 w 4401697"/>
              <a:gd name="connsiteY120" fmla="*/ 2799731 h 5251733"/>
              <a:gd name="connsiteX121" fmla="*/ 4194020 w 4401697"/>
              <a:gd name="connsiteY121" fmla="*/ 2215178 h 5251733"/>
              <a:gd name="connsiteX122" fmla="*/ 4206729 w 4401697"/>
              <a:gd name="connsiteY122" fmla="*/ 2049978 h 5251733"/>
              <a:gd name="connsiteX123" fmla="*/ 4219438 w 4401697"/>
              <a:gd name="connsiteY123" fmla="*/ 1706870 h 5251733"/>
              <a:gd name="connsiteX124" fmla="*/ 4232147 w 4401697"/>
              <a:gd name="connsiteY124" fmla="*/ 1478132 h 5251733"/>
              <a:gd name="connsiteX125" fmla="*/ 4244856 w 4401697"/>
              <a:gd name="connsiteY125" fmla="*/ 1262101 h 5251733"/>
              <a:gd name="connsiteX126" fmla="*/ 4257565 w 4401697"/>
              <a:gd name="connsiteY126" fmla="*/ 1033363 h 5251733"/>
              <a:gd name="connsiteX127" fmla="*/ 4270275 w 4401697"/>
              <a:gd name="connsiteY127" fmla="*/ 664840 h 5251733"/>
              <a:gd name="connsiteX128" fmla="*/ 1232788 w 4401697"/>
              <a:gd name="connsiteY128" fmla="*/ 2692478 h 5251733"/>
              <a:gd name="connsiteX129" fmla="*/ 1741154 w 4401697"/>
              <a:gd name="connsiteY129" fmla="*/ 3320746 h 5251733"/>
              <a:gd name="connsiteX130" fmla="*/ 1398007 w 4401697"/>
              <a:gd name="connsiteY130" fmla="*/ 3803130 h 5251733"/>
              <a:gd name="connsiteX131" fmla="*/ 1103917 w 4401697"/>
              <a:gd name="connsiteY131" fmla="*/ 3587608 h 5251733"/>
              <a:gd name="connsiteX132" fmla="*/ 1037956 w 4401697"/>
              <a:gd name="connsiteY132" fmla="*/ 3435116 h 5251733"/>
              <a:gd name="connsiteX133" fmla="*/ 1004023 w 4401697"/>
              <a:gd name="connsiteY133" fmla="*/ 3092008 h 5251733"/>
              <a:gd name="connsiteX134" fmla="*/ 1232788 w 4401697"/>
              <a:gd name="connsiteY134" fmla="*/ 2692478 h 5251733"/>
              <a:gd name="connsiteX135" fmla="*/ 2923105 w 4401697"/>
              <a:gd name="connsiteY135" fmla="*/ 2723485 h 5251733"/>
              <a:gd name="connsiteX136" fmla="*/ 3101033 w 4401697"/>
              <a:gd name="connsiteY136" fmla="*/ 2698070 h 5251733"/>
              <a:gd name="connsiteX137" fmla="*/ 3268920 w 4401697"/>
              <a:gd name="connsiteY137" fmla="*/ 3384285 h 5251733"/>
              <a:gd name="connsiteX138" fmla="*/ 3317088 w 4401697"/>
              <a:gd name="connsiteY138" fmla="*/ 3727392 h 5251733"/>
              <a:gd name="connsiteX139" fmla="*/ 3177288 w 4401697"/>
              <a:gd name="connsiteY139" fmla="*/ 3752808 h 5251733"/>
              <a:gd name="connsiteX140" fmla="*/ 3114632 w 4401697"/>
              <a:gd name="connsiteY140" fmla="*/ 3566386 h 5251733"/>
              <a:gd name="connsiteX141" fmla="*/ 3024778 w 4401697"/>
              <a:gd name="connsiteY141" fmla="*/ 3547579 h 5251733"/>
              <a:gd name="connsiteX142" fmla="*/ 2892094 w 4401697"/>
              <a:gd name="connsiteY142" fmla="*/ 3582270 h 5251733"/>
              <a:gd name="connsiteX143" fmla="*/ 2812281 w 4401697"/>
              <a:gd name="connsiteY143" fmla="*/ 3793218 h 5251733"/>
              <a:gd name="connsiteX144" fmla="*/ 2656212 w 4401697"/>
              <a:gd name="connsiteY144" fmla="*/ 3829054 h 5251733"/>
              <a:gd name="connsiteX145" fmla="*/ 2723190 w 4401697"/>
              <a:gd name="connsiteY145" fmla="*/ 3485946 h 5251733"/>
              <a:gd name="connsiteX146" fmla="*/ 2836047 w 4401697"/>
              <a:gd name="connsiteY146" fmla="*/ 3053885 h 5251733"/>
              <a:gd name="connsiteX147" fmla="*/ 2923105 w 4401697"/>
              <a:gd name="connsiteY147" fmla="*/ 2723485 h 5251733"/>
              <a:gd name="connsiteX148" fmla="*/ 2133739 w 4401697"/>
              <a:gd name="connsiteY148" fmla="*/ 2761608 h 5251733"/>
              <a:gd name="connsiteX149" fmla="*/ 2287393 w 4401697"/>
              <a:gd name="connsiteY149" fmla="*/ 2781941 h 5251733"/>
              <a:gd name="connsiteX150" fmla="*/ 2300356 w 4401697"/>
              <a:gd name="connsiteY150" fmla="*/ 2888685 h 5251733"/>
              <a:gd name="connsiteX151" fmla="*/ 2287647 w 4401697"/>
              <a:gd name="connsiteY151" fmla="*/ 3155546 h 5251733"/>
              <a:gd name="connsiteX152" fmla="*/ 2287647 w 4401697"/>
              <a:gd name="connsiteY152" fmla="*/ 3625731 h 5251733"/>
              <a:gd name="connsiteX153" fmla="*/ 2198683 w 4401697"/>
              <a:gd name="connsiteY153" fmla="*/ 3841762 h 5251733"/>
              <a:gd name="connsiteX154" fmla="*/ 2135137 w 4401697"/>
              <a:gd name="connsiteY154" fmla="*/ 3841762 h 5251733"/>
              <a:gd name="connsiteX155" fmla="*/ 2124843 w 4401697"/>
              <a:gd name="connsiteY155" fmla="*/ 3545927 h 5251733"/>
              <a:gd name="connsiteX156" fmla="*/ 2134121 w 4401697"/>
              <a:gd name="connsiteY156" fmla="*/ 3346162 h 5251733"/>
              <a:gd name="connsiteX157" fmla="*/ 2125987 w 4401697"/>
              <a:gd name="connsiteY157" fmla="*/ 3164188 h 5251733"/>
              <a:gd name="connsiteX158" fmla="*/ 2133739 w 4401697"/>
              <a:gd name="connsiteY158" fmla="*/ 3028470 h 5251733"/>
              <a:gd name="connsiteX159" fmla="*/ 2133739 w 4401697"/>
              <a:gd name="connsiteY159" fmla="*/ 2761608 h 5251733"/>
              <a:gd name="connsiteX160" fmla="*/ 1321752 w 4401697"/>
              <a:gd name="connsiteY160" fmla="*/ 2933162 h 5251733"/>
              <a:gd name="connsiteX161" fmla="*/ 1410716 w 4401697"/>
              <a:gd name="connsiteY161" fmla="*/ 3560795 h 5251733"/>
              <a:gd name="connsiteX162" fmla="*/ 1575426 w 4401697"/>
              <a:gd name="connsiteY162" fmla="*/ 3295331 h 5251733"/>
              <a:gd name="connsiteX163" fmla="*/ 1321752 w 4401697"/>
              <a:gd name="connsiteY163" fmla="*/ 2933162 h 5251733"/>
              <a:gd name="connsiteX164" fmla="*/ 3012069 w 4401697"/>
              <a:gd name="connsiteY164" fmla="*/ 3092008 h 5251733"/>
              <a:gd name="connsiteX165" fmla="*/ 2948523 w 4401697"/>
              <a:gd name="connsiteY165" fmla="*/ 3333454 h 5251733"/>
              <a:gd name="connsiteX166" fmla="*/ 3062905 w 4401697"/>
              <a:gd name="connsiteY166" fmla="*/ 3320746 h 5251733"/>
              <a:gd name="connsiteX167" fmla="*/ 3012069 w 4401697"/>
              <a:gd name="connsiteY167" fmla="*/ 3092008 h 525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4401697" h="5251733">
                <a:moveTo>
                  <a:pt x="1842827" y="9377"/>
                </a:moveTo>
                <a:cubicBezTo>
                  <a:pt x="2038548" y="-14386"/>
                  <a:pt x="2511964" y="14206"/>
                  <a:pt x="2732467" y="16748"/>
                </a:cubicBezTo>
                <a:cubicBezTo>
                  <a:pt x="2732467" y="16748"/>
                  <a:pt x="2872268" y="28947"/>
                  <a:pt x="2872268" y="28947"/>
                </a:cubicBezTo>
                <a:cubicBezTo>
                  <a:pt x="3165976" y="41782"/>
                  <a:pt x="3460066" y="72788"/>
                  <a:pt x="3749199" y="128575"/>
                </a:cubicBezTo>
                <a:cubicBezTo>
                  <a:pt x="3918612" y="161234"/>
                  <a:pt x="4034393" y="189572"/>
                  <a:pt x="4194020" y="258194"/>
                </a:cubicBezTo>
                <a:cubicBezTo>
                  <a:pt x="4259726" y="286532"/>
                  <a:pt x="4344115" y="332025"/>
                  <a:pt x="4377413" y="398486"/>
                </a:cubicBezTo>
                <a:cubicBezTo>
                  <a:pt x="4415413" y="474351"/>
                  <a:pt x="4397493" y="604097"/>
                  <a:pt x="4397366" y="690255"/>
                </a:cubicBezTo>
                <a:cubicBezTo>
                  <a:pt x="4397366" y="690255"/>
                  <a:pt x="4384657" y="880870"/>
                  <a:pt x="4384657" y="880870"/>
                </a:cubicBezTo>
                <a:cubicBezTo>
                  <a:pt x="4384657" y="880870"/>
                  <a:pt x="4371948" y="1223978"/>
                  <a:pt x="4371948" y="1223978"/>
                </a:cubicBezTo>
                <a:cubicBezTo>
                  <a:pt x="4371948" y="1223978"/>
                  <a:pt x="4359239" y="1414593"/>
                  <a:pt x="4359239" y="1414593"/>
                </a:cubicBezTo>
                <a:cubicBezTo>
                  <a:pt x="4359239" y="1414593"/>
                  <a:pt x="4346530" y="1643332"/>
                  <a:pt x="4346530" y="1643332"/>
                </a:cubicBezTo>
                <a:cubicBezTo>
                  <a:pt x="4346530" y="1643332"/>
                  <a:pt x="4333820" y="1973731"/>
                  <a:pt x="4333820" y="1973731"/>
                </a:cubicBezTo>
                <a:cubicBezTo>
                  <a:pt x="4333820" y="1973731"/>
                  <a:pt x="4321111" y="2138931"/>
                  <a:pt x="4321111" y="2138931"/>
                </a:cubicBezTo>
                <a:cubicBezTo>
                  <a:pt x="4321111" y="2138931"/>
                  <a:pt x="4308402" y="2482039"/>
                  <a:pt x="4308402" y="2482039"/>
                </a:cubicBezTo>
                <a:cubicBezTo>
                  <a:pt x="4308402" y="2482039"/>
                  <a:pt x="4295693" y="2647239"/>
                  <a:pt x="4295693" y="2647239"/>
                </a:cubicBezTo>
                <a:cubicBezTo>
                  <a:pt x="4295693" y="2647239"/>
                  <a:pt x="4282984" y="2977639"/>
                  <a:pt x="4282984" y="2977639"/>
                </a:cubicBezTo>
                <a:cubicBezTo>
                  <a:pt x="4282984" y="2977639"/>
                  <a:pt x="4270275" y="3180962"/>
                  <a:pt x="4270275" y="3180962"/>
                </a:cubicBezTo>
                <a:cubicBezTo>
                  <a:pt x="4270275" y="3180962"/>
                  <a:pt x="4257565" y="3409700"/>
                  <a:pt x="4257565" y="3409700"/>
                </a:cubicBezTo>
                <a:cubicBezTo>
                  <a:pt x="4257565" y="3409700"/>
                  <a:pt x="4244856" y="3740100"/>
                  <a:pt x="4244856" y="3740100"/>
                </a:cubicBezTo>
                <a:cubicBezTo>
                  <a:pt x="4244856" y="3740100"/>
                  <a:pt x="4232656" y="3867177"/>
                  <a:pt x="4232656" y="3867177"/>
                </a:cubicBezTo>
                <a:cubicBezTo>
                  <a:pt x="4232656" y="3867177"/>
                  <a:pt x="4232656" y="3994254"/>
                  <a:pt x="4232656" y="3994254"/>
                </a:cubicBezTo>
                <a:cubicBezTo>
                  <a:pt x="4232656" y="3994254"/>
                  <a:pt x="4219438" y="4159454"/>
                  <a:pt x="4219438" y="4159454"/>
                </a:cubicBezTo>
                <a:cubicBezTo>
                  <a:pt x="4217532" y="4326687"/>
                  <a:pt x="4211050" y="4428349"/>
                  <a:pt x="4123738" y="4578808"/>
                </a:cubicBezTo>
                <a:cubicBezTo>
                  <a:pt x="4048500" y="4708553"/>
                  <a:pt x="3924331" y="4799032"/>
                  <a:pt x="3800036" y="4876422"/>
                </a:cubicBezTo>
                <a:cubicBezTo>
                  <a:pt x="3516368" y="5053059"/>
                  <a:pt x="3188217" y="5145443"/>
                  <a:pt x="2859559" y="5194114"/>
                </a:cubicBezTo>
                <a:cubicBezTo>
                  <a:pt x="2859559" y="5194114"/>
                  <a:pt x="2452866" y="5240116"/>
                  <a:pt x="2452866" y="5240116"/>
                </a:cubicBezTo>
                <a:cubicBezTo>
                  <a:pt x="2452866" y="5240116"/>
                  <a:pt x="2274938" y="5240116"/>
                  <a:pt x="2274938" y="5240116"/>
                </a:cubicBezTo>
                <a:cubicBezTo>
                  <a:pt x="2225754" y="5244055"/>
                  <a:pt x="2202369" y="5254221"/>
                  <a:pt x="2147846" y="5251171"/>
                </a:cubicBezTo>
                <a:cubicBezTo>
                  <a:pt x="2147846" y="5251171"/>
                  <a:pt x="2058882" y="5240751"/>
                  <a:pt x="2058882" y="5240751"/>
                </a:cubicBezTo>
                <a:cubicBezTo>
                  <a:pt x="2058882" y="5240751"/>
                  <a:pt x="1741154" y="5224739"/>
                  <a:pt x="1741154" y="5224739"/>
                </a:cubicBezTo>
                <a:cubicBezTo>
                  <a:pt x="1531707" y="5204534"/>
                  <a:pt x="1162887" y="5126255"/>
                  <a:pt x="965895" y="5054838"/>
                </a:cubicBezTo>
                <a:cubicBezTo>
                  <a:pt x="965895" y="5054838"/>
                  <a:pt x="762549" y="4965376"/>
                  <a:pt x="762549" y="4965376"/>
                </a:cubicBezTo>
                <a:cubicBezTo>
                  <a:pt x="591230" y="4890908"/>
                  <a:pt x="352806" y="4727869"/>
                  <a:pt x="256979" y="4566100"/>
                </a:cubicBezTo>
                <a:cubicBezTo>
                  <a:pt x="236263" y="4531027"/>
                  <a:pt x="172463" y="4351849"/>
                  <a:pt x="166363" y="4311946"/>
                </a:cubicBezTo>
                <a:cubicBezTo>
                  <a:pt x="166363" y="4311946"/>
                  <a:pt x="166363" y="4184869"/>
                  <a:pt x="166363" y="4184869"/>
                </a:cubicBezTo>
                <a:cubicBezTo>
                  <a:pt x="166363" y="4184869"/>
                  <a:pt x="152510" y="3994254"/>
                  <a:pt x="152510" y="3994254"/>
                </a:cubicBezTo>
                <a:cubicBezTo>
                  <a:pt x="152510" y="3994254"/>
                  <a:pt x="139801" y="3727392"/>
                  <a:pt x="139801" y="3727392"/>
                </a:cubicBezTo>
                <a:cubicBezTo>
                  <a:pt x="139801" y="3727392"/>
                  <a:pt x="127092" y="3358869"/>
                  <a:pt x="127092" y="3358869"/>
                </a:cubicBezTo>
                <a:cubicBezTo>
                  <a:pt x="127092" y="3358869"/>
                  <a:pt x="114382" y="3180962"/>
                  <a:pt x="114382" y="3180962"/>
                </a:cubicBezTo>
                <a:cubicBezTo>
                  <a:pt x="114382" y="3180962"/>
                  <a:pt x="101673" y="2799731"/>
                  <a:pt x="101673" y="2799731"/>
                </a:cubicBezTo>
                <a:cubicBezTo>
                  <a:pt x="101673" y="2799731"/>
                  <a:pt x="88964" y="2621824"/>
                  <a:pt x="88964" y="2621824"/>
                </a:cubicBezTo>
                <a:cubicBezTo>
                  <a:pt x="88964" y="2621824"/>
                  <a:pt x="76255" y="2240593"/>
                  <a:pt x="76255" y="2240593"/>
                </a:cubicBezTo>
                <a:cubicBezTo>
                  <a:pt x="76255" y="2240593"/>
                  <a:pt x="63546" y="2049978"/>
                  <a:pt x="63546" y="2049978"/>
                </a:cubicBezTo>
                <a:cubicBezTo>
                  <a:pt x="63546" y="2049978"/>
                  <a:pt x="50837" y="1770408"/>
                  <a:pt x="50837" y="1770408"/>
                </a:cubicBezTo>
                <a:cubicBezTo>
                  <a:pt x="50837" y="1770408"/>
                  <a:pt x="25418" y="1147732"/>
                  <a:pt x="25418" y="1147732"/>
                </a:cubicBezTo>
                <a:cubicBezTo>
                  <a:pt x="25418" y="1147732"/>
                  <a:pt x="12709" y="969824"/>
                  <a:pt x="12709" y="969824"/>
                </a:cubicBezTo>
                <a:cubicBezTo>
                  <a:pt x="12709" y="969824"/>
                  <a:pt x="0" y="563178"/>
                  <a:pt x="0" y="563178"/>
                </a:cubicBezTo>
                <a:cubicBezTo>
                  <a:pt x="127" y="498496"/>
                  <a:pt x="3431" y="430383"/>
                  <a:pt x="39144" y="373706"/>
                </a:cubicBezTo>
                <a:cubicBezTo>
                  <a:pt x="101165" y="275476"/>
                  <a:pt x="333234" y="198849"/>
                  <a:pt x="444820" y="170892"/>
                </a:cubicBezTo>
                <a:cubicBezTo>
                  <a:pt x="758990" y="91977"/>
                  <a:pt x="1088285" y="52583"/>
                  <a:pt x="1410716" y="30599"/>
                </a:cubicBezTo>
                <a:cubicBezTo>
                  <a:pt x="1410716" y="30599"/>
                  <a:pt x="1639480" y="16748"/>
                  <a:pt x="1639480" y="16748"/>
                </a:cubicBezTo>
                <a:cubicBezTo>
                  <a:pt x="1708999" y="16493"/>
                  <a:pt x="1773689" y="19289"/>
                  <a:pt x="1842827" y="9377"/>
                </a:cubicBezTo>
                <a:close/>
                <a:moveTo>
                  <a:pt x="1779281" y="132896"/>
                </a:moveTo>
                <a:cubicBezTo>
                  <a:pt x="1700357" y="146112"/>
                  <a:pt x="1666042" y="143443"/>
                  <a:pt x="1588644" y="143824"/>
                </a:cubicBezTo>
                <a:cubicBezTo>
                  <a:pt x="1588644" y="143824"/>
                  <a:pt x="1372588" y="157676"/>
                  <a:pt x="1372588" y="157676"/>
                </a:cubicBezTo>
                <a:cubicBezTo>
                  <a:pt x="1086251" y="177373"/>
                  <a:pt x="787205" y="212319"/>
                  <a:pt x="508366" y="281957"/>
                </a:cubicBezTo>
                <a:cubicBezTo>
                  <a:pt x="428044" y="302035"/>
                  <a:pt x="284939" y="345114"/>
                  <a:pt x="216056" y="386414"/>
                </a:cubicBezTo>
                <a:cubicBezTo>
                  <a:pt x="179707" y="408398"/>
                  <a:pt x="134844" y="439405"/>
                  <a:pt x="134971" y="486932"/>
                </a:cubicBezTo>
                <a:cubicBezTo>
                  <a:pt x="135098" y="563178"/>
                  <a:pt x="282652" y="613246"/>
                  <a:pt x="343147" y="631927"/>
                </a:cubicBezTo>
                <a:cubicBezTo>
                  <a:pt x="600253" y="711604"/>
                  <a:pt x="791018" y="737528"/>
                  <a:pt x="1054860" y="770059"/>
                </a:cubicBezTo>
                <a:cubicBezTo>
                  <a:pt x="1054860" y="770059"/>
                  <a:pt x="1639480" y="818476"/>
                  <a:pt x="1639480" y="818476"/>
                </a:cubicBezTo>
                <a:cubicBezTo>
                  <a:pt x="1639480" y="818476"/>
                  <a:pt x="1791990" y="830040"/>
                  <a:pt x="1791990" y="830040"/>
                </a:cubicBezTo>
                <a:cubicBezTo>
                  <a:pt x="1791990" y="830040"/>
                  <a:pt x="2618085" y="830040"/>
                  <a:pt x="2618085" y="830040"/>
                </a:cubicBezTo>
                <a:cubicBezTo>
                  <a:pt x="2618085" y="830040"/>
                  <a:pt x="2808722" y="817332"/>
                  <a:pt x="2808722" y="817332"/>
                </a:cubicBezTo>
                <a:cubicBezTo>
                  <a:pt x="3074089" y="814282"/>
                  <a:pt x="3436300" y="772474"/>
                  <a:pt x="3698363" y="723422"/>
                </a:cubicBezTo>
                <a:cubicBezTo>
                  <a:pt x="3829140" y="699023"/>
                  <a:pt x="3967924" y="676531"/>
                  <a:pt x="4092346" y="627733"/>
                </a:cubicBezTo>
                <a:cubicBezTo>
                  <a:pt x="4092346" y="627733"/>
                  <a:pt x="4181310" y="588085"/>
                  <a:pt x="4181310" y="588085"/>
                </a:cubicBezTo>
                <a:cubicBezTo>
                  <a:pt x="4302683" y="528613"/>
                  <a:pt x="4296837" y="448682"/>
                  <a:pt x="4181310" y="387558"/>
                </a:cubicBezTo>
                <a:cubicBezTo>
                  <a:pt x="4062988" y="325163"/>
                  <a:pt x="3844899" y="269249"/>
                  <a:pt x="3711072" y="246503"/>
                </a:cubicBezTo>
                <a:cubicBezTo>
                  <a:pt x="3234479" y="165555"/>
                  <a:pt x="2757759" y="131117"/>
                  <a:pt x="2274938" y="132896"/>
                </a:cubicBezTo>
                <a:cubicBezTo>
                  <a:pt x="2274938" y="132896"/>
                  <a:pt x="1779281" y="132896"/>
                  <a:pt x="1779281" y="132896"/>
                </a:cubicBezTo>
                <a:close/>
                <a:moveTo>
                  <a:pt x="368565" y="526961"/>
                </a:moveTo>
                <a:cubicBezTo>
                  <a:pt x="368565" y="526961"/>
                  <a:pt x="533784" y="463931"/>
                  <a:pt x="533784" y="463931"/>
                </a:cubicBezTo>
                <a:cubicBezTo>
                  <a:pt x="658461" y="424029"/>
                  <a:pt x="823553" y="387177"/>
                  <a:pt x="953186" y="365319"/>
                </a:cubicBezTo>
                <a:cubicBezTo>
                  <a:pt x="1474389" y="277891"/>
                  <a:pt x="2038802" y="277509"/>
                  <a:pt x="2567248" y="283609"/>
                </a:cubicBezTo>
                <a:cubicBezTo>
                  <a:pt x="2567248" y="283609"/>
                  <a:pt x="2745176" y="296317"/>
                  <a:pt x="2745176" y="296317"/>
                </a:cubicBezTo>
                <a:cubicBezTo>
                  <a:pt x="2745176" y="296317"/>
                  <a:pt x="2796013" y="296317"/>
                  <a:pt x="2796013" y="296317"/>
                </a:cubicBezTo>
                <a:cubicBezTo>
                  <a:pt x="2796013" y="296317"/>
                  <a:pt x="3050196" y="320588"/>
                  <a:pt x="3050196" y="320588"/>
                </a:cubicBezTo>
                <a:cubicBezTo>
                  <a:pt x="3378982" y="344606"/>
                  <a:pt x="3709292" y="402426"/>
                  <a:pt x="4016091" y="525055"/>
                </a:cubicBezTo>
                <a:cubicBezTo>
                  <a:pt x="4016091" y="525055"/>
                  <a:pt x="3977964" y="626717"/>
                  <a:pt x="3977964" y="626717"/>
                </a:cubicBezTo>
                <a:cubicBezTo>
                  <a:pt x="3709928" y="513110"/>
                  <a:pt x="3523739" y="486169"/>
                  <a:pt x="3240833" y="445378"/>
                </a:cubicBezTo>
                <a:cubicBezTo>
                  <a:pt x="2784829" y="379679"/>
                  <a:pt x="2328189" y="384508"/>
                  <a:pt x="1868245" y="385270"/>
                </a:cubicBezTo>
                <a:cubicBezTo>
                  <a:pt x="1868245" y="385270"/>
                  <a:pt x="1626771" y="397978"/>
                  <a:pt x="1626771" y="397978"/>
                </a:cubicBezTo>
                <a:cubicBezTo>
                  <a:pt x="1413257" y="398995"/>
                  <a:pt x="892818" y="470920"/>
                  <a:pt x="686294" y="526961"/>
                </a:cubicBezTo>
                <a:cubicBezTo>
                  <a:pt x="459309" y="592406"/>
                  <a:pt x="426900" y="659884"/>
                  <a:pt x="368565" y="526961"/>
                </a:cubicBezTo>
                <a:close/>
                <a:moveTo>
                  <a:pt x="4270275" y="664840"/>
                </a:moveTo>
                <a:cubicBezTo>
                  <a:pt x="4270275" y="664840"/>
                  <a:pt x="4066928" y="739307"/>
                  <a:pt x="4066928" y="739307"/>
                </a:cubicBezTo>
                <a:cubicBezTo>
                  <a:pt x="3889890" y="791535"/>
                  <a:pt x="3739667" y="819619"/>
                  <a:pt x="3558562" y="849991"/>
                </a:cubicBezTo>
                <a:cubicBezTo>
                  <a:pt x="3558562" y="849991"/>
                  <a:pt x="3266252" y="883031"/>
                  <a:pt x="3266252" y="883031"/>
                </a:cubicBezTo>
                <a:cubicBezTo>
                  <a:pt x="3266252" y="883031"/>
                  <a:pt x="2808722" y="918993"/>
                  <a:pt x="2808722" y="918993"/>
                </a:cubicBezTo>
                <a:cubicBezTo>
                  <a:pt x="2808722" y="918993"/>
                  <a:pt x="2605376" y="931701"/>
                  <a:pt x="2605376" y="931701"/>
                </a:cubicBezTo>
                <a:cubicBezTo>
                  <a:pt x="2605376" y="931701"/>
                  <a:pt x="2185974" y="931701"/>
                  <a:pt x="2185974" y="931701"/>
                </a:cubicBezTo>
                <a:cubicBezTo>
                  <a:pt x="2185974" y="931701"/>
                  <a:pt x="1804699" y="931701"/>
                  <a:pt x="1804699" y="931701"/>
                </a:cubicBezTo>
                <a:cubicBezTo>
                  <a:pt x="1804699" y="931701"/>
                  <a:pt x="1461552" y="907429"/>
                  <a:pt x="1461552" y="907429"/>
                </a:cubicBezTo>
                <a:cubicBezTo>
                  <a:pt x="1151703" y="886208"/>
                  <a:pt x="837406" y="859394"/>
                  <a:pt x="533784" y="788994"/>
                </a:cubicBezTo>
                <a:cubicBezTo>
                  <a:pt x="533784" y="788994"/>
                  <a:pt x="279601" y="714908"/>
                  <a:pt x="279601" y="714908"/>
                </a:cubicBezTo>
                <a:cubicBezTo>
                  <a:pt x="279601" y="714908"/>
                  <a:pt x="127092" y="652132"/>
                  <a:pt x="127092" y="652132"/>
                </a:cubicBezTo>
                <a:cubicBezTo>
                  <a:pt x="127092" y="652132"/>
                  <a:pt x="152510" y="1325639"/>
                  <a:pt x="152510" y="1325639"/>
                </a:cubicBezTo>
                <a:cubicBezTo>
                  <a:pt x="152510" y="1325639"/>
                  <a:pt x="165219" y="1503547"/>
                  <a:pt x="165219" y="1503547"/>
                </a:cubicBezTo>
                <a:cubicBezTo>
                  <a:pt x="165219" y="1503547"/>
                  <a:pt x="177928" y="1884778"/>
                  <a:pt x="177928" y="1884778"/>
                </a:cubicBezTo>
                <a:cubicBezTo>
                  <a:pt x="177928" y="1884778"/>
                  <a:pt x="190637" y="2049978"/>
                  <a:pt x="190637" y="2049978"/>
                </a:cubicBezTo>
                <a:cubicBezTo>
                  <a:pt x="190637" y="2049978"/>
                  <a:pt x="203346" y="2418501"/>
                  <a:pt x="203346" y="2418501"/>
                </a:cubicBezTo>
                <a:cubicBezTo>
                  <a:pt x="203346" y="2418501"/>
                  <a:pt x="216056" y="2634531"/>
                  <a:pt x="216056" y="2634531"/>
                </a:cubicBezTo>
                <a:cubicBezTo>
                  <a:pt x="216056" y="2634531"/>
                  <a:pt x="228765" y="2901393"/>
                  <a:pt x="228765" y="2901393"/>
                </a:cubicBezTo>
                <a:cubicBezTo>
                  <a:pt x="228765" y="2901393"/>
                  <a:pt x="241474" y="3269916"/>
                  <a:pt x="241474" y="3269916"/>
                </a:cubicBezTo>
                <a:cubicBezTo>
                  <a:pt x="241474" y="3269916"/>
                  <a:pt x="254183" y="3435116"/>
                  <a:pt x="254183" y="3435116"/>
                </a:cubicBezTo>
                <a:cubicBezTo>
                  <a:pt x="254183" y="3435116"/>
                  <a:pt x="266892" y="3803639"/>
                  <a:pt x="266892" y="3803639"/>
                </a:cubicBezTo>
                <a:cubicBezTo>
                  <a:pt x="266892" y="3803639"/>
                  <a:pt x="279601" y="4083208"/>
                  <a:pt x="279601" y="4083208"/>
                </a:cubicBezTo>
                <a:cubicBezTo>
                  <a:pt x="279856" y="4215368"/>
                  <a:pt x="297394" y="4387684"/>
                  <a:pt x="366278" y="4502562"/>
                </a:cubicBezTo>
                <a:cubicBezTo>
                  <a:pt x="460325" y="4659120"/>
                  <a:pt x="685659" y="4799540"/>
                  <a:pt x="851513" y="4871084"/>
                </a:cubicBezTo>
                <a:cubicBezTo>
                  <a:pt x="1188433" y="5016333"/>
                  <a:pt x="1602370" y="5108210"/>
                  <a:pt x="1969918" y="5112531"/>
                </a:cubicBezTo>
                <a:cubicBezTo>
                  <a:pt x="1969918" y="5112531"/>
                  <a:pt x="2236810" y="5125238"/>
                  <a:pt x="2236810" y="5125238"/>
                </a:cubicBezTo>
                <a:cubicBezTo>
                  <a:pt x="2236810" y="5125238"/>
                  <a:pt x="2427448" y="5112531"/>
                  <a:pt x="2427448" y="5112531"/>
                </a:cubicBezTo>
                <a:cubicBezTo>
                  <a:pt x="2747718" y="5112022"/>
                  <a:pt x="3172458" y="5026500"/>
                  <a:pt x="3469598" y="4906666"/>
                </a:cubicBezTo>
                <a:cubicBezTo>
                  <a:pt x="3657058" y="4831055"/>
                  <a:pt x="3913020" y="4693685"/>
                  <a:pt x="4016727" y="4515269"/>
                </a:cubicBezTo>
                <a:cubicBezTo>
                  <a:pt x="4105818" y="4361887"/>
                  <a:pt x="4079891" y="4337743"/>
                  <a:pt x="4094507" y="4184869"/>
                </a:cubicBezTo>
                <a:cubicBezTo>
                  <a:pt x="4094507" y="4184869"/>
                  <a:pt x="4105056" y="3981546"/>
                  <a:pt x="4105056" y="3981546"/>
                </a:cubicBezTo>
                <a:cubicBezTo>
                  <a:pt x="4105056" y="3981546"/>
                  <a:pt x="4117765" y="3790931"/>
                  <a:pt x="4117765" y="3790931"/>
                </a:cubicBezTo>
                <a:cubicBezTo>
                  <a:pt x="4117765" y="3790931"/>
                  <a:pt x="4143183" y="3244500"/>
                  <a:pt x="4143183" y="3244500"/>
                </a:cubicBezTo>
                <a:cubicBezTo>
                  <a:pt x="4143183" y="3244500"/>
                  <a:pt x="4155892" y="3041177"/>
                  <a:pt x="4155892" y="3041177"/>
                </a:cubicBezTo>
                <a:cubicBezTo>
                  <a:pt x="4155892" y="3041177"/>
                  <a:pt x="4168601" y="2799731"/>
                  <a:pt x="4168601" y="2799731"/>
                </a:cubicBezTo>
                <a:cubicBezTo>
                  <a:pt x="4168601" y="2799731"/>
                  <a:pt x="4194020" y="2215178"/>
                  <a:pt x="4194020" y="2215178"/>
                </a:cubicBezTo>
                <a:cubicBezTo>
                  <a:pt x="4194020" y="2215178"/>
                  <a:pt x="4206729" y="2049978"/>
                  <a:pt x="4206729" y="2049978"/>
                </a:cubicBezTo>
                <a:cubicBezTo>
                  <a:pt x="4206729" y="2049978"/>
                  <a:pt x="4219438" y="1706870"/>
                  <a:pt x="4219438" y="1706870"/>
                </a:cubicBezTo>
                <a:cubicBezTo>
                  <a:pt x="4219438" y="1706870"/>
                  <a:pt x="4232147" y="1478132"/>
                  <a:pt x="4232147" y="1478132"/>
                </a:cubicBezTo>
                <a:cubicBezTo>
                  <a:pt x="4232147" y="1478132"/>
                  <a:pt x="4244856" y="1262101"/>
                  <a:pt x="4244856" y="1262101"/>
                </a:cubicBezTo>
                <a:cubicBezTo>
                  <a:pt x="4244856" y="1262101"/>
                  <a:pt x="4257565" y="1033363"/>
                  <a:pt x="4257565" y="1033363"/>
                </a:cubicBezTo>
                <a:cubicBezTo>
                  <a:pt x="4257565" y="1033363"/>
                  <a:pt x="4270275" y="664840"/>
                  <a:pt x="4270275" y="664840"/>
                </a:cubicBezTo>
                <a:close/>
                <a:moveTo>
                  <a:pt x="1232788" y="2692478"/>
                </a:moveTo>
                <a:cubicBezTo>
                  <a:pt x="1603768" y="2627542"/>
                  <a:pt x="1742552" y="3022116"/>
                  <a:pt x="1741154" y="3320746"/>
                </a:cubicBezTo>
                <a:cubicBezTo>
                  <a:pt x="1740137" y="3529788"/>
                  <a:pt x="1654096" y="3813423"/>
                  <a:pt x="1398007" y="3803130"/>
                </a:cubicBezTo>
                <a:cubicBezTo>
                  <a:pt x="1252741" y="3797285"/>
                  <a:pt x="1170894" y="3707568"/>
                  <a:pt x="1103917" y="3587608"/>
                </a:cubicBezTo>
                <a:cubicBezTo>
                  <a:pt x="1072652" y="3531567"/>
                  <a:pt x="1057910" y="3495604"/>
                  <a:pt x="1037956" y="3435116"/>
                </a:cubicBezTo>
                <a:cubicBezTo>
                  <a:pt x="992203" y="3296093"/>
                  <a:pt x="1003769" y="3234461"/>
                  <a:pt x="1004023" y="3092008"/>
                </a:cubicBezTo>
                <a:cubicBezTo>
                  <a:pt x="1004277" y="2928714"/>
                  <a:pt x="1065027" y="2751061"/>
                  <a:pt x="1232788" y="2692478"/>
                </a:cubicBezTo>
                <a:close/>
                <a:moveTo>
                  <a:pt x="2923105" y="2723485"/>
                </a:moveTo>
                <a:cubicBezTo>
                  <a:pt x="2923105" y="2723485"/>
                  <a:pt x="3101033" y="2698070"/>
                  <a:pt x="3101033" y="2698070"/>
                </a:cubicBezTo>
                <a:cubicBezTo>
                  <a:pt x="3101033" y="2698070"/>
                  <a:pt x="3268920" y="3384285"/>
                  <a:pt x="3268920" y="3384285"/>
                </a:cubicBezTo>
                <a:cubicBezTo>
                  <a:pt x="3294720" y="3504118"/>
                  <a:pt x="3335135" y="3604763"/>
                  <a:pt x="3317088" y="3727392"/>
                </a:cubicBezTo>
                <a:cubicBezTo>
                  <a:pt x="3317088" y="3727392"/>
                  <a:pt x="3177288" y="3752808"/>
                  <a:pt x="3177288" y="3752808"/>
                </a:cubicBezTo>
                <a:cubicBezTo>
                  <a:pt x="3177288" y="3752808"/>
                  <a:pt x="3114632" y="3566386"/>
                  <a:pt x="3114632" y="3566386"/>
                </a:cubicBezTo>
                <a:cubicBezTo>
                  <a:pt x="3090484" y="3535633"/>
                  <a:pt x="3058457" y="3544147"/>
                  <a:pt x="3024778" y="3547579"/>
                </a:cubicBezTo>
                <a:cubicBezTo>
                  <a:pt x="2986523" y="3551518"/>
                  <a:pt x="2920563" y="3554695"/>
                  <a:pt x="2892094" y="3582270"/>
                </a:cubicBezTo>
                <a:cubicBezTo>
                  <a:pt x="2851552" y="3621664"/>
                  <a:pt x="2851552" y="3756747"/>
                  <a:pt x="2812281" y="3793218"/>
                </a:cubicBezTo>
                <a:cubicBezTo>
                  <a:pt x="2785973" y="3817490"/>
                  <a:pt x="2697898" y="3818888"/>
                  <a:pt x="2656212" y="3829054"/>
                </a:cubicBezTo>
                <a:cubicBezTo>
                  <a:pt x="2636640" y="3746708"/>
                  <a:pt x="2699805" y="3574138"/>
                  <a:pt x="2723190" y="3485946"/>
                </a:cubicBezTo>
                <a:cubicBezTo>
                  <a:pt x="2723190" y="3485946"/>
                  <a:pt x="2836047" y="3053885"/>
                  <a:pt x="2836047" y="3053885"/>
                </a:cubicBezTo>
                <a:cubicBezTo>
                  <a:pt x="2836047" y="3053885"/>
                  <a:pt x="2923105" y="2723485"/>
                  <a:pt x="2923105" y="2723485"/>
                </a:cubicBezTo>
                <a:close/>
                <a:moveTo>
                  <a:pt x="2133739" y="2761608"/>
                </a:moveTo>
                <a:cubicBezTo>
                  <a:pt x="2171104" y="2761608"/>
                  <a:pt x="2264389" y="2752840"/>
                  <a:pt x="2287393" y="2781941"/>
                </a:cubicBezTo>
                <a:cubicBezTo>
                  <a:pt x="2304042" y="2803035"/>
                  <a:pt x="2300483" y="2861618"/>
                  <a:pt x="2300356" y="2888685"/>
                </a:cubicBezTo>
                <a:cubicBezTo>
                  <a:pt x="2300356" y="2888685"/>
                  <a:pt x="2287647" y="3155546"/>
                  <a:pt x="2287647" y="3155546"/>
                </a:cubicBezTo>
                <a:cubicBezTo>
                  <a:pt x="2287647" y="3155546"/>
                  <a:pt x="2287647" y="3625731"/>
                  <a:pt x="2287647" y="3625731"/>
                </a:cubicBezTo>
                <a:cubicBezTo>
                  <a:pt x="2287647" y="3816092"/>
                  <a:pt x="2304169" y="3839728"/>
                  <a:pt x="2198683" y="3841762"/>
                </a:cubicBezTo>
                <a:cubicBezTo>
                  <a:pt x="2198683" y="3841762"/>
                  <a:pt x="2135137" y="3841762"/>
                  <a:pt x="2135137" y="3841762"/>
                </a:cubicBezTo>
                <a:cubicBezTo>
                  <a:pt x="2135137" y="3841762"/>
                  <a:pt x="2124843" y="3545927"/>
                  <a:pt x="2124843" y="3545927"/>
                </a:cubicBezTo>
                <a:cubicBezTo>
                  <a:pt x="2124843" y="3545927"/>
                  <a:pt x="2134121" y="3346162"/>
                  <a:pt x="2134121" y="3346162"/>
                </a:cubicBezTo>
                <a:cubicBezTo>
                  <a:pt x="2134121" y="3346162"/>
                  <a:pt x="2125987" y="3164188"/>
                  <a:pt x="2125987" y="3164188"/>
                </a:cubicBezTo>
                <a:cubicBezTo>
                  <a:pt x="2125987" y="3164188"/>
                  <a:pt x="2133739" y="3028470"/>
                  <a:pt x="2133739" y="3028470"/>
                </a:cubicBezTo>
                <a:cubicBezTo>
                  <a:pt x="2133739" y="3028470"/>
                  <a:pt x="2133739" y="2761608"/>
                  <a:pt x="2133739" y="2761608"/>
                </a:cubicBezTo>
                <a:close/>
                <a:moveTo>
                  <a:pt x="1321752" y="2933162"/>
                </a:moveTo>
                <a:cubicBezTo>
                  <a:pt x="1051809" y="2984120"/>
                  <a:pt x="1124760" y="3591039"/>
                  <a:pt x="1410716" y="3560795"/>
                </a:cubicBezTo>
                <a:cubicBezTo>
                  <a:pt x="1534503" y="3547706"/>
                  <a:pt x="1571359" y="3399661"/>
                  <a:pt x="1575426" y="3295331"/>
                </a:cubicBezTo>
                <a:cubicBezTo>
                  <a:pt x="1581781" y="3134198"/>
                  <a:pt x="1507559" y="2938880"/>
                  <a:pt x="1321752" y="2933162"/>
                </a:cubicBezTo>
                <a:close/>
                <a:moveTo>
                  <a:pt x="3012069" y="3092008"/>
                </a:moveTo>
                <a:cubicBezTo>
                  <a:pt x="2979279" y="3147159"/>
                  <a:pt x="2953988" y="3268518"/>
                  <a:pt x="2948523" y="3333454"/>
                </a:cubicBezTo>
                <a:cubicBezTo>
                  <a:pt x="2948523" y="3333454"/>
                  <a:pt x="3062905" y="3320746"/>
                  <a:pt x="3062905" y="3320746"/>
                </a:cubicBezTo>
                <a:cubicBezTo>
                  <a:pt x="3062905" y="3320746"/>
                  <a:pt x="3012069" y="3092008"/>
                  <a:pt x="3012069" y="3092008"/>
                </a:cubicBezTo>
                <a:close/>
              </a:path>
            </a:pathLst>
          </a:custGeom>
          <a:solidFill>
            <a:schemeClr val="bg1"/>
          </a:solidFill>
          <a:ln w="1270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fr-FR" dirty="0"/>
          </a:p>
        </p:txBody>
      </p:sp>
      <p:sp>
        <p:nvSpPr>
          <p:cNvPr id="72" name="Rectangle : coins arrondis 71">
            <a:extLst>
              <a:ext uri="{FF2B5EF4-FFF2-40B4-BE49-F238E27FC236}">
                <a16:creationId xmlns:a16="http://schemas.microsoft.com/office/drawing/2014/main" id="{4B9BA5E5-A558-9E01-CDD4-EAFEAB13692C}"/>
              </a:ext>
            </a:extLst>
          </p:cNvPr>
          <p:cNvSpPr/>
          <p:nvPr/>
        </p:nvSpPr>
        <p:spPr>
          <a:xfrm>
            <a:off x="797137" y="2658014"/>
            <a:ext cx="1426677" cy="955180"/>
          </a:xfrm>
          <a:prstGeom prst="roundRect">
            <a:avLst>
              <a:gd name="adj" fmla="val 3953"/>
            </a:avLst>
          </a:prstGeom>
          <a:solidFill>
            <a:srgbClr val="E65012">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pPr>
            <a:r>
              <a:rPr lang="fr-FR" sz="1200" dirty="0">
                <a:ln>
                  <a:solidFill>
                    <a:schemeClr val="bg1"/>
                  </a:solidFill>
                </a:ln>
                <a:solidFill>
                  <a:schemeClr val="bg1"/>
                </a:solidFill>
                <a:latin typeface="+mj-lt"/>
              </a:rPr>
              <a:t>SIRH</a:t>
            </a:r>
          </a:p>
        </p:txBody>
      </p:sp>
      <p:sp>
        <p:nvSpPr>
          <p:cNvPr id="78" name="Graphique 76">
            <a:extLst>
              <a:ext uri="{FF2B5EF4-FFF2-40B4-BE49-F238E27FC236}">
                <a16:creationId xmlns:a16="http://schemas.microsoft.com/office/drawing/2014/main" id="{BD6F5D9D-1EC4-8442-E4F8-31689BCA764F}"/>
              </a:ext>
            </a:extLst>
          </p:cNvPr>
          <p:cNvSpPr>
            <a:spLocks noChangeAspect="1"/>
          </p:cNvSpPr>
          <p:nvPr/>
        </p:nvSpPr>
        <p:spPr>
          <a:xfrm>
            <a:off x="1235714" y="1773375"/>
            <a:ext cx="583398" cy="696062"/>
          </a:xfrm>
          <a:custGeom>
            <a:avLst/>
            <a:gdLst>
              <a:gd name="connsiteX0" fmla="*/ 1842827 w 4401697"/>
              <a:gd name="connsiteY0" fmla="*/ 9377 h 5251733"/>
              <a:gd name="connsiteX1" fmla="*/ 2732467 w 4401697"/>
              <a:gd name="connsiteY1" fmla="*/ 16748 h 5251733"/>
              <a:gd name="connsiteX2" fmla="*/ 2872268 w 4401697"/>
              <a:gd name="connsiteY2" fmla="*/ 28947 h 5251733"/>
              <a:gd name="connsiteX3" fmla="*/ 3749199 w 4401697"/>
              <a:gd name="connsiteY3" fmla="*/ 128575 h 5251733"/>
              <a:gd name="connsiteX4" fmla="*/ 4194020 w 4401697"/>
              <a:gd name="connsiteY4" fmla="*/ 258194 h 5251733"/>
              <a:gd name="connsiteX5" fmla="*/ 4377413 w 4401697"/>
              <a:gd name="connsiteY5" fmla="*/ 398486 h 5251733"/>
              <a:gd name="connsiteX6" fmla="*/ 4397366 w 4401697"/>
              <a:gd name="connsiteY6" fmla="*/ 690255 h 5251733"/>
              <a:gd name="connsiteX7" fmla="*/ 4384657 w 4401697"/>
              <a:gd name="connsiteY7" fmla="*/ 880870 h 5251733"/>
              <a:gd name="connsiteX8" fmla="*/ 4371948 w 4401697"/>
              <a:gd name="connsiteY8" fmla="*/ 1223978 h 5251733"/>
              <a:gd name="connsiteX9" fmla="*/ 4359239 w 4401697"/>
              <a:gd name="connsiteY9" fmla="*/ 1414593 h 5251733"/>
              <a:gd name="connsiteX10" fmla="*/ 4346530 w 4401697"/>
              <a:gd name="connsiteY10" fmla="*/ 1643332 h 5251733"/>
              <a:gd name="connsiteX11" fmla="*/ 4333820 w 4401697"/>
              <a:gd name="connsiteY11" fmla="*/ 1973731 h 5251733"/>
              <a:gd name="connsiteX12" fmla="*/ 4321111 w 4401697"/>
              <a:gd name="connsiteY12" fmla="*/ 2138931 h 5251733"/>
              <a:gd name="connsiteX13" fmla="*/ 4308402 w 4401697"/>
              <a:gd name="connsiteY13" fmla="*/ 2482039 h 5251733"/>
              <a:gd name="connsiteX14" fmla="*/ 4295693 w 4401697"/>
              <a:gd name="connsiteY14" fmla="*/ 2647239 h 5251733"/>
              <a:gd name="connsiteX15" fmla="*/ 4282984 w 4401697"/>
              <a:gd name="connsiteY15" fmla="*/ 2977639 h 5251733"/>
              <a:gd name="connsiteX16" fmla="*/ 4270275 w 4401697"/>
              <a:gd name="connsiteY16" fmla="*/ 3180962 h 5251733"/>
              <a:gd name="connsiteX17" fmla="*/ 4257565 w 4401697"/>
              <a:gd name="connsiteY17" fmla="*/ 3409700 h 5251733"/>
              <a:gd name="connsiteX18" fmla="*/ 4244856 w 4401697"/>
              <a:gd name="connsiteY18" fmla="*/ 3740100 h 5251733"/>
              <a:gd name="connsiteX19" fmla="*/ 4232656 w 4401697"/>
              <a:gd name="connsiteY19" fmla="*/ 3867177 h 5251733"/>
              <a:gd name="connsiteX20" fmla="*/ 4232656 w 4401697"/>
              <a:gd name="connsiteY20" fmla="*/ 3994254 h 5251733"/>
              <a:gd name="connsiteX21" fmla="*/ 4219438 w 4401697"/>
              <a:gd name="connsiteY21" fmla="*/ 4159454 h 5251733"/>
              <a:gd name="connsiteX22" fmla="*/ 4123738 w 4401697"/>
              <a:gd name="connsiteY22" fmla="*/ 4578808 h 5251733"/>
              <a:gd name="connsiteX23" fmla="*/ 3800036 w 4401697"/>
              <a:gd name="connsiteY23" fmla="*/ 4876422 h 5251733"/>
              <a:gd name="connsiteX24" fmla="*/ 2859559 w 4401697"/>
              <a:gd name="connsiteY24" fmla="*/ 5194114 h 5251733"/>
              <a:gd name="connsiteX25" fmla="*/ 2452866 w 4401697"/>
              <a:gd name="connsiteY25" fmla="*/ 5240116 h 5251733"/>
              <a:gd name="connsiteX26" fmla="*/ 2274938 w 4401697"/>
              <a:gd name="connsiteY26" fmla="*/ 5240116 h 5251733"/>
              <a:gd name="connsiteX27" fmla="*/ 2147846 w 4401697"/>
              <a:gd name="connsiteY27" fmla="*/ 5251171 h 5251733"/>
              <a:gd name="connsiteX28" fmla="*/ 2058882 w 4401697"/>
              <a:gd name="connsiteY28" fmla="*/ 5240751 h 5251733"/>
              <a:gd name="connsiteX29" fmla="*/ 1741154 w 4401697"/>
              <a:gd name="connsiteY29" fmla="*/ 5224739 h 5251733"/>
              <a:gd name="connsiteX30" fmla="*/ 965895 w 4401697"/>
              <a:gd name="connsiteY30" fmla="*/ 5054838 h 5251733"/>
              <a:gd name="connsiteX31" fmla="*/ 762549 w 4401697"/>
              <a:gd name="connsiteY31" fmla="*/ 4965376 h 5251733"/>
              <a:gd name="connsiteX32" fmla="*/ 256979 w 4401697"/>
              <a:gd name="connsiteY32" fmla="*/ 4566100 h 5251733"/>
              <a:gd name="connsiteX33" fmla="*/ 166363 w 4401697"/>
              <a:gd name="connsiteY33" fmla="*/ 4311946 h 5251733"/>
              <a:gd name="connsiteX34" fmla="*/ 166363 w 4401697"/>
              <a:gd name="connsiteY34" fmla="*/ 4184869 h 5251733"/>
              <a:gd name="connsiteX35" fmla="*/ 152510 w 4401697"/>
              <a:gd name="connsiteY35" fmla="*/ 3994254 h 5251733"/>
              <a:gd name="connsiteX36" fmla="*/ 139801 w 4401697"/>
              <a:gd name="connsiteY36" fmla="*/ 3727392 h 5251733"/>
              <a:gd name="connsiteX37" fmla="*/ 127092 w 4401697"/>
              <a:gd name="connsiteY37" fmla="*/ 3358869 h 5251733"/>
              <a:gd name="connsiteX38" fmla="*/ 114382 w 4401697"/>
              <a:gd name="connsiteY38" fmla="*/ 3180962 h 5251733"/>
              <a:gd name="connsiteX39" fmla="*/ 101673 w 4401697"/>
              <a:gd name="connsiteY39" fmla="*/ 2799731 h 5251733"/>
              <a:gd name="connsiteX40" fmla="*/ 88964 w 4401697"/>
              <a:gd name="connsiteY40" fmla="*/ 2621824 h 5251733"/>
              <a:gd name="connsiteX41" fmla="*/ 76255 w 4401697"/>
              <a:gd name="connsiteY41" fmla="*/ 2240593 h 5251733"/>
              <a:gd name="connsiteX42" fmla="*/ 63546 w 4401697"/>
              <a:gd name="connsiteY42" fmla="*/ 2049978 h 5251733"/>
              <a:gd name="connsiteX43" fmla="*/ 50837 w 4401697"/>
              <a:gd name="connsiteY43" fmla="*/ 1770408 h 5251733"/>
              <a:gd name="connsiteX44" fmla="*/ 25418 w 4401697"/>
              <a:gd name="connsiteY44" fmla="*/ 1147732 h 5251733"/>
              <a:gd name="connsiteX45" fmla="*/ 12709 w 4401697"/>
              <a:gd name="connsiteY45" fmla="*/ 969824 h 5251733"/>
              <a:gd name="connsiteX46" fmla="*/ 0 w 4401697"/>
              <a:gd name="connsiteY46" fmla="*/ 563178 h 5251733"/>
              <a:gd name="connsiteX47" fmla="*/ 39144 w 4401697"/>
              <a:gd name="connsiteY47" fmla="*/ 373706 h 5251733"/>
              <a:gd name="connsiteX48" fmla="*/ 444820 w 4401697"/>
              <a:gd name="connsiteY48" fmla="*/ 170892 h 5251733"/>
              <a:gd name="connsiteX49" fmla="*/ 1410716 w 4401697"/>
              <a:gd name="connsiteY49" fmla="*/ 30599 h 5251733"/>
              <a:gd name="connsiteX50" fmla="*/ 1639480 w 4401697"/>
              <a:gd name="connsiteY50" fmla="*/ 16748 h 5251733"/>
              <a:gd name="connsiteX51" fmla="*/ 1842827 w 4401697"/>
              <a:gd name="connsiteY51" fmla="*/ 9377 h 5251733"/>
              <a:gd name="connsiteX52" fmla="*/ 1779281 w 4401697"/>
              <a:gd name="connsiteY52" fmla="*/ 132896 h 5251733"/>
              <a:gd name="connsiteX53" fmla="*/ 1601353 w 4401697"/>
              <a:gd name="connsiteY53" fmla="*/ 143824 h 5251733"/>
              <a:gd name="connsiteX54" fmla="*/ 1448843 w 4401697"/>
              <a:gd name="connsiteY54" fmla="*/ 155388 h 5251733"/>
              <a:gd name="connsiteX55" fmla="*/ 1207369 w 4401697"/>
              <a:gd name="connsiteY55" fmla="*/ 171400 h 5251733"/>
              <a:gd name="connsiteX56" fmla="*/ 508366 w 4401697"/>
              <a:gd name="connsiteY56" fmla="*/ 283609 h 5251733"/>
              <a:gd name="connsiteX57" fmla="*/ 216056 w 4401697"/>
              <a:gd name="connsiteY57" fmla="*/ 387431 h 5251733"/>
              <a:gd name="connsiteX58" fmla="*/ 134971 w 4401697"/>
              <a:gd name="connsiteY58" fmla="*/ 486932 h 5251733"/>
              <a:gd name="connsiteX59" fmla="*/ 343147 w 4401697"/>
              <a:gd name="connsiteY59" fmla="*/ 631927 h 5251733"/>
              <a:gd name="connsiteX60" fmla="*/ 1054860 w 4401697"/>
              <a:gd name="connsiteY60" fmla="*/ 770059 h 5251733"/>
              <a:gd name="connsiteX61" fmla="*/ 1639480 w 4401697"/>
              <a:gd name="connsiteY61" fmla="*/ 818476 h 5251733"/>
              <a:gd name="connsiteX62" fmla="*/ 1791990 w 4401697"/>
              <a:gd name="connsiteY62" fmla="*/ 830040 h 5251733"/>
              <a:gd name="connsiteX63" fmla="*/ 2605376 w 4401697"/>
              <a:gd name="connsiteY63" fmla="*/ 830040 h 5251733"/>
              <a:gd name="connsiteX64" fmla="*/ 2796013 w 4401697"/>
              <a:gd name="connsiteY64" fmla="*/ 817332 h 5251733"/>
              <a:gd name="connsiteX65" fmla="*/ 2973941 w 4401697"/>
              <a:gd name="connsiteY65" fmla="*/ 804624 h 5251733"/>
              <a:gd name="connsiteX66" fmla="*/ 3088324 w 4401697"/>
              <a:gd name="connsiteY66" fmla="*/ 804624 h 5251733"/>
              <a:gd name="connsiteX67" fmla="*/ 3698363 w 4401697"/>
              <a:gd name="connsiteY67" fmla="*/ 723422 h 5251733"/>
              <a:gd name="connsiteX68" fmla="*/ 4092346 w 4401697"/>
              <a:gd name="connsiteY68" fmla="*/ 627733 h 5251733"/>
              <a:gd name="connsiteX69" fmla="*/ 4181310 w 4401697"/>
              <a:gd name="connsiteY69" fmla="*/ 588085 h 5251733"/>
              <a:gd name="connsiteX70" fmla="*/ 4181310 w 4401697"/>
              <a:gd name="connsiteY70" fmla="*/ 387558 h 5251733"/>
              <a:gd name="connsiteX71" fmla="*/ 3711072 w 4401697"/>
              <a:gd name="connsiteY71" fmla="*/ 246503 h 5251733"/>
              <a:gd name="connsiteX72" fmla="*/ 2274938 w 4401697"/>
              <a:gd name="connsiteY72" fmla="*/ 132896 h 5251733"/>
              <a:gd name="connsiteX73" fmla="*/ 1779281 w 4401697"/>
              <a:gd name="connsiteY73" fmla="*/ 132896 h 5251733"/>
              <a:gd name="connsiteX74" fmla="*/ 368565 w 4401697"/>
              <a:gd name="connsiteY74" fmla="*/ 527469 h 5251733"/>
              <a:gd name="connsiteX75" fmla="*/ 546493 w 4401697"/>
              <a:gd name="connsiteY75" fmla="*/ 458340 h 5251733"/>
              <a:gd name="connsiteX76" fmla="*/ 953186 w 4401697"/>
              <a:gd name="connsiteY76" fmla="*/ 365319 h 5251733"/>
              <a:gd name="connsiteX77" fmla="*/ 2567248 w 4401697"/>
              <a:gd name="connsiteY77" fmla="*/ 283609 h 5251733"/>
              <a:gd name="connsiteX78" fmla="*/ 2745176 w 4401697"/>
              <a:gd name="connsiteY78" fmla="*/ 296317 h 5251733"/>
              <a:gd name="connsiteX79" fmla="*/ 2796013 w 4401697"/>
              <a:gd name="connsiteY79" fmla="*/ 296317 h 5251733"/>
              <a:gd name="connsiteX80" fmla="*/ 3050196 w 4401697"/>
              <a:gd name="connsiteY80" fmla="*/ 319572 h 5251733"/>
              <a:gd name="connsiteX81" fmla="*/ 4016091 w 4401697"/>
              <a:gd name="connsiteY81" fmla="*/ 525055 h 5251733"/>
              <a:gd name="connsiteX82" fmla="*/ 3977964 w 4401697"/>
              <a:gd name="connsiteY82" fmla="*/ 626717 h 5251733"/>
              <a:gd name="connsiteX83" fmla="*/ 3825454 w 4401697"/>
              <a:gd name="connsiteY83" fmla="*/ 565720 h 5251733"/>
              <a:gd name="connsiteX84" fmla="*/ 3024778 w 4401697"/>
              <a:gd name="connsiteY84" fmla="*/ 421233 h 5251733"/>
              <a:gd name="connsiteX85" fmla="*/ 2719758 w 4401697"/>
              <a:gd name="connsiteY85" fmla="*/ 397978 h 5251733"/>
              <a:gd name="connsiteX86" fmla="*/ 2516412 w 4401697"/>
              <a:gd name="connsiteY86" fmla="*/ 385270 h 5251733"/>
              <a:gd name="connsiteX87" fmla="*/ 1868245 w 4401697"/>
              <a:gd name="connsiteY87" fmla="*/ 385270 h 5251733"/>
              <a:gd name="connsiteX88" fmla="*/ 1677608 w 4401697"/>
              <a:gd name="connsiteY88" fmla="*/ 397978 h 5251733"/>
              <a:gd name="connsiteX89" fmla="*/ 1626771 w 4401697"/>
              <a:gd name="connsiteY89" fmla="*/ 397978 h 5251733"/>
              <a:gd name="connsiteX90" fmla="*/ 1486971 w 4401697"/>
              <a:gd name="connsiteY90" fmla="*/ 409542 h 5251733"/>
              <a:gd name="connsiteX91" fmla="*/ 686294 w 4401697"/>
              <a:gd name="connsiteY91" fmla="*/ 527469 h 5251733"/>
              <a:gd name="connsiteX92" fmla="*/ 368565 w 4401697"/>
              <a:gd name="connsiteY92" fmla="*/ 527469 h 5251733"/>
              <a:gd name="connsiteX93" fmla="*/ 4270275 w 4401697"/>
              <a:gd name="connsiteY93" fmla="*/ 664840 h 5251733"/>
              <a:gd name="connsiteX94" fmla="*/ 4105056 w 4401697"/>
              <a:gd name="connsiteY94" fmla="*/ 727234 h 5251733"/>
              <a:gd name="connsiteX95" fmla="*/ 3825454 w 4401697"/>
              <a:gd name="connsiteY95" fmla="*/ 801956 h 5251733"/>
              <a:gd name="connsiteX96" fmla="*/ 2973941 w 4401697"/>
              <a:gd name="connsiteY96" fmla="*/ 907429 h 5251733"/>
              <a:gd name="connsiteX97" fmla="*/ 2846850 w 4401697"/>
              <a:gd name="connsiteY97" fmla="*/ 918993 h 5251733"/>
              <a:gd name="connsiteX98" fmla="*/ 2605376 w 4401697"/>
              <a:gd name="connsiteY98" fmla="*/ 931701 h 5251733"/>
              <a:gd name="connsiteX99" fmla="*/ 2211392 w 4401697"/>
              <a:gd name="connsiteY99" fmla="*/ 931701 h 5251733"/>
              <a:gd name="connsiteX100" fmla="*/ 1791990 w 4401697"/>
              <a:gd name="connsiteY100" fmla="*/ 931701 h 5251733"/>
              <a:gd name="connsiteX101" fmla="*/ 1448843 w 4401697"/>
              <a:gd name="connsiteY101" fmla="*/ 907429 h 5251733"/>
              <a:gd name="connsiteX102" fmla="*/ 521075 w 4401697"/>
              <a:gd name="connsiteY102" fmla="*/ 786579 h 5251733"/>
              <a:gd name="connsiteX103" fmla="*/ 266892 w 4401697"/>
              <a:gd name="connsiteY103" fmla="*/ 709952 h 5251733"/>
              <a:gd name="connsiteX104" fmla="*/ 127092 w 4401697"/>
              <a:gd name="connsiteY104" fmla="*/ 652132 h 5251733"/>
              <a:gd name="connsiteX105" fmla="*/ 152510 w 4401697"/>
              <a:gd name="connsiteY105" fmla="*/ 1312932 h 5251733"/>
              <a:gd name="connsiteX106" fmla="*/ 165219 w 4401697"/>
              <a:gd name="connsiteY106" fmla="*/ 1503547 h 5251733"/>
              <a:gd name="connsiteX107" fmla="*/ 190637 w 4401697"/>
              <a:gd name="connsiteY107" fmla="*/ 2126224 h 5251733"/>
              <a:gd name="connsiteX108" fmla="*/ 203855 w 4401697"/>
              <a:gd name="connsiteY108" fmla="*/ 2329547 h 5251733"/>
              <a:gd name="connsiteX109" fmla="*/ 203855 w 4401697"/>
              <a:gd name="connsiteY109" fmla="*/ 2469331 h 5251733"/>
              <a:gd name="connsiteX110" fmla="*/ 216056 w 4401697"/>
              <a:gd name="connsiteY110" fmla="*/ 2609116 h 5251733"/>
              <a:gd name="connsiteX111" fmla="*/ 228765 w 4401697"/>
              <a:gd name="connsiteY111" fmla="*/ 2901393 h 5251733"/>
              <a:gd name="connsiteX112" fmla="*/ 241474 w 4401697"/>
              <a:gd name="connsiteY112" fmla="*/ 3180962 h 5251733"/>
              <a:gd name="connsiteX113" fmla="*/ 254183 w 4401697"/>
              <a:gd name="connsiteY113" fmla="*/ 3435116 h 5251733"/>
              <a:gd name="connsiteX114" fmla="*/ 266892 w 4401697"/>
              <a:gd name="connsiteY114" fmla="*/ 3790931 h 5251733"/>
              <a:gd name="connsiteX115" fmla="*/ 279601 w 4401697"/>
              <a:gd name="connsiteY115" fmla="*/ 4070500 h 5251733"/>
              <a:gd name="connsiteX116" fmla="*/ 366405 w 4401697"/>
              <a:gd name="connsiteY116" fmla="*/ 4502562 h 5251733"/>
              <a:gd name="connsiteX117" fmla="*/ 775258 w 4401697"/>
              <a:gd name="connsiteY117" fmla="*/ 4836011 h 5251733"/>
              <a:gd name="connsiteX118" fmla="*/ 1969918 w 4401697"/>
              <a:gd name="connsiteY118" fmla="*/ 5112531 h 5251733"/>
              <a:gd name="connsiteX119" fmla="*/ 2236810 w 4401697"/>
              <a:gd name="connsiteY119" fmla="*/ 5125238 h 5251733"/>
              <a:gd name="connsiteX120" fmla="*/ 2490993 w 4401697"/>
              <a:gd name="connsiteY120" fmla="*/ 5112531 h 5251733"/>
              <a:gd name="connsiteX121" fmla="*/ 2719758 w 4401697"/>
              <a:gd name="connsiteY121" fmla="*/ 5088767 h 5251733"/>
              <a:gd name="connsiteX122" fmla="*/ 3495016 w 4401697"/>
              <a:gd name="connsiteY122" fmla="*/ 4894594 h 5251733"/>
              <a:gd name="connsiteX123" fmla="*/ 4016727 w 4401697"/>
              <a:gd name="connsiteY123" fmla="*/ 4515269 h 5251733"/>
              <a:gd name="connsiteX124" fmla="*/ 4094507 w 4401697"/>
              <a:gd name="connsiteY124" fmla="*/ 4184869 h 5251733"/>
              <a:gd name="connsiteX125" fmla="*/ 4105056 w 4401697"/>
              <a:gd name="connsiteY125" fmla="*/ 3981546 h 5251733"/>
              <a:gd name="connsiteX126" fmla="*/ 4117765 w 4401697"/>
              <a:gd name="connsiteY126" fmla="*/ 3790931 h 5251733"/>
              <a:gd name="connsiteX127" fmla="*/ 4143183 w 4401697"/>
              <a:gd name="connsiteY127" fmla="*/ 3244500 h 5251733"/>
              <a:gd name="connsiteX128" fmla="*/ 4155892 w 4401697"/>
              <a:gd name="connsiteY128" fmla="*/ 3028470 h 5251733"/>
              <a:gd name="connsiteX129" fmla="*/ 4168601 w 4401697"/>
              <a:gd name="connsiteY129" fmla="*/ 2799731 h 5251733"/>
              <a:gd name="connsiteX130" fmla="*/ 4181310 w 4401697"/>
              <a:gd name="connsiteY130" fmla="*/ 2482039 h 5251733"/>
              <a:gd name="connsiteX131" fmla="*/ 4194020 w 4401697"/>
              <a:gd name="connsiteY131" fmla="*/ 2240593 h 5251733"/>
              <a:gd name="connsiteX132" fmla="*/ 4206729 w 4401697"/>
              <a:gd name="connsiteY132" fmla="*/ 2049978 h 5251733"/>
              <a:gd name="connsiteX133" fmla="*/ 4219438 w 4401697"/>
              <a:gd name="connsiteY133" fmla="*/ 1719578 h 5251733"/>
              <a:gd name="connsiteX134" fmla="*/ 4232147 w 4401697"/>
              <a:gd name="connsiteY134" fmla="*/ 1528962 h 5251733"/>
              <a:gd name="connsiteX135" fmla="*/ 4244856 w 4401697"/>
              <a:gd name="connsiteY135" fmla="*/ 1262101 h 5251733"/>
              <a:gd name="connsiteX136" fmla="*/ 4257565 w 4401697"/>
              <a:gd name="connsiteY136" fmla="*/ 1007947 h 5251733"/>
              <a:gd name="connsiteX137" fmla="*/ 4270275 w 4401697"/>
              <a:gd name="connsiteY137" fmla="*/ 664840 h 5251733"/>
              <a:gd name="connsiteX138" fmla="*/ 3164578 w 4401697"/>
              <a:gd name="connsiteY138" fmla="*/ 2545577 h 5251733"/>
              <a:gd name="connsiteX139" fmla="*/ 3187836 w 4401697"/>
              <a:gd name="connsiteY139" fmla="*/ 2316839 h 5251733"/>
              <a:gd name="connsiteX140" fmla="*/ 3204866 w 4401697"/>
              <a:gd name="connsiteY140" fmla="*/ 2220642 h 5251733"/>
              <a:gd name="connsiteX141" fmla="*/ 3278961 w 4401697"/>
              <a:gd name="connsiteY141" fmla="*/ 2189762 h 5251733"/>
              <a:gd name="connsiteX142" fmla="*/ 3240833 w 4401697"/>
              <a:gd name="connsiteY142" fmla="*/ 2532870 h 5251733"/>
              <a:gd name="connsiteX143" fmla="*/ 3304379 w 4401697"/>
              <a:gd name="connsiteY143" fmla="*/ 2520162 h 5251733"/>
              <a:gd name="connsiteX144" fmla="*/ 3304379 w 4401697"/>
              <a:gd name="connsiteY144" fmla="*/ 2761608 h 5251733"/>
              <a:gd name="connsiteX145" fmla="*/ 3282265 w 4401697"/>
              <a:gd name="connsiteY145" fmla="*/ 2850816 h 5251733"/>
              <a:gd name="connsiteX146" fmla="*/ 3164578 w 4401697"/>
              <a:gd name="connsiteY146" fmla="*/ 2875977 h 5251733"/>
              <a:gd name="connsiteX147" fmla="*/ 3181227 w 4401697"/>
              <a:gd name="connsiteY147" fmla="*/ 3064687 h 5251733"/>
              <a:gd name="connsiteX148" fmla="*/ 3278961 w 4401697"/>
              <a:gd name="connsiteY148" fmla="*/ 3064687 h 5251733"/>
              <a:gd name="connsiteX149" fmla="*/ 3262693 w 4401697"/>
              <a:gd name="connsiteY149" fmla="*/ 3344383 h 5251733"/>
              <a:gd name="connsiteX150" fmla="*/ 3165595 w 4401697"/>
              <a:gd name="connsiteY150" fmla="*/ 3416181 h 5251733"/>
              <a:gd name="connsiteX151" fmla="*/ 3165595 w 4401697"/>
              <a:gd name="connsiteY151" fmla="*/ 3572486 h 5251733"/>
              <a:gd name="connsiteX152" fmla="*/ 3278961 w 4401697"/>
              <a:gd name="connsiteY152" fmla="*/ 3562192 h 5251733"/>
              <a:gd name="connsiteX153" fmla="*/ 3246425 w 4401697"/>
              <a:gd name="connsiteY153" fmla="*/ 3868067 h 5251733"/>
              <a:gd name="connsiteX154" fmla="*/ 3062905 w 4401697"/>
              <a:gd name="connsiteY154" fmla="*/ 3905300 h 5251733"/>
              <a:gd name="connsiteX155" fmla="*/ 3062905 w 4401697"/>
              <a:gd name="connsiteY155" fmla="*/ 3727392 h 5251733"/>
              <a:gd name="connsiteX156" fmla="*/ 3075614 w 4401697"/>
              <a:gd name="connsiteY156" fmla="*/ 3485946 h 5251733"/>
              <a:gd name="connsiteX157" fmla="*/ 3075614 w 4401697"/>
              <a:gd name="connsiteY157" fmla="*/ 3193670 h 5251733"/>
              <a:gd name="connsiteX158" fmla="*/ 3088324 w 4401697"/>
              <a:gd name="connsiteY158" fmla="*/ 2964931 h 5251733"/>
              <a:gd name="connsiteX159" fmla="*/ 3088324 w 4401697"/>
              <a:gd name="connsiteY159" fmla="*/ 2659947 h 5251733"/>
              <a:gd name="connsiteX160" fmla="*/ 3164578 w 4401697"/>
              <a:gd name="connsiteY160" fmla="*/ 2545577 h 5251733"/>
              <a:gd name="connsiteX161" fmla="*/ 699003 w 4401697"/>
              <a:gd name="connsiteY161" fmla="*/ 2431208 h 5251733"/>
              <a:gd name="connsiteX162" fmla="*/ 869306 w 4401697"/>
              <a:gd name="connsiteY162" fmla="*/ 2480133 h 5251733"/>
              <a:gd name="connsiteX163" fmla="*/ 891801 w 4401697"/>
              <a:gd name="connsiteY163" fmla="*/ 2570993 h 5251733"/>
              <a:gd name="connsiteX164" fmla="*/ 902350 w 4401697"/>
              <a:gd name="connsiteY164" fmla="*/ 2799731 h 5251733"/>
              <a:gd name="connsiteX165" fmla="*/ 775258 w 4401697"/>
              <a:gd name="connsiteY165" fmla="*/ 2774316 h 5251733"/>
              <a:gd name="connsiteX166" fmla="*/ 795593 w 4401697"/>
              <a:gd name="connsiteY166" fmla="*/ 2958450 h 5251733"/>
              <a:gd name="connsiteX167" fmla="*/ 882396 w 4401697"/>
              <a:gd name="connsiteY167" fmla="*/ 3021099 h 5251733"/>
              <a:gd name="connsiteX168" fmla="*/ 902350 w 4401697"/>
              <a:gd name="connsiteY168" fmla="*/ 3308039 h 5251733"/>
              <a:gd name="connsiteX169" fmla="*/ 800676 w 4401697"/>
              <a:gd name="connsiteY169" fmla="*/ 3282623 h 5251733"/>
              <a:gd name="connsiteX170" fmla="*/ 817325 w 4401697"/>
              <a:gd name="connsiteY170" fmla="*/ 3466758 h 5251733"/>
              <a:gd name="connsiteX171" fmla="*/ 918363 w 4401697"/>
              <a:gd name="connsiteY171" fmla="*/ 3539573 h 5251733"/>
              <a:gd name="connsiteX172" fmla="*/ 927768 w 4401697"/>
              <a:gd name="connsiteY172" fmla="*/ 3816346 h 5251733"/>
              <a:gd name="connsiteX173" fmla="*/ 744756 w 4401697"/>
              <a:gd name="connsiteY173" fmla="*/ 3725740 h 5251733"/>
              <a:gd name="connsiteX174" fmla="*/ 737131 w 4401697"/>
              <a:gd name="connsiteY174" fmla="*/ 3600316 h 5251733"/>
              <a:gd name="connsiteX175" fmla="*/ 724422 w 4401697"/>
              <a:gd name="connsiteY175" fmla="*/ 3396993 h 5251733"/>
              <a:gd name="connsiteX176" fmla="*/ 724422 w 4401697"/>
              <a:gd name="connsiteY176" fmla="*/ 3219085 h 5251733"/>
              <a:gd name="connsiteX177" fmla="*/ 711712 w 4401697"/>
              <a:gd name="connsiteY177" fmla="*/ 3015762 h 5251733"/>
              <a:gd name="connsiteX178" fmla="*/ 699003 w 4401697"/>
              <a:gd name="connsiteY178" fmla="*/ 2431208 h 5251733"/>
              <a:gd name="connsiteX179" fmla="*/ 3520435 w 4401697"/>
              <a:gd name="connsiteY179" fmla="*/ 3524069 h 5251733"/>
              <a:gd name="connsiteX180" fmla="*/ 3442909 w 4401697"/>
              <a:gd name="connsiteY180" fmla="*/ 3155546 h 5251733"/>
              <a:gd name="connsiteX181" fmla="*/ 3430327 w 4401697"/>
              <a:gd name="connsiteY181" fmla="*/ 2837854 h 5251733"/>
              <a:gd name="connsiteX182" fmla="*/ 3438969 w 4401697"/>
              <a:gd name="connsiteY182" fmla="*/ 2698070 h 5251733"/>
              <a:gd name="connsiteX183" fmla="*/ 3524628 w 4401697"/>
              <a:gd name="connsiteY183" fmla="*/ 2466663 h 5251733"/>
              <a:gd name="connsiteX184" fmla="*/ 3620328 w 4401697"/>
              <a:gd name="connsiteY184" fmla="*/ 2570993 h 5251733"/>
              <a:gd name="connsiteX185" fmla="*/ 3571271 w 4401697"/>
              <a:gd name="connsiteY185" fmla="*/ 2888685 h 5251733"/>
              <a:gd name="connsiteX186" fmla="*/ 3558562 w 4401697"/>
              <a:gd name="connsiteY186" fmla="*/ 2787024 h 5251733"/>
              <a:gd name="connsiteX187" fmla="*/ 3599994 w 4401697"/>
              <a:gd name="connsiteY187" fmla="*/ 3092008 h 5251733"/>
              <a:gd name="connsiteX188" fmla="*/ 3599994 w 4401697"/>
              <a:gd name="connsiteY188" fmla="*/ 3625731 h 5251733"/>
              <a:gd name="connsiteX189" fmla="*/ 3533525 w 4401697"/>
              <a:gd name="connsiteY189" fmla="*/ 3812407 h 5251733"/>
              <a:gd name="connsiteX190" fmla="*/ 3422574 w 4401697"/>
              <a:gd name="connsiteY190" fmla="*/ 3752808 h 5251733"/>
              <a:gd name="connsiteX191" fmla="*/ 3469598 w 4401697"/>
              <a:gd name="connsiteY191" fmla="*/ 3346162 h 5251733"/>
              <a:gd name="connsiteX192" fmla="*/ 3495016 w 4401697"/>
              <a:gd name="connsiteY192" fmla="*/ 3524069 h 5251733"/>
              <a:gd name="connsiteX193" fmla="*/ 3520435 w 4401697"/>
              <a:gd name="connsiteY193" fmla="*/ 3524069 h 5251733"/>
              <a:gd name="connsiteX194" fmla="*/ 1029441 w 4401697"/>
              <a:gd name="connsiteY194" fmla="*/ 2507454 h 5251733"/>
              <a:gd name="connsiteX195" fmla="*/ 1133275 w 4401697"/>
              <a:gd name="connsiteY195" fmla="*/ 2698070 h 5251733"/>
              <a:gd name="connsiteX196" fmla="*/ 1194660 w 4401697"/>
              <a:gd name="connsiteY196" fmla="*/ 3282623 h 5251733"/>
              <a:gd name="connsiteX197" fmla="*/ 1220078 w 4401697"/>
              <a:gd name="connsiteY197" fmla="*/ 3282623 h 5251733"/>
              <a:gd name="connsiteX198" fmla="*/ 1231644 w 4401697"/>
              <a:gd name="connsiteY198" fmla="*/ 3117423 h 5251733"/>
              <a:gd name="connsiteX199" fmla="*/ 1246641 w 4401697"/>
              <a:gd name="connsiteY199" fmla="*/ 2837854 h 5251733"/>
              <a:gd name="connsiteX200" fmla="*/ 1270915 w 4401697"/>
              <a:gd name="connsiteY200" fmla="*/ 2545577 h 5251733"/>
              <a:gd name="connsiteX201" fmla="*/ 1346916 w 4401697"/>
              <a:gd name="connsiteY201" fmla="*/ 2578109 h 5251733"/>
              <a:gd name="connsiteX202" fmla="*/ 1359879 w 4401697"/>
              <a:gd name="connsiteY202" fmla="*/ 2672654 h 5251733"/>
              <a:gd name="connsiteX203" fmla="*/ 1372588 w 4401697"/>
              <a:gd name="connsiteY203" fmla="*/ 2837854 h 5251733"/>
              <a:gd name="connsiteX204" fmla="*/ 1372588 w 4401697"/>
              <a:gd name="connsiteY204" fmla="*/ 3422408 h 5251733"/>
              <a:gd name="connsiteX205" fmla="*/ 1385297 w 4401697"/>
              <a:gd name="connsiteY205" fmla="*/ 3625731 h 5251733"/>
              <a:gd name="connsiteX206" fmla="*/ 1385297 w 4401697"/>
              <a:gd name="connsiteY206" fmla="*/ 3918008 h 5251733"/>
              <a:gd name="connsiteX207" fmla="*/ 1309042 w 4401697"/>
              <a:gd name="connsiteY207" fmla="*/ 3816346 h 5251733"/>
              <a:gd name="connsiteX208" fmla="*/ 1283624 w 4401697"/>
              <a:gd name="connsiteY208" fmla="*/ 3435116 h 5251733"/>
              <a:gd name="connsiteX209" fmla="*/ 1245497 w 4401697"/>
              <a:gd name="connsiteY209" fmla="*/ 3892592 h 5251733"/>
              <a:gd name="connsiteX210" fmla="*/ 1178392 w 4401697"/>
              <a:gd name="connsiteY210" fmla="*/ 3752808 h 5251733"/>
              <a:gd name="connsiteX211" fmla="*/ 1118405 w 4401697"/>
              <a:gd name="connsiteY211" fmla="*/ 3396993 h 5251733"/>
              <a:gd name="connsiteX212" fmla="*/ 1131114 w 4401697"/>
              <a:gd name="connsiteY212" fmla="*/ 3867177 h 5251733"/>
              <a:gd name="connsiteX213" fmla="*/ 1067569 w 4401697"/>
              <a:gd name="connsiteY213" fmla="*/ 3854469 h 5251733"/>
              <a:gd name="connsiteX214" fmla="*/ 1054860 w 4401697"/>
              <a:gd name="connsiteY214" fmla="*/ 3473239 h 5251733"/>
              <a:gd name="connsiteX215" fmla="*/ 1042150 w 4401697"/>
              <a:gd name="connsiteY215" fmla="*/ 3257208 h 5251733"/>
              <a:gd name="connsiteX216" fmla="*/ 1042150 w 4401697"/>
              <a:gd name="connsiteY216" fmla="*/ 2964931 h 5251733"/>
              <a:gd name="connsiteX217" fmla="*/ 1029441 w 4401697"/>
              <a:gd name="connsiteY217" fmla="*/ 2774316 h 5251733"/>
              <a:gd name="connsiteX218" fmla="*/ 1029441 w 4401697"/>
              <a:gd name="connsiteY218" fmla="*/ 2507454 h 5251733"/>
              <a:gd name="connsiteX219" fmla="*/ 2821431 w 4401697"/>
              <a:gd name="connsiteY219" fmla="*/ 2939516 h 5251733"/>
              <a:gd name="connsiteX220" fmla="*/ 2874047 w 4401697"/>
              <a:gd name="connsiteY220" fmla="*/ 2634786 h 5251733"/>
              <a:gd name="connsiteX221" fmla="*/ 2960851 w 4401697"/>
              <a:gd name="connsiteY221" fmla="*/ 2591071 h 5251733"/>
              <a:gd name="connsiteX222" fmla="*/ 2960851 w 4401697"/>
              <a:gd name="connsiteY222" fmla="*/ 2672654 h 5251733"/>
              <a:gd name="connsiteX223" fmla="*/ 2932382 w 4401697"/>
              <a:gd name="connsiteY223" fmla="*/ 2875977 h 5251733"/>
              <a:gd name="connsiteX224" fmla="*/ 2846850 w 4401697"/>
              <a:gd name="connsiteY224" fmla="*/ 3422408 h 5251733"/>
              <a:gd name="connsiteX225" fmla="*/ 2846850 w 4401697"/>
              <a:gd name="connsiteY225" fmla="*/ 3651146 h 5251733"/>
              <a:gd name="connsiteX226" fmla="*/ 2834268 w 4401697"/>
              <a:gd name="connsiteY226" fmla="*/ 3841762 h 5251733"/>
              <a:gd name="connsiteX227" fmla="*/ 2821558 w 4401697"/>
              <a:gd name="connsiteY227" fmla="*/ 3934020 h 5251733"/>
              <a:gd name="connsiteX228" fmla="*/ 2770595 w 4401697"/>
              <a:gd name="connsiteY228" fmla="*/ 3956131 h 5251733"/>
              <a:gd name="connsiteX229" fmla="*/ 2770595 w 4401697"/>
              <a:gd name="connsiteY229" fmla="*/ 3663854 h 5251733"/>
              <a:gd name="connsiteX230" fmla="*/ 2770595 w 4401697"/>
              <a:gd name="connsiteY230" fmla="*/ 3409700 h 5251733"/>
              <a:gd name="connsiteX231" fmla="*/ 2699678 w 4401697"/>
              <a:gd name="connsiteY231" fmla="*/ 2888685 h 5251733"/>
              <a:gd name="connsiteX232" fmla="*/ 2683791 w 4401697"/>
              <a:gd name="connsiteY232" fmla="*/ 2616232 h 5251733"/>
              <a:gd name="connsiteX233" fmla="*/ 2757886 w 4401697"/>
              <a:gd name="connsiteY233" fmla="*/ 2583701 h 5251733"/>
              <a:gd name="connsiteX234" fmla="*/ 2821431 w 4401697"/>
              <a:gd name="connsiteY234" fmla="*/ 2939516 h 5251733"/>
              <a:gd name="connsiteX235" fmla="*/ 1537807 w 4401697"/>
              <a:gd name="connsiteY235" fmla="*/ 3943423 h 5251733"/>
              <a:gd name="connsiteX236" fmla="*/ 1525098 w 4401697"/>
              <a:gd name="connsiteY236" fmla="*/ 3511362 h 5251733"/>
              <a:gd name="connsiteX237" fmla="*/ 1525098 w 4401697"/>
              <a:gd name="connsiteY237" fmla="*/ 2952223 h 5251733"/>
              <a:gd name="connsiteX238" fmla="*/ 1513024 w 4401697"/>
              <a:gd name="connsiteY238" fmla="*/ 2697562 h 5251733"/>
              <a:gd name="connsiteX239" fmla="*/ 1527259 w 4401697"/>
              <a:gd name="connsiteY239" fmla="*/ 2603652 h 5251733"/>
              <a:gd name="connsiteX240" fmla="*/ 1703407 w 4401697"/>
              <a:gd name="connsiteY240" fmla="*/ 2659947 h 5251733"/>
              <a:gd name="connsiteX241" fmla="*/ 1746364 w 4401697"/>
              <a:gd name="connsiteY241" fmla="*/ 3308039 h 5251733"/>
              <a:gd name="connsiteX242" fmla="*/ 1614062 w 4401697"/>
              <a:gd name="connsiteY242" fmla="*/ 3498654 h 5251733"/>
              <a:gd name="connsiteX243" fmla="*/ 1601353 w 4401697"/>
              <a:gd name="connsiteY243" fmla="*/ 3956131 h 5251733"/>
              <a:gd name="connsiteX244" fmla="*/ 1537807 w 4401697"/>
              <a:gd name="connsiteY244" fmla="*/ 3943423 h 5251733"/>
              <a:gd name="connsiteX245" fmla="*/ 2369875 w 4401697"/>
              <a:gd name="connsiteY245" fmla="*/ 2596408 h 5251733"/>
              <a:gd name="connsiteX246" fmla="*/ 2550981 w 4401697"/>
              <a:gd name="connsiteY246" fmla="*/ 2901393 h 5251733"/>
              <a:gd name="connsiteX247" fmla="*/ 2536111 w 4401697"/>
              <a:gd name="connsiteY247" fmla="*/ 3740100 h 5251733"/>
              <a:gd name="connsiteX248" fmla="*/ 2423254 w 4401697"/>
              <a:gd name="connsiteY248" fmla="*/ 4004547 h 5251733"/>
              <a:gd name="connsiteX249" fmla="*/ 2312938 w 4401697"/>
              <a:gd name="connsiteY249" fmla="*/ 3955877 h 5251733"/>
              <a:gd name="connsiteX250" fmla="*/ 2237827 w 4401697"/>
              <a:gd name="connsiteY250" fmla="*/ 3676562 h 5251733"/>
              <a:gd name="connsiteX251" fmla="*/ 2248503 w 4401697"/>
              <a:gd name="connsiteY251" fmla="*/ 2901393 h 5251733"/>
              <a:gd name="connsiteX252" fmla="*/ 2369875 w 4401697"/>
              <a:gd name="connsiteY252" fmla="*/ 2596408 h 5251733"/>
              <a:gd name="connsiteX253" fmla="*/ 1893663 w 4401697"/>
              <a:gd name="connsiteY253" fmla="*/ 2609116 h 5251733"/>
              <a:gd name="connsiteX254" fmla="*/ 1956955 w 4401697"/>
              <a:gd name="connsiteY254" fmla="*/ 2629448 h 5251733"/>
              <a:gd name="connsiteX255" fmla="*/ 1969918 w 4401697"/>
              <a:gd name="connsiteY255" fmla="*/ 2863270 h 5251733"/>
              <a:gd name="connsiteX256" fmla="*/ 1969918 w 4401697"/>
              <a:gd name="connsiteY256" fmla="*/ 3663854 h 5251733"/>
              <a:gd name="connsiteX257" fmla="*/ 2090909 w 4401697"/>
              <a:gd name="connsiteY257" fmla="*/ 3679866 h 5251733"/>
              <a:gd name="connsiteX258" fmla="*/ 2109719 w 4401697"/>
              <a:gd name="connsiteY258" fmla="*/ 3752808 h 5251733"/>
              <a:gd name="connsiteX259" fmla="*/ 2096756 w 4401697"/>
              <a:gd name="connsiteY259" fmla="*/ 3961214 h 5251733"/>
              <a:gd name="connsiteX260" fmla="*/ 1906373 w 4401697"/>
              <a:gd name="connsiteY260" fmla="*/ 3981546 h 5251733"/>
              <a:gd name="connsiteX261" fmla="*/ 1893663 w 4401697"/>
              <a:gd name="connsiteY261" fmla="*/ 3511362 h 5251733"/>
              <a:gd name="connsiteX262" fmla="*/ 1893663 w 4401697"/>
              <a:gd name="connsiteY262" fmla="*/ 2609116 h 5251733"/>
              <a:gd name="connsiteX263" fmla="*/ 1601353 w 4401697"/>
              <a:gd name="connsiteY263" fmla="*/ 2926808 h 5251733"/>
              <a:gd name="connsiteX264" fmla="*/ 1601353 w 4401697"/>
              <a:gd name="connsiteY264" fmla="*/ 3066593 h 5251733"/>
              <a:gd name="connsiteX265" fmla="*/ 1647487 w 4401697"/>
              <a:gd name="connsiteY265" fmla="*/ 3166094 h 5251733"/>
              <a:gd name="connsiteX266" fmla="*/ 1677354 w 4401697"/>
              <a:gd name="connsiteY266" fmla="*/ 3079300 h 5251733"/>
              <a:gd name="connsiteX267" fmla="*/ 1601353 w 4401697"/>
              <a:gd name="connsiteY267" fmla="*/ 2926808 h 5251733"/>
              <a:gd name="connsiteX268" fmla="*/ 2376611 w 4401697"/>
              <a:gd name="connsiteY268" fmla="*/ 2926808 h 5251733"/>
              <a:gd name="connsiteX269" fmla="*/ 2322724 w 4401697"/>
              <a:gd name="connsiteY269" fmla="*/ 3053885 h 5251733"/>
              <a:gd name="connsiteX270" fmla="*/ 2307855 w 4401697"/>
              <a:gd name="connsiteY270" fmla="*/ 3498654 h 5251733"/>
              <a:gd name="connsiteX271" fmla="*/ 2410672 w 4401697"/>
              <a:gd name="connsiteY271" fmla="*/ 3674401 h 5251733"/>
              <a:gd name="connsiteX272" fmla="*/ 2479809 w 4401697"/>
              <a:gd name="connsiteY272" fmla="*/ 3498654 h 5251733"/>
              <a:gd name="connsiteX273" fmla="*/ 2479809 w 4401697"/>
              <a:gd name="connsiteY273" fmla="*/ 3079300 h 5251733"/>
              <a:gd name="connsiteX274" fmla="*/ 2376611 w 4401697"/>
              <a:gd name="connsiteY274" fmla="*/ 2926808 h 525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Lst>
            <a:rect l="l" t="t" r="r" b="b"/>
            <a:pathLst>
              <a:path w="4401697" h="5251733">
                <a:moveTo>
                  <a:pt x="1842827" y="9377"/>
                </a:moveTo>
                <a:cubicBezTo>
                  <a:pt x="2038548" y="-14386"/>
                  <a:pt x="2511964" y="14206"/>
                  <a:pt x="2732467" y="16748"/>
                </a:cubicBezTo>
                <a:cubicBezTo>
                  <a:pt x="2732467" y="16748"/>
                  <a:pt x="2872268" y="28947"/>
                  <a:pt x="2872268" y="28947"/>
                </a:cubicBezTo>
                <a:cubicBezTo>
                  <a:pt x="3165976" y="41782"/>
                  <a:pt x="3460066" y="72788"/>
                  <a:pt x="3749199" y="128575"/>
                </a:cubicBezTo>
                <a:cubicBezTo>
                  <a:pt x="3918612" y="161234"/>
                  <a:pt x="4034393" y="189572"/>
                  <a:pt x="4194020" y="258194"/>
                </a:cubicBezTo>
                <a:cubicBezTo>
                  <a:pt x="4259726" y="286532"/>
                  <a:pt x="4344115" y="332025"/>
                  <a:pt x="4377413" y="398486"/>
                </a:cubicBezTo>
                <a:cubicBezTo>
                  <a:pt x="4415413" y="474351"/>
                  <a:pt x="4397493" y="604097"/>
                  <a:pt x="4397366" y="690255"/>
                </a:cubicBezTo>
                <a:cubicBezTo>
                  <a:pt x="4397366" y="690255"/>
                  <a:pt x="4384657" y="880870"/>
                  <a:pt x="4384657" y="880870"/>
                </a:cubicBezTo>
                <a:cubicBezTo>
                  <a:pt x="4384657" y="880870"/>
                  <a:pt x="4371948" y="1223978"/>
                  <a:pt x="4371948" y="1223978"/>
                </a:cubicBezTo>
                <a:cubicBezTo>
                  <a:pt x="4371948" y="1223978"/>
                  <a:pt x="4359239" y="1414593"/>
                  <a:pt x="4359239" y="1414593"/>
                </a:cubicBezTo>
                <a:cubicBezTo>
                  <a:pt x="4359239" y="1414593"/>
                  <a:pt x="4346530" y="1643332"/>
                  <a:pt x="4346530" y="1643332"/>
                </a:cubicBezTo>
                <a:cubicBezTo>
                  <a:pt x="4346530" y="1643332"/>
                  <a:pt x="4333820" y="1973731"/>
                  <a:pt x="4333820" y="1973731"/>
                </a:cubicBezTo>
                <a:cubicBezTo>
                  <a:pt x="4333820" y="1973731"/>
                  <a:pt x="4321111" y="2138931"/>
                  <a:pt x="4321111" y="2138931"/>
                </a:cubicBezTo>
                <a:cubicBezTo>
                  <a:pt x="4321111" y="2138931"/>
                  <a:pt x="4308402" y="2482039"/>
                  <a:pt x="4308402" y="2482039"/>
                </a:cubicBezTo>
                <a:cubicBezTo>
                  <a:pt x="4308402" y="2482039"/>
                  <a:pt x="4295693" y="2647239"/>
                  <a:pt x="4295693" y="2647239"/>
                </a:cubicBezTo>
                <a:cubicBezTo>
                  <a:pt x="4295693" y="2647239"/>
                  <a:pt x="4282984" y="2977639"/>
                  <a:pt x="4282984" y="2977639"/>
                </a:cubicBezTo>
                <a:cubicBezTo>
                  <a:pt x="4282984" y="2977639"/>
                  <a:pt x="4270275" y="3180962"/>
                  <a:pt x="4270275" y="3180962"/>
                </a:cubicBezTo>
                <a:cubicBezTo>
                  <a:pt x="4270275" y="3180962"/>
                  <a:pt x="4257565" y="3409700"/>
                  <a:pt x="4257565" y="3409700"/>
                </a:cubicBezTo>
                <a:cubicBezTo>
                  <a:pt x="4257565" y="3409700"/>
                  <a:pt x="4244856" y="3740100"/>
                  <a:pt x="4244856" y="3740100"/>
                </a:cubicBezTo>
                <a:cubicBezTo>
                  <a:pt x="4244856" y="3740100"/>
                  <a:pt x="4232656" y="3867177"/>
                  <a:pt x="4232656" y="3867177"/>
                </a:cubicBezTo>
                <a:cubicBezTo>
                  <a:pt x="4232656" y="3867177"/>
                  <a:pt x="4232656" y="3994254"/>
                  <a:pt x="4232656" y="3994254"/>
                </a:cubicBezTo>
                <a:cubicBezTo>
                  <a:pt x="4232656" y="3994254"/>
                  <a:pt x="4219438" y="4159454"/>
                  <a:pt x="4219438" y="4159454"/>
                </a:cubicBezTo>
                <a:cubicBezTo>
                  <a:pt x="4217532" y="4326687"/>
                  <a:pt x="4211050" y="4428349"/>
                  <a:pt x="4123738" y="4578808"/>
                </a:cubicBezTo>
                <a:cubicBezTo>
                  <a:pt x="4048500" y="4708553"/>
                  <a:pt x="3924331" y="4799032"/>
                  <a:pt x="3800036" y="4876422"/>
                </a:cubicBezTo>
                <a:cubicBezTo>
                  <a:pt x="3516368" y="5053059"/>
                  <a:pt x="3188217" y="5145443"/>
                  <a:pt x="2859559" y="5194114"/>
                </a:cubicBezTo>
                <a:cubicBezTo>
                  <a:pt x="2859559" y="5194114"/>
                  <a:pt x="2452866" y="5240116"/>
                  <a:pt x="2452866" y="5240116"/>
                </a:cubicBezTo>
                <a:cubicBezTo>
                  <a:pt x="2452866" y="5240116"/>
                  <a:pt x="2274938" y="5240116"/>
                  <a:pt x="2274938" y="5240116"/>
                </a:cubicBezTo>
                <a:cubicBezTo>
                  <a:pt x="2225754" y="5244055"/>
                  <a:pt x="2202369" y="5254221"/>
                  <a:pt x="2147846" y="5251171"/>
                </a:cubicBezTo>
                <a:cubicBezTo>
                  <a:pt x="2147846" y="5251171"/>
                  <a:pt x="2058882" y="5240751"/>
                  <a:pt x="2058882" y="5240751"/>
                </a:cubicBezTo>
                <a:cubicBezTo>
                  <a:pt x="2058882" y="5240751"/>
                  <a:pt x="1741154" y="5224739"/>
                  <a:pt x="1741154" y="5224739"/>
                </a:cubicBezTo>
                <a:cubicBezTo>
                  <a:pt x="1531707" y="5204534"/>
                  <a:pt x="1162887" y="5126255"/>
                  <a:pt x="965895" y="5054838"/>
                </a:cubicBezTo>
                <a:cubicBezTo>
                  <a:pt x="965895" y="5054838"/>
                  <a:pt x="762549" y="4965376"/>
                  <a:pt x="762549" y="4965376"/>
                </a:cubicBezTo>
                <a:cubicBezTo>
                  <a:pt x="591230" y="4890908"/>
                  <a:pt x="352806" y="4727869"/>
                  <a:pt x="256979" y="4566100"/>
                </a:cubicBezTo>
                <a:cubicBezTo>
                  <a:pt x="236263" y="4531027"/>
                  <a:pt x="172463" y="4351849"/>
                  <a:pt x="166363" y="4311946"/>
                </a:cubicBezTo>
                <a:cubicBezTo>
                  <a:pt x="166363" y="4311946"/>
                  <a:pt x="166363" y="4184869"/>
                  <a:pt x="166363" y="4184869"/>
                </a:cubicBezTo>
                <a:cubicBezTo>
                  <a:pt x="166363" y="4184869"/>
                  <a:pt x="152510" y="3994254"/>
                  <a:pt x="152510" y="3994254"/>
                </a:cubicBezTo>
                <a:cubicBezTo>
                  <a:pt x="152510" y="3994254"/>
                  <a:pt x="139801" y="3727392"/>
                  <a:pt x="139801" y="3727392"/>
                </a:cubicBezTo>
                <a:cubicBezTo>
                  <a:pt x="139801" y="3727392"/>
                  <a:pt x="127092" y="3358869"/>
                  <a:pt x="127092" y="3358869"/>
                </a:cubicBezTo>
                <a:cubicBezTo>
                  <a:pt x="127092" y="3358869"/>
                  <a:pt x="114382" y="3180962"/>
                  <a:pt x="114382" y="3180962"/>
                </a:cubicBezTo>
                <a:cubicBezTo>
                  <a:pt x="114382" y="3180962"/>
                  <a:pt x="101673" y="2799731"/>
                  <a:pt x="101673" y="2799731"/>
                </a:cubicBezTo>
                <a:cubicBezTo>
                  <a:pt x="101673" y="2799731"/>
                  <a:pt x="88964" y="2621824"/>
                  <a:pt x="88964" y="2621824"/>
                </a:cubicBezTo>
                <a:cubicBezTo>
                  <a:pt x="88964" y="2621824"/>
                  <a:pt x="76255" y="2240593"/>
                  <a:pt x="76255" y="2240593"/>
                </a:cubicBezTo>
                <a:cubicBezTo>
                  <a:pt x="76255" y="2240593"/>
                  <a:pt x="63546" y="2049978"/>
                  <a:pt x="63546" y="2049978"/>
                </a:cubicBezTo>
                <a:cubicBezTo>
                  <a:pt x="63546" y="2049978"/>
                  <a:pt x="50837" y="1770408"/>
                  <a:pt x="50837" y="1770408"/>
                </a:cubicBezTo>
                <a:cubicBezTo>
                  <a:pt x="50837" y="1770408"/>
                  <a:pt x="25418" y="1147732"/>
                  <a:pt x="25418" y="1147732"/>
                </a:cubicBezTo>
                <a:cubicBezTo>
                  <a:pt x="25418" y="1147732"/>
                  <a:pt x="12709" y="969824"/>
                  <a:pt x="12709" y="969824"/>
                </a:cubicBezTo>
                <a:cubicBezTo>
                  <a:pt x="12709" y="969824"/>
                  <a:pt x="0" y="563178"/>
                  <a:pt x="0" y="563178"/>
                </a:cubicBezTo>
                <a:cubicBezTo>
                  <a:pt x="127" y="498496"/>
                  <a:pt x="3431" y="430383"/>
                  <a:pt x="39144" y="373706"/>
                </a:cubicBezTo>
                <a:cubicBezTo>
                  <a:pt x="101165" y="275476"/>
                  <a:pt x="333234" y="198849"/>
                  <a:pt x="444820" y="170892"/>
                </a:cubicBezTo>
                <a:cubicBezTo>
                  <a:pt x="758990" y="91977"/>
                  <a:pt x="1088285" y="52583"/>
                  <a:pt x="1410716" y="30599"/>
                </a:cubicBezTo>
                <a:cubicBezTo>
                  <a:pt x="1410716" y="30599"/>
                  <a:pt x="1639480" y="16748"/>
                  <a:pt x="1639480" y="16748"/>
                </a:cubicBezTo>
                <a:cubicBezTo>
                  <a:pt x="1708999" y="16493"/>
                  <a:pt x="1773689" y="19289"/>
                  <a:pt x="1842827" y="9377"/>
                </a:cubicBezTo>
                <a:close/>
                <a:moveTo>
                  <a:pt x="1779281" y="132896"/>
                </a:moveTo>
                <a:cubicBezTo>
                  <a:pt x="1703407" y="145603"/>
                  <a:pt x="1676083" y="143697"/>
                  <a:pt x="1601353" y="143824"/>
                </a:cubicBezTo>
                <a:cubicBezTo>
                  <a:pt x="1601353" y="143824"/>
                  <a:pt x="1448843" y="155388"/>
                  <a:pt x="1448843" y="155388"/>
                </a:cubicBezTo>
                <a:cubicBezTo>
                  <a:pt x="1448843" y="155388"/>
                  <a:pt x="1207369" y="171400"/>
                  <a:pt x="1207369" y="171400"/>
                </a:cubicBezTo>
                <a:cubicBezTo>
                  <a:pt x="970598" y="194020"/>
                  <a:pt x="740689" y="233795"/>
                  <a:pt x="508366" y="283609"/>
                </a:cubicBezTo>
                <a:cubicBezTo>
                  <a:pt x="428425" y="300764"/>
                  <a:pt x="285829" y="347529"/>
                  <a:pt x="216056" y="387431"/>
                </a:cubicBezTo>
                <a:cubicBezTo>
                  <a:pt x="179199" y="408653"/>
                  <a:pt x="134844" y="439278"/>
                  <a:pt x="134971" y="486932"/>
                </a:cubicBezTo>
                <a:cubicBezTo>
                  <a:pt x="135098" y="563178"/>
                  <a:pt x="282652" y="613246"/>
                  <a:pt x="343147" y="631927"/>
                </a:cubicBezTo>
                <a:cubicBezTo>
                  <a:pt x="591484" y="708808"/>
                  <a:pt x="799151" y="738544"/>
                  <a:pt x="1054860" y="770059"/>
                </a:cubicBezTo>
                <a:cubicBezTo>
                  <a:pt x="1054860" y="770059"/>
                  <a:pt x="1639480" y="818476"/>
                  <a:pt x="1639480" y="818476"/>
                </a:cubicBezTo>
                <a:cubicBezTo>
                  <a:pt x="1639480" y="818476"/>
                  <a:pt x="1791990" y="830040"/>
                  <a:pt x="1791990" y="830040"/>
                </a:cubicBezTo>
                <a:cubicBezTo>
                  <a:pt x="1791990" y="830040"/>
                  <a:pt x="2605376" y="830040"/>
                  <a:pt x="2605376" y="830040"/>
                </a:cubicBezTo>
                <a:cubicBezTo>
                  <a:pt x="2605376" y="830040"/>
                  <a:pt x="2796013" y="817332"/>
                  <a:pt x="2796013" y="817332"/>
                </a:cubicBezTo>
                <a:cubicBezTo>
                  <a:pt x="2796013" y="817332"/>
                  <a:pt x="2973941" y="804624"/>
                  <a:pt x="2973941" y="804624"/>
                </a:cubicBezTo>
                <a:cubicBezTo>
                  <a:pt x="2973941" y="804624"/>
                  <a:pt x="3088324" y="804624"/>
                  <a:pt x="3088324" y="804624"/>
                </a:cubicBezTo>
                <a:cubicBezTo>
                  <a:pt x="3088324" y="804624"/>
                  <a:pt x="3698363" y="723422"/>
                  <a:pt x="3698363" y="723422"/>
                </a:cubicBezTo>
                <a:cubicBezTo>
                  <a:pt x="3812618" y="702073"/>
                  <a:pt x="3986098" y="669033"/>
                  <a:pt x="4092346" y="627733"/>
                </a:cubicBezTo>
                <a:cubicBezTo>
                  <a:pt x="4092346" y="627733"/>
                  <a:pt x="4181310" y="588085"/>
                  <a:pt x="4181310" y="588085"/>
                </a:cubicBezTo>
                <a:cubicBezTo>
                  <a:pt x="4302683" y="528613"/>
                  <a:pt x="4296837" y="448682"/>
                  <a:pt x="4181310" y="387558"/>
                </a:cubicBezTo>
                <a:cubicBezTo>
                  <a:pt x="4062988" y="325163"/>
                  <a:pt x="3844899" y="269249"/>
                  <a:pt x="3711072" y="246503"/>
                </a:cubicBezTo>
                <a:cubicBezTo>
                  <a:pt x="3235877" y="165809"/>
                  <a:pt x="2756361" y="131117"/>
                  <a:pt x="2274938" y="132896"/>
                </a:cubicBezTo>
                <a:cubicBezTo>
                  <a:pt x="2274938" y="132896"/>
                  <a:pt x="1779281" y="132896"/>
                  <a:pt x="1779281" y="132896"/>
                </a:cubicBezTo>
                <a:close/>
                <a:moveTo>
                  <a:pt x="368565" y="527469"/>
                </a:moveTo>
                <a:cubicBezTo>
                  <a:pt x="368565" y="527469"/>
                  <a:pt x="546493" y="458340"/>
                  <a:pt x="546493" y="458340"/>
                </a:cubicBezTo>
                <a:cubicBezTo>
                  <a:pt x="659097" y="422123"/>
                  <a:pt x="835118" y="385143"/>
                  <a:pt x="953186" y="365319"/>
                </a:cubicBezTo>
                <a:cubicBezTo>
                  <a:pt x="1481633" y="276747"/>
                  <a:pt x="2032193" y="277382"/>
                  <a:pt x="2567248" y="283609"/>
                </a:cubicBezTo>
                <a:cubicBezTo>
                  <a:pt x="2567248" y="283609"/>
                  <a:pt x="2745176" y="296317"/>
                  <a:pt x="2745176" y="296317"/>
                </a:cubicBezTo>
                <a:cubicBezTo>
                  <a:pt x="2745176" y="296317"/>
                  <a:pt x="2796013" y="296317"/>
                  <a:pt x="2796013" y="296317"/>
                </a:cubicBezTo>
                <a:cubicBezTo>
                  <a:pt x="2796013" y="296317"/>
                  <a:pt x="3050196" y="319572"/>
                  <a:pt x="3050196" y="319572"/>
                </a:cubicBezTo>
                <a:cubicBezTo>
                  <a:pt x="3398300" y="354391"/>
                  <a:pt x="3687941" y="393785"/>
                  <a:pt x="4016091" y="525055"/>
                </a:cubicBezTo>
                <a:cubicBezTo>
                  <a:pt x="4016091" y="525055"/>
                  <a:pt x="3977964" y="626717"/>
                  <a:pt x="3977964" y="626717"/>
                </a:cubicBezTo>
                <a:cubicBezTo>
                  <a:pt x="3977964" y="626717"/>
                  <a:pt x="3825454" y="565720"/>
                  <a:pt x="3825454" y="565720"/>
                </a:cubicBezTo>
                <a:cubicBezTo>
                  <a:pt x="3569111" y="480578"/>
                  <a:pt x="3292432" y="448046"/>
                  <a:pt x="3024778" y="421233"/>
                </a:cubicBezTo>
                <a:cubicBezTo>
                  <a:pt x="3024778" y="421233"/>
                  <a:pt x="2719758" y="397978"/>
                  <a:pt x="2719758" y="397978"/>
                </a:cubicBezTo>
                <a:cubicBezTo>
                  <a:pt x="2719758" y="397978"/>
                  <a:pt x="2516412" y="385270"/>
                  <a:pt x="2516412" y="385270"/>
                </a:cubicBezTo>
                <a:cubicBezTo>
                  <a:pt x="2516412" y="385270"/>
                  <a:pt x="1868245" y="385270"/>
                  <a:pt x="1868245" y="385270"/>
                </a:cubicBezTo>
                <a:cubicBezTo>
                  <a:pt x="1868245" y="385270"/>
                  <a:pt x="1677608" y="397978"/>
                  <a:pt x="1677608" y="397978"/>
                </a:cubicBezTo>
                <a:cubicBezTo>
                  <a:pt x="1677608" y="397978"/>
                  <a:pt x="1626771" y="397978"/>
                  <a:pt x="1626771" y="397978"/>
                </a:cubicBezTo>
                <a:cubicBezTo>
                  <a:pt x="1626771" y="397978"/>
                  <a:pt x="1486971" y="409542"/>
                  <a:pt x="1486971" y="409542"/>
                </a:cubicBezTo>
                <a:cubicBezTo>
                  <a:pt x="1217282" y="429239"/>
                  <a:pt x="948992" y="463296"/>
                  <a:pt x="686294" y="527469"/>
                </a:cubicBezTo>
                <a:cubicBezTo>
                  <a:pt x="457275" y="587831"/>
                  <a:pt x="428934" y="664585"/>
                  <a:pt x="368565" y="527469"/>
                </a:cubicBezTo>
                <a:close/>
                <a:moveTo>
                  <a:pt x="4270275" y="664840"/>
                </a:moveTo>
                <a:cubicBezTo>
                  <a:pt x="4270275" y="664840"/>
                  <a:pt x="4105056" y="727234"/>
                  <a:pt x="4105056" y="727234"/>
                </a:cubicBezTo>
                <a:cubicBezTo>
                  <a:pt x="4105056" y="727234"/>
                  <a:pt x="3825454" y="801956"/>
                  <a:pt x="3825454" y="801956"/>
                </a:cubicBezTo>
                <a:cubicBezTo>
                  <a:pt x="3544201" y="861555"/>
                  <a:pt x="3259770" y="887860"/>
                  <a:pt x="2973941" y="907429"/>
                </a:cubicBezTo>
                <a:cubicBezTo>
                  <a:pt x="2973941" y="907429"/>
                  <a:pt x="2846850" y="918993"/>
                  <a:pt x="2846850" y="918993"/>
                </a:cubicBezTo>
                <a:cubicBezTo>
                  <a:pt x="2846850" y="918993"/>
                  <a:pt x="2605376" y="931701"/>
                  <a:pt x="2605376" y="931701"/>
                </a:cubicBezTo>
                <a:cubicBezTo>
                  <a:pt x="2605376" y="931701"/>
                  <a:pt x="2211392" y="931701"/>
                  <a:pt x="2211392" y="931701"/>
                </a:cubicBezTo>
                <a:cubicBezTo>
                  <a:pt x="2211392" y="931701"/>
                  <a:pt x="1791990" y="931701"/>
                  <a:pt x="1791990" y="931701"/>
                </a:cubicBezTo>
                <a:cubicBezTo>
                  <a:pt x="1791990" y="931701"/>
                  <a:pt x="1448843" y="907429"/>
                  <a:pt x="1448843" y="907429"/>
                </a:cubicBezTo>
                <a:cubicBezTo>
                  <a:pt x="1137723" y="886081"/>
                  <a:pt x="826349" y="854820"/>
                  <a:pt x="521075" y="786579"/>
                </a:cubicBezTo>
                <a:cubicBezTo>
                  <a:pt x="521075" y="786579"/>
                  <a:pt x="266892" y="709952"/>
                  <a:pt x="266892" y="709952"/>
                </a:cubicBezTo>
                <a:cubicBezTo>
                  <a:pt x="266892" y="709952"/>
                  <a:pt x="127092" y="652132"/>
                  <a:pt x="127092" y="652132"/>
                </a:cubicBezTo>
                <a:cubicBezTo>
                  <a:pt x="127092" y="652132"/>
                  <a:pt x="152510" y="1312932"/>
                  <a:pt x="152510" y="1312932"/>
                </a:cubicBezTo>
                <a:cubicBezTo>
                  <a:pt x="152510" y="1312932"/>
                  <a:pt x="165219" y="1503547"/>
                  <a:pt x="165219" y="1503547"/>
                </a:cubicBezTo>
                <a:cubicBezTo>
                  <a:pt x="165219" y="1503547"/>
                  <a:pt x="190637" y="2126224"/>
                  <a:pt x="190637" y="2126224"/>
                </a:cubicBezTo>
                <a:cubicBezTo>
                  <a:pt x="190637" y="2126224"/>
                  <a:pt x="203855" y="2329547"/>
                  <a:pt x="203855" y="2329547"/>
                </a:cubicBezTo>
                <a:cubicBezTo>
                  <a:pt x="203855" y="2329547"/>
                  <a:pt x="203855" y="2469331"/>
                  <a:pt x="203855" y="2469331"/>
                </a:cubicBezTo>
                <a:cubicBezTo>
                  <a:pt x="203855" y="2469331"/>
                  <a:pt x="216056" y="2609116"/>
                  <a:pt x="216056" y="2609116"/>
                </a:cubicBezTo>
                <a:cubicBezTo>
                  <a:pt x="216056" y="2609116"/>
                  <a:pt x="228765" y="2901393"/>
                  <a:pt x="228765" y="2901393"/>
                </a:cubicBezTo>
                <a:cubicBezTo>
                  <a:pt x="228765" y="2901393"/>
                  <a:pt x="241474" y="3180962"/>
                  <a:pt x="241474" y="3180962"/>
                </a:cubicBezTo>
                <a:cubicBezTo>
                  <a:pt x="241474" y="3180962"/>
                  <a:pt x="254183" y="3435116"/>
                  <a:pt x="254183" y="3435116"/>
                </a:cubicBezTo>
                <a:cubicBezTo>
                  <a:pt x="254183" y="3435116"/>
                  <a:pt x="266892" y="3790931"/>
                  <a:pt x="266892" y="3790931"/>
                </a:cubicBezTo>
                <a:cubicBezTo>
                  <a:pt x="266892" y="3790931"/>
                  <a:pt x="279601" y="4070500"/>
                  <a:pt x="279601" y="4070500"/>
                </a:cubicBezTo>
                <a:cubicBezTo>
                  <a:pt x="279856" y="4203931"/>
                  <a:pt x="297140" y="4386667"/>
                  <a:pt x="366405" y="4502562"/>
                </a:cubicBezTo>
                <a:cubicBezTo>
                  <a:pt x="446218" y="4636246"/>
                  <a:pt x="636728" y="4766754"/>
                  <a:pt x="775258" y="4836011"/>
                </a:cubicBezTo>
                <a:cubicBezTo>
                  <a:pt x="1104552" y="5000830"/>
                  <a:pt x="1601861" y="5108210"/>
                  <a:pt x="1969918" y="5112531"/>
                </a:cubicBezTo>
                <a:cubicBezTo>
                  <a:pt x="1969918" y="5112531"/>
                  <a:pt x="2236810" y="5125238"/>
                  <a:pt x="2236810" y="5125238"/>
                </a:cubicBezTo>
                <a:cubicBezTo>
                  <a:pt x="2236810" y="5125238"/>
                  <a:pt x="2490993" y="5112531"/>
                  <a:pt x="2490993" y="5112531"/>
                </a:cubicBezTo>
                <a:cubicBezTo>
                  <a:pt x="2578305" y="5112403"/>
                  <a:pt x="2634988" y="5100585"/>
                  <a:pt x="2719758" y="5088767"/>
                </a:cubicBezTo>
                <a:cubicBezTo>
                  <a:pt x="3001012" y="5049627"/>
                  <a:pt x="3230793" y="5007184"/>
                  <a:pt x="3495016" y="4894594"/>
                </a:cubicBezTo>
                <a:cubicBezTo>
                  <a:pt x="3681078" y="4815298"/>
                  <a:pt x="3911749" y="4695845"/>
                  <a:pt x="4016727" y="4515269"/>
                </a:cubicBezTo>
                <a:cubicBezTo>
                  <a:pt x="4105818" y="4361887"/>
                  <a:pt x="4079891" y="4337743"/>
                  <a:pt x="4094507" y="4184869"/>
                </a:cubicBezTo>
                <a:cubicBezTo>
                  <a:pt x="4094507" y="4184869"/>
                  <a:pt x="4105056" y="3981546"/>
                  <a:pt x="4105056" y="3981546"/>
                </a:cubicBezTo>
                <a:cubicBezTo>
                  <a:pt x="4105056" y="3981546"/>
                  <a:pt x="4117765" y="3790931"/>
                  <a:pt x="4117765" y="3790931"/>
                </a:cubicBezTo>
                <a:cubicBezTo>
                  <a:pt x="4117765" y="3790931"/>
                  <a:pt x="4143183" y="3244500"/>
                  <a:pt x="4143183" y="3244500"/>
                </a:cubicBezTo>
                <a:cubicBezTo>
                  <a:pt x="4143183" y="3244500"/>
                  <a:pt x="4155892" y="3028470"/>
                  <a:pt x="4155892" y="3028470"/>
                </a:cubicBezTo>
                <a:cubicBezTo>
                  <a:pt x="4155892" y="3028470"/>
                  <a:pt x="4168601" y="2799731"/>
                  <a:pt x="4168601" y="2799731"/>
                </a:cubicBezTo>
                <a:cubicBezTo>
                  <a:pt x="4168601" y="2799731"/>
                  <a:pt x="4181310" y="2482039"/>
                  <a:pt x="4181310" y="2482039"/>
                </a:cubicBezTo>
                <a:cubicBezTo>
                  <a:pt x="4181310" y="2482039"/>
                  <a:pt x="4194020" y="2240593"/>
                  <a:pt x="4194020" y="2240593"/>
                </a:cubicBezTo>
                <a:cubicBezTo>
                  <a:pt x="4194020" y="2240593"/>
                  <a:pt x="4206729" y="2049978"/>
                  <a:pt x="4206729" y="2049978"/>
                </a:cubicBezTo>
                <a:cubicBezTo>
                  <a:pt x="4206729" y="2049978"/>
                  <a:pt x="4219438" y="1719578"/>
                  <a:pt x="4219438" y="1719578"/>
                </a:cubicBezTo>
                <a:cubicBezTo>
                  <a:pt x="4219438" y="1719578"/>
                  <a:pt x="4232147" y="1528962"/>
                  <a:pt x="4232147" y="1528962"/>
                </a:cubicBezTo>
                <a:cubicBezTo>
                  <a:pt x="4232147" y="1528962"/>
                  <a:pt x="4244856" y="1262101"/>
                  <a:pt x="4244856" y="1262101"/>
                </a:cubicBezTo>
                <a:cubicBezTo>
                  <a:pt x="4244856" y="1262101"/>
                  <a:pt x="4257565" y="1007947"/>
                  <a:pt x="4257565" y="1007947"/>
                </a:cubicBezTo>
                <a:cubicBezTo>
                  <a:pt x="4257565" y="1007947"/>
                  <a:pt x="4270275" y="664840"/>
                  <a:pt x="4270275" y="664840"/>
                </a:cubicBezTo>
                <a:close/>
                <a:moveTo>
                  <a:pt x="3164578" y="2545577"/>
                </a:moveTo>
                <a:cubicBezTo>
                  <a:pt x="3164578" y="2545577"/>
                  <a:pt x="3187836" y="2316839"/>
                  <a:pt x="3187836" y="2316839"/>
                </a:cubicBezTo>
                <a:cubicBezTo>
                  <a:pt x="3187836" y="2316839"/>
                  <a:pt x="3204866" y="2220642"/>
                  <a:pt x="3204866" y="2220642"/>
                </a:cubicBezTo>
                <a:cubicBezTo>
                  <a:pt x="3204866" y="2220642"/>
                  <a:pt x="3278961" y="2189762"/>
                  <a:pt x="3278961" y="2189762"/>
                </a:cubicBezTo>
                <a:cubicBezTo>
                  <a:pt x="3278961" y="2189762"/>
                  <a:pt x="3240833" y="2532870"/>
                  <a:pt x="3240833" y="2532870"/>
                </a:cubicBezTo>
                <a:cubicBezTo>
                  <a:pt x="3240833" y="2532870"/>
                  <a:pt x="3304379" y="2520162"/>
                  <a:pt x="3304379" y="2520162"/>
                </a:cubicBezTo>
                <a:cubicBezTo>
                  <a:pt x="3304379" y="2520162"/>
                  <a:pt x="3304379" y="2761608"/>
                  <a:pt x="3304379" y="2761608"/>
                </a:cubicBezTo>
                <a:cubicBezTo>
                  <a:pt x="3304379" y="2761608"/>
                  <a:pt x="3282265" y="2850816"/>
                  <a:pt x="3282265" y="2850816"/>
                </a:cubicBezTo>
                <a:cubicBezTo>
                  <a:pt x="3282265" y="2850816"/>
                  <a:pt x="3164578" y="2875977"/>
                  <a:pt x="3164578" y="2875977"/>
                </a:cubicBezTo>
                <a:cubicBezTo>
                  <a:pt x="3162418" y="2922488"/>
                  <a:pt x="3132424" y="3037873"/>
                  <a:pt x="3181227" y="3064687"/>
                </a:cubicBezTo>
                <a:cubicBezTo>
                  <a:pt x="3199402" y="3071930"/>
                  <a:pt x="3256084" y="3066974"/>
                  <a:pt x="3278961" y="3064687"/>
                </a:cubicBezTo>
                <a:cubicBezTo>
                  <a:pt x="3278961" y="3134833"/>
                  <a:pt x="3283409" y="3284529"/>
                  <a:pt x="3262693" y="3344383"/>
                </a:cubicBezTo>
                <a:cubicBezTo>
                  <a:pt x="3243884" y="3399026"/>
                  <a:pt x="3196097" y="3376787"/>
                  <a:pt x="3165595" y="3416181"/>
                </a:cubicBezTo>
                <a:cubicBezTo>
                  <a:pt x="3135729" y="3447951"/>
                  <a:pt x="3125434" y="3549866"/>
                  <a:pt x="3165595" y="3572486"/>
                </a:cubicBezTo>
                <a:cubicBezTo>
                  <a:pt x="3193810" y="3585575"/>
                  <a:pt x="3250746" y="3567784"/>
                  <a:pt x="3278961" y="3562192"/>
                </a:cubicBezTo>
                <a:cubicBezTo>
                  <a:pt x="3278961" y="3626621"/>
                  <a:pt x="3293576" y="3828292"/>
                  <a:pt x="3246425" y="3868067"/>
                </a:cubicBezTo>
                <a:cubicBezTo>
                  <a:pt x="3213763" y="3895515"/>
                  <a:pt x="3106243" y="3904410"/>
                  <a:pt x="3062905" y="3905300"/>
                </a:cubicBezTo>
                <a:cubicBezTo>
                  <a:pt x="3062905" y="3905300"/>
                  <a:pt x="3062905" y="3727392"/>
                  <a:pt x="3062905" y="3727392"/>
                </a:cubicBezTo>
                <a:cubicBezTo>
                  <a:pt x="3062905" y="3727392"/>
                  <a:pt x="3075614" y="3485946"/>
                  <a:pt x="3075614" y="3485946"/>
                </a:cubicBezTo>
                <a:cubicBezTo>
                  <a:pt x="3075614" y="3485946"/>
                  <a:pt x="3075614" y="3193670"/>
                  <a:pt x="3075614" y="3193670"/>
                </a:cubicBezTo>
                <a:cubicBezTo>
                  <a:pt x="3075614" y="3193670"/>
                  <a:pt x="3088324" y="2964931"/>
                  <a:pt x="3088324" y="2964931"/>
                </a:cubicBezTo>
                <a:cubicBezTo>
                  <a:pt x="3088324" y="2964931"/>
                  <a:pt x="3088324" y="2659947"/>
                  <a:pt x="3088324" y="2659947"/>
                </a:cubicBezTo>
                <a:cubicBezTo>
                  <a:pt x="3089340" y="2590436"/>
                  <a:pt x="3089467" y="2558412"/>
                  <a:pt x="3164578" y="2545577"/>
                </a:cubicBezTo>
                <a:close/>
                <a:moveTo>
                  <a:pt x="699003" y="2431208"/>
                </a:moveTo>
                <a:cubicBezTo>
                  <a:pt x="699003" y="2431208"/>
                  <a:pt x="869306" y="2480133"/>
                  <a:pt x="869306" y="2480133"/>
                </a:cubicBezTo>
                <a:cubicBezTo>
                  <a:pt x="869306" y="2480133"/>
                  <a:pt x="891801" y="2570993"/>
                  <a:pt x="891801" y="2570993"/>
                </a:cubicBezTo>
                <a:cubicBezTo>
                  <a:pt x="891801" y="2570993"/>
                  <a:pt x="902350" y="2799731"/>
                  <a:pt x="902350" y="2799731"/>
                </a:cubicBezTo>
                <a:cubicBezTo>
                  <a:pt x="902350" y="2799731"/>
                  <a:pt x="775258" y="2774316"/>
                  <a:pt x="775258" y="2774316"/>
                </a:cubicBezTo>
                <a:cubicBezTo>
                  <a:pt x="775258" y="2820191"/>
                  <a:pt x="765853" y="2924775"/>
                  <a:pt x="795593" y="2958450"/>
                </a:cubicBezTo>
                <a:cubicBezTo>
                  <a:pt x="820249" y="2986534"/>
                  <a:pt x="865493" y="2986661"/>
                  <a:pt x="882396" y="3021099"/>
                </a:cubicBezTo>
                <a:cubicBezTo>
                  <a:pt x="901968" y="3061001"/>
                  <a:pt x="902350" y="3254539"/>
                  <a:pt x="902350" y="3308039"/>
                </a:cubicBezTo>
                <a:cubicBezTo>
                  <a:pt x="902350" y="3308039"/>
                  <a:pt x="800676" y="3282623"/>
                  <a:pt x="800676" y="3282623"/>
                </a:cubicBezTo>
                <a:cubicBezTo>
                  <a:pt x="787586" y="3336377"/>
                  <a:pt x="772716" y="3424187"/>
                  <a:pt x="817325" y="3466758"/>
                </a:cubicBezTo>
                <a:cubicBezTo>
                  <a:pt x="849734" y="3497638"/>
                  <a:pt x="898029" y="3495223"/>
                  <a:pt x="918363" y="3539573"/>
                </a:cubicBezTo>
                <a:cubicBezTo>
                  <a:pt x="933868" y="3573248"/>
                  <a:pt x="927768" y="3766405"/>
                  <a:pt x="927768" y="3816346"/>
                </a:cubicBezTo>
                <a:cubicBezTo>
                  <a:pt x="878202" y="3804782"/>
                  <a:pt x="765726" y="3775300"/>
                  <a:pt x="744756" y="3725740"/>
                </a:cubicBezTo>
                <a:cubicBezTo>
                  <a:pt x="734081" y="3700579"/>
                  <a:pt x="737258" y="3630560"/>
                  <a:pt x="737131" y="3600316"/>
                </a:cubicBezTo>
                <a:cubicBezTo>
                  <a:pt x="737131" y="3600316"/>
                  <a:pt x="724422" y="3396993"/>
                  <a:pt x="724422" y="3396993"/>
                </a:cubicBezTo>
                <a:cubicBezTo>
                  <a:pt x="724422" y="3396993"/>
                  <a:pt x="724422" y="3219085"/>
                  <a:pt x="724422" y="3219085"/>
                </a:cubicBezTo>
                <a:cubicBezTo>
                  <a:pt x="724422" y="3219085"/>
                  <a:pt x="711712" y="3015762"/>
                  <a:pt x="711712" y="3015762"/>
                </a:cubicBezTo>
                <a:cubicBezTo>
                  <a:pt x="711712" y="3015762"/>
                  <a:pt x="699003" y="2431208"/>
                  <a:pt x="699003" y="2431208"/>
                </a:cubicBezTo>
                <a:close/>
                <a:moveTo>
                  <a:pt x="3520435" y="3524069"/>
                </a:moveTo>
                <a:cubicBezTo>
                  <a:pt x="3594529" y="3326592"/>
                  <a:pt x="3484087" y="3324813"/>
                  <a:pt x="3442909" y="3155546"/>
                </a:cubicBezTo>
                <a:cubicBezTo>
                  <a:pt x="3412026" y="3028851"/>
                  <a:pt x="3421939" y="2961373"/>
                  <a:pt x="3430327" y="2837854"/>
                </a:cubicBezTo>
                <a:cubicBezTo>
                  <a:pt x="3430327" y="2837854"/>
                  <a:pt x="3438969" y="2698070"/>
                  <a:pt x="3438969" y="2698070"/>
                </a:cubicBezTo>
                <a:cubicBezTo>
                  <a:pt x="3448247" y="2639360"/>
                  <a:pt x="3474428" y="2500465"/>
                  <a:pt x="3524628" y="2466663"/>
                </a:cubicBezTo>
                <a:cubicBezTo>
                  <a:pt x="3589700" y="2422948"/>
                  <a:pt x="3613211" y="2528168"/>
                  <a:pt x="3620328" y="2570993"/>
                </a:cubicBezTo>
                <a:cubicBezTo>
                  <a:pt x="3639519" y="2687777"/>
                  <a:pt x="3656677" y="2793759"/>
                  <a:pt x="3571271" y="2888685"/>
                </a:cubicBezTo>
                <a:cubicBezTo>
                  <a:pt x="3571271" y="2888685"/>
                  <a:pt x="3558562" y="2787024"/>
                  <a:pt x="3558562" y="2787024"/>
                </a:cubicBezTo>
                <a:cubicBezTo>
                  <a:pt x="3416601" y="2863015"/>
                  <a:pt x="3570509" y="2967346"/>
                  <a:pt x="3599994" y="3092008"/>
                </a:cubicBezTo>
                <a:cubicBezTo>
                  <a:pt x="3635198" y="3233445"/>
                  <a:pt x="3626683" y="3482261"/>
                  <a:pt x="3599994" y="3625731"/>
                </a:cubicBezTo>
                <a:cubicBezTo>
                  <a:pt x="3589191" y="3677833"/>
                  <a:pt x="3567840" y="3772378"/>
                  <a:pt x="3533525" y="3812407"/>
                </a:cubicBezTo>
                <a:cubicBezTo>
                  <a:pt x="3478113" y="3877089"/>
                  <a:pt x="3437444" y="3804274"/>
                  <a:pt x="3422574" y="3752808"/>
                </a:cubicBezTo>
                <a:cubicBezTo>
                  <a:pt x="3390420" y="3641362"/>
                  <a:pt x="3352801" y="3416181"/>
                  <a:pt x="3469598" y="3346162"/>
                </a:cubicBezTo>
                <a:cubicBezTo>
                  <a:pt x="3469598" y="3346162"/>
                  <a:pt x="3495016" y="3524069"/>
                  <a:pt x="3495016" y="3524069"/>
                </a:cubicBezTo>
                <a:cubicBezTo>
                  <a:pt x="3495016" y="3524069"/>
                  <a:pt x="3520435" y="3524069"/>
                  <a:pt x="3520435" y="3524069"/>
                </a:cubicBezTo>
                <a:close/>
                <a:moveTo>
                  <a:pt x="1029441" y="2507454"/>
                </a:moveTo>
                <a:cubicBezTo>
                  <a:pt x="1144967" y="2521052"/>
                  <a:pt x="1123743" y="2603652"/>
                  <a:pt x="1133275" y="2698070"/>
                </a:cubicBezTo>
                <a:cubicBezTo>
                  <a:pt x="1133275" y="2698070"/>
                  <a:pt x="1194660" y="3282623"/>
                  <a:pt x="1194660" y="3282623"/>
                </a:cubicBezTo>
                <a:cubicBezTo>
                  <a:pt x="1194660" y="3282623"/>
                  <a:pt x="1220078" y="3282623"/>
                  <a:pt x="1220078" y="3282623"/>
                </a:cubicBezTo>
                <a:cubicBezTo>
                  <a:pt x="1220078" y="3282623"/>
                  <a:pt x="1231644" y="3117423"/>
                  <a:pt x="1231644" y="3117423"/>
                </a:cubicBezTo>
                <a:cubicBezTo>
                  <a:pt x="1231644" y="3117423"/>
                  <a:pt x="1246641" y="2837854"/>
                  <a:pt x="1246641" y="2837854"/>
                </a:cubicBezTo>
                <a:cubicBezTo>
                  <a:pt x="1246641" y="2837854"/>
                  <a:pt x="1270915" y="2545577"/>
                  <a:pt x="1270915" y="2545577"/>
                </a:cubicBezTo>
                <a:cubicBezTo>
                  <a:pt x="1270915" y="2545577"/>
                  <a:pt x="1346916" y="2578109"/>
                  <a:pt x="1346916" y="2578109"/>
                </a:cubicBezTo>
                <a:cubicBezTo>
                  <a:pt x="1346916" y="2578109"/>
                  <a:pt x="1359879" y="2672654"/>
                  <a:pt x="1359879" y="2672654"/>
                </a:cubicBezTo>
                <a:cubicBezTo>
                  <a:pt x="1359879" y="2672654"/>
                  <a:pt x="1372588" y="2837854"/>
                  <a:pt x="1372588" y="2837854"/>
                </a:cubicBezTo>
                <a:cubicBezTo>
                  <a:pt x="1372588" y="2837854"/>
                  <a:pt x="1372588" y="3422408"/>
                  <a:pt x="1372588" y="3422408"/>
                </a:cubicBezTo>
                <a:cubicBezTo>
                  <a:pt x="1372588" y="3422408"/>
                  <a:pt x="1385297" y="3625731"/>
                  <a:pt x="1385297" y="3625731"/>
                </a:cubicBezTo>
                <a:cubicBezTo>
                  <a:pt x="1385297" y="3625731"/>
                  <a:pt x="1385297" y="3918008"/>
                  <a:pt x="1385297" y="3918008"/>
                </a:cubicBezTo>
                <a:cubicBezTo>
                  <a:pt x="1309170" y="3911908"/>
                  <a:pt x="1310059" y="3887763"/>
                  <a:pt x="1309042" y="3816346"/>
                </a:cubicBezTo>
                <a:cubicBezTo>
                  <a:pt x="1307644" y="3713160"/>
                  <a:pt x="1329123" y="3521274"/>
                  <a:pt x="1283624" y="3435116"/>
                </a:cubicBezTo>
                <a:cubicBezTo>
                  <a:pt x="1283624" y="3435116"/>
                  <a:pt x="1245497" y="3892592"/>
                  <a:pt x="1245497" y="3892592"/>
                </a:cubicBezTo>
                <a:cubicBezTo>
                  <a:pt x="1172038" y="3867558"/>
                  <a:pt x="1186526" y="3819142"/>
                  <a:pt x="1178392" y="3752808"/>
                </a:cubicBezTo>
                <a:cubicBezTo>
                  <a:pt x="1167081" y="3661440"/>
                  <a:pt x="1156279" y="3468537"/>
                  <a:pt x="1118405" y="3396993"/>
                </a:cubicBezTo>
                <a:cubicBezTo>
                  <a:pt x="1118405" y="3396993"/>
                  <a:pt x="1131114" y="3867177"/>
                  <a:pt x="1131114" y="3867177"/>
                </a:cubicBezTo>
                <a:cubicBezTo>
                  <a:pt x="1131114" y="3867177"/>
                  <a:pt x="1067569" y="3854469"/>
                  <a:pt x="1067569" y="3854469"/>
                </a:cubicBezTo>
                <a:cubicBezTo>
                  <a:pt x="1067569" y="3854469"/>
                  <a:pt x="1054860" y="3473239"/>
                  <a:pt x="1054860" y="3473239"/>
                </a:cubicBezTo>
                <a:cubicBezTo>
                  <a:pt x="1054860" y="3473239"/>
                  <a:pt x="1042150" y="3257208"/>
                  <a:pt x="1042150" y="3257208"/>
                </a:cubicBezTo>
                <a:cubicBezTo>
                  <a:pt x="1042150" y="3257208"/>
                  <a:pt x="1042150" y="2964931"/>
                  <a:pt x="1042150" y="2964931"/>
                </a:cubicBezTo>
                <a:cubicBezTo>
                  <a:pt x="1042150" y="2964931"/>
                  <a:pt x="1029441" y="2774316"/>
                  <a:pt x="1029441" y="2774316"/>
                </a:cubicBezTo>
                <a:cubicBezTo>
                  <a:pt x="1029441" y="2774316"/>
                  <a:pt x="1029441" y="2507454"/>
                  <a:pt x="1029441" y="2507454"/>
                </a:cubicBezTo>
                <a:close/>
                <a:moveTo>
                  <a:pt x="2821431" y="2939516"/>
                </a:moveTo>
                <a:cubicBezTo>
                  <a:pt x="2821431" y="2939516"/>
                  <a:pt x="2874047" y="2634786"/>
                  <a:pt x="2874047" y="2634786"/>
                </a:cubicBezTo>
                <a:cubicBezTo>
                  <a:pt x="2891459" y="2568070"/>
                  <a:pt x="2938737" y="2564512"/>
                  <a:pt x="2960851" y="2591071"/>
                </a:cubicBezTo>
                <a:cubicBezTo>
                  <a:pt x="2972289" y="2611149"/>
                  <a:pt x="2966443" y="2649526"/>
                  <a:pt x="2960851" y="2672654"/>
                </a:cubicBezTo>
                <a:cubicBezTo>
                  <a:pt x="2960851" y="2672654"/>
                  <a:pt x="2932382" y="2875977"/>
                  <a:pt x="2932382" y="2875977"/>
                </a:cubicBezTo>
                <a:cubicBezTo>
                  <a:pt x="2932382" y="2875977"/>
                  <a:pt x="2846850" y="3422408"/>
                  <a:pt x="2846850" y="3422408"/>
                </a:cubicBezTo>
                <a:cubicBezTo>
                  <a:pt x="2846850" y="3422408"/>
                  <a:pt x="2846850" y="3651146"/>
                  <a:pt x="2846850" y="3651146"/>
                </a:cubicBezTo>
                <a:cubicBezTo>
                  <a:pt x="2846850" y="3651146"/>
                  <a:pt x="2834268" y="3841762"/>
                  <a:pt x="2834268" y="3841762"/>
                </a:cubicBezTo>
                <a:cubicBezTo>
                  <a:pt x="2833759" y="3866923"/>
                  <a:pt x="2837699" y="3913941"/>
                  <a:pt x="2821558" y="3934020"/>
                </a:cubicBezTo>
                <a:cubicBezTo>
                  <a:pt x="2807960" y="3950921"/>
                  <a:pt x="2789659" y="3951810"/>
                  <a:pt x="2770595" y="3956131"/>
                </a:cubicBezTo>
                <a:cubicBezTo>
                  <a:pt x="2742889" y="3842143"/>
                  <a:pt x="2769451" y="3774030"/>
                  <a:pt x="2770595" y="3663854"/>
                </a:cubicBezTo>
                <a:cubicBezTo>
                  <a:pt x="2770595" y="3663854"/>
                  <a:pt x="2770595" y="3409700"/>
                  <a:pt x="2770595" y="3409700"/>
                </a:cubicBezTo>
                <a:cubicBezTo>
                  <a:pt x="2770595" y="3409700"/>
                  <a:pt x="2699678" y="2888685"/>
                  <a:pt x="2699678" y="2888685"/>
                </a:cubicBezTo>
                <a:cubicBezTo>
                  <a:pt x="2691671" y="2835059"/>
                  <a:pt x="2654433" y="2655245"/>
                  <a:pt x="2683791" y="2616232"/>
                </a:cubicBezTo>
                <a:cubicBezTo>
                  <a:pt x="2698915" y="2596281"/>
                  <a:pt x="2734628" y="2590309"/>
                  <a:pt x="2757886" y="2583701"/>
                </a:cubicBezTo>
                <a:cubicBezTo>
                  <a:pt x="2757886" y="2583701"/>
                  <a:pt x="2821431" y="2939516"/>
                  <a:pt x="2821431" y="2939516"/>
                </a:cubicBezTo>
                <a:close/>
                <a:moveTo>
                  <a:pt x="1537807" y="3943423"/>
                </a:moveTo>
                <a:cubicBezTo>
                  <a:pt x="1537807" y="3943423"/>
                  <a:pt x="1525098" y="3511362"/>
                  <a:pt x="1525098" y="3511362"/>
                </a:cubicBezTo>
                <a:cubicBezTo>
                  <a:pt x="1525098" y="3511362"/>
                  <a:pt x="1525098" y="2952223"/>
                  <a:pt x="1525098" y="2952223"/>
                </a:cubicBezTo>
                <a:cubicBezTo>
                  <a:pt x="1525098" y="2952223"/>
                  <a:pt x="1513024" y="2697562"/>
                  <a:pt x="1513024" y="2697562"/>
                </a:cubicBezTo>
                <a:cubicBezTo>
                  <a:pt x="1512389" y="2671257"/>
                  <a:pt x="1510483" y="2625128"/>
                  <a:pt x="1527259" y="2603652"/>
                </a:cubicBezTo>
                <a:cubicBezTo>
                  <a:pt x="1547085" y="2578490"/>
                  <a:pt x="1655621" y="2555744"/>
                  <a:pt x="1703407" y="2659947"/>
                </a:cubicBezTo>
                <a:cubicBezTo>
                  <a:pt x="1771147" y="2807737"/>
                  <a:pt x="1771528" y="3146778"/>
                  <a:pt x="1746364" y="3308039"/>
                </a:cubicBezTo>
                <a:cubicBezTo>
                  <a:pt x="1733655" y="3389114"/>
                  <a:pt x="1724886" y="3521655"/>
                  <a:pt x="1614062" y="3498654"/>
                </a:cubicBezTo>
                <a:cubicBezTo>
                  <a:pt x="1614062" y="3498654"/>
                  <a:pt x="1601353" y="3956131"/>
                  <a:pt x="1601353" y="3956131"/>
                </a:cubicBezTo>
                <a:cubicBezTo>
                  <a:pt x="1601353" y="3956131"/>
                  <a:pt x="1537807" y="3943423"/>
                  <a:pt x="1537807" y="3943423"/>
                </a:cubicBezTo>
                <a:close/>
                <a:moveTo>
                  <a:pt x="2369875" y="2596408"/>
                </a:moveTo>
                <a:cubicBezTo>
                  <a:pt x="2500398" y="2551042"/>
                  <a:pt x="2538399" y="2812947"/>
                  <a:pt x="2550981" y="2901393"/>
                </a:cubicBezTo>
                <a:cubicBezTo>
                  <a:pt x="2580974" y="3113611"/>
                  <a:pt x="2578178" y="3530932"/>
                  <a:pt x="2536111" y="3740100"/>
                </a:cubicBezTo>
                <a:cubicBezTo>
                  <a:pt x="2522639" y="3807069"/>
                  <a:pt x="2484512" y="3970491"/>
                  <a:pt x="2423254" y="4004547"/>
                </a:cubicBezTo>
                <a:cubicBezTo>
                  <a:pt x="2376992" y="4030216"/>
                  <a:pt x="2337086" y="3992983"/>
                  <a:pt x="2312938" y="3955877"/>
                </a:cubicBezTo>
                <a:cubicBezTo>
                  <a:pt x="2268202" y="3886874"/>
                  <a:pt x="2251426" y="3758526"/>
                  <a:pt x="2237827" y="3676562"/>
                </a:cubicBezTo>
                <a:cubicBezTo>
                  <a:pt x="2199573" y="3445028"/>
                  <a:pt x="2210121" y="3133054"/>
                  <a:pt x="2248503" y="2901393"/>
                </a:cubicBezTo>
                <a:cubicBezTo>
                  <a:pt x="2265406" y="2799350"/>
                  <a:pt x="2289045" y="2667190"/>
                  <a:pt x="2369875" y="2596408"/>
                </a:cubicBezTo>
                <a:close/>
                <a:moveTo>
                  <a:pt x="1893663" y="2609116"/>
                </a:moveTo>
                <a:cubicBezTo>
                  <a:pt x="1893663" y="2609116"/>
                  <a:pt x="1956955" y="2629448"/>
                  <a:pt x="1956955" y="2629448"/>
                </a:cubicBezTo>
                <a:cubicBezTo>
                  <a:pt x="1956955" y="2629448"/>
                  <a:pt x="1969918" y="2863270"/>
                  <a:pt x="1969918" y="2863270"/>
                </a:cubicBezTo>
                <a:cubicBezTo>
                  <a:pt x="1969918" y="2863270"/>
                  <a:pt x="1969918" y="3663854"/>
                  <a:pt x="1969918" y="3663854"/>
                </a:cubicBezTo>
                <a:cubicBezTo>
                  <a:pt x="1998133" y="3664108"/>
                  <a:pt x="2069177" y="3661948"/>
                  <a:pt x="2090909" y="3679866"/>
                </a:cubicBezTo>
                <a:cubicBezTo>
                  <a:pt x="2111625" y="3697021"/>
                  <a:pt x="2109211" y="3728536"/>
                  <a:pt x="2109719" y="3752808"/>
                </a:cubicBezTo>
                <a:cubicBezTo>
                  <a:pt x="2110354" y="3791312"/>
                  <a:pt x="2116455" y="3936307"/>
                  <a:pt x="2096756" y="3961214"/>
                </a:cubicBezTo>
                <a:cubicBezTo>
                  <a:pt x="2070829" y="3994000"/>
                  <a:pt x="1950982" y="3977607"/>
                  <a:pt x="1906373" y="3981546"/>
                </a:cubicBezTo>
                <a:cubicBezTo>
                  <a:pt x="1906373" y="3981546"/>
                  <a:pt x="1893663" y="3511362"/>
                  <a:pt x="1893663" y="3511362"/>
                </a:cubicBezTo>
                <a:cubicBezTo>
                  <a:pt x="1893663" y="3511362"/>
                  <a:pt x="1893663" y="2609116"/>
                  <a:pt x="1893663" y="2609116"/>
                </a:cubicBezTo>
                <a:close/>
                <a:moveTo>
                  <a:pt x="1601353" y="2926808"/>
                </a:moveTo>
                <a:cubicBezTo>
                  <a:pt x="1601353" y="2926808"/>
                  <a:pt x="1601353" y="3066593"/>
                  <a:pt x="1601353" y="3066593"/>
                </a:cubicBezTo>
                <a:cubicBezTo>
                  <a:pt x="1601353" y="3089848"/>
                  <a:pt x="1595761" y="3194051"/>
                  <a:pt x="1647487" y="3166094"/>
                </a:cubicBezTo>
                <a:cubicBezTo>
                  <a:pt x="1675320" y="3151099"/>
                  <a:pt x="1676591" y="3106622"/>
                  <a:pt x="1677354" y="3079300"/>
                </a:cubicBezTo>
                <a:cubicBezTo>
                  <a:pt x="1679641" y="3003435"/>
                  <a:pt x="1683327" y="2952350"/>
                  <a:pt x="1601353" y="2926808"/>
                </a:cubicBezTo>
                <a:close/>
                <a:moveTo>
                  <a:pt x="2376611" y="2926808"/>
                </a:moveTo>
                <a:cubicBezTo>
                  <a:pt x="2353735" y="2971285"/>
                  <a:pt x="2335561" y="3004452"/>
                  <a:pt x="2322724" y="3053885"/>
                </a:cubicBezTo>
                <a:cubicBezTo>
                  <a:pt x="2297179" y="3152370"/>
                  <a:pt x="2291968" y="3397374"/>
                  <a:pt x="2307855" y="3498654"/>
                </a:cubicBezTo>
                <a:cubicBezTo>
                  <a:pt x="2314463" y="3540716"/>
                  <a:pt x="2337594" y="3706806"/>
                  <a:pt x="2410672" y="3674401"/>
                </a:cubicBezTo>
                <a:cubicBezTo>
                  <a:pt x="2457823" y="3653434"/>
                  <a:pt x="2473836" y="3544656"/>
                  <a:pt x="2479809" y="3498654"/>
                </a:cubicBezTo>
                <a:cubicBezTo>
                  <a:pt x="2496586" y="3405761"/>
                  <a:pt x="2497729" y="3170033"/>
                  <a:pt x="2479809" y="3079300"/>
                </a:cubicBezTo>
                <a:cubicBezTo>
                  <a:pt x="2462017" y="3004833"/>
                  <a:pt x="2453120" y="2954511"/>
                  <a:pt x="2376611" y="2926808"/>
                </a:cubicBezTo>
                <a:close/>
              </a:path>
            </a:pathLst>
          </a:custGeom>
          <a:solidFill>
            <a:schemeClr val="bg1"/>
          </a:solidFill>
          <a:ln w="1270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fr-FR"/>
          </a:p>
        </p:txBody>
      </p:sp>
      <p:sp>
        <p:nvSpPr>
          <p:cNvPr id="129" name="Forme libre : forme 128">
            <a:extLst>
              <a:ext uri="{FF2B5EF4-FFF2-40B4-BE49-F238E27FC236}">
                <a16:creationId xmlns:a16="http://schemas.microsoft.com/office/drawing/2014/main" id="{410C0DE6-CC53-8BBB-09DD-4C014C124AB6}"/>
              </a:ext>
            </a:extLst>
          </p:cNvPr>
          <p:cNvSpPr/>
          <p:nvPr/>
        </p:nvSpPr>
        <p:spPr>
          <a:xfrm>
            <a:off x="2233428" y="2659816"/>
            <a:ext cx="2000726" cy="1638300"/>
          </a:xfrm>
          <a:custGeom>
            <a:avLst/>
            <a:gdLst>
              <a:gd name="connsiteX0" fmla="*/ 0 w 1196340"/>
              <a:gd name="connsiteY0" fmla="*/ 0 h 678180"/>
              <a:gd name="connsiteX1" fmla="*/ 1196340 w 1196340"/>
              <a:gd name="connsiteY1" fmla="*/ 678180 h 678180"/>
              <a:gd name="connsiteX0" fmla="*/ 0 w 1196340"/>
              <a:gd name="connsiteY0" fmla="*/ 0 h 678180"/>
              <a:gd name="connsiteX1" fmla="*/ 1196340 w 1196340"/>
              <a:gd name="connsiteY1" fmla="*/ 678180 h 678180"/>
              <a:gd name="connsiteX0" fmla="*/ 0 w 1196340"/>
              <a:gd name="connsiteY0" fmla="*/ 0 h 678180"/>
              <a:gd name="connsiteX1" fmla="*/ 1196340 w 1196340"/>
              <a:gd name="connsiteY1" fmla="*/ 678180 h 678180"/>
              <a:gd name="connsiteX0" fmla="*/ 0 w 1196340"/>
              <a:gd name="connsiteY0" fmla="*/ 0 h 678180"/>
              <a:gd name="connsiteX1" fmla="*/ 1196340 w 1196340"/>
              <a:gd name="connsiteY1" fmla="*/ 678180 h 678180"/>
              <a:gd name="connsiteX0" fmla="*/ 0 w 1173480"/>
              <a:gd name="connsiteY0" fmla="*/ 0 h 579120"/>
              <a:gd name="connsiteX1" fmla="*/ 1173480 w 1173480"/>
              <a:gd name="connsiteY1" fmla="*/ 579120 h 579120"/>
              <a:gd name="connsiteX0" fmla="*/ 0 w 1173480"/>
              <a:gd name="connsiteY0" fmla="*/ 0 h 579128"/>
              <a:gd name="connsiteX1" fmla="*/ 1173480 w 1173480"/>
              <a:gd name="connsiteY1" fmla="*/ 579120 h 579128"/>
              <a:gd name="connsiteX0" fmla="*/ 0 w 1173480"/>
              <a:gd name="connsiteY0" fmla="*/ 387 h 579515"/>
              <a:gd name="connsiteX1" fmla="*/ 1173480 w 1173480"/>
              <a:gd name="connsiteY1" fmla="*/ 579507 h 579515"/>
              <a:gd name="connsiteX0" fmla="*/ 0 w 1173480"/>
              <a:gd name="connsiteY0" fmla="*/ 0 h 579128"/>
              <a:gd name="connsiteX1" fmla="*/ 1173480 w 1173480"/>
              <a:gd name="connsiteY1" fmla="*/ 579120 h 579128"/>
              <a:gd name="connsiteX0" fmla="*/ 0 w 1173480"/>
              <a:gd name="connsiteY0" fmla="*/ 0 h 579128"/>
              <a:gd name="connsiteX1" fmla="*/ 1173480 w 1173480"/>
              <a:gd name="connsiteY1" fmla="*/ 579120 h 579128"/>
              <a:gd name="connsiteX0" fmla="*/ 0 w 1188720"/>
              <a:gd name="connsiteY0" fmla="*/ 647700 h 648546"/>
              <a:gd name="connsiteX1" fmla="*/ 1188720 w 1188720"/>
              <a:gd name="connsiteY1" fmla="*/ 0 h 648546"/>
              <a:gd name="connsiteX0" fmla="*/ 0 w 1188720"/>
              <a:gd name="connsiteY0" fmla="*/ 647728 h 648565"/>
              <a:gd name="connsiteX1" fmla="*/ 1188720 w 1188720"/>
              <a:gd name="connsiteY1" fmla="*/ 28 h 648565"/>
              <a:gd name="connsiteX0" fmla="*/ 0 w 1188720"/>
              <a:gd name="connsiteY0" fmla="*/ 647731 h 647731"/>
              <a:gd name="connsiteX1" fmla="*/ 1188720 w 1188720"/>
              <a:gd name="connsiteY1" fmla="*/ 31 h 647731"/>
              <a:gd name="connsiteX0" fmla="*/ 0 w 1162526"/>
              <a:gd name="connsiteY0" fmla="*/ 647731 h 647731"/>
              <a:gd name="connsiteX1" fmla="*/ 1162526 w 1162526"/>
              <a:gd name="connsiteY1" fmla="*/ 31 h 647731"/>
              <a:gd name="connsiteX0" fmla="*/ 0 w 1162526"/>
              <a:gd name="connsiteY0" fmla="*/ 647700 h 647700"/>
              <a:gd name="connsiteX1" fmla="*/ 1162526 w 1162526"/>
              <a:gd name="connsiteY1" fmla="*/ 0 h 647700"/>
              <a:gd name="connsiteX0" fmla="*/ 0 w 1162526"/>
              <a:gd name="connsiteY0" fmla="*/ 590550 h 590550"/>
              <a:gd name="connsiteX1" fmla="*/ 1162526 w 1162526"/>
              <a:gd name="connsiteY1" fmla="*/ 0 h 590550"/>
              <a:gd name="connsiteX0" fmla="*/ 0 w 1162526"/>
              <a:gd name="connsiteY0" fmla="*/ 1333500 h 1333500"/>
              <a:gd name="connsiteX1" fmla="*/ 1162526 w 1162526"/>
              <a:gd name="connsiteY1" fmla="*/ 0 h 1333500"/>
              <a:gd name="connsiteX0" fmla="*/ 0 w 2000726"/>
              <a:gd name="connsiteY0" fmla="*/ 1638300 h 1638300"/>
              <a:gd name="connsiteX1" fmla="*/ 2000726 w 2000726"/>
              <a:gd name="connsiteY1" fmla="*/ 0 h 1638300"/>
              <a:gd name="connsiteX0" fmla="*/ 0 w 2000726"/>
              <a:gd name="connsiteY0" fmla="*/ 1638300 h 1638300"/>
              <a:gd name="connsiteX1" fmla="*/ 2000726 w 2000726"/>
              <a:gd name="connsiteY1" fmla="*/ 0 h 1638300"/>
            </a:gdLst>
            <a:ahLst/>
            <a:cxnLst>
              <a:cxn ang="0">
                <a:pos x="connsiteX0" y="connsiteY0"/>
              </a:cxn>
              <a:cxn ang="0">
                <a:pos x="connsiteX1" y="connsiteY1"/>
              </a:cxn>
            </a:cxnLst>
            <a:rect l="l" t="t" r="r" b="b"/>
            <a:pathLst>
              <a:path w="2000726" h="1638300">
                <a:moveTo>
                  <a:pt x="0" y="1638300"/>
                </a:moveTo>
                <a:cubicBezTo>
                  <a:pt x="528320" y="1590040"/>
                  <a:pt x="777081" y="2540"/>
                  <a:pt x="2000726" y="0"/>
                </a:cubicBezTo>
              </a:path>
            </a:pathLst>
          </a:custGeom>
          <a:noFill/>
          <a:ln w="34925" cap="rnd">
            <a:solidFill>
              <a:srgbClr val="0F6FC6"/>
            </a:solidFill>
            <a:round/>
            <a:tailEnd type="arrow" w="sm"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Forme libre : forme 129">
            <a:extLst>
              <a:ext uri="{FF2B5EF4-FFF2-40B4-BE49-F238E27FC236}">
                <a16:creationId xmlns:a16="http://schemas.microsoft.com/office/drawing/2014/main" id="{E331429A-6244-5994-DB7B-1D8B96EC72F0}"/>
              </a:ext>
            </a:extLst>
          </p:cNvPr>
          <p:cNvSpPr/>
          <p:nvPr/>
        </p:nvSpPr>
        <p:spPr>
          <a:xfrm>
            <a:off x="2223816" y="3603529"/>
            <a:ext cx="2043112" cy="1699260"/>
          </a:xfrm>
          <a:custGeom>
            <a:avLst/>
            <a:gdLst>
              <a:gd name="connsiteX0" fmla="*/ 0 w 1196340"/>
              <a:gd name="connsiteY0" fmla="*/ 0 h 678180"/>
              <a:gd name="connsiteX1" fmla="*/ 1196340 w 1196340"/>
              <a:gd name="connsiteY1" fmla="*/ 678180 h 678180"/>
              <a:gd name="connsiteX0" fmla="*/ 0 w 1196340"/>
              <a:gd name="connsiteY0" fmla="*/ 0 h 678180"/>
              <a:gd name="connsiteX1" fmla="*/ 1196340 w 1196340"/>
              <a:gd name="connsiteY1" fmla="*/ 678180 h 678180"/>
              <a:gd name="connsiteX0" fmla="*/ 0 w 1196340"/>
              <a:gd name="connsiteY0" fmla="*/ 0 h 678180"/>
              <a:gd name="connsiteX1" fmla="*/ 1196340 w 1196340"/>
              <a:gd name="connsiteY1" fmla="*/ 678180 h 678180"/>
              <a:gd name="connsiteX0" fmla="*/ 0 w 1196340"/>
              <a:gd name="connsiteY0" fmla="*/ 0 h 678180"/>
              <a:gd name="connsiteX1" fmla="*/ 1196340 w 1196340"/>
              <a:gd name="connsiteY1" fmla="*/ 678180 h 678180"/>
              <a:gd name="connsiteX0" fmla="*/ 0 w 1173480"/>
              <a:gd name="connsiteY0" fmla="*/ 0 h 579120"/>
              <a:gd name="connsiteX1" fmla="*/ 1173480 w 1173480"/>
              <a:gd name="connsiteY1" fmla="*/ 579120 h 579120"/>
              <a:gd name="connsiteX0" fmla="*/ 0 w 1173480"/>
              <a:gd name="connsiteY0" fmla="*/ 0 h 579128"/>
              <a:gd name="connsiteX1" fmla="*/ 1173480 w 1173480"/>
              <a:gd name="connsiteY1" fmla="*/ 579120 h 579128"/>
              <a:gd name="connsiteX0" fmla="*/ 0 w 1173480"/>
              <a:gd name="connsiteY0" fmla="*/ 387 h 579515"/>
              <a:gd name="connsiteX1" fmla="*/ 1173480 w 1173480"/>
              <a:gd name="connsiteY1" fmla="*/ 579507 h 579515"/>
              <a:gd name="connsiteX0" fmla="*/ 0 w 1173480"/>
              <a:gd name="connsiteY0" fmla="*/ 0 h 579128"/>
              <a:gd name="connsiteX1" fmla="*/ 1173480 w 1173480"/>
              <a:gd name="connsiteY1" fmla="*/ 579120 h 579128"/>
              <a:gd name="connsiteX0" fmla="*/ 0 w 1173480"/>
              <a:gd name="connsiteY0" fmla="*/ 0 h 579128"/>
              <a:gd name="connsiteX1" fmla="*/ 1173480 w 1173480"/>
              <a:gd name="connsiteY1" fmla="*/ 579120 h 579128"/>
              <a:gd name="connsiteX0" fmla="*/ 0 w 1188720"/>
              <a:gd name="connsiteY0" fmla="*/ 647700 h 648546"/>
              <a:gd name="connsiteX1" fmla="*/ 1188720 w 1188720"/>
              <a:gd name="connsiteY1" fmla="*/ 0 h 648546"/>
              <a:gd name="connsiteX0" fmla="*/ 0 w 1188720"/>
              <a:gd name="connsiteY0" fmla="*/ 647728 h 648565"/>
              <a:gd name="connsiteX1" fmla="*/ 1188720 w 1188720"/>
              <a:gd name="connsiteY1" fmla="*/ 28 h 648565"/>
              <a:gd name="connsiteX0" fmla="*/ 0 w 1188720"/>
              <a:gd name="connsiteY0" fmla="*/ 647731 h 647731"/>
              <a:gd name="connsiteX1" fmla="*/ 1188720 w 1188720"/>
              <a:gd name="connsiteY1" fmla="*/ 31 h 647731"/>
              <a:gd name="connsiteX0" fmla="*/ 0 w 1104900"/>
              <a:gd name="connsiteY0" fmla="*/ 784885 h 784885"/>
              <a:gd name="connsiteX1" fmla="*/ 1104900 w 1104900"/>
              <a:gd name="connsiteY1" fmla="*/ 25 h 784885"/>
              <a:gd name="connsiteX0" fmla="*/ 0 w 1157287"/>
              <a:gd name="connsiteY0" fmla="*/ 1480198 h 1480198"/>
              <a:gd name="connsiteX1" fmla="*/ 1157287 w 1157287"/>
              <a:gd name="connsiteY1" fmla="*/ 13 h 1480198"/>
              <a:gd name="connsiteX0" fmla="*/ 0 w 1976437"/>
              <a:gd name="connsiteY0" fmla="*/ 1661171 h 1661171"/>
              <a:gd name="connsiteX1" fmla="*/ 1976437 w 1976437"/>
              <a:gd name="connsiteY1" fmla="*/ 11 h 1661171"/>
              <a:gd name="connsiteX0" fmla="*/ 0 w 1976437"/>
              <a:gd name="connsiteY0" fmla="*/ 1661160 h 1661160"/>
              <a:gd name="connsiteX1" fmla="*/ 1976437 w 1976437"/>
              <a:gd name="connsiteY1" fmla="*/ 0 h 1661160"/>
              <a:gd name="connsiteX0" fmla="*/ 0 w 2043112"/>
              <a:gd name="connsiteY0" fmla="*/ 1699260 h 1699260"/>
              <a:gd name="connsiteX1" fmla="*/ 2043112 w 2043112"/>
              <a:gd name="connsiteY1" fmla="*/ 0 h 1699260"/>
            </a:gdLst>
            <a:ahLst/>
            <a:cxnLst>
              <a:cxn ang="0">
                <a:pos x="connsiteX0" y="connsiteY0"/>
              </a:cxn>
              <a:cxn ang="0">
                <a:pos x="connsiteX1" y="connsiteY1"/>
              </a:cxn>
            </a:cxnLst>
            <a:rect l="l" t="t" r="r" b="b"/>
            <a:pathLst>
              <a:path w="2043112" h="1699260">
                <a:moveTo>
                  <a:pt x="0" y="1699260"/>
                </a:moveTo>
                <a:cubicBezTo>
                  <a:pt x="528320" y="1651000"/>
                  <a:pt x="686117" y="4445"/>
                  <a:pt x="2043112" y="0"/>
                </a:cubicBezTo>
              </a:path>
            </a:pathLst>
          </a:custGeom>
          <a:noFill/>
          <a:ln w="34925" cap="rnd">
            <a:solidFill>
              <a:srgbClr val="0F6FC6"/>
            </a:solidFill>
            <a:round/>
            <a:tailEnd type="arrow" w="sm"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49" name="Groupe 148">
            <a:extLst>
              <a:ext uri="{FF2B5EF4-FFF2-40B4-BE49-F238E27FC236}">
                <a16:creationId xmlns:a16="http://schemas.microsoft.com/office/drawing/2014/main" id="{60B9672A-0150-CB27-2E4E-07E3D7F62A0B}"/>
              </a:ext>
            </a:extLst>
          </p:cNvPr>
          <p:cNvGrpSpPr/>
          <p:nvPr/>
        </p:nvGrpSpPr>
        <p:grpSpPr>
          <a:xfrm>
            <a:off x="1787904" y="3871872"/>
            <a:ext cx="1059298" cy="292530"/>
            <a:chOff x="1787904" y="3871872"/>
            <a:chExt cx="1059298" cy="292530"/>
          </a:xfrm>
        </p:grpSpPr>
        <p:grpSp>
          <p:nvGrpSpPr>
            <p:cNvPr id="142" name="Groupe 141">
              <a:extLst>
                <a:ext uri="{FF2B5EF4-FFF2-40B4-BE49-F238E27FC236}">
                  <a16:creationId xmlns:a16="http://schemas.microsoft.com/office/drawing/2014/main" id="{B886FB97-D92A-C3C9-E5C4-3EEA69AE1D67}"/>
                </a:ext>
              </a:extLst>
            </p:cNvPr>
            <p:cNvGrpSpPr/>
            <p:nvPr/>
          </p:nvGrpSpPr>
          <p:grpSpPr>
            <a:xfrm>
              <a:off x="2602021" y="3871872"/>
              <a:ext cx="245181" cy="292530"/>
              <a:chOff x="2607768" y="3945254"/>
              <a:chExt cx="245181" cy="292530"/>
            </a:xfrm>
          </p:grpSpPr>
          <p:sp>
            <p:nvSpPr>
              <p:cNvPr id="136" name="Graphique 79">
                <a:extLst>
                  <a:ext uri="{FF2B5EF4-FFF2-40B4-BE49-F238E27FC236}">
                    <a16:creationId xmlns:a16="http://schemas.microsoft.com/office/drawing/2014/main" id="{FBA9A968-DEFC-0060-08CD-4AA70309D293}"/>
                  </a:ext>
                </a:extLst>
              </p:cNvPr>
              <p:cNvSpPr>
                <a:spLocks noChangeAspect="1"/>
              </p:cNvSpPr>
              <p:nvPr/>
            </p:nvSpPr>
            <p:spPr>
              <a:xfrm>
                <a:off x="2607768" y="3945254"/>
                <a:ext cx="245181" cy="292530"/>
              </a:xfrm>
              <a:custGeom>
                <a:avLst/>
                <a:gdLst>
                  <a:gd name="connsiteX0" fmla="*/ 1842827 w 4401697"/>
                  <a:gd name="connsiteY0" fmla="*/ 9377 h 5251733"/>
                  <a:gd name="connsiteX1" fmla="*/ 2732467 w 4401697"/>
                  <a:gd name="connsiteY1" fmla="*/ 16748 h 5251733"/>
                  <a:gd name="connsiteX2" fmla="*/ 2872268 w 4401697"/>
                  <a:gd name="connsiteY2" fmla="*/ 28947 h 5251733"/>
                  <a:gd name="connsiteX3" fmla="*/ 3749199 w 4401697"/>
                  <a:gd name="connsiteY3" fmla="*/ 128575 h 5251733"/>
                  <a:gd name="connsiteX4" fmla="*/ 4194020 w 4401697"/>
                  <a:gd name="connsiteY4" fmla="*/ 258194 h 5251733"/>
                  <a:gd name="connsiteX5" fmla="*/ 4377413 w 4401697"/>
                  <a:gd name="connsiteY5" fmla="*/ 398486 h 5251733"/>
                  <a:gd name="connsiteX6" fmla="*/ 4397366 w 4401697"/>
                  <a:gd name="connsiteY6" fmla="*/ 690255 h 5251733"/>
                  <a:gd name="connsiteX7" fmla="*/ 4384657 w 4401697"/>
                  <a:gd name="connsiteY7" fmla="*/ 880870 h 5251733"/>
                  <a:gd name="connsiteX8" fmla="*/ 4371948 w 4401697"/>
                  <a:gd name="connsiteY8" fmla="*/ 1223978 h 5251733"/>
                  <a:gd name="connsiteX9" fmla="*/ 4359239 w 4401697"/>
                  <a:gd name="connsiteY9" fmla="*/ 1414593 h 5251733"/>
                  <a:gd name="connsiteX10" fmla="*/ 4346530 w 4401697"/>
                  <a:gd name="connsiteY10" fmla="*/ 1643332 h 5251733"/>
                  <a:gd name="connsiteX11" fmla="*/ 4333820 w 4401697"/>
                  <a:gd name="connsiteY11" fmla="*/ 1973731 h 5251733"/>
                  <a:gd name="connsiteX12" fmla="*/ 4321111 w 4401697"/>
                  <a:gd name="connsiteY12" fmla="*/ 2138931 h 5251733"/>
                  <a:gd name="connsiteX13" fmla="*/ 4308402 w 4401697"/>
                  <a:gd name="connsiteY13" fmla="*/ 2482039 h 5251733"/>
                  <a:gd name="connsiteX14" fmla="*/ 4295693 w 4401697"/>
                  <a:gd name="connsiteY14" fmla="*/ 2647239 h 5251733"/>
                  <a:gd name="connsiteX15" fmla="*/ 4282984 w 4401697"/>
                  <a:gd name="connsiteY15" fmla="*/ 2977639 h 5251733"/>
                  <a:gd name="connsiteX16" fmla="*/ 4270275 w 4401697"/>
                  <a:gd name="connsiteY16" fmla="*/ 3180962 h 5251733"/>
                  <a:gd name="connsiteX17" fmla="*/ 4257565 w 4401697"/>
                  <a:gd name="connsiteY17" fmla="*/ 3409700 h 5251733"/>
                  <a:gd name="connsiteX18" fmla="*/ 4244856 w 4401697"/>
                  <a:gd name="connsiteY18" fmla="*/ 3740100 h 5251733"/>
                  <a:gd name="connsiteX19" fmla="*/ 4232656 w 4401697"/>
                  <a:gd name="connsiteY19" fmla="*/ 3867177 h 5251733"/>
                  <a:gd name="connsiteX20" fmla="*/ 4232656 w 4401697"/>
                  <a:gd name="connsiteY20" fmla="*/ 3994254 h 5251733"/>
                  <a:gd name="connsiteX21" fmla="*/ 4219438 w 4401697"/>
                  <a:gd name="connsiteY21" fmla="*/ 4159454 h 5251733"/>
                  <a:gd name="connsiteX22" fmla="*/ 4123738 w 4401697"/>
                  <a:gd name="connsiteY22" fmla="*/ 4578808 h 5251733"/>
                  <a:gd name="connsiteX23" fmla="*/ 3800036 w 4401697"/>
                  <a:gd name="connsiteY23" fmla="*/ 4876422 h 5251733"/>
                  <a:gd name="connsiteX24" fmla="*/ 2859559 w 4401697"/>
                  <a:gd name="connsiteY24" fmla="*/ 5194114 h 5251733"/>
                  <a:gd name="connsiteX25" fmla="*/ 2452866 w 4401697"/>
                  <a:gd name="connsiteY25" fmla="*/ 5240116 h 5251733"/>
                  <a:gd name="connsiteX26" fmla="*/ 2274938 w 4401697"/>
                  <a:gd name="connsiteY26" fmla="*/ 5240116 h 5251733"/>
                  <a:gd name="connsiteX27" fmla="*/ 2147846 w 4401697"/>
                  <a:gd name="connsiteY27" fmla="*/ 5251171 h 5251733"/>
                  <a:gd name="connsiteX28" fmla="*/ 2058882 w 4401697"/>
                  <a:gd name="connsiteY28" fmla="*/ 5240751 h 5251733"/>
                  <a:gd name="connsiteX29" fmla="*/ 1741154 w 4401697"/>
                  <a:gd name="connsiteY29" fmla="*/ 5224739 h 5251733"/>
                  <a:gd name="connsiteX30" fmla="*/ 965895 w 4401697"/>
                  <a:gd name="connsiteY30" fmla="*/ 5054838 h 5251733"/>
                  <a:gd name="connsiteX31" fmla="*/ 762549 w 4401697"/>
                  <a:gd name="connsiteY31" fmla="*/ 4965376 h 5251733"/>
                  <a:gd name="connsiteX32" fmla="*/ 256979 w 4401697"/>
                  <a:gd name="connsiteY32" fmla="*/ 4566100 h 5251733"/>
                  <a:gd name="connsiteX33" fmla="*/ 166363 w 4401697"/>
                  <a:gd name="connsiteY33" fmla="*/ 4311946 h 5251733"/>
                  <a:gd name="connsiteX34" fmla="*/ 166363 w 4401697"/>
                  <a:gd name="connsiteY34" fmla="*/ 4184869 h 5251733"/>
                  <a:gd name="connsiteX35" fmla="*/ 152510 w 4401697"/>
                  <a:gd name="connsiteY35" fmla="*/ 3994254 h 5251733"/>
                  <a:gd name="connsiteX36" fmla="*/ 139801 w 4401697"/>
                  <a:gd name="connsiteY36" fmla="*/ 3727392 h 5251733"/>
                  <a:gd name="connsiteX37" fmla="*/ 127092 w 4401697"/>
                  <a:gd name="connsiteY37" fmla="*/ 3358869 h 5251733"/>
                  <a:gd name="connsiteX38" fmla="*/ 114382 w 4401697"/>
                  <a:gd name="connsiteY38" fmla="*/ 3180962 h 5251733"/>
                  <a:gd name="connsiteX39" fmla="*/ 101673 w 4401697"/>
                  <a:gd name="connsiteY39" fmla="*/ 2799731 h 5251733"/>
                  <a:gd name="connsiteX40" fmla="*/ 88964 w 4401697"/>
                  <a:gd name="connsiteY40" fmla="*/ 2621824 h 5251733"/>
                  <a:gd name="connsiteX41" fmla="*/ 76255 w 4401697"/>
                  <a:gd name="connsiteY41" fmla="*/ 2240593 h 5251733"/>
                  <a:gd name="connsiteX42" fmla="*/ 63546 w 4401697"/>
                  <a:gd name="connsiteY42" fmla="*/ 2049978 h 5251733"/>
                  <a:gd name="connsiteX43" fmla="*/ 50837 w 4401697"/>
                  <a:gd name="connsiteY43" fmla="*/ 1770408 h 5251733"/>
                  <a:gd name="connsiteX44" fmla="*/ 25418 w 4401697"/>
                  <a:gd name="connsiteY44" fmla="*/ 1147732 h 5251733"/>
                  <a:gd name="connsiteX45" fmla="*/ 12709 w 4401697"/>
                  <a:gd name="connsiteY45" fmla="*/ 969824 h 5251733"/>
                  <a:gd name="connsiteX46" fmla="*/ 0 w 4401697"/>
                  <a:gd name="connsiteY46" fmla="*/ 563178 h 5251733"/>
                  <a:gd name="connsiteX47" fmla="*/ 39144 w 4401697"/>
                  <a:gd name="connsiteY47" fmla="*/ 373706 h 5251733"/>
                  <a:gd name="connsiteX48" fmla="*/ 444820 w 4401697"/>
                  <a:gd name="connsiteY48" fmla="*/ 170892 h 5251733"/>
                  <a:gd name="connsiteX49" fmla="*/ 1410716 w 4401697"/>
                  <a:gd name="connsiteY49" fmla="*/ 30599 h 5251733"/>
                  <a:gd name="connsiteX50" fmla="*/ 1639480 w 4401697"/>
                  <a:gd name="connsiteY50" fmla="*/ 16748 h 5251733"/>
                  <a:gd name="connsiteX51" fmla="*/ 1842827 w 4401697"/>
                  <a:gd name="connsiteY51" fmla="*/ 9377 h 5251733"/>
                  <a:gd name="connsiteX52" fmla="*/ 2211392 w 4401697"/>
                  <a:gd name="connsiteY52" fmla="*/ 123111 h 5251733"/>
                  <a:gd name="connsiteX53" fmla="*/ 1766572 w 4401697"/>
                  <a:gd name="connsiteY53" fmla="*/ 131117 h 5251733"/>
                  <a:gd name="connsiteX54" fmla="*/ 1525098 w 4401697"/>
                  <a:gd name="connsiteY54" fmla="*/ 143824 h 5251733"/>
                  <a:gd name="connsiteX55" fmla="*/ 1398007 w 4401697"/>
                  <a:gd name="connsiteY55" fmla="*/ 155388 h 5251733"/>
                  <a:gd name="connsiteX56" fmla="*/ 482948 w 4401697"/>
                  <a:gd name="connsiteY56" fmla="*/ 285261 h 5251733"/>
                  <a:gd name="connsiteX57" fmla="*/ 191146 w 4401697"/>
                  <a:gd name="connsiteY57" fmla="*/ 397851 h 5251733"/>
                  <a:gd name="connsiteX58" fmla="*/ 135225 w 4401697"/>
                  <a:gd name="connsiteY58" fmla="*/ 511839 h 5251733"/>
                  <a:gd name="connsiteX59" fmla="*/ 368565 w 4401697"/>
                  <a:gd name="connsiteY59" fmla="*/ 644761 h 5251733"/>
                  <a:gd name="connsiteX60" fmla="*/ 1092987 w 4401697"/>
                  <a:gd name="connsiteY60" fmla="*/ 779844 h 5251733"/>
                  <a:gd name="connsiteX61" fmla="*/ 1919082 w 4401697"/>
                  <a:gd name="connsiteY61" fmla="*/ 830040 h 5251733"/>
                  <a:gd name="connsiteX62" fmla="*/ 2135137 w 4401697"/>
                  <a:gd name="connsiteY62" fmla="*/ 842239 h 5251733"/>
                  <a:gd name="connsiteX63" fmla="*/ 2325775 w 4401697"/>
                  <a:gd name="connsiteY63" fmla="*/ 842239 h 5251733"/>
                  <a:gd name="connsiteX64" fmla="*/ 2478284 w 4401697"/>
                  <a:gd name="connsiteY64" fmla="*/ 830040 h 5251733"/>
                  <a:gd name="connsiteX65" fmla="*/ 3418761 w 4401697"/>
                  <a:gd name="connsiteY65" fmla="*/ 770059 h 5251733"/>
                  <a:gd name="connsiteX66" fmla="*/ 3977964 w 4401697"/>
                  <a:gd name="connsiteY66" fmla="*/ 666365 h 5251733"/>
                  <a:gd name="connsiteX67" fmla="*/ 4242950 w 4401697"/>
                  <a:gd name="connsiteY67" fmla="*/ 556951 h 5251733"/>
                  <a:gd name="connsiteX68" fmla="*/ 4206475 w 4401697"/>
                  <a:gd name="connsiteY68" fmla="*/ 397597 h 5251733"/>
                  <a:gd name="connsiteX69" fmla="*/ 3825454 w 4401697"/>
                  <a:gd name="connsiteY69" fmla="*/ 266454 h 5251733"/>
                  <a:gd name="connsiteX70" fmla="*/ 2363902 w 4401697"/>
                  <a:gd name="connsiteY70" fmla="*/ 131117 h 5251733"/>
                  <a:gd name="connsiteX71" fmla="*/ 2211392 w 4401697"/>
                  <a:gd name="connsiteY71" fmla="*/ 123111 h 5251733"/>
                  <a:gd name="connsiteX72" fmla="*/ 381275 w 4401697"/>
                  <a:gd name="connsiteY72" fmla="*/ 525055 h 5251733"/>
                  <a:gd name="connsiteX73" fmla="*/ 559203 w 4401697"/>
                  <a:gd name="connsiteY73" fmla="*/ 459992 h 5251733"/>
                  <a:gd name="connsiteX74" fmla="*/ 978605 w 4401697"/>
                  <a:gd name="connsiteY74" fmla="*/ 365446 h 5251733"/>
                  <a:gd name="connsiteX75" fmla="*/ 2465575 w 4401697"/>
                  <a:gd name="connsiteY75" fmla="*/ 283609 h 5251733"/>
                  <a:gd name="connsiteX76" fmla="*/ 2656212 w 4401697"/>
                  <a:gd name="connsiteY76" fmla="*/ 296317 h 5251733"/>
                  <a:gd name="connsiteX77" fmla="*/ 3545853 w 4401697"/>
                  <a:gd name="connsiteY77" fmla="*/ 392895 h 5251733"/>
                  <a:gd name="connsiteX78" fmla="*/ 4016091 w 4401697"/>
                  <a:gd name="connsiteY78" fmla="*/ 537763 h 5251733"/>
                  <a:gd name="connsiteX79" fmla="*/ 3990673 w 4401697"/>
                  <a:gd name="connsiteY79" fmla="*/ 614009 h 5251733"/>
                  <a:gd name="connsiteX80" fmla="*/ 3698363 w 4401697"/>
                  <a:gd name="connsiteY80" fmla="*/ 523530 h 5251733"/>
                  <a:gd name="connsiteX81" fmla="*/ 3151869 w 4401697"/>
                  <a:gd name="connsiteY81" fmla="*/ 426952 h 5251733"/>
                  <a:gd name="connsiteX82" fmla="*/ 2465575 w 4401697"/>
                  <a:gd name="connsiteY82" fmla="*/ 385270 h 5251733"/>
                  <a:gd name="connsiteX83" fmla="*/ 2313065 w 4401697"/>
                  <a:gd name="connsiteY83" fmla="*/ 373198 h 5251733"/>
                  <a:gd name="connsiteX84" fmla="*/ 2097010 w 4401697"/>
                  <a:gd name="connsiteY84" fmla="*/ 373198 h 5251733"/>
                  <a:gd name="connsiteX85" fmla="*/ 1957209 w 4401697"/>
                  <a:gd name="connsiteY85" fmla="*/ 385016 h 5251733"/>
                  <a:gd name="connsiteX86" fmla="*/ 1753863 w 4401697"/>
                  <a:gd name="connsiteY86" fmla="*/ 385016 h 5251733"/>
                  <a:gd name="connsiteX87" fmla="*/ 1626771 w 4401697"/>
                  <a:gd name="connsiteY87" fmla="*/ 396834 h 5251733"/>
                  <a:gd name="connsiteX88" fmla="*/ 775258 w 4401697"/>
                  <a:gd name="connsiteY88" fmla="*/ 502308 h 5251733"/>
                  <a:gd name="connsiteX89" fmla="*/ 419402 w 4401697"/>
                  <a:gd name="connsiteY89" fmla="*/ 614009 h 5251733"/>
                  <a:gd name="connsiteX90" fmla="*/ 381275 w 4401697"/>
                  <a:gd name="connsiteY90" fmla="*/ 525055 h 5251733"/>
                  <a:gd name="connsiteX91" fmla="*/ 4270275 w 4401697"/>
                  <a:gd name="connsiteY91" fmla="*/ 652132 h 5251733"/>
                  <a:gd name="connsiteX92" fmla="*/ 4079637 w 4401697"/>
                  <a:gd name="connsiteY92" fmla="*/ 731555 h 5251733"/>
                  <a:gd name="connsiteX93" fmla="*/ 3024778 w 4401697"/>
                  <a:gd name="connsiteY93" fmla="*/ 906286 h 5251733"/>
                  <a:gd name="connsiteX94" fmla="*/ 2910395 w 4401697"/>
                  <a:gd name="connsiteY94" fmla="*/ 906286 h 5251733"/>
                  <a:gd name="connsiteX95" fmla="*/ 2732467 w 4401697"/>
                  <a:gd name="connsiteY95" fmla="*/ 918993 h 5251733"/>
                  <a:gd name="connsiteX96" fmla="*/ 2541830 w 4401697"/>
                  <a:gd name="connsiteY96" fmla="*/ 931701 h 5251733"/>
                  <a:gd name="connsiteX97" fmla="*/ 813386 w 4401697"/>
                  <a:gd name="connsiteY97" fmla="*/ 837283 h 5251733"/>
                  <a:gd name="connsiteX98" fmla="*/ 343147 w 4401697"/>
                  <a:gd name="connsiteY98" fmla="*/ 731936 h 5251733"/>
                  <a:gd name="connsiteX99" fmla="*/ 127092 w 4401697"/>
                  <a:gd name="connsiteY99" fmla="*/ 652132 h 5251733"/>
                  <a:gd name="connsiteX100" fmla="*/ 152510 w 4401697"/>
                  <a:gd name="connsiteY100" fmla="*/ 1414593 h 5251733"/>
                  <a:gd name="connsiteX101" fmla="*/ 165219 w 4401697"/>
                  <a:gd name="connsiteY101" fmla="*/ 1592501 h 5251733"/>
                  <a:gd name="connsiteX102" fmla="*/ 177928 w 4401697"/>
                  <a:gd name="connsiteY102" fmla="*/ 1973731 h 5251733"/>
                  <a:gd name="connsiteX103" fmla="*/ 190637 w 4401697"/>
                  <a:gd name="connsiteY103" fmla="*/ 2164347 h 5251733"/>
                  <a:gd name="connsiteX104" fmla="*/ 203346 w 4401697"/>
                  <a:gd name="connsiteY104" fmla="*/ 2443916 h 5251733"/>
                  <a:gd name="connsiteX105" fmla="*/ 216056 w 4401697"/>
                  <a:gd name="connsiteY105" fmla="*/ 2723485 h 5251733"/>
                  <a:gd name="connsiteX106" fmla="*/ 228765 w 4401697"/>
                  <a:gd name="connsiteY106" fmla="*/ 3092008 h 5251733"/>
                  <a:gd name="connsiteX107" fmla="*/ 240965 w 4401697"/>
                  <a:gd name="connsiteY107" fmla="*/ 3219085 h 5251733"/>
                  <a:gd name="connsiteX108" fmla="*/ 240965 w 4401697"/>
                  <a:gd name="connsiteY108" fmla="*/ 3371577 h 5251733"/>
                  <a:gd name="connsiteX109" fmla="*/ 254183 w 4401697"/>
                  <a:gd name="connsiteY109" fmla="*/ 3536777 h 5251733"/>
                  <a:gd name="connsiteX110" fmla="*/ 266892 w 4401697"/>
                  <a:gd name="connsiteY110" fmla="*/ 3905300 h 5251733"/>
                  <a:gd name="connsiteX111" fmla="*/ 279601 w 4401697"/>
                  <a:gd name="connsiteY111" fmla="*/ 4095915 h 5251733"/>
                  <a:gd name="connsiteX112" fmla="*/ 362592 w 4401697"/>
                  <a:gd name="connsiteY112" fmla="*/ 4502562 h 5251733"/>
                  <a:gd name="connsiteX113" fmla="*/ 610039 w 4401697"/>
                  <a:gd name="connsiteY113" fmla="*/ 4740449 h 5251733"/>
                  <a:gd name="connsiteX114" fmla="*/ 1486971 w 4401697"/>
                  <a:gd name="connsiteY114" fmla="*/ 5062716 h 5251733"/>
                  <a:gd name="connsiteX115" fmla="*/ 1804699 w 4401697"/>
                  <a:gd name="connsiteY115" fmla="*/ 5112022 h 5251733"/>
                  <a:gd name="connsiteX116" fmla="*/ 1931791 w 4401697"/>
                  <a:gd name="connsiteY116" fmla="*/ 5112022 h 5251733"/>
                  <a:gd name="connsiteX117" fmla="*/ 2071591 w 4401697"/>
                  <a:gd name="connsiteY117" fmla="*/ 5125238 h 5251733"/>
                  <a:gd name="connsiteX118" fmla="*/ 3139160 w 4401697"/>
                  <a:gd name="connsiteY118" fmla="*/ 5015571 h 5251733"/>
                  <a:gd name="connsiteX119" fmla="*/ 3418761 w 4401697"/>
                  <a:gd name="connsiteY119" fmla="*/ 4932081 h 5251733"/>
                  <a:gd name="connsiteX120" fmla="*/ 4016219 w 4401697"/>
                  <a:gd name="connsiteY120" fmla="*/ 4527977 h 5251733"/>
                  <a:gd name="connsiteX121" fmla="*/ 4085611 w 4401697"/>
                  <a:gd name="connsiteY121" fmla="*/ 4362777 h 5251733"/>
                  <a:gd name="connsiteX122" fmla="*/ 4117765 w 4401697"/>
                  <a:gd name="connsiteY122" fmla="*/ 3816346 h 5251733"/>
                  <a:gd name="connsiteX123" fmla="*/ 4130474 w 4401697"/>
                  <a:gd name="connsiteY123" fmla="*/ 3625731 h 5251733"/>
                  <a:gd name="connsiteX124" fmla="*/ 4143183 w 4401697"/>
                  <a:gd name="connsiteY124" fmla="*/ 3396993 h 5251733"/>
                  <a:gd name="connsiteX125" fmla="*/ 4155892 w 4401697"/>
                  <a:gd name="connsiteY125" fmla="*/ 3053885 h 5251733"/>
                  <a:gd name="connsiteX126" fmla="*/ 4168601 w 4401697"/>
                  <a:gd name="connsiteY126" fmla="*/ 2888685 h 5251733"/>
                  <a:gd name="connsiteX127" fmla="*/ 4181310 w 4401697"/>
                  <a:gd name="connsiteY127" fmla="*/ 2545577 h 5251733"/>
                  <a:gd name="connsiteX128" fmla="*/ 4193511 w 4401697"/>
                  <a:gd name="connsiteY128" fmla="*/ 2418501 h 5251733"/>
                  <a:gd name="connsiteX129" fmla="*/ 4193511 w 4401697"/>
                  <a:gd name="connsiteY129" fmla="*/ 2304131 h 5251733"/>
                  <a:gd name="connsiteX130" fmla="*/ 4206729 w 4401697"/>
                  <a:gd name="connsiteY130" fmla="*/ 2062685 h 5251733"/>
                  <a:gd name="connsiteX131" fmla="*/ 4219438 w 4401697"/>
                  <a:gd name="connsiteY131" fmla="*/ 1859362 h 5251733"/>
                  <a:gd name="connsiteX132" fmla="*/ 4232147 w 4401697"/>
                  <a:gd name="connsiteY132" fmla="*/ 1630624 h 5251733"/>
                  <a:gd name="connsiteX133" fmla="*/ 4244856 w 4401697"/>
                  <a:gd name="connsiteY133" fmla="*/ 1287516 h 5251733"/>
                  <a:gd name="connsiteX134" fmla="*/ 4257565 w 4401697"/>
                  <a:gd name="connsiteY134" fmla="*/ 1109609 h 5251733"/>
                  <a:gd name="connsiteX135" fmla="*/ 4270275 w 4401697"/>
                  <a:gd name="connsiteY135" fmla="*/ 652132 h 525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4401697" h="5251733">
                    <a:moveTo>
                      <a:pt x="1842827" y="9377"/>
                    </a:moveTo>
                    <a:cubicBezTo>
                      <a:pt x="2038548" y="-14386"/>
                      <a:pt x="2511964" y="14206"/>
                      <a:pt x="2732467" y="16748"/>
                    </a:cubicBezTo>
                    <a:cubicBezTo>
                      <a:pt x="2732467" y="16748"/>
                      <a:pt x="2872268" y="28947"/>
                      <a:pt x="2872268" y="28947"/>
                    </a:cubicBezTo>
                    <a:cubicBezTo>
                      <a:pt x="3165976" y="41782"/>
                      <a:pt x="3460066" y="72788"/>
                      <a:pt x="3749199" y="128575"/>
                    </a:cubicBezTo>
                    <a:cubicBezTo>
                      <a:pt x="3918612" y="161234"/>
                      <a:pt x="4034393" y="189572"/>
                      <a:pt x="4194020" y="258194"/>
                    </a:cubicBezTo>
                    <a:cubicBezTo>
                      <a:pt x="4259726" y="286532"/>
                      <a:pt x="4344115" y="332025"/>
                      <a:pt x="4377413" y="398486"/>
                    </a:cubicBezTo>
                    <a:cubicBezTo>
                      <a:pt x="4415413" y="474351"/>
                      <a:pt x="4397493" y="604097"/>
                      <a:pt x="4397366" y="690255"/>
                    </a:cubicBezTo>
                    <a:cubicBezTo>
                      <a:pt x="4397366" y="690255"/>
                      <a:pt x="4384657" y="880870"/>
                      <a:pt x="4384657" y="880870"/>
                    </a:cubicBezTo>
                    <a:cubicBezTo>
                      <a:pt x="4384657" y="880870"/>
                      <a:pt x="4371948" y="1223978"/>
                      <a:pt x="4371948" y="1223978"/>
                    </a:cubicBezTo>
                    <a:cubicBezTo>
                      <a:pt x="4371948" y="1223978"/>
                      <a:pt x="4359239" y="1414593"/>
                      <a:pt x="4359239" y="1414593"/>
                    </a:cubicBezTo>
                    <a:cubicBezTo>
                      <a:pt x="4359239" y="1414593"/>
                      <a:pt x="4346530" y="1643332"/>
                      <a:pt x="4346530" y="1643332"/>
                    </a:cubicBezTo>
                    <a:cubicBezTo>
                      <a:pt x="4346530" y="1643332"/>
                      <a:pt x="4333820" y="1973731"/>
                      <a:pt x="4333820" y="1973731"/>
                    </a:cubicBezTo>
                    <a:cubicBezTo>
                      <a:pt x="4333820" y="1973731"/>
                      <a:pt x="4321111" y="2138931"/>
                      <a:pt x="4321111" y="2138931"/>
                    </a:cubicBezTo>
                    <a:cubicBezTo>
                      <a:pt x="4321111" y="2138931"/>
                      <a:pt x="4308402" y="2482039"/>
                      <a:pt x="4308402" y="2482039"/>
                    </a:cubicBezTo>
                    <a:cubicBezTo>
                      <a:pt x="4308402" y="2482039"/>
                      <a:pt x="4295693" y="2647239"/>
                      <a:pt x="4295693" y="2647239"/>
                    </a:cubicBezTo>
                    <a:cubicBezTo>
                      <a:pt x="4295693" y="2647239"/>
                      <a:pt x="4282984" y="2977639"/>
                      <a:pt x="4282984" y="2977639"/>
                    </a:cubicBezTo>
                    <a:cubicBezTo>
                      <a:pt x="4282984" y="2977639"/>
                      <a:pt x="4270275" y="3180962"/>
                      <a:pt x="4270275" y="3180962"/>
                    </a:cubicBezTo>
                    <a:cubicBezTo>
                      <a:pt x="4270275" y="3180962"/>
                      <a:pt x="4257565" y="3409700"/>
                      <a:pt x="4257565" y="3409700"/>
                    </a:cubicBezTo>
                    <a:cubicBezTo>
                      <a:pt x="4257565" y="3409700"/>
                      <a:pt x="4244856" y="3740100"/>
                      <a:pt x="4244856" y="3740100"/>
                    </a:cubicBezTo>
                    <a:cubicBezTo>
                      <a:pt x="4244856" y="3740100"/>
                      <a:pt x="4232656" y="3867177"/>
                      <a:pt x="4232656" y="3867177"/>
                    </a:cubicBezTo>
                    <a:cubicBezTo>
                      <a:pt x="4232656" y="3867177"/>
                      <a:pt x="4232656" y="3994254"/>
                      <a:pt x="4232656" y="3994254"/>
                    </a:cubicBezTo>
                    <a:cubicBezTo>
                      <a:pt x="4232656" y="3994254"/>
                      <a:pt x="4219438" y="4159454"/>
                      <a:pt x="4219438" y="4159454"/>
                    </a:cubicBezTo>
                    <a:cubicBezTo>
                      <a:pt x="4217532" y="4326687"/>
                      <a:pt x="4211050" y="4428349"/>
                      <a:pt x="4123738" y="4578808"/>
                    </a:cubicBezTo>
                    <a:cubicBezTo>
                      <a:pt x="4048500" y="4708553"/>
                      <a:pt x="3924331" y="4799032"/>
                      <a:pt x="3800036" y="4876422"/>
                    </a:cubicBezTo>
                    <a:cubicBezTo>
                      <a:pt x="3516368" y="5053059"/>
                      <a:pt x="3188217" y="5145443"/>
                      <a:pt x="2859559" y="5194114"/>
                    </a:cubicBezTo>
                    <a:cubicBezTo>
                      <a:pt x="2859559" y="5194114"/>
                      <a:pt x="2452866" y="5240116"/>
                      <a:pt x="2452866" y="5240116"/>
                    </a:cubicBezTo>
                    <a:cubicBezTo>
                      <a:pt x="2452866" y="5240116"/>
                      <a:pt x="2274938" y="5240116"/>
                      <a:pt x="2274938" y="5240116"/>
                    </a:cubicBezTo>
                    <a:cubicBezTo>
                      <a:pt x="2225754" y="5244055"/>
                      <a:pt x="2202369" y="5254221"/>
                      <a:pt x="2147846" y="5251171"/>
                    </a:cubicBezTo>
                    <a:cubicBezTo>
                      <a:pt x="2147846" y="5251171"/>
                      <a:pt x="2058882" y="5240751"/>
                      <a:pt x="2058882" y="5240751"/>
                    </a:cubicBezTo>
                    <a:cubicBezTo>
                      <a:pt x="2058882" y="5240751"/>
                      <a:pt x="1741154" y="5224739"/>
                      <a:pt x="1741154" y="5224739"/>
                    </a:cubicBezTo>
                    <a:cubicBezTo>
                      <a:pt x="1531707" y="5204534"/>
                      <a:pt x="1162887" y="5126255"/>
                      <a:pt x="965895" y="5054838"/>
                    </a:cubicBezTo>
                    <a:cubicBezTo>
                      <a:pt x="965895" y="5054838"/>
                      <a:pt x="762549" y="4965376"/>
                      <a:pt x="762549" y="4965376"/>
                    </a:cubicBezTo>
                    <a:cubicBezTo>
                      <a:pt x="591230" y="4890908"/>
                      <a:pt x="352806" y="4727869"/>
                      <a:pt x="256979" y="4566100"/>
                    </a:cubicBezTo>
                    <a:cubicBezTo>
                      <a:pt x="236263" y="4531027"/>
                      <a:pt x="172463" y="4351849"/>
                      <a:pt x="166363" y="4311946"/>
                    </a:cubicBezTo>
                    <a:cubicBezTo>
                      <a:pt x="166363" y="4311946"/>
                      <a:pt x="166363" y="4184869"/>
                      <a:pt x="166363" y="4184869"/>
                    </a:cubicBezTo>
                    <a:cubicBezTo>
                      <a:pt x="166363" y="4184869"/>
                      <a:pt x="152510" y="3994254"/>
                      <a:pt x="152510" y="3994254"/>
                    </a:cubicBezTo>
                    <a:cubicBezTo>
                      <a:pt x="152510" y="3994254"/>
                      <a:pt x="139801" y="3727392"/>
                      <a:pt x="139801" y="3727392"/>
                    </a:cubicBezTo>
                    <a:cubicBezTo>
                      <a:pt x="139801" y="3727392"/>
                      <a:pt x="127092" y="3358869"/>
                      <a:pt x="127092" y="3358869"/>
                    </a:cubicBezTo>
                    <a:cubicBezTo>
                      <a:pt x="127092" y="3358869"/>
                      <a:pt x="114382" y="3180962"/>
                      <a:pt x="114382" y="3180962"/>
                    </a:cubicBezTo>
                    <a:cubicBezTo>
                      <a:pt x="114382" y="3180962"/>
                      <a:pt x="101673" y="2799731"/>
                      <a:pt x="101673" y="2799731"/>
                    </a:cubicBezTo>
                    <a:cubicBezTo>
                      <a:pt x="101673" y="2799731"/>
                      <a:pt x="88964" y="2621824"/>
                      <a:pt x="88964" y="2621824"/>
                    </a:cubicBezTo>
                    <a:cubicBezTo>
                      <a:pt x="88964" y="2621824"/>
                      <a:pt x="76255" y="2240593"/>
                      <a:pt x="76255" y="2240593"/>
                    </a:cubicBezTo>
                    <a:cubicBezTo>
                      <a:pt x="76255" y="2240593"/>
                      <a:pt x="63546" y="2049978"/>
                      <a:pt x="63546" y="2049978"/>
                    </a:cubicBezTo>
                    <a:cubicBezTo>
                      <a:pt x="63546" y="2049978"/>
                      <a:pt x="50837" y="1770408"/>
                      <a:pt x="50837" y="1770408"/>
                    </a:cubicBezTo>
                    <a:cubicBezTo>
                      <a:pt x="50837" y="1770408"/>
                      <a:pt x="25418" y="1147732"/>
                      <a:pt x="25418" y="1147732"/>
                    </a:cubicBezTo>
                    <a:cubicBezTo>
                      <a:pt x="25418" y="1147732"/>
                      <a:pt x="12709" y="969824"/>
                      <a:pt x="12709" y="969824"/>
                    </a:cubicBezTo>
                    <a:cubicBezTo>
                      <a:pt x="12709" y="969824"/>
                      <a:pt x="0" y="563178"/>
                      <a:pt x="0" y="563178"/>
                    </a:cubicBezTo>
                    <a:cubicBezTo>
                      <a:pt x="127" y="498496"/>
                      <a:pt x="3431" y="430383"/>
                      <a:pt x="39144" y="373706"/>
                    </a:cubicBezTo>
                    <a:cubicBezTo>
                      <a:pt x="101165" y="275476"/>
                      <a:pt x="333234" y="198849"/>
                      <a:pt x="444820" y="170892"/>
                    </a:cubicBezTo>
                    <a:cubicBezTo>
                      <a:pt x="758990" y="91977"/>
                      <a:pt x="1088285" y="52583"/>
                      <a:pt x="1410716" y="30599"/>
                    </a:cubicBezTo>
                    <a:cubicBezTo>
                      <a:pt x="1410716" y="30599"/>
                      <a:pt x="1639480" y="16748"/>
                      <a:pt x="1639480" y="16748"/>
                    </a:cubicBezTo>
                    <a:cubicBezTo>
                      <a:pt x="1708999" y="16493"/>
                      <a:pt x="1773689" y="19289"/>
                      <a:pt x="1842827" y="9377"/>
                    </a:cubicBezTo>
                    <a:close/>
                    <a:moveTo>
                      <a:pt x="2211392" y="123111"/>
                    </a:moveTo>
                    <a:cubicBezTo>
                      <a:pt x="2211392" y="123111"/>
                      <a:pt x="1766572" y="131117"/>
                      <a:pt x="1766572" y="131117"/>
                    </a:cubicBezTo>
                    <a:cubicBezTo>
                      <a:pt x="1766572" y="131117"/>
                      <a:pt x="1525098" y="143824"/>
                      <a:pt x="1525098" y="143824"/>
                    </a:cubicBezTo>
                    <a:cubicBezTo>
                      <a:pt x="1525098" y="143824"/>
                      <a:pt x="1398007" y="155388"/>
                      <a:pt x="1398007" y="155388"/>
                    </a:cubicBezTo>
                    <a:cubicBezTo>
                      <a:pt x="1089556" y="176610"/>
                      <a:pt x="783773" y="209650"/>
                      <a:pt x="482948" y="285261"/>
                    </a:cubicBezTo>
                    <a:cubicBezTo>
                      <a:pt x="408726" y="303814"/>
                      <a:pt x="250116" y="354645"/>
                      <a:pt x="191146" y="397851"/>
                    </a:cubicBezTo>
                    <a:cubicBezTo>
                      <a:pt x="155560" y="423902"/>
                      <a:pt x="119720" y="464058"/>
                      <a:pt x="135225" y="511839"/>
                    </a:cubicBezTo>
                    <a:cubicBezTo>
                      <a:pt x="156831" y="578427"/>
                      <a:pt x="305655" y="626717"/>
                      <a:pt x="368565" y="644761"/>
                    </a:cubicBezTo>
                    <a:cubicBezTo>
                      <a:pt x="615631" y="715543"/>
                      <a:pt x="838296" y="751379"/>
                      <a:pt x="1092987" y="779844"/>
                    </a:cubicBezTo>
                    <a:cubicBezTo>
                      <a:pt x="1368394" y="810597"/>
                      <a:pt x="1641768" y="829658"/>
                      <a:pt x="1919082" y="830040"/>
                    </a:cubicBezTo>
                    <a:cubicBezTo>
                      <a:pt x="1919082" y="830040"/>
                      <a:pt x="2135137" y="842239"/>
                      <a:pt x="2135137" y="842239"/>
                    </a:cubicBezTo>
                    <a:cubicBezTo>
                      <a:pt x="2135137" y="842239"/>
                      <a:pt x="2325775" y="842239"/>
                      <a:pt x="2325775" y="842239"/>
                    </a:cubicBezTo>
                    <a:cubicBezTo>
                      <a:pt x="2325775" y="842239"/>
                      <a:pt x="2478284" y="830040"/>
                      <a:pt x="2478284" y="830040"/>
                    </a:cubicBezTo>
                    <a:cubicBezTo>
                      <a:pt x="2793853" y="829531"/>
                      <a:pt x="3105481" y="808691"/>
                      <a:pt x="3418761" y="770059"/>
                    </a:cubicBezTo>
                    <a:cubicBezTo>
                      <a:pt x="3607746" y="746804"/>
                      <a:pt x="3793681" y="715035"/>
                      <a:pt x="3977964" y="666365"/>
                    </a:cubicBezTo>
                    <a:cubicBezTo>
                      <a:pt x="4047356" y="648065"/>
                      <a:pt x="4190715" y="602191"/>
                      <a:pt x="4242950" y="556951"/>
                    </a:cubicBezTo>
                    <a:cubicBezTo>
                      <a:pt x="4309165" y="499386"/>
                      <a:pt x="4265572" y="436737"/>
                      <a:pt x="4206475" y="397597"/>
                    </a:cubicBezTo>
                    <a:cubicBezTo>
                      <a:pt x="4118654" y="339142"/>
                      <a:pt x="3931067" y="290725"/>
                      <a:pt x="3825454" y="266454"/>
                    </a:cubicBezTo>
                    <a:cubicBezTo>
                      <a:pt x="3368687" y="161742"/>
                      <a:pt x="2832107" y="131879"/>
                      <a:pt x="2363902" y="131117"/>
                    </a:cubicBezTo>
                    <a:cubicBezTo>
                      <a:pt x="2363902" y="131117"/>
                      <a:pt x="2211392" y="123111"/>
                      <a:pt x="2211392" y="123111"/>
                    </a:cubicBezTo>
                    <a:close/>
                    <a:moveTo>
                      <a:pt x="381275" y="525055"/>
                    </a:moveTo>
                    <a:cubicBezTo>
                      <a:pt x="381275" y="525055"/>
                      <a:pt x="559203" y="459992"/>
                      <a:pt x="559203" y="459992"/>
                    </a:cubicBezTo>
                    <a:cubicBezTo>
                      <a:pt x="695445" y="418183"/>
                      <a:pt x="837914" y="388066"/>
                      <a:pt x="978605" y="365446"/>
                    </a:cubicBezTo>
                    <a:cubicBezTo>
                      <a:pt x="1470957" y="286278"/>
                      <a:pt x="1968139" y="282847"/>
                      <a:pt x="2465575" y="283609"/>
                    </a:cubicBezTo>
                    <a:cubicBezTo>
                      <a:pt x="2465575" y="283609"/>
                      <a:pt x="2656212" y="296317"/>
                      <a:pt x="2656212" y="296317"/>
                    </a:cubicBezTo>
                    <a:cubicBezTo>
                      <a:pt x="2908743" y="299239"/>
                      <a:pt x="3297135" y="343208"/>
                      <a:pt x="3545853" y="392895"/>
                    </a:cubicBezTo>
                    <a:cubicBezTo>
                      <a:pt x="3705988" y="424918"/>
                      <a:pt x="3872605" y="456434"/>
                      <a:pt x="4016091" y="537763"/>
                    </a:cubicBezTo>
                    <a:cubicBezTo>
                      <a:pt x="4016091" y="537763"/>
                      <a:pt x="3990673" y="614009"/>
                      <a:pt x="3990673" y="614009"/>
                    </a:cubicBezTo>
                    <a:cubicBezTo>
                      <a:pt x="3990673" y="614009"/>
                      <a:pt x="3698363" y="523530"/>
                      <a:pt x="3698363" y="523530"/>
                    </a:cubicBezTo>
                    <a:cubicBezTo>
                      <a:pt x="3520689" y="476766"/>
                      <a:pt x="3334118" y="448936"/>
                      <a:pt x="3151869" y="426952"/>
                    </a:cubicBezTo>
                    <a:cubicBezTo>
                      <a:pt x="2925646" y="399757"/>
                      <a:pt x="2693323" y="385652"/>
                      <a:pt x="2465575" y="385270"/>
                    </a:cubicBezTo>
                    <a:cubicBezTo>
                      <a:pt x="2465575" y="385270"/>
                      <a:pt x="2313065" y="373198"/>
                      <a:pt x="2313065" y="373198"/>
                    </a:cubicBezTo>
                    <a:cubicBezTo>
                      <a:pt x="2313065" y="373198"/>
                      <a:pt x="2097010" y="373198"/>
                      <a:pt x="2097010" y="373198"/>
                    </a:cubicBezTo>
                    <a:cubicBezTo>
                      <a:pt x="2097010" y="373198"/>
                      <a:pt x="1957209" y="385016"/>
                      <a:pt x="1957209" y="385016"/>
                    </a:cubicBezTo>
                    <a:cubicBezTo>
                      <a:pt x="1957209" y="385016"/>
                      <a:pt x="1753863" y="385016"/>
                      <a:pt x="1753863" y="385016"/>
                    </a:cubicBezTo>
                    <a:cubicBezTo>
                      <a:pt x="1753863" y="385016"/>
                      <a:pt x="1626771" y="396834"/>
                      <a:pt x="1626771" y="396834"/>
                    </a:cubicBezTo>
                    <a:cubicBezTo>
                      <a:pt x="1339290" y="416531"/>
                      <a:pt x="1058164" y="441693"/>
                      <a:pt x="775258" y="502308"/>
                    </a:cubicBezTo>
                    <a:cubicBezTo>
                      <a:pt x="775258" y="502308"/>
                      <a:pt x="419402" y="614009"/>
                      <a:pt x="419402" y="614009"/>
                    </a:cubicBezTo>
                    <a:cubicBezTo>
                      <a:pt x="419402" y="614009"/>
                      <a:pt x="381275" y="525055"/>
                      <a:pt x="381275" y="525055"/>
                    </a:cubicBezTo>
                    <a:close/>
                    <a:moveTo>
                      <a:pt x="4270275" y="652132"/>
                    </a:moveTo>
                    <a:cubicBezTo>
                      <a:pt x="4270275" y="652132"/>
                      <a:pt x="4079637" y="731555"/>
                      <a:pt x="4079637" y="731555"/>
                    </a:cubicBezTo>
                    <a:cubicBezTo>
                      <a:pt x="3799401" y="823432"/>
                      <a:pt x="3323316" y="884810"/>
                      <a:pt x="3024778" y="906286"/>
                    </a:cubicBezTo>
                    <a:cubicBezTo>
                      <a:pt x="3024778" y="906286"/>
                      <a:pt x="2910395" y="906286"/>
                      <a:pt x="2910395" y="906286"/>
                    </a:cubicBezTo>
                    <a:cubicBezTo>
                      <a:pt x="2910395" y="906286"/>
                      <a:pt x="2732467" y="918993"/>
                      <a:pt x="2732467" y="918993"/>
                    </a:cubicBezTo>
                    <a:cubicBezTo>
                      <a:pt x="2732467" y="918993"/>
                      <a:pt x="2541830" y="931701"/>
                      <a:pt x="2541830" y="931701"/>
                    </a:cubicBezTo>
                    <a:cubicBezTo>
                      <a:pt x="1987838" y="932591"/>
                      <a:pt x="1358354" y="928651"/>
                      <a:pt x="813386" y="837283"/>
                    </a:cubicBezTo>
                    <a:cubicBezTo>
                      <a:pt x="654648" y="810597"/>
                      <a:pt x="497182" y="778828"/>
                      <a:pt x="343147" y="731936"/>
                    </a:cubicBezTo>
                    <a:cubicBezTo>
                      <a:pt x="343147" y="731936"/>
                      <a:pt x="127092" y="652132"/>
                      <a:pt x="127092" y="652132"/>
                    </a:cubicBezTo>
                    <a:cubicBezTo>
                      <a:pt x="127092" y="652132"/>
                      <a:pt x="152510" y="1414593"/>
                      <a:pt x="152510" y="1414593"/>
                    </a:cubicBezTo>
                    <a:cubicBezTo>
                      <a:pt x="152510" y="1414593"/>
                      <a:pt x="165219" y="1592501"/>
                      <a:pt x="165219" y="1592501"/>
                    </a:cubicBezTo>
                    <a:cubicBezTo>
                      <a:pt x="165219" y="1592501"/>
                      <a:pt x="177928" y="1973731"/>
                      <a:pt x="177928" y="1973731"/>
                    </a:cubicBezTo>
                    <a:cubicBezTo>
                      <a:pt x="177928" y="1973731"/>
                      <a:pt x="190637" y="2164347"/>
                      <a:pt x="190637" y="2164347"/>
                    </a:cubicBezTo>
                    <a:cubicBezTo>
                      <a:pt x="190637" y="2164347"/>
                      <a:pt x="203346" y="2443916"/>
                      <a:pt x="203346" y="2443916"/>
                    </a:cubicBezTo>
                    <a:cubicBezTo>
                      <a:pt x="203346" y="2443916"/>
                      <a:pt x="216056" y="2723485"/>
                      <a:pt x="216056" y="2723485"/>
                    </a:cubicBezTo>
                    <a:cubicBezTo>
                      <a:pt x="216056" y="2723485"/>
                      <a:pt x="228765" y="3092008"/>
                      <a:pt x="228765" y="3092008"/>
                    </a:cubicBezTo>
                    <a:cubicBezTo>
                      <a:pt x="228765" y="3092008"/>
                      <a:pt x="240965" y="3219085"/>
                      <a:pt x="240965" y="3219085"/>
                    </a:cubicBezTo>
                    <a:cubicBezTo>
                      <a:pt x="240965" y="3219085"/>
                      <a:pt x="240965" y="3371577"/>
                      <a:pt x="240965" y="3371577"/>
                    </a:cubicBezTo>
                    <a:cubicBezTo>
                      <a:pt x="240965" y="3371577"/>
                      <a:pt x="254183" y="3536777"/>
                      <a:pt x="254183" y="3536777"/>
                    </a:cubicBezTo>
                    <a:cubicBezTo>
                      <a:pt x="254183" y="3536777"/>
                      <a:pt x="266892" y="3905300"/>
                      <a:pt x="266892" y="3905300"/>
                    </a:cubicBezTo>
                    <a:cubicBezTo>
                      <a:pt x="266892" y="3905300"/>
                      <a:pt x="279601" y="4095915"/>
                      <a:pt x="279601" y="4095915"/>
                    </a:cubicBezTo>
                    <a:cubicBezTo>
                      <a:pt x="280364" y="4247773"/>
                      <a:pt x="282906" y="4364683"/>
                      <a:pt x="362592" y="4502562"/>
                    </a:cubicBezTo>
                    <a:cubicBezTo>
                      <a:pt x="427282" y="4614516"/>
                      <a:pt x="508620" y="4669541"/>
                      <a:pt x="610039" y="4740449"/>
                    </a:cubicBezTo>
                    <a:cubicBezTo>
                      <a:pt x="861807" y="4916324"/>
                      <a:pt x="1185764" y="5012902"/>
                      <a:pt x="1486971" y="5062716"/>
                    </a:cubicBezTo>
                    <a:cubicBezTo>
                      <a:pt x="1486971" y="5062716"/>
                      <a:pt x="1804699" y="5112022"/>
                      <a:pt x="1804699" y="5112022"/>
                    </a:cubicBezTo>
                    <a:cubicBezTo>
                      <a:pt x="1804699" y="5112022"/>
                      <a:pt x="1931791" y="5112022"/>
                      <a:pt x="1931791" y="5112022"/>
                    </a:cubicBezTo>
                    <a:cubicBezTo>
                      <a:pt x="1931791" y="5112022"/>
                      <a:pt x="2071591" y="5125238"/>
                      <a:pt x="2071591" y="5125238"/>
                    </a:cubicBezTo>
                    <a:cubicBezTo>
                      <a:pt x="2449053" y="5127017"/>
                      <a:pt x="2770849" y="5107702"/>
                      <a:pt x="3139160" y="5015571"/>
                    </a:cubicBezTo>
                    <a:cubicBezTo>
                      <a:pt x="3253542" y="4986978"/>
                      <a:pt x="3306540" y="4977321"/>
                      <a:pt x="3418761" y="4932081"/>
                    </a:cubicBezTo>
                    <a:cubicBezTo>
                      <a:pt x="3620456" y="4850752"/>
                      <a:pt x="3897642" y="4717703"/>
                      <a:pt x="4016219" y="4527977"/>
                    </a:cubicBezTo>
                    <a:cubicBezTo>
                      <a:pt x="4034265" y="4499131"/>
                      <a:pt x="4077985" y="4395944"/>
                      <a:pt x="4085611" y="4362777"/>
                    </a:cubicBezTo>
                    <a:cubicBezTo>
                      <a:pt x="4085611" y="4362777"/>
                      <a:pt x="4117765" y="3816346"/>
                      <a:pt x="4117765" y="3816346"/>
                    </a:cubicBezTo>
                    <a:cubicBezTo>
                      <a:pt x="4117765" y="3816346"/>
                      <a:pt x="4130474" y="3625731"/>
                      <a:pt x="4130474" y="3625731"/>
                    </a:cubicBezTo>
                    <a:cubicBezTo>
                      <a:pt x="4130474" y="3625731"/>
                      <a:pt x="4143183" y="3396993"/>
                      <a:pt x="4143183" y="3396993"/>
                    </a:cubicBezTo>
                    <a:cubicBezTo>
                      <a:pt x="4143183" y="3396993"/>
                      <a:pt x="4155892" y="3053885"/>
                      <a:pt x="4155892" y="3053885"/>
                    </a:cubicBezTo>
                    <a:cubicBezTo>
                      <a:pt x="4155892" y="3053885"/>
                      <a:pt x="4168601" y="2888685"/>
                      <a:pt x="4168601" y="2888685"/>
                    </a:cubicBezTo>
                    <a:cubicBezTo>
                      <a:pt x="4168601" y="2888685"/>
                      <a:pt x="4181310" y="2545577"/>
                      <a:pt x="4181310" y="2545577"/>
                    </a:cubicBezTo>
                    <a:cubicBezTo>
                      <a:pt x="4181310" y="2545577"/>
                      <a:pt x="4193511" y="2418501"/>
                      <a:pt x="4193511" y="2418501"/>
                    </a:cubicBezTo>
                    <a:cubicBezTo>
                      <a:pt x="4193511" y="2418501"/>
                      <a:pt x="4193511" y="2304131"/>
                      <a:pt x="4193511" y="2304131"/>
                    </a:cubicBezTo>
                    <a:cubicBezTo>
                      <a:pt x="4193511" y="2304131"/>
                      <a:pt x="4206729" y="2062685"/>
                      <a:pt x="4206729" y="2062685"/>
                    </a:cubicBezTo>
                    <a:cubicBezTo>
                      <a:pt x="4206729" y="2062685"/>
                      <a:pt x="4219438" y="1859362"/>
                      <a:pt x="4219438" y="1859362"/>
                    </a:cubicBezTo>
                    <a:cubicBezTo>
                      <a:pt x="4219438" y="1859362"/>
                      <a:pt x="4232147" y="1630624"/>
                      <a:pt x="4232147" y="1630624"/>
                    </a:cubicBezTo>
                    <a:cubicBezTo>
                      <a:pt x="4232147" y="1630624"/>
                      <a:pt x="4244856" y="1287516"/>
                      <a:pt x="4244856" y="1287516"/>
                    </a:cubicBezTo>
                    <a:cubicBezTo>
                      <a:pt x="4244856" y="1287516"/>
                      <a:pt x="4257565" y="1109609"/>
                      <a:pt x="4257565" y="1109609"/>
                    </a:cubicBezTo>
                    <a:cubicBezTo>
                      <a:pt x="4257565" y="1109609"/>
                      <a:pt x="4270275" y="652132"/>
                      <a:pt x="4270275" y="652132"/>
                    </a:cubicBezTo>
                    <a:close/>
                  </a:path>
                </a:pathLst>
              </a:custGeom>
              <a:solidFill>
                <a:srgbClr val="0F6FC6"/>
              </a:solidFill>
              <a:ln w="3175" cap="flat">
                <a:solidFill>
                  <a:srgbClr val="0F6FC6"/>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fr-FR"/>
              </a:p>
            </p:txBody>
          </p:sp>
          <p:pic>
            <p:nvPicPr>
              <p:cNvPr id="139" name="Graphique 138">
                <a:extLst>
                  <a:ext uri="{FF2B5EF4-FFF2-40B4-BE49-F238E27FC236}">
                    <a16:creationId xmlns:a16="http://schemas.microsoft.com/office/drawing/2014/main" id="{EDB0A292-2424-3E04-6BA6-3221DC86435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07958" y="3945853"/>
                <a:ext cx="244800" cy="291332"/>
              </a:xfrm>
              <a:prstGeom prst="rect">
                <a:avLst/>
              </a:prstGeom>
            </p:spPr>
          </p:pic>
        </p:grpSp>
        <p:sp>
          <p:nvSpPr>
            <p:cNvPr id="137" name="Rectangle : coins arrondis 136">
              <a:extLst>
                <a:ext uri="{FF2B5EF4-FFF2-40B4-BE49-F238E27FC236}">
                  <a16:creationId xmlns:a16="http://schemas.microsoft.com/office/drawing/2014/main" id="{986BB6D2-1EDA-1D4A-FEEC-1E36A292284B}"/>
                </a:ext>
              </a:extLst>
            </p:cNvPr>
            <p:cNvSpPr/>
            <p:nvPr/>
          </p:nvSpPr>
          <p:spPr>
            <a:xfrm>
              <a:off x="1787904" y="3970519"/>
              <a:ext cx="998894" cy="135704"/>
            </a:xfrm>
            <a:prstGeom prst="roundRect">
              <a:avLst/>
            </a:prstGeom>
            <a:solidFill>
              <a:schemeClr val="bg1"/>
            </a:solidFill>
            <a:ln>
              <a:solidFill>
                <a:srgbClr val="0F6F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900" b="1" dirty="0">
                  <a:solidFill>
                    <a:srgbClr val="0F6FC6"/>
                  </a:solidFill>
                </a:rPr>
                <a:t>Opportunités SF</a:t>
              </a:r>
            </a:p>
          </p:txBody>
        </p:sp>
      </p:grpSp>
      <p:grpSp>
        <p:nvGrpSpPr>
          <p:cNvPr id="148" name="Groupe 147">
            <a:extLst>
              <a:ext uri="{FF2B5EF4-FFF2-40B4-BE49-F238E27FC236}">
                <a16:creationId xmlns:a16="http://schemas.microsoft.com/office/drawing/2014/main" id="{F1DC5202-A0C3-5AC5-3881-B0253AE749D0}"/>
              </a:ext>
            </a:extLst>
          </p:cNvPr>
          <p:cNvGrpSpPr/>
          <p:nvPr/>
        </p:nvGrpSpPr>
        <p:grpSpPr>
          <a:xfrm>
            <a:off x="1884464" y="2923038"/>
            <a:ext cx="890405" cy="292530"/>
            <a:chOff x="1856755" y="2894863"/>
            <a:chExt cx="890405" cy="292530"/>
          </a:xfrm>
        </p:grpSpPr>
        <p:grpSp>
          <p:nvGrpSpPr>
            <p:cNvPr id="145" name="Groupe 144">
              <a:extLst>
                <a:ext uri="{FF2B5EF4-FFF2-40B4-BE49-F238E27FC236}">
                  <a16:creationId xmlns:a16="http://schemas.microsoft.com/office/drawing/2014/main" id="{A2F81793-3B85-4D64-F8D1-9CDB719CE6E8}"/>
                </a:ext>
              </a:extLst>
            </p:cNvPr>
            <p:cNvGrpSpPr/>
            <p:nvPr/>
          </p:nvGrpSpPr>
          <p:grpSpPr>
            <a:xfrm>
              <a:off x="2501979" y="2894863"/>
              <a:ext cx="245181" cy="292530"/>
              <a:chOff x="2607768" y="3945254"/>
              <a:chExt cx="245181" cy="292530"/>
            </a:xfrm>
          </p:grpSpPr>
          <p:sp>
            <p:nvSpPr>
              <p:cNvPr id="146" name="Graphique 79">
                <a:extLst>
                  <a:ext uri="{FF2B5EF4-FFF2-40B4-BE49-F238E27FC236}">
                    <a16:creationId xmlns:a16="http://schemas.microsoft.com/office/drawing/2014/main" id="{102D942D-02DD-7F0B-2CA7-CE0555031775}"/>
                  </a:ext>
                </a:extLst>
              </p:cNvPr>
              <p:cNvSpPr>
                <a:spLocks noChangeAspect="1"/>
              </p:cNvSpPr>
              <p:nvPr/>
            </p:nvSpPr>
            <p:spPr>
              <a:xfrm>
                <a:off x="2607768" y="3945254"/>
                <a:ext cx="245181" cy="292530"/>
              </a:xfrm>
              <a:custGeom>
                <a:avLst/>
                <a:gdLst>
                  <a:gd name="connsiteX0" fmla="*/ 1842827 w 4401697"/>
                  <a:gd name="connsiteY0" fmla="*/ 9377 h 5251733"/>
                  <a:gd name="connsiteX1" fmla="*/ 2732467 w 4401697"/>
                  <a:gd name="connsiteY1" fmla="*/ 16748 h 5251733"/>
                  <a:gd name="connsiteX2" fmla="*/ 2872268 w 4401697"/>
                  <a:gd name="connsiteY2" fmla="*/ 28947 h 5251733"/>
                  <a:gd name="connsiteX3" fmla="*/ 3749199 w 4401697"/>
                  <a:gd name="connsiteY3" fmla="*/ 128575 h 5251733"/>
                  <a:gd name="connsiteX4" fmla="*/ 4194020 w 4401697"/>
                  <a:gd name="connsiteY4" fmla="*/ 258194 h 5251733"/>
                  <a:gd name="connsiteX5" fmla="*/ 4377413 w 4401697"/>
                  <a:gd name="connsiteY5" fmla="*/ 398486 h 5251733"/>
                  <a:gd name="connsiteX6" fmla="*/ 4397366 w 4401697"/>
                  <a:gd name="connsiteY6" fmla="*/ 690255 h 5251733"/>
                  <a:gd name="connsiteX7" fmla="*/ 4384657 w 4401697"/>
                  <a:gd name="connsiteY7" fmla="*/ 880870 h 5251733"/>
                  <a:gd name="connsiteX8" fmla="*/ 4371948 w 4401697"/>
                  <a:gd name="connsiteY8" fmla="*/ 1223978 h 5251733"/>
                  <a:gd name="connsiteX9" fmla="*/ 4359239 w 4401697"/>
                  <a:gd name="connsiteY9" fmla="*/ 1414593 h 5251733"/>
                  <a:gd name="connsiteX10" fmla="*/ 4346530 w 4401697"/>
                  <a:gd name="connsiteY10" fmla="*/ 1643332 h 5251733"/>
                  <a:gd name="connsiteX11" fmla="*/ 4333820 w 4401697"/>
                  <a:gd name="connsiteY11" fmla="*/ 1973731 h 5251733"/>
                  <a:gd name="connsiteX12" fmla="*/ 4321111 w 4401697"/>
                  <a:gd name="connsiteY12" fmla="*/ 2138931 h 5251733"/>
                  <a:gd name="connsiteX13" fmla="*/ 4308402 w 4401697"/>
                  <a:gd name="connsiteY13" fmla="*/ 2482039 h 5251733"/>
                  <a:gd name="connsiteX14" fmla="*/ 4295693 w 4401697"/>
                  <a:gd name="connsiteY14" fmla="*/ 2647239 h 5251733"/>
                  <a:gd name="connsiteX15" fmla="*/ 4282984 w 4401697"/>
                  <a:gd name="connsiteY15" fmla="*/ 2977639 h 5251733"/>
                  <a:gd name="connsiteX16" fmla="*/ 4270275 w 4401697"/>
                  <a:gd name="connsiteY16" fmla="*/ 3180962 h 5251733"/>
                  <a:gd name="connsiteX17" fmla="*/ 4257565 w 4401697"/>
                  <a:gd name="connsiteY17" fmla="*/ 3409700 h 5251733"/>
                  <a:gd name="connsiteX18" fmla="*/ 4244856 w 4401697"/>
                  <a:gd name="connsiteY18" fmla="*/ 3740100 h 5251733"/>
                  <a:gd name="connsiteX19" fmla="*/ 4232656 w 4401697"/>
                  <a:gd name="connsiteY19" fmla="*/ 3867177 h 5251733"/>
                  <a:gd name="connsiteX20" fmla="*/ 4232656 w 4401697"/>
                  <a:gd name="connsiteY20" fmla="*/ 3994254 h 5251733"/>
                  <a:gd name="connsiteX21" fmla="*/ 4219438 w 4401697"/>
                  <a:gd name="connsiteY21" fmla="*/ 4159454 h 5251733"/>
                  <a:gd name="connsiteX22" fmla="*/ 4123738 w 4401697"/>
                  <a:gd name="connsiteY22" fmla="*/ 4578808 h 5251733"/>
                  <a:gd name="connsiteX23" fmla="*/ 3800036 w 4401697"/>
                  <a:gd name="connsiteY23" fmla="*/ 4876422 h 5251733"/>
                  <a:gd name="connsiteX24" fmla="*/ 2859559 w 4401697"/>
                  <a:gd name="connsiteY24" fmla="*/ 5194114 h 5251733"/>
                  <a:gd name="connsiteX25" fmla="*/ 2452866 w 4401697"/>
                  <a:gd name="connsiteY25" fmla="*/ 5240116 h 5251733"/>
                  <a:gd name="connsiteX26" fmla="*/ 2274938 w 4401697"/>
                  <a:gd name="connsiteY26" fmla="*/ 5240116 h 5251733"/>
                  <a:gd name="connsiteX27" fmla="*/ 2147846 w 4401697"/>
                  <a:gd name="connsiteY27" fmla="*/ 5251171 h 5251733"/>
                  <a:gd name="connsiteX28" fmla="*/ 2058882 w 4401697"/>
                  <a:gd name="connsiteY28" fmla="*/ 5240751 h 5251733"/>
                  <a:gd name="connsiteX29" fmla="*/ 1741154 w 4401697"/>
                  <a:gd name="connsiteY29" fmla="*/ 5224739 h 5251733"/>
                  <a:gd name="connsiteX30" fmla="*/ 965895 w 4401697"/>
                  <a:gd name="connsiteY30" fmla="*/ 5054838 h 5251733"/>
                  <a:gd name="connsiteX31" fmla="*/ 762549 w 4401697"/>
                  <a:gd name="connsiteY31" fmla="*/ 4965376 h 5251733"/>
                  <a:gd name="connsiteX32" fmla="*/ 256979 w 4401697"/>
                  <a:gd name="connsiteY32" fmla="*/ 4566100 h 5251733"/>
                  <a:gd name="connsiteX33" fmla="*/ 166363 w 4401697"/>
                  <a:gd name="connsiteY33" fmla="*/ 4311946 h 5251733"/>
                  <a:gd name="connsiteX34" fmla="*/ 166363 w 4401697"/>
                  <a:gd name="connsiteY34" fmla="*/ 4184869 h 5251733"/>
                  <a:gd name="connsiteX35" fmla="*/ 152510 w 4401697"/>
                  <a:gd name="connsiteY35" fmla="*/ 3994254 h 5251733"/>
                  <a:gd name="connsiteX36" fmla="*/ 139801 w 4401697"/>
                  <a:gd name="connsiteY36" fmla="*/ 3727392 h 5251733"/>
                  <a:gd name="connsiteX37" fmla="*/ 127092 w 4401697"/>
                  <a:gd name="connsiteY37" fmla="*/ 3358869 h 5251733"/>
                  <a:gd name="connsiteX38" fmla="*/ 114382 w 4401697"/>
                  <a:gd name="connsiteY38" fmla="*/ 3180962 h 5251733"/>
                  <a:gd name="connsiteX39" fmla="*/ 101673 w 4401697"/>
                  <a:gd name="connsiteY39" fmla="*/ 2799731 h 5251733"/>
                  <a:gd name="connsiteX40" fmla="*/ 88964 w 4401697"/>
                  <a:gd name="connsiteY40" fmla="*/ 2621824 h 5251733"/>
                  <a:gd name="connsiteX41" fmla="*/ 76255 w 4401697"/>
                  <a:gd name="connsiteY41" fmla="*/ 2240593 h 5251733"/>
                  <a:gd name="connsiteX42" fmla="*/ 63546 w 4401697"/>
                  <a:gd name="connsiteY42" fmla="*/ 2049978 h 5251733"/>
                  <a:gd name="connsiteX43" fmla="*/ 50837 w 4401697"/>
                  <a:gd name="connsiteY43" fmla="*/ 1770408 h 5251733"/>
                  <a:gd name="connsiteX44" fmla="*/ 25418 w 4401697"/>
                  <a:gd name="connsiteY44" fmla="*/ 1147732 h 5251733"/>
                  <a:gd name="connsiteX45" fmla="*/ 12709 w 4401697"/>
                  <a:gd name="connsiteY45" fmla="*/ 969824 h 5251733"/>
                  <a:gd name="connsiteX46" fmla="*/ 0 w 4401697"/>
                  <a:gd name="connsiteY46" fmla="*/ 563178 h 5251733"/>
                  <a:gd name="connsiteX47" fmla="*/ 39144 w 4401697"/>
                  <a:gd name="connsiteY47" fmla="*/ 373706 h 5251733"/>
                  <a:gd name="connsiteX48" fmla="*/ 444820 w 4401697"/>
                  <a:gd name="connsiteY48" fmla="*/ 170892 h 5251733"/>
                  <a:gd name="connsiteX49" fmla="*/ 1410716 w 4401697"/>
                  <a:gd name="connsiteY49" fmla="*/ 30599 h 5251733"/>
                  <a:gd name="connsiteX50" fmla="*/ 1639480 w 4401697"/>
                  <a:gd name="connsiteY50" fmla="*/ 16748 h 5251733"/>
                  <a:gd name="connsiteX51" fmla="*/ 1842827 w 4401697"/>
                  <a:gd name="connsiteY51" fmla="*/ 9377 h 5251733"/>
                  <a:gd name="connsiteX52" fmla="*/ 2211392 w 4401697"/>
                  <a:gd name="connsiteY52" fmla="*/ 123111 h 5251733"/>
                  <a:gd name="connsiteX53" fmla="*/ 1766572 w 4401697"/>
                  <a:gd name="connsiteY53" fmla="*/ 131117 h 5251733"/>
                  <a:gd name="connsiteX54" fmla="*/ 1525098 w 4401697"/>
                  <a:gd name="connsiteY54" fmla="*/ 143824 h 5251733"/>
                  <a:gd name="connsiteX55" fmla="*/ 1398007 w 4401697"/>
                  <a:gd name="connsiteY55" fmla="*/ 155388 h 5251733"/>
                  <a:gd name="connsiteX56" fmla="*/ 482948 w 4401697"/>
                  <a:gd name="connsiteY56" fmla="*/ 285261 h 5251733"/>
                  <a:gd name="connsiteX57" fmla="*/ 191146 w 4401697"/>
                  <a:gd name="connsiteY57" fmla="*/ 397851 h 5251733"/>
                  <a:gd name="connsiteX58" fmla="*/ 135225 w 4401697"/>
                  <a:gd name="connsiteY58" fmla="*/ 511839 h 5251733"/>
                  <a:gd name="connsiteX59" fmla="*/ 368565 w 4401697"/>
                  <a:gd name="connsiteY59" fmla="*/ 644761 h 5251733"/>
                  <a:gd name="connsiteX60" fmla="*/ 1092987 w 4401697"/>
                  <a:gd name="connsiteY60" fmla="*/ 779844 h 5251733"/>
                  <a:gd name="connsiteX61" fmla="*/ 1919082 w 4401697"/>
                  <a:gd name="connsiteY61" fmla="*/ 830040 h 5251733"/>
                  <a:gd name="connsiteX62" fmla="*/ 2135137 w 4401697"/>
                  <a:gd name="connsiteY62" fmla="*/ 842239 h 5251733"/>
                  <a:gd name="connsiteX63" fmla="*/ 2325775 w 4401697"/>
                  <a:gd name="connsiteY63" fmla="*/ 842239 h 5251733"/>
                  <a:gd name="connsiteX64" fmla="*/ 2478284 w 4401697"/>
                  <a:gd name="connsiteY64" fmla="*/ 830040 h 5251733"/>
                  <a:gd name="connsiteX65" fmla="*/ 3418761 w 4401697"/>
                  <a:gd name="connsiteY65" fmla="*/ 770059 h 5251733"/>
                  <a:gd name="connsiteX66" fmla="*/ 3977964 w 4401697"/>
                  <a:gd name="connsiteY66" fmla="*/ 666365 h 5251733"/>
                  <a:gd name="connsiteX67" fmla="*/ 4242950 w 4401697"/>
                  <a:gd name="connsiteY67" fmla="*/ 556951 h 5251733"/>
                  <a:gd name="connsiteX68" fmla="*/ 4206475 w 4401697"/>
                  <a:gd name="connsiteY68" fmla="*/ 397597 h 5251733"/>
                  <a:gd name="connsiteX69" fmla="*/ 3825454 w 4401697"/>
                  <a:gd name="connsiteY69" fmla="*/ 266454 h 5251733"/>
                  <a:gd name="connsiteX70" fmla="*/ 2363902 w 4401697"/>
                  <a:gd name="connsiteY70" fmla="*/ 131117 h 5251733"/>
                  <a:gd name="connsiteX71" fmla="*/ 2211392 w 4401697"/>
                  <a:gd name="connsiteY71" fmla="*/ 123111 h 5251733"/>
                  <a:gd name="connsiteX72" fmla="*/ 381275 w 4401697"/>
                  <a:gd name="connsiteY72" fmla="*/ 525055 h 5251733"/>
                  <a:gd name="connsiteX73" fmla="*/ 559203 w 4401697"/>
                  <a:gd name="connsiteY73" fmla="*/ 459992 h 5251733"/>
                  <a:gd name="connsiteX74" fmla="*/ 978605 w 4401697"/>
                  <a:gd name="connsiteY74" fmla="*/ 365446 h 5251733"/>
                  <a:gd name="connsiteX75" fmla="*/ 2465575 w 4401697"/>
                  <a:gd name="connsiteY75" fmla="*/ 283609 h 5251733"/>
                  <a:gd name="connsiteX76" fmla="*/ 2656212 w 4401697"/>
                  <a:gd name="connsiteY76" fmla="*/ 296317 h 5251733"/>
                  <a:gd name="connsiteX77" fmla="*/ 3545853 w 4401697"/>
                  <a:gd name="connsiteY77" fmla="*/ 392895 h 5251733"/>
                  <a:gd name="connsiteX78" fmla="*/ 4016091 w 4401697"/>
                  <a:gd name="connsiteY78" fmla="*/ 537763 h 5251733"/>
                  <a:gd name="connsiteX79" fmla="*/ 3990673 w 4401697"/>
                  <a:gd name="connsiteY79" fmla="*/ 614009 h 5251733"/>
                  <a:gd name="connsiteX80" fmla="*/ 3698363 w 4401697"/>
                  <a:gd name="connsiteY80" fmla="*/ 523530 h 5251733"/>
                  <a:gd name="connsiteX81" fmla="*/ 3151869 w 4401697"/>
                  <a:gd name="connsiteY81" fmla="*/ 426952 h 5251733"/>
                  <a:gd name="connsiteX82" fmla="*/ 2465575 w 4401697"/>
                  <a:gd name="connsiteY82" fmla="*/ 385270 h 5251733"/>
                  <a:gd name="connsiteX83" fmla="*/ 2313065 w 4401697"/>
                  <a:gd name="connsiteY83" fmla="*/ 373198 h 5251733"/>
                  <a:gd name="connsiteX84" fmla="*/ 2097010 w 4401697"/>
                  <a:gd name="connsiteY84" fmla="*/ 373198 h 5251733"/>
                  <a:gd name="connsiteX85" fmla="*/ 1957209 w 4401697"/>
                  <a:gd name="connsiteY85" fmla="*/ 385016 h 5251733"/>
                  <a:gd name="connsiteX86" fmla="*/ 1753863 w 4401697"/>
                  <a:gd name="connsiteY86" fmla="*/ 385016 h 5251733"/>
                  <a:gd name="connsiteX87" fmla="*/ 1626771 w 4401697"/>
                  <a:gd name="connsiteY87" fmla="*/ 396834 h 5251733"/>
                  <a:gd name="connsiteX88" fmla="*/ 775258 w 4401697"/>
                  <a:gd name="connsiteY88" fmla="*/ 502308 h 5251733"/>
                  <a:gd name="connsiteX89" fmla="*/ 419402 w 4401697"/>
                  <a:gd name="connsiteY89" fmla="*/ 614009 h 5251733"/>
                  <a:gd name="connsiteX90" fmla="*/ 381275 w 4401697"/>
                  <a:gd name="connsiteY90" fmla="*/ 525055 h 5251733"/>
                  <a:gd name="connsiteX91" fmla="*/ 4270275 w 4401697"/>
                  <a:gd name="connsiteY91" fmla="*/ 652132 h 5251733"/>
                  <a:gd name="connsiteX92" fmla="*/ 4079637 w 4401697"/>
                  <a:gd name="connsiteY92" fmla="*/ 731555 h 5251733"/>
                  <a:gd name="connsiteX93" fmla="*/ 3024778 w 4401697"/>
                  <a:gd name="connsiteY93" fmla="*/ 906286 h 5251733"/>
                  <a:gd name="connsiteX94" fmla="*/ 2910395 w 4401697"/>
                  <a:gd name="connsiteY94" fmla="*/ 906286 h 5251733"/>
                  <a:gd name="connsiteX95" fmla="*/ 2732467 w 4401697"/>
                  <a:gd name="connsiteY95" fmla="*/ 918993 h 5251733"/>
                  <a:gd name="connsiteX96" fmla="*/ 2541830 w 4401697"/>
                  <a:gd name="connsiteY96" fmla="*/ 931701 h 5251733"/>
                  <a:gd name="connsiteX97" fmla="*/ 813386 w 4401697"/>
                  <a:gd name="connsiteY97" fmla="*/ 837283 h 5251733"/>
                  <a:gd name="connsiteX98" fmla="*/ 343147 w 4401697"/>
                  <a:gd name="connsiteY98" fmla="*/ 731936 h 5251733"/>
                  <a:gd name="connsiteX99" fmla="*/ 127092 w 4401697"/>
                  <a:gd name="connsiteY99" fmla="*/ 652132 h 5251733"/>
                  <a:gd name="connsiteX100" fmla="*/ 152510 w 4401697"/>
                  <a:gd name="connsiteY100" fmla="*/ 1414593 h 5251733"/>
                  <a:gd name="connsiteX101" fmla="*/ 165219 w 4401697"/>
                  <a:gd name="connsiteY101" fmla="*/ 1592501 h 5251733"/>
                  <a:gd name="connsiteX102" fmla="*/ 177928 w 4401697"/>
                  <a:gd name="connsiteY102" fmla="*/ 1973731 h 5251733"/>
                  <a:gd name="connsiteX103" fmla="*/ 190637 w 4401697"/>
                  <a:gd name="connsiteY103" fmla="*/ 2164347 h 5251733"/>
                  <a:gd name="connsiteX104" fmla="*/ 203346 w 4401697"/>
                  <a:gd name="connsiteY104" fmla="*/ 2443916 h 5251733"/>
                  <a:gd name="connsiteX105" fmla="*/ 216056 w 4401697"/>
                  <a:gd name="connsiteY105" fmla="*/ 2723485 h 5251733"/>
                  <a:gd name="connsiteX106" fmla="*/ 228765 w 4401697"/>
                  <a:gd name="connsiteY106" fmla="*/ 3092008 h 5251733"/>
                  <a:gd name="connsiteX107" fmla="*/ 240965 w 4401697"/>
                  <a:gd name="connsiteY107" fmla="*/ 3219085 h 5251733"/>
                  <a:gd name="connsiteX108" fmla="*/ 240965 w 4401697"/>
                  <a:gd name="connsiteY108" fmla="*/ 3371577 h 5251733"/>
                  <a:gd name="connsiteX109" fmla="*/ 254183 w 4401697"/>
                  <a:gd name="connsiteY109" fmla="*/ 3536777 h 5251733"/>
                  <a:gd name="connsiteX110" fmla="*/ 266892 w 4401697"/>
                  <a:gd name="connsiteY110" fmla="*/ 3905300 h 5251733"/>
                  <a:gd name="connsiteX111" fmla="*/ 279601 w 4401697"/>
                  <a:gd name="connsiteY111" fmla="*/ 4095915 h 5251733"/>
                  <a:gd name="connsiteX112" fmla="*/ 362592 w 4401697"/>
                  <a:gd name="connsiteY112" fmla="*/ 4502562 h 5251733"/>
                  <a:gd name="connsiteX113" fmla="*/ 610039 w 4401697"/>
                  <a:gd name="connsiteY113" fmla="*/ 4740449 h 5251733"/>
                  <a:gd name="connsiteX114" fmla="*/ 1486971 w 4401697"/>
                  <a:gd name="connsiteY114" fmla="*/ 5062716 h 5251733"/>
                  <a:gd name="connsiteX115" fmla="*/ 1804699 w 4401697"/>
                  <a:gd name="connsiteY115" fmla="*/ 5112022 h 5251733"/>
                  <a:gd name="connsiteX116" fmla="*/ 1931791 w 4401697"/>
                  <a:gd name="connsiteY116" fmla="*/ 5112022 h 5251733"/>
                  <a:gd name="connsiteX117" fmla="*/ 2071591 w 4401697"/>
                  <a:gd name="connsiteY117" fmla="*/ 5125238 h 5251733"/>
                  <a:gd name="connsiteX118" fmla="*/ 3139160 w 4401697"/>
                  <a:gd name="connsiteY118" fmla="*/ 5015571 h 5251733"/>
                  <a:gd name="connsiteX119" fmla="*/ 3418761 w 4401697"/>
                  <a:gd name="connsiteY119" fmla="*/ 4932081 h 5251733"/>
                  <a:gd name="connsiteX120" fmla="*/ 4016219 w 4401697"/>
                  <a:gd name="connsiteY120" fmla="*/ 4527977 h 5251733"/>
                  <a:gd name="connsiteX121" fmla="*/ 4085611 w 4401697"/>
                  <a:gd name="connsiteY121" fmla="*/ 4362777 h 5251733"/>
                  <a:gd name="connsiteX122" fmla="*/ 4117765 w 4401697"/>
                  <a:gd name="connsiteY122" fmla="*/ 3816346 h 5251733"/>
                  <a:gd name="connsiteX123" fmla="*/ 4130474 w 4401697"/>
                  <a:gd name="connsiteY123" fmla="*/ 3625731 h 5251733"/>
                  <a:gd name="connsiteX124" fmla="*/ 4143183 w 4401697"/>
                  <a:gd name="connsiteY124" fmla="*/ 3396993 h 5251733"/>
                  <a:gd name="connsiteX125" fmla="*/ 4155892 w 4401697"/>
                  <a:gd name="connsiteY125" fmla="*/ 3053885 h 5251733"/>
                  <a:gd name="connsiteX126" fmla="*/ 4168601 w 4401697"/>
                  <a:gd name="connsiteY126" fmla="*/ 2888685 h 5251733"/>
                  <a:gd name="connsiteX127" fmla="*/ 4181310 w 4401697"/>
                  <a:gd name="connsiteY127" fmla="*/ 2545577 h 5251733"/>
                  <a:gd name="connsiteX128" fmla="*/ 4193511 w 4401697"/>
                  <a:gd name="connsiteY128" fmla="*/ 2418501 h 5251733"/>
                  <a:gd name="connsiteX129" fmla="*/ 4193511 w 4401697"/>
                  <a:gd name="connsiteY129" fmla="*/ 2304131 h 5251733"/>
                  <a:gd name="connsiteX130" fmla="*/ 4206729 w 4401697"/>
                  <a:gd name="connsiteY130" fmla="*/ 2062685 h 5251733"/>
                  <a:gd name="connsiteX131" fmla="*/ 4219438 w 4401697"/>
                  <a:gd name="connsiteY131" fmla="*/ 1859362 h 5251733"/>
                  <a:gd name="connsiteX132" fmla="*/ 4232147 w 4401697"/>
                  <a:gd name="connsiteY132" fmla="*/ 1630624 h 5251733"/>
                  <a:gd name="connsiteX133" fmla="*/ 4244856 w 4401697"/>
                  <a:gd name="connsiteY133" fmla="*/ 1287516 h 5251733"/>
                  <a:gd name="connsiteX134" fmla="*/ 4257565 w 4401697"/>
                  <a:gd name="connsiteY134" fmla="*/ 1109609 h 5251733"/>
                  <a:gd name="connsiteX135" fmla="*/ 4270275 w 4401697"/>
                  <a:gd name="connsiteY135" fmla="*/ 652132 h 525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4401697" h="5251733">
                    <a:moveTo>
                      <a:pt x="1842827" y="9377"/>
                    </a:moveTo>
                    <a:cubicBezTo>
                      <a:pt x="2038548" y="-14386"/>
                      <a:pt x="2511964" y="14206"/>
                      <a:pt x="2732467" y="16748"/>
                    </a:cubicBezTo>
                    <a:cubicBezTo>
                      <a:pt x="2732467" y="16748"/>
                      <a:pt x="2872268" y="28947"/>
                      <a:pt x="2872268" y="28947"/>
                    </a:cubicBezTo>
                    <a:cubicBezTo>
                      <a:pt x="3165976" y="41782"/>
                      <a:pt x="3460066" y="72788"/>
                      <a:pt x="3749199" y="128575"/>
                    </a:cubicBezTo>
                    <a:cubicBezTo>
                      <a:pt x="3918612" y="161234"/>
                      <a:pt x="4034393" y="189572"/>
                      <a:pt x="4194020" y="258194"/>
                    </a:cubicBezTo>
                    <a:cubicBezTo>
                      <a:pt x="4259726" y="286532"/>
                      <a:pt x="4344115" y="332025"/>
                      <a:pt x="4377413" y="398486"/>
                    </a:cubicBezTo>
                    <a:cubicBezTo>
                      <a:pt x="4415413" y="474351"/>
                      <a:pt x="4397493" y="604097"/>
                      <a:pt x="4397366" y="690255"/>
                    </a:cubicBezTo>
                    <a:cubicBezTo>
                      <a:pt x="4397366" y="690255"/>
                      <a:pt x="4384657" y="880870"/>
                      <a:pt x="4384657" y="880870"/>
                    </a:cubicBezTo>
                    <a:cubicBezTo>
                      <a:pt x="4384657" y="880870"/>
                      <a:pt x="4371948" y="1223978"/>
                      <a:pt x="4371948" y="1223978"/>
                    </a:cubicBezTo>
                    <a:cubicBezTo>
                      <a:pt x="4371948" y="1223978"/>
                      <a:pt x="4359239" y="1414593"/>
                      <a:pt x="4359239" y="1414593"/>
                    </a:cubicBezTo>
                    <a:cubicBezTo>
                      <a:pt x="4359239" y="1414593"/>
                      <a:pt x="4346530" y="1643332"/>
                      <a:pt x="4346530" y="1643332"/>
                    </a:cubicBezTo>
                    <a:cubicBezTo>
                      <a:pt x="4346530" y="1643332"/>
                      <a:pt x="4333820" y="1973731"/>
                      <a:pt x="4333820" y="1973731"/>
                    </a:cubicBezTo>
                    <a:cubicBezTo>
                      <a:pt x="4333820" y="1973731"/>
                      <a:pt x="4321111" y="2138931"/>
                      <a:pt x="4321111" y="2138931"/>
                    </a:cubicBezTo>
                    <a:cubicBezTo>
                      <a:pt x="4321111" y="2138931"/>
                      <a:pt x="4308402" y="2482039"/>
                      <a:pt x="4308402" y="2482039"/>
                    </a:cubicBezTo>
                    <a:cubicBezTo>
                      <a:pt x="4308402" y="2482039"/>
                      <a:pt x="4295693" y="2647239"/>
                      <a:pt x="4295693" y="2647239"/>
                    </a:cubicBezTo>
                    <a:cubicBezTo>
                      <a:pt x="4295693" y="2647239"/>
                      <a:pt x="4282984" y="2977639"/>
                      <a:pt x="4282984" y="2977639"/>
                    </a:cubicBezTo>
                    <a:cubicBezTo>
                      <a:pt x="4282984" y="2977639"/>
                      <a:pt x="4270275" y="3180962"/>
                      <a:pt x="4270275" y="3180962"/>
                    </a:cubicBezTo>
                    <a:cubicBezTo>
                      <a:pt x="4270275" y="3180962"/>
                      <a:pt x="4257565" y="3409700"/>
                      <a:pt x="4257565" y="3409700"/>
                    </a:cubicBezTo>
                    <a:cubicBezTo>
                      <a:pt x="4257565" y="3409700"/>
                      <a:pt x="4244856" y="3740100"/>
                      <a:pt x="4244856" y="3740100"/>
                    </a:cubicBezTo>
                    <a:cubicBezTo>
                      <a:pt x="4244856" y="3740100"/>
                      <a:pt x="4232656" y="3867177"/>
                      <a:pt x="4232656" y="3867177"/>
                    </a:cubicBezTo>
                    <a:cubicBezTo>
                      <a:pt x="4232656" y="3867177"/>
                      <a:pt x="4232656" y="3994254"/>
                      <a:pt x="4232656" y="3994254"/>
                    </a:cubicBezTo>
                    <a:cubicBezTo>
                      <a:pt x="4232656" y="3994254"/>
                      <a:pt x="4219438" y="4159454"/>
                      <a:pt x="4219438" y="4159454"/>
                    </a:cubicBezTo>
                    <a:cubicBezTo>
                      <a:pt x="4217532" y="4326687"/>
                      <a:pt x="4211050" y="4428349"/>
                      <a:pt x="4123738" y="4578808"/>
                    </a:cubicBezTo>
                    <a:cubicBezTo>
                      <a:pt x="4048500" y="4708553"/>
                      <a:pt x="3924331" y="4799032"/>
                      <a:pt x="3800036" y="4876422"/>
                    </a:cubicBezTo>
                    <a:cubicBezTo>
                      <a:pt x="3516368" y="5053059"/>
                      <a:pt x="3188217" y="5145443"/>
                      <a:pt x="2859559" y="5194114"/>
                    </a:cubicBezTo>
                    <a:cubicBezTo>
                      <a:pt x="2859559" y="5194114"/>
                      <a:pt x="2452866" y="5240116"/>
                      <a:pt x="2452866" y="5240116"/>
                    </a:cubicBezTo>
                    <a:cubicBezTo>
                      <a:pt x="2452866" y="5240116"/>
                      <a:pt x="2274938" y="5240116"/>
                      <a:pt x="2274938" y="5240116"/>
                    </a:cubicBezTo>
                    <a:cubicBezTo>
                      <a:pt x="2225754" y="5244055"/>
                      <a:pt x="2202369" y="5254221"/>
                      <a:pt x="2147846" y="5251171"/>
                    </a:cubicBezTo>
                    <a:cubicBezTo>
                      <a:pt x="2147846" y="5251171"/>
                      <a:pt x="2058882" y="5240751"/>
                      <a:pt x="2058882" y="5240751"/>
                    </a:cubicBezTo>
                    <a:cubicBezTo>
                      <a:pt x="2058882" y="5240751"/>
                      <a:pt x="1741154" y="5224739"/>
                      <a:pt x="1741154" y="5224739"/>
                    </a:cubicBezTo>
                    <a:cubicBezTo>
                      <a:pt x="1531707" y="5204534"/>
                      <a:pt x="1162887" y="5126255"/>
                      <a:pt x="965895" y="5054838"/>
                    </a:cubicBezTo>
                    <a:cubicBezTo>
                      <a:pt x="965895" y="5054838"/>
                      <a:pt x="762549" y="4965376"/>
                      <a:pt x="762549" y="4965376"/>
                    </a:cubicBezTo>
                    <a:cubicBezTo>
                      <a:pt x="591230" y="4890908"/>
                      <a:pt x="352806" y="4727869"/>
                      <a:pt x="256979" y="4566100"/>
                    </a:cubicBezTo>
                    <a:cubicBezTo>
                      <a:pt x="236263" y="4531027"/>
                      <a:pt x="172463" y="4351849"/>
                      <a:pt x="166363" y="4311946"/>
                    </a:cubicBezTo>
                    <a:cubicBezTo>
                      <a:pt x="166363" y="4311946"/>
                      <a:pt x="166363" y="4184869"/>
                      <a:pt x="166363" y="4184869"/>
                    </a:cubicBezTo>
                    <a:cubicBezTo>
                      <a:pt x="166363" y="4184869"/>
                      <a:pt x="152510" y="3994254"/>
                      <a:pt x="152510" y="3994254"/>
                    </a:cubicBezTo>
                    <a:cubicBezTo>
                      <a:pt x="152510" y="3994254"/>
                      <a:pt x="139801" y="3727392"/>
                      <a:pt x="139801" y="3727392"/>
                    </a:cubicBezTo>
                    <a:cubicBezTo>
                      <a:pt x="139801" y="3727392"/>
                      <a:pt x="127092" y="3358869"/>
                      <a:pt x="127092" y="3358869"/>
                    </a:cubicBezTo>
                    <a:cubicBezTo>
                      <a:pt x="127092" y="3358869"/>
                      <a:pt x="114382" y="3180962"/>
                      <a:pt x="114382" y="3180962"/>
                    </a:cubicBezTo>
                    <a:cubicBezTo>
                      <a:pt x="114382" y="3180962"/>
                      <a:pt x="101673" y="2799731"/>
                      <a:pt x="101673" y="2799731"/>
                    </a:cubicBezTo>
                    <a:cubicBezTo>
                      <a:pt x="101673" y="2799731"/>
                      <a:pt x="88964" y="2621824"/>
                      <a:pt x="88964" y="2621824"/>
                    </a:cubicBezTo>
                    <a:cubicBezTo>
                      <a:pt x="88964" y="2621824"/>
                      <a:pt x="76255" y="2240593"/>
                      <a:pt x="76255" y="2240593"/>
                    </a:cubicBezTo>
                    <a:cubicBezTo>
                      <a:pt x="76255" y="2240593"/>
                      <a:pt x="63546" y="2049978"/>
                      <a:pt x="63546" y="2049978"/>
                    </a:cubicBezTo>
                    <a:cubicBezTo>
                      <a:pt x="63546" y="2049978"/>
                      <a:pt x="50837" y="1770408"/>
                      <a:pt x="50837" y="1770408"/>
                    </a:cubicBezTo>
                    <a:cubicBezTo>
                      <a:pt x="50837" y="1770408"/>
                      <a:pt x="25418" y="1147732"/>
                      <a:pt x="25418" y="1147732"/>
                    </a:cubicBezTo>
                    <a:cubicBezTo>
                      <a:pt x="25418" y="1147732"/>
                      <a:pt x="12709" y="969824"/>
                      <a:pt x="12709" y="969824"/>
                    </a:cubicBezTo>
                    <a:cubicBezTo>
                      <a:pt x="12709" y="969824"/>
                      <a:pt x="0" y="563178"/>
                      <a:pt x="0" y="563178"/>
                    </a:cubicBezTo>
                    <a:cubicBezTo>
                      <a:pt x="127" y="498496"/>
                      <a:pt x="3431" y="430383"/>
                      <a:pt x="39144" y="373706"/>
                    </a:cubicBezTo>
                    <a:cubicBezTo>
                      <a:pt x="101165" y="275476"/>
                      <a:pt x="333234" y="198849"/>
                      <a:pt x="444820" y="170892"/>
                    </a:cubicBezTo>
                    <a:cubicBezTo>
                      <a:pt x="758990" y="91977"/>
                      <a:pt x="1088285" y="52583"/>
                      <a:pt x="1410716" y="30599"/>
                    </a:cubicBezTo>
                    <a:cubicBezTo>
                      <a:pt x="1410716" y="30599"/>
                      <a:pt x="1639480" y="16748"/>
                      <a:pt x="1639480" y="16748"/>
                    </a:cubicBezTo>
                    <a:cubicBezTo>
                      <a:pt x="1708999" y="16493"/>
                      <a:pt x="1773689" y="19289"/>
                      <a:pt x="1842827" y="9377"/>
                    </a:cubicBezTo>
                    <a:close/>
                    <a:moveTo>
                      <a:pt x="2211392" y="123111"/>
                    </a:moveTo>
                    <a:cubicBezTo>
                      <a:pt x="2211392" y="123111"/>
                      <a:pt x="1766572" y="131117"/>
                      <a:pt x="1766572" y="131117"/>
                    </a:cubicBezTo>
                    <a:cubicBezTo>
                      <a:pt x="1766572" y="131117"/>
                      <a:pt x="1525098" y="143824"/>
                      <a:pt x="1525098" y="143824"/>
                    </a:cubicBezTo>
                    <a:cubicBezTo>
                      <a:pt x="1525098" y="143824"/>
                      <a:pt x="1398007" y="155388"/>
                      <a:pt x="1398007" y="155388"/>
                    </a:cubicBezTo>
                    <a:cubicBezTo>
                      <a:pt x="1089556" y="176610"/>
                      <a:pt x="783773" y="209650"/>
                      <a:pt x="482948" y="285261"/>
                    </a:cubicBezTo>
                    <a:cubicBezTo>
                      <a:pt x="408726" y="303814"/>
                      <a:pt x="250116" y="354645"/>
                      <a:pt x="191146" y="397851"/>
                    </a:cubicBezTo>
                    <a:cubicBezTo>
                      <a:pt x="155560" y="423902"/>
                      <a:pt x="119720" y="464058"/>
                      <a:pt x="135225" y="511839"/>
                    </a:cubicBezTo>
                    <a:cubicBezTo>
                      <a:pt x="156831" y="578427"/>
                      <a:pt x="305655" y="626717"/>
                      <a:pt x="368565" y="644761"/>
                    </a:cubicBezTo>
                    <a:cubicBezTo>
                      <a:pt x="615631" y="715543"/>
                      <a:pt x="838296" y="751379"/>
                      <a:pt x="1092987" y="779844"/>
                    </a:cubicBezTo>
                    <a:cubicBezTo>
                      <a:pt x="1368394" y="810597"/>
                      <a:pt x="1641768" y="829658"/>
                      <a:pt x="1919082" y="830040"/>
                    </a:cubicBezTo>
                    <a:cubicBezTo>
                      <a:pt x="1919082" y="830040"/>
                      <a:pt x="2135137" y="842239"/>
                      <a:pt x="2135137" y="842239"/>
                    </a:cubicBezTo>
                    <a:cubicBezTo>
                      <a:pt x="2135137" y="842239"/>
                      <a:pt x="2325775" y="842239"/>
                      <a:pt x="2325775" y="842239"/>
                    </a:cubicBezTo>
                    <a:cubicBezTo>
                      <a:pt x="2325775" y="842239"/>
                      <a:pt x="2478284" y="830040"/>
                      <a:pt x="2478284" y="830040"/>
                    </a:cubicBezTo>
                    <a:cubicBezTo>
                      <a:pt x="2793853" y="829531"/>
                      <a:pt x="3105481" y="808691"/>
                      <a:pt x="3418761" y="770059"/>
                    </a:cubicBezTo>
                    <a:cubicBezTo>
                      <a:pt x="3607746" y="746804"/>
                      <a:pt x="3793681" y="715035"/>
                      <a:pt x="3977964" y="666365"/>
                    </a:cubicBezTo>
                    <a:cubicBezTo>
                      <a:pt x="4047356" y="648065"/>
                      <a:pt x="4190715" y="602191"/>
                      <a:pt x="4242950" y="556951"/>
                    </a:cubicBezTo>
                    <a:cubicBezTo>
                      <a:pt x="4309165" y="499386"/>
                      <a:pt x="4265572" y="436737"/>
                      <a:pt x="4206475" y="397597"/>
                    </a:cubicBezTo>
                    <a:cubicBezTo>
                      <a:pt x="4118654" y="339142"/>
                      <a:pt x="3931067" y="290725"/>
                      <a:pt x="3825454" y="266454"/>
                    </a:cubicBezTo>
                    <a:cubicBezTo>
                      <a:pt x="3368687" y="161742"/>
                      <a:pt x="2832107" y="131879"/>
                      <a:pt x="2363902" y="131117"/>
                    </a:cubicBezTo>
                    <a:cubicBezTo>
                      <a:pt x="2363902" y="131117"/>
                      <a:pt x="2211392" y="123111"/>
                      <a:pt x="2211392" y="123111"/>
                    </a:cubicBezTo>
                    <a:close/>
                    <a:moveTo>
                      <a:pt x="381275" y="525055"/>
                    </a:moveTo>
                    <a:cubicBezTo>
                      <a:pt x="381275" y="525055"/>
                      <a:pt x="559203" y="459992"/>
                      <a:pt x="559203" y="459992"/>
                    </a:cubicBezTo>
                    <a:cubicBezTo>
                      <a:pt x="695445" y="418183"/>
                      <a:pt x="837914" y="388066"/>
                      <a:pt x="978605" y="365446"/>
                    </a:cubicBezTo>
                    <a:cubicBezTo>
                      <a:pt x="1470957" y="286278"/>
                      <a:pt x="1968139" y="282847"/>
                      <a:pt x="2465575" y="283609"/>
                    </a:cubicBezTo>
                    <a:cubicBezTo>
                      <a:pt x="2465575" y="283609"/>
                      <a:pt x="2656212" y="296317"/>
                      <a:pt x="2656212" y="296317"/>
                    </a:cubicBezTo>
                    <a:cubicBezTo>
                      <a:pt x="2908743" y="299239"/>
                      <a:pt x="3297135" y="343208"/>
                      <a:pt x="3545853" y="392895"/>
                    </a:cubicBezTo>
                    <a:cubicBezTo>
                      <a:pt x="3705988" y="424918"/>
                      <a:pt x="3872605" y="456434"/>
                      <a:pt x="4016091" y="537763"/>
                    </a:cubicBezTo>
                    <a:cubicBezTo>
                      <a:pt x="4016091" y="537763"/>
                      <a:pt x="3990673" y="614009"/>
                      <a:pt x="3990673" y="614009"/>
                    </a:cubicBezTo>
                    <a:cubicBezTo>
                      <a:pt x="3990673" y="614009"/>
                      <a:pt x="3698363" y="523530"/>
                      <a:pt x="3698363" y="523530"/>
                    </a:cubicBezTo>
                    <a:cubicBezTo>
                      <a:pt x="3520689" y="476766"/>
                      <a:pt x="3334118" y="448936"/>
                      <a:pt x="3151869" y="426952"/>
                    </a:cubicBezTo>
                    <a:cubicBezTo>
                      <a:pt x="2925646" y="399757"/>
                      <a:pt x="2693323" y="385652"/>
                      <a:pt x="2465575" y="385270"/>
                    </a:cubicBezTo>
                    <a:cubicBezTo>
                      <a:pt x="2465575" y="385270"/>
                      <a:pt x="2313065" y="373198"/>
                      <a:pt x="2313065" y="373198"/>
                    </a:cubicBezTo>
                    <a:cubicBezTo>
                      <a:pt x="2313065" y="373198"/>
                      <a:pt x="2097010" y="373198"/>
                      <a:pt x="2097010" y="373198"/>
                    </a:cubicBezTo>
                    <a:cubicBezTo>
                      <a:pt x="2097010" y="373198"/>
                      <a:pt x="1957209" y="385016"/>
                      <a:pt x="1957209" y="385016"/>
                    </a:cubicBezTo>
                    <a:cubicBezTo>
                      <a:pt x="1957209" y="385016"/>
                      <a:pt x="1753863" y="385016"/>
                      <a:pt x="1753863" y="385016"/>
                    </a:cubicBezTo>
                    <a:cubicBezTo>
                      <a:pt x="1753863" y="385016"/>
                      <a:pt x="1626771" y="396834"/>
                      <a:pt x="1626771" y="396834"/>
                    </a:cubicBezTo>
                    <a:cubicBezTo>
                      <a:pt x="1339290" y="416531"/>
                      <a:pt x="1058164" y="441693"/>
                      <a:pt x="775258" y="502308"/>
                    </a:cubicBezTo>
                    <a:cubicBezTo>
                      <a:pt x="775258" y="502308"/>
                      <a:pt x="419402" y="614009"/>
                      <a:pt x="419402" y="614009"/>
                    </a:cubicBezTo>
                    <a:cubicBezTo>
                      <a:pt x="419402" y="614009"/>
                      <a:pt x="381275" y="525055"/>
                      <a:pt x="381275" y="525055"/>
                    </a:cubicBezTo>
                    <a:close/>
                    <a:moveTo>
                      <a:pt x="4270275" y="652132"/>
                    </a:moveTo>
                    <a:cubicBezTo>
                      <a:pt x="4270275" y="652132"/>
                      <a:pt x="4079637" y="731555"/>
                      <a:pt x="4079637" y="731555"/>
                    </a:cubicBezTo>
                    <a:cubicBezTo>
                      <a:pt x="3799401" y="823432"/>
                      <a:pt x="3323316" y="884810"/>
                      <a:pt x="3024778" y="906286"/>
                    </a:cubicBezTo>
                    <a:cubicBezTo>
                      <a:pt x="3024778" y="906286"/>
                      <a:pt x="2910395" y="906286"/>
                      <a:pt x="2910395" y="906286"/>
                    </a:cubicBezTo>
                    <a:cubicBezTo>
                      <a:pt x="2910395" y="906286"/>
                      <a:pt x="2732467" y="918993"/>
                      <a:pt x="2732467" y="918993"/>
                    </a:cubicBezTo>
                    <a:cubicBezTo>
                      <a:pt x="2732467" y="918993"/>
                      <a:pt x="2541830" y="931701"/>
                      <a:pt x="2541830" y="931701"/>
                    </a:cubicBezTo>
                    <a:cubicBezTo>
                      <a:pt x="1987838" y="932591"/>
                      <a:pt x="1358354" y="928651"/>
                      <a:pt x="813386" y="837283"/>
                    </a:cubicBezTo>
                    <a:cubicBezTo>
                      <a:pt x="654648" y="810597"/>
                      <a:pt x="497182" y="778828"/>
                      <a:pt x="343147" y="731936"/>
                    </a:cubicBezTo>
                    <a:cubicBezTo>
                      <a:pt x="343147" y="731936"/>
                      <a:pt x="127092" y="652132"/>
                      <a:pt x="127092" y="652132"/>
                    </a:cubicBezTo>
                    <a:cubicBezTo>
                      <a:pt x="127092" y="652132"/>
                      <a:pt x="152510" y="1414593"/>
                      <a:pt x="152510" y="1414593"/>
                    </a:cubicBezTo>
                    <a:cubicBezTo>
                      <a:pt x="152510" y="1414593"/>
                      <a:pt x="165219" y="1592501"/>
                      <a:pt x="165219" y="1592501"/>
                    </a:cubicBezTo>
                    <a:cubicBezTo>
                      <a:pt x="165219" y="1592501"/>
                      <a:pt x="177928" y="1973731"/>
                      <a:pt x="177928" y="1973731"/>
                    </a:cubicBezTo>
                    <a:cubicBezTo>
                      <a:pt x="177928" y="1973731"/>
                      <a:pt x="190637" y="2164347"/>
                      <a:pt x="190637" y="2164347"/>
                    </a:cubicBezTo>
                    <a:cubicBezTo>
                      <a:pt x="190637" y="2164347"/>
                      <a:pt x="203346" y="2443916"/>
                      <a:pt x="203346" y="2443916"/>
                    </a:cubicBezTo>
                    <a:cubicBezTo>
                      <a:pt x="203346" y="2443916"/>
                      <a:pt x="216056" y="2723485"/>
                      <a:pt x="216056" y="2723485"/>
                    </a:cubicBezTo>
                    <a:cubicBezTo>
                      <a:pt x="216056" y="2723485"/>
                      <a:pt x="228765" y="3092008"/>
                      <a:pt x="228765" y="3092008"/>
                    </a:cubicBezTo>
                    <a:cubicBezTo>
                      <a:pt x="228765" y="3092008"/>
                      <a:pt x="240965" y="3219085"/>
                      <a:pt x="240965" y="3219085"/>
                    </a:cubicBezTo>
                    <a:cubicBezTo>
                      <a:pt x="240965" y="3219085"/>
                      <a:pt x="240965" y="3371577"/>
                      <a:pt x="240965" y="3371577"/>
                    </a:cubicBezTo>
                    <a:cubicBezTo>
                      <a:pt x="240965" y="3371577"/>
                      <a:pt x="254183" y="3536777"/>
                      <a:pt x="254183" y="3536777"/>
                    </a:cubicBezTo>
                    <a:cubicBezTo>
                      <a:pt x="254183" y="3536777"/>
                      <a:pt x="266892" y="3905300"/>
                      <a:pt x="266892" y="3905300"/>
                    </a:cubicBezTo>
                    <a:cubicBezTo>
                      <a:pt x="266892" y="3905300"/>
                      <a:pt x="279601" y="4095915"/>
                      <a:pt x="279601" y="4095915"/>
                    </a:cubicBezTo>
                    <a:cubicBezTo>
                      <a:pt x="280364" y="4247773"/>
                      <a:pt x="282906" y="4364683"/>
                      <a:pt x="362592" y="4502562"/>
                    </a:cubicBezTo>
                    <a:cubicBezTo>
                      <a:pt x="427282" y="4614516"/>
                      <a:pt x="508620" y="4669541"/>
                      <a:pt x="610039" y="4740449"/>
                    </a:cubicBezTo>
                    <a:cubicBezTo>
                      <a:pt x="861807" y="4916324"/>
                      <a:pt x="1185764" y="5012902"/>
                      <a:pt x="1486971" y="5062716"/>
                    </a:cubicBezTo>
                    <a:cubicBezTo>
                      <a:pt x="1486971" y="5062716"/>
                      <a:pt x="1804699" y="5112022"/>
                      <a:pt x="1804699" y="5112022"/>
                    </a:cubicBezTo>
                    <a:cubicBezTo>
                      <a:pt x="1804699" y="5112022"/>
                      <a:pt x="1931791" y="5112022"/>
                      <a:pt x="1931791" y="5112022"/>
                    </a:cubicBezTo>
                    <a:cubicBezTo>
                      <a:pt x="1931791" y="5112022"/>
                      <a:pt x="2071591" y="5125238"/>
                      <a:pt x="2071591" y="5125238"/>
                    </a:cubicBezTo>
                    <a:cubicBezTo>
                      <a:pt x="2449053" y="5127017"/>
                      <a:pt x="2770849" y="5107702"/>
                      <a:pt x="3139160" y="5015571"/>
                    </a:cubicBezTo>
                    <a:cubicBezTo>
                      <a:pt x="3253542" y="4986978"/>
                      <a:pt x="3306540" y="4977321"/>
                      <a:pt x="3418761" y="4932081"/>
                    </a:cubicBezTo>
                    <a:cubicBezTo>
                      <a:pt x="3620456" y="4850752"/>
                      <a:pt x="3897642" y="4717703"/>
                      <a:pt x="4016219" y="4527977"/>
                    </a:cubicBezTo>
                    <a:cubicBezTo>
                      <a:pt x="4034265" y="4499131"/>
                      <a:pt x="4077985" y="4395944"/>
                      <a:pt x="4085611" y="4362777"/>
                    </a:cubicBezTo>
                    <a:cubicBezTo>
                      <a:pt x="4085611" y="4362777"/>
                      <a:pt x="4117765" y="3816346"/>
                      <a:pt x="4117765" y="3816346"/>
                    </a:cubicBezTo>
                    <a:cubicBezTo>
                      <a:pt x="4117765" y="3816346"/>
                      <a:pt x="4130474" y="3625731"/>
                      <a:pt x="4130474" y="3625731"/>
                    </a:cubicBezTo>
                    <a:cubicBezTo>
                      <a:pt x="4130474" y="3625731"/>
                      <a:pt x="4143183" y="3396993"/>
                      <a:pt x="4143183" y="3396993"/>
                    </a:cubicBezTo>
                    <a:cubicBezTo>
                      <a:pt x="4143183" y="3396993"/>
                      <a:pt x="4155892" y="3053885"/>
                      <a:pt x="4155892" y="3053885"/>
                    </a:cubicBezTo>
                    <a:cubicBezTo>
                      <a:pt x="4155892" y="3053885"/>
                      <a:pt x="4168601" y="2888685"/>
                      <a:pt x="4168601" y="2888685"/>
                    </a:cubicBezTo>
                    <a:cubicBezTo>
                      <a:pt x="4168601" y="2888685"/>
                      <a:pt x="4181310" y="2545577"/>
                      <a:pt x="4181310" y="2545577"/>
                    </a:cubicBezTo>
                    <a:cubicBezTo>
                      <a:pt x="4181310" y="2545577"/>
                      <a:pt x="4193511" y="2418501"/>
                      <a:pt x="4193511" y="2418501"/>
                    </a:cubicBezTo>
                    <a:cubicBezTo>
                      <a:pt x="4193511" y="2418501"/>
                      <a:pt x="4193511" y="2304131"/>
                      <a:pt x="4193511" y="2304131"/>
                    </a:cubicBezTo>
                    <a:cubicBezTo>
                      <a:pt x="4193511" y="2304131"/>
                      <a:pt x="4206729" y="2062685"/>
                      <a:pt x="4206729" y="2062685"/>
                    </a:cubicBezTo>
                    <a:cubicBezTo>
                      <a:pt x="4206729" y="2062685"/>
                      <a:pt x="4219438" y="1859362"/>
                      <a:pt x="4219438" y="1859362"/>
                    </a:cubicBezTo>
                    <a:cubicBezTo>
                      <a:pt x="4219438" y="1859362"/>
                      <a:pt x="4232147" y="1630624"/>
                      <a:pt x="4232147" y="1630624"/>
                    </a:cubicBezTo>
                    <a:cubicBezTo>
                      <a:pt x="4232147" y="1630624"/>
                      <a:pt x="4244856" y="1287516"/>
                      <a:pt x="4244856" y="1287516"/>
                    </a:cubicBezTo>
                    <a:cubicBezTo>
                      <a:pt x="4244856" y="1287516"/>
                      <a:pt x="4257565" y="1109609"/>
                      <a:pt x="4257565" y="1109609"/>
                    </a:cubicBezTo>
                    <a:cubicBezTo>
                      <a:pt x="4257565" y="1109609"/>
                      <a:pt x="4270275" y="652132"/>
                      <a:pt x="4270275" y="652132"/>
                    </a:cubicBezTo>
                    <a:close/>
                  </a:path>
                </a:pathLst>
              </a:custGeom>
              <a:solidFill>
                <a:srgbClr val="0F6FC6"/>
              </a:solidFill>
              <a:ln w="3175" cap="flat">
                <a:solidFill>
                  <a:srgbClr val="0F6FC6"/>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fr-FR"/>
              </a:p>
            </p:txBody>
          </p:sp>
          <p:pic>
            <p:nvPicPr>
              <p:cNvPr id="147" name="Graphique 146">
                <a:extLst>
                  <a:ext uri="{FF2B5EF4-FFF2-40B4-BE49-F238E27FC236}">
                    <a16:creationId xmlns:a16="http://schemas.microsoft.com/office/drawing/2014/main" id="{DF576D4E-99A5-06B3-F79B-8FDBC1A205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07958" y="3945853"/>
                <a:ext cx="244800" cy="291332"/>
              </a:xfrm>
              <a:prstGeom prst="rect">
                <a:avLst/>
              </a:prstGeom>
            </p:spPr>
          </p:pic>
        </p:grpSp>
        <p:sp>
          <p:nvSpPr>
            <p:cNvPr id="135" name="Rectangle : coins arrondis 134">
              <a:extLst>
                <a:ext uri="{FF2B5EF4-FFF2-40B4-BE49-F238E27FC236}">
                  <a16:creationId xmlns:a16="http://schemas.microsoft.com/office/drawing/2014/main" id="{494716F2-D830-DE0D-14E0-2717F47B9AA3}"/>
                </a:ext>
              </a:extLst>
            </p:cNvPr>
            <p:cNvSpPr/>
            <p:nvPr/>
          </p:nvSpPr>
          <p:spPr>
            <a:xfrm>
              <a:off x="1856755" y="2981330"/>
              <a:ext cx="784932" cy="135704"/>
            </a:xfrm>
            <a:prstGeom prst="roundRect">
              <a:avLst/>
            </a:prstGeom>
            <a:solidFill>
              <a:schemeClr val="bg1"/>
            </a:solidFill>
            <a:ln>
              <a:solidFill>
                <a:srgbClr val="0F6F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900" b="1" dirty="0">
                  <a:solidFill>
                    <a:srgbClr val="0F6FC6"/>
                  </a:solidFill>
                </a:rPr>
                <a:t>Employés</a:t>
              </a:r>
            </a:p>
          </p:txBody>
        </p:sp>
      </p:grpSp>
      <p:grpSp>
        <p:nvGrpSpPr>
          <p:cNvPr id="155" name="Groupe 154">
            <a:extLst>
              <a:ext uri="{FF2B5EF4-FFF2-40B4-BE49-F238E27FC236}">
                <a16:creationId xmlns:a16="http://schemas.microsoft.com/office/drawing/2014/main" id="{93C55E04-4673-530D-0DA2-906EBD7B78D2}"/>
              </a:ext>
            </a:extLst>
          </p:cNvPr>
          <p:cNvGrpSpPr/>
          <p:nvPr/>
        </p:nvGrpSpPr>
        <p:grpSpPr>
          <a:xfrm>
            <a:off x="2083050" y="4971664"/>
            <a:ext cx="949751" cy="292530"/>
            <a:chOff x="1927774" y="5135468"/>
            <a:chExt cx="949751" cy="292530"/>
          </a:xfrm>
        </p:grpSpPr>
        <p:grpSp>
          <p:nvGrpSpPr>
            <p:cNvPr id="151" name="Groupe 150">
              <a:extLst>
                <a:ext uri="{FF2B5EF4-FFF2-40B4-BE49-F238E27FC236}">
                  <a16:creationId xmlns:a16="http://schemas.microsoft.com/office/drawing/2014/main" id="{988ED226-C0B7-5DEB-FDEE-F62C7174E7FD}"/>
                </a:ext>
              </a:extLst>
            </p:cNvPr>
            <p:cNvGrpSpPr/>
            <p:nvPr/>
          </p:nvGrpSpPr>
          <p:grpSpPr>
            <a:xfrm>
              <a:off x="2632344" y="5135468"/>
              <a:ext cx="245181" cy="292530"/>
              <a:chOff x="2607768" y="3945254"/>
              <a:chExt cx="245181" cy="292530"/>
            </a:xfrm>
          </p:grpSpPr>
          <p:sp>
            <p:nvSpPr>
              <p:cNvPr id="153" name="Graphique 79">
                <a:extLst>
                  <a:ext uri="{FF2B5EF4-FFF2-40B4-BE49-F238E27FC236}">
                    <a16:creationId xmlns:a16="http://schemas.microsoft.com/office/drawing/2014/main" id="{3D73ACB5-6797-13BE-B4B0-7D702F1F2671}"/>
                  </a:ext>
                </a:extLst>
              </p:cNvPr>
              <p:cNvSpPr>
                <a:spLocks noChangeAspect="1"/>
              </p:cNvSpPr>
              <p:nvPr/>
            </p:nvSpPr>
            <p:spPr>
              <a:xfrm>
                <a:off x="2607768" y="3945254"/>
                <a:ext cx="245181" cy="292530"/>
              </a:xfrm>
              <a:custGeom>
                <a:avLst/>
                <a:gdLst>
                  <a:gd name="connsiteX0" fmla="*/ 1842827 w 4401697"/>
                  <a:gd name="connsiteY0" fmla="*/ 9377 h 5251733"/>
                  <a:gd name="connsiteX1" fmla="*/ 2732467 w 4401697"/>
                  <a:gd name="connsiteY1" fmla="*/ 16748 h 5251733"/>
                  <a:gd name="connsiteX2" fmla="*/ 2872268 w 4401697"/>
                  <a:gd name="connsiteY2" fmla="*/ 28947 h 5251733"/>
                  <a:gd name="connsiteX3" fmla="*/ 3749199 w 4401697"/>
                  <a:gd name="connsiteY3" fmla="*/ 128575 h 5251733"/>
                  <a:gd name="connsiteX4" fmla="*/ 4194020 w 4401697"/>
                  <a:gd name="connsiteY4" fmla="*/ 258194 h 5251733"/>
                  <a:gd name="connsiteX5" fmla="*/ 4377413 w 4401697"/>
                  <a:gd name="connsiteY5" fmla="*/ 398486 h 5251733"/>
                  <a:gd name="connsiteX6" fmla="*/ 4397366 w 4401697"/>
                  <a:gd name="connsiteY6" fmla="*/ 690255 h 5251733"/>
                  <a:gd name="connsiteX7" fmla="*/ 4384657 w 4401697"/>
                  <a:gd name="connsiteY7" fmla="*/ 880870 h 5251733"/>
                  <a:gd name="connsiteX8" fmla="*/ 4371948 w 4401697"/>
                  <a:gd name="connsiteY8" fmla="*/ 1223978 h 5251733"/>
                  <a:gd name="connsiteX9" fmla="*/ 4359239 w 4401697"/>
                  <a:gd name="connsiteY9" fmla="*/ 1414593 h 5251733"/>
                  <a:gd name="connsiteX10" fmla="*/ 4346530 w 4401697"/>
                  <a:gd name="connsiteY10" fmla="*/ 1643332 h 5251733"/>
                  <a:gd name="connsiteX11" fmla="*/ 4333820 w 4401697"/>
                  <a:gd name="connsiteY11" fmla="*/ 1973731 h 5251733"/>
                  <a:gd name="connsiteX12" fmla="*/ 4321111 w 4401697"/>
                  <a:gd name="connsiteY12" fmla="*/ 2138931 h 5251733"/>
                  <a:gd name="connsiteX13" fmla="*/ 4308402 w 4401697"/>
                  <a:gd name="connsiteY13" fmla="*/ 2482039 h 5251733"/>
                  <a:gd name="connsiteX14" fmla="*/ 4295693 w 4401697"/>
                  <a:gd name="connsiteY14" fmla="*/ 2647239 h 5251733"/>
                  <a:gd name="connsiteX15" fmla="*/ 4282984 w 4401697"/>
                  <a:gd name="connsiteY15" fmla="*/ 2977639 h 5251733"/>
                  <a:gd name="connsiteX16" fmla="*/ 4270275 w 4401697"/>
                  <a:gd name="connsiteY16" fmla="*/ 3180962 h 5251733"/>
                  <a:gd name="connsiteX17" fmla="*/ 4257565 w 4401697"/>
                  <a:gd name="connsiteY17" fmla="*/ 3409700 h 5251733"/>
                  <a:gd name="connsiteX18" fmla="*/ 4244856 w 4401697"/>
                  <a:gd name="connsiteY18" fmla="*/ 3740100 h 5251733"/>
                  <a:gd name="connsiteX19" fmla="*/ 4232656 w 4401697"/>
                  <a:gd name="connsiteY19" fmla="*/ 3867177 h 5251733"/>
                  <a:gd name="connsiteX20" fmla="*/ 4232656 w 4401697"/>
                  <a:gd name="connsiteY20" fmla="*/ 3994254 h 5251733"/>
                  <a:gd name="connsiteX21" fmla="*/ 4219438 w 4401697"/>
                  <a:gd name="connsiteY21" fmla="*/ 4159454 h 5251733"/>
                  <a:gd name="connsiteX22" fmla="*/ 4123738 w 4401697"/>
                  <a:gd name="connsiteY22" fmla="*/ 4578808 h 5251733"/>
                  <a:gd name="connsiteX23" fmla="*/ 3800036 w 4401697"/>
                  <a:gd name="connsiteY23" fmla="*/ 4876422 h 5251733"/>
                  <a:gd name="connsiteX24" fmla="*/ 2859559 w 4401697"/>
                  <a:gd name="connsiteY24" fmla="*/ 5194114 h 5251733"/>
                  <a:gd name="connsiteX25" fmla="*/ 2452866 w 4401697"/>
                  <a:gd name="connsiteY25" fmla="*/ 5240116 h 5251733"/>
                  <a:gd name="connsiteX26" fmla="*/ 2274938 w 4401697"/>
                  <a:gd name="connsiteY26" fmla="*/ 5240116 h 5251733"/>
                  <a:gd name="connsiteX27" fmla="*/ 2147846 w 4401697"/>
                  <a:gd name="connsiteY27" fmla="*/ 5251171 h 5251733"/>
                  <a:gd name="connsiteX28" fmla="*/ 2058882 w 4401697"/>
                  <a:gd name="connsiteY28" fmla="*/ 5240751 h 5251733"/>
                  <a:gd name="connsiteX29" fmla="*/ 1741154 w 4401697"/>
                  <a:gd name="connsiteY29" fmla="*/ 5224739 h 5251733"/>
                  <a:gd name="connsiteX30" fmla="*/ 965895 w 4401697"/>
                  <a:gd name="connsiteY30" fmla="*/ 5054838 h 5251733"/>
                  <a:gd name="connsiteX31" fmla="*/ 762549 w 4401697"/>
                  <a:gd name="connsiteY31" fmla="*/ 4965376 h 5251733"/>
                  <a:gd name="connsiteX32" fmla="*/ 256979 w 4401697"/>
                  <a:gd name="connsiteY32" fmla="*/ 4566100 h 5251733"/>
                  <a:gd name="connsiteX33" fmla="*/ 166363 w 4401697"/>
                  <a:gd name="connsiteY33" fmla="*/ 4311946 h 5251733"/>
                  <a:gd name="connsiteX34" fmla="*/ 166363 w 4401697"/>
                  <a:gd name="connsiteY34" fmla="*/ 4184869 h 5251733"/>
                  <a:gd name="connsiteX35" fmla="*/ 152510 w 4401697"/>
                  <a:gd name="connsiteY35" fmla="*/ 3994254 h 5251733"/>
                  <a:gd name="connsiteX36" fmla="*/ 139801 w 4401697"/>
                  <a:gd name="connsiteY36" fmla="*/ 3727392 h 5251733"/>
                  <a:gd name="connsiteX37" fmla="*/ 127092 w 4401697"/>
                  <a:gd name="connsiteY37" fmla="*/ 3358869 h 5251733"/>
                  <a:gd name="connsiteX38" fmla="*/ 114382 w 4401697"/>
                  <a:gd name="connsiteY38" fmla="*/ 3180962 h 5251733"/>
                  <a:gd name="connsiteX39" fmla="*/ 101673 w 4401697"/>
                  <a:gd name="connsiteY39" fmla="*/ 2799731 h 5251733"/>
                  <a:gd name="connsiteX40" fmla="*/ 88964 w 4401697"/>
                  <a:gd name="connsiteY40" fmla="*/ 2621824 h 5251733"/>
                  <a:gd name="connsiteX41" fmla="*/ 76255 w 4401697"/>
                  <a:gd name="connsiteY41" fmla="*/ 2240593 h 5251733"/>
                  <a:gd name="connsiteX42" fmla="*/ 63546 w 4401697"/>
                  <a:gd name="connsiteY42" fmla="*/ 2049978 h 5251733"/>
                  <a:gd name="connsiteX43" fmla="*/ 50837 w 4401697"/>
                  <a:gd name="connsiteY43" fmla="*/ 1770408 h 5251733"/>
                  <a:gd name="connsiteX44" fmla="*/ 25418 w 4401697"/>
                  <a:gd name="connsiteY44" fmla="*/ 1147732 h 5251733"/>
                  <a:gd name="connsiteX45" fmla="*/ 12709 w 4401697"/>
                  <a:gd name="connsiteY45" fmla="*/ 969824 h 5251733"/>
                  <a:gd name="connsiteX46" fmla="*/ 0 w 4401697"/>
                  <a:gd name="connsiteY46" fmla="*/ 563178 h 5251733"/>
                  <a:gd name="connsiteX47" fmla="*/ 39144 w 4401697"/>
                  <a:gd name="connsiteY47" fmla="*/ 373706 h 5251733"/>
                  <a:gd name="connsiteX48" fmla="*/ 444820 w 4401697"/>
                  <a:gd name="connsiteY48" fmla="*/ 170892 h 5251733"/>
                  <a:gd name="connsiteX49" fmla="*/ 1410716 w 4401697"/>
                  <a:gd name="connsiteY49" fmla="*/ 30599 h 5251733"/>
                  <a:gd name="connsiteX50" fmla="*/ 1639480 w 4401697"/>
                  <a:gd name="connsiteY50" fmla="*/ 16748 h 5251733"/>
                  <a:gd name="connsiteX51" fmla="*/ 1842827 w 4401697"/>
                  <a:gd name="connsiteY51" fmla="*/ 9377 h 5251733"/>
                  <a:gd name="connsiteX52" fmla="*/ 2211392 w 4401697"/>
                  <a:gd name="connsiteY52" fmla="*/ 123111 h 5251733"/>
                  <a:gd name="connsiteX53" fmla="*/ 1766572 w 4401697"/>
                  <a:gd name="connsiteY53" fmla="*/ 131117 h 5251733"/>
                  <a:gd name="connsiteX54" fmla="*/ 1525098 w 4401697"/>
                  <a:gd name="connsiteY54" fmla="*/ 143824 h 5251733"/>
                  <a:gd name="connsiteX55" fmla="*/ 1398007 w 4401697"/>
                  <a:gd name="connsiteY55" fmla="*/ 155388 h 5251733"/>
                  <a:gd name="connsiteX56" fmla="*/ 482948 w 4401697"/>
                  <a:gd name="connsiteY56" fmla="*/ 285261 h 5251733"/>
                  <a:gd name="connsiteX57" fmla="*/ 191146 w 4401697"/>
                  <a:gd name="connsiteY57" fmla="*/ 397851 h 5251733"/>
                  <a:gd name="connsiteX58" fmla="*/ 135225 w 4401697"/>
                  <a:gd name="connsiteY58" fmla="*/ 511839 h 5251733"/>
                  <a:gd name="connsiteX59" fmla="*/ 368565 w 4401697"/>
                  <a:gd name="connsiteY59" fmla="*/ 644761 h 5251733"/>
                  <a:gd name="connsiteX60" fmla="*/ 1092987 w 4401697"/>
                  <a:gd name="connsiteY60" fmla="*/ 779844 h 5251733"/>
                  <a:gd name="connsiteX61" fmla="*/ 1919082 w 4401697"/>
                  <a:gd name="connsiteY61" fmla="*/ 830040 h 5251733"/>
                  <a:gd name="connsiteX62" fmla="*/ 2135137 w 4401697"/>
                  <a:gd name="connsiteY62" fmla="*/ 842239 h 5251733"/>
                  <a:gd name="connsiteX63" fmla="*/ 2325775 w 4401697"/>
                  <a:gd name="connsiteY63" fmla="*/ 842239 h 5251733"/>
                  <a:gd name="connsiteX64" fmla="*/ 2478284 w 4401697"/>
                  <a:gd name="connsiteY64" fmla="*/ 830040 h 5251733"/>
                  <a:gd name="connsiteX65" fmla="*/ 3418761 w 4401697"/>
                  <a:gd name="connsiteY65" fmla="*/ 770059 h 5251733"/>
                  <a:gd name="connsiteX66" fmla="*/ 3977964 w 4401697"/>
                  <a:gd name="connsiteY66" fmla="*/ 666365 h 5251733"/>
                  <a:gd name="connsiteX67" fmla="*/ 4242950 w 4401697"/>
                  <a:gd name="connsiteY67" fmla="*/ 556951 h 5251733"/>
                  <a:gd name="connsiteX68" fmla="*/ 4206475 w 4401697"/>
                  <a:gd name="connsiteY68" fmla="*/ 397597 h 5251733"/>
                  <a:gd name="connsiteX69" fmla="*/ 3825454 w 4401697"/>
                  <a:gd name="connsiteY69" fmla="*/ 266454 h 5251733"/>
                  <a:gd name="connsiteX70" fmla="*/ 2363902 w 4401697"/>
                  <a:gd name="connsiteY70" fmla="*/ 131117 h 5251733"/>
                  <a:gd name="connsiteX71" fmla="*/ 2211392 w 4401697"/>
                  <a:gd name="connsiteY71" fmla="*/ 123111 h 5251733"/>
                  <a:gd name="connsiteX72" fmla="*/ 381275 w 4401697"/>
                  <a:gd name="connsiteY72" fmla="*/ 525055 h 5251733"/>
                  <a:gd name="connsiteX73" fmla="*/ 559203 w 4401697"/>
                  <a:gd name="connsiteY73" fmla="*/ 459992 h 5251733"/>
                  <a:gd name="connsiteX74" fmla="*/ 978605 w 4401697"/>
                  <a:gd name="connsiteY74" fmla="*/ 365446 h 5251733"/>
                  <a:gd name="connsiteX75" fmla="*/ 2465575 w 4401697"/>
                  <a:gd name="connsiteY75" fmla="*/ 283609 h 5251733"/>
                  <a:gd name="connsiteX76" fmla="*/ 2656212 w 4401697"/>
                  <a:gd name="connsiteY76" fmla="*/ 296317 h 5251733"/>
                  <a:gd name="connsiteX77" fmla="*/ 3545853 w 4401697"/>
                  <a:gd name="connsiteY77" fmla="*/ 392895 h 5251733"/>
                  <a:gd name="connsiteX78" fmla="*/ 4016091 w 4401697"/>
                  <a:gd name="connsiteY78" fmla="*/ 537763 h 5251733"/>
                  <a:gd name="connsiteX79" fmla="*/ 3990673 w 4401697"/>
                  <a:gd name="connsiteY79" fmla="*/ 614009 h 5251733"/>
                  <a:gd name="connsiteX80" fmla="*/ 3698363 w 4401697"/>
                  <a:gd name="connsiteY80" fmla="*/ 523530 h 5251733"/>
                  <a:gd name="connsiteX81" fmla="*/ 3151869 w 4401697"/>
                  <a:gd name="connsiteY81" fmla="*/ 426952 h 5251733"/>
                  <a:gd name="connsiteX82" fmla="*/ 2465575 w 4401697"/>
                  <a:gd name="connsiteY82" fmla="*/ 385270 h 5251733"/>
                  <a:gd name="connsiteX83" fmla="*/ 2313065 w 4401697"/>
                  <a:gd name="connsiteY83" fmla="*/ 373198 h 5251733"/>
                  <a:gd name="connsiteX84" fmla="*/ 2097010 w 4401697"/>
                  <a:gd name="connsiteY84" fmla="*/ 373198 h 5251733"/>
                  <a:gd name="connsiteX85" fmla="*/ 1957209 w 4401697"/>
                  <a:gd name="connsiteY85" fmla="*/ 385016 h 5251733"/>
                  <a:gd name="connsiteX86" fmla="*/ 1753863 w 4401697"/>
                  <a:gd name="connsiteY86" fmla="*/ 385016 h 5251733"/>
                  <a:gd name="connsiteX87" fmla="*/ 1626771 w 4401697"/>
                  <a:gd name="connsiteY87" fmla="*/ 396834 h 5251733"/>
                  <a:gd name="connsiteX88" fmla="*/ 775258 w 4401697"/>
                  <a:gd name="connsiteY88" fmla="*/ 502308 h 5251733"/>
                  <a:gd name="connsiteX89" fmla="*/ 419402 w 4401697"/>
                  <a:gd name="connsiteY89" fmla="*/ 614009 h 5251733"/>
                  <a:gd name="connsiteX90" fmla="*/ 381275 w 4401697"/>
                  <a:gd name="connsiteY90" fmla="*/ 525055 h 5251733"/>
                  <a:gd name="connsiteX91" fmla="*/ 4270275 w 4401697"/>
                  <a:gd name="connsiteY91" fmla="*/ 652132 h 5251733"/>
                  <a:gd name="connsiteX92" fmla="*/ 4079637 w 4401697"/>
                  <a:gd name="connsiteY92" fmla="*/ 731555 h 5251733"/>
                  <a:gd name="connsiteX93" fmla="*/ 3024778 w 4401697"/>
                  <a:gd name="connsiteY93" fmla="*/ 906286 h 5251733"/>
                  <a:gd name="connsiteX94" fmla="*/ 2910395 w 4401697"/>
                  <a:gd name="connsiteY94" fmla="*/ 906286 h 5251733"/>
                  <a:gd name="connsiteX95" fmla="*/ 2732467 w 4401697"/>
                  <a:gd name="connsiteY95" fmla="*/ 918993 h 5251733"/>
                  <a:gd name="connsiteX96" fmla="*/ 2541830 w 4401697"/>
                  <a:gd name="connsiteY96" fmla="*/ 931701 h 5251733"/>
                  <a:gd name="connsiteX97" fmla="*/ 813386 w 4401697"/>
                  <a:gd name="connsiteY97" fmla="*/ 837283 h 5251733"/>
                  <a:gd name="connsiteX98" fmla="*/ 343147 w 4401697"/>
                  <a:gd name="connsiteY98" fmla="*/ 731936 h 5251733"/>
                  <a:gd name="connsiteX99" fmla="*/ 127092 w 4401697"/>
                  <a:gd name="connsiteY99" fmla="*/ 652132 h 5251733"/>
                  <a:gd name="connsiteX100" fmla="*/ 152510 w 4401697"/>
                  <a:gd name="connsiteY100" fmla="*/ 1414593 h 5251733"/>
                  <a:gd name="connsiteX101" fmla="*/ 165219 w 4401697"/>
                  <a:gd name="connsiteY101" fmla="*/ 1592501 h 5251733"/>
                  <a:gd name="connsiteX102" fmla="*/ 177928 w 4401697"/>
                  <a:gd name="connsiteY102" fmla="*/ 1973731 h 5251733"/>
                  <a:gd name="connsiteX103" fmla="*/ 190637 w 4401697"/>
                  <a:gd name="connsiteY103" fmla="*/ 2164347 h 5251733"/>
                  <a:gd name="connsiteX104" fmla="*/ 203346 w 4401697"/>
                  <a:gd name="connsiteY104" fmla="*/ 2443916 h 5251733"/>
                  <a:gd name="connsiteX105" fmla="*/ 216056 w 4401697"/>
                  <a:gd name="connsiteY105" fmla="*/ 2723485 h 5251733"/>
                  <a:gd name="connsiteX106" fmla="*/ 228765 w 4401697"/>
                  <a:gd name="connsiteY106" fmla="*/ 3092008 h 5251733"/>
                  <a:gd name="connsiteX107" fmla="*/ 240965 w 4401697"/>
                  <a:gd name="connsiteY107" fmla="*/ 3219085 h 5251733"/>
                  <a:gd name="connsiteX108" fmla="*/ 240965 w 4401697"/>
                  <a:gd name="connsiteY108" fmla="*/ 3371577 h 5251733"/>
                  <a:gd name="connsiteX109" fmla="*/ 254183 w 4401697"/>
                  <a:gd name="connsiteY109" fmla="*/ 3536777 h 5251733"/>
                  <a:gd name="connsiteX110" fmla="*/ 266892 w 4401697"/>
                  <a:gd name="connsiteY110" fmla="*/ 3905300 h 5251733"/>
                  <a:gd name="connsiteX111" fmla="*/ 279601 w 4401697"/>
                  <a:gd name="connsiteY111" fmla="*/ 4095915 h 5251733"/>
                  <a:gd name="connsiteX112" fmla="*/ 362592 w 4401697"/>
                  <a:gd name="connsiteY112" fmla="*/ 4502562 h 5251733"/>
                  <a:gd name="connsiteX113" fmla="*/ 610039 w 4401697"/>
                  <a:gd name="connsiteY113" fmla="*/ 4740449 h 5251733"/>
                  <a:gd name="connsiteX114" fmla="*/ 1486971 w 4401697"/>
                  <a:gd name="connsiteY114" fmla="*/ 5062716 h 5251733"/>
                  <a:gd name="connsiteX115" fmla="*/ 1804699 w 4401697"/>
                  <a:gd name="connsiteY115" fmla="*/ 5112022 h 5251733"/>
                  <a:gd name="connsiteX116" fmla="*/ 1931791 w 4401697"/>
                  <a:gd name="connsiteY116" fmla="*/ 5112022 h 5251733"/>
                  <a:gd name="connsiteX117" fmla="*/ 2071591 w 4401697"/>
                  <a:gd name="connsiteY117" fmla="*/ 5125238 h 5251733"/>
                  <a:gd name="connsiteX118" fmla="*/ 3139160 w 4401697"/>
                  <a:gd name="connsiteY118" fmla="*/ 5015571 h 5251733"/>
                  <a:gd name="connsiteX119" fmla="*/ 3418761 w 4401697"/>
                  <a:gd name="connsiteY119" fmla="*/ 4932081 h 5251733"/>
                  <a:gd name="connsiteX120" fmla="*/ 4016219 w 4401697"/>
                  <a:gd name="connsiteY120" fmla="*/ 4527977 h 5251733"/>
                  <a:gd name="connsiteX121" fmla="*/ 4085611 w 4401697"/>
                  <a:gd name="connsiteY121" fmla="*/ 4362777 h 5251733"/>
                  <a:gd name="connsiteX122" fmla="*/ 4117765 w 4401697"/>
                  <a:gd name="connsiteY122" fmla="*/ 3816346 h 5251733"/>
                  <a:gd name="connsiteX123" fmla="*/ 4130474 w 4401697"/>
                  <a:gd name="connsiteY123" fmla="*/ 3625731 h 5251733"/>
                  <a:gd name="connsiteX124" fmla="*/ 4143183 w 4401697"/>
                  <a:gd name="connsiteY124" fmla="*/ 3396993 h 5251733"/>
                  <a:gd name="connsiteX125" fmla="*/ 4155892 w 4401697"/>
                  <a:gd name="connsiteY125" fmla="*/ 3053885 h 5251733"/>
                  <a:gd name="connsiteX126" fmla="*/ 4168601 w 4401697"/>
                  <a:gd name="connsiteY126" fmla="*/ 2888685 h 5251733"/>
                  <a:gd name="connsiteX127" fmla="*/ 4181310 w 4401697"/>
                  <a:gd name="connsiteY127" fmla="*/ 2545577 h 5251733"/>
                  <a:gd name="connsiteX128" fmla="*/ 4193511 w 4401697"/>
                  <a:gd name="connsiteY128" fmla="*/ 2418501 h 5251733"/>
                  <a:gd name="connsiteX129" fmla="*/ 4193511 w 4401697"/>
                  <a:gd name="connsiteY129" fmla="*/ 2304131 h 5251733"/>
                  <a:gd name="connsiteX130" fmla="*/ 4206729 w 4401697"/>
                  <a:gd name="connsiteY130" fmla="*/ 2062685 h 5251733"/>
                  <a:gd name="connsiteX131" fmla="*/ 4219438 w 4401697"/>
                  <a:gd name="connsiteY131" fmla="*/ 1859362 h 5251733"/>
                  <a:gd name="connsiteX132" fmla="*/ 4232147 w 4401697"/>
                  <a:gd name="connsiteY132" fmla="*/ 1630624 h 5251733"/>
                  <a:gd name="connsiteX133" fmla="*/ 4244856 w 4401697"/>
                  <a:gd name="connsiteY133" fmla="*/ 1287516 h 5251733"/>
                  <a:gd name="connsiteX134" fmla="*/ 4257565 w 4401697"/>
                  <a:gd name="connsiteY134" fmla="*/ 1109609 h 5251733"/>
                  <a:gd name="connsiteX135" fmla="*/ 4270275 w 4401697"/>
                  <a:gd name="connsiteY135" fmla="*/ 652132 h 525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4401697" h="5251733">
                    <a:moveTo>
                      <a:pt x="1842827" y="9377"/>
                    </a:moveTo>
                    <a:cubicBezTo>
                      <a:pt x="2038548" y="-14386"/>
                      <a:pt x="2511964" y="14206"/>
                      <a:pt x="2732467" y="16748"/>
                    </a:cubicBezTo>
                    <a:cubicBezTo>
                      <a:pt x="2732467" y="16748"/>
                      <a:pt x="2872268" y="28947"/>
                      <a:pt x="2872268" y="28947"/>
                    </a:cubicBezTo>
                    <a:cubicBezTo>
                      <a:pt x="3165976" y="41782"/>
                      <a:pt x="3460066" y="72788"/>
                      <a:pt x="3749199" y="128575"/>
                    </a:cubicBezTo>
                    <a:cubicBezTo>
                      <a:pt x="3918612" y="161234"/>
                      <a:pt x="4034393" y="189572"/>
                      <a:pt x="4194020" y="258194"/>
                    </a:cubicBezTo>
                    <a:cubicBezTo>
                      <a:pt x="4259726" y="286532"/>
                      <a:pt x="4344115" y="332025"/>
                      <a:pt x="4377413" y="398486"/>
                    </a:cubicBezTo>
                    <a:cubicBezTo>
                      <a:pt x="4415413" y="474351"/>
                      <a:pt x="4397493" y="604097"/>
                      <a:pt x="4397366" y="690255"/>
                    </a:cubicBezTo>
                    <a:cubicBezTo>
                      <a:pt x="4397366" y="690255"/>
                      <a:pt x="4384657" y="880870"/>
                      <a:pt x="4384657" y="880870"/>
                    </a:cubicBezTo>
                    <a:cubicBezTo>
                      <a:pt x="4384657" y="880870"/>
                      <a:pt x="4371948" y="1223978"/>
                      <a:pt x="4371948" y="1223978"/>
                    </a:cubicBezTo>
                    <a:cubicBezTo>
                      <a:pt x="4371948" y="1223978"/>
                      <a:pt x="4359239" y="1414593"/>
                      <a:pt x="4359239" y="1414593"/>
                    </a:cubicBezTo>
                    <a:cubicBezTo>
                      <a:pt x="4359239" y="1414593"/>
                      <a:pt x="4346530" y="1643332"/>
                      <a:pt x="4346530" y="1643332"/>
                    </a:cubicBezTo>
                    <a:cubicBezTo>
                      <a:pt x="4346530" y="1643332"/>
                      <a:pt x="4333820" y="1973731"/>
                      <a:pt x="4333820" y="1973731"/>
                    </a:cubicBezTo>
                    <a:cubicBezTo>
                      <a:pt x="4333820" y="1973731"/>
                      <a:pt x="4321111" y="2138931"/>
                      <a:pt x="4321111" y="2138931"/>
                    </a:cubicBezTo>
                    <a:cubicBezTo>
                      <a:pt x="4321111" y="2138931"/>
                      <a:pt x="4308402" y="2482039"/>
                      <a:pt x="4308402" y="2482039"/>
                    </a:cubicBezTo>
                    <a:cubicBezTo>
                      <a:pt x="4308402" y="2482039"/>
                      <a:pt x="4295693" y="2647239"/>
                      <a:pt x="4295693" y="2647239"/>
                    </a:cubicBezTo>
                    <a:cubicBezTo>
                      <a:pt x="4295693" y="2647239"/>
                      <a:pt x="4282984" y="2977639"/>
                      <a:pt x="4282984" y="2977639"/>
                    </a:cubicBezTo>
                    <a:cubicBezTo>
                      <a:pt x="4282984" y="2977639"/>
                      <a:pt x="4270275" y="3180962"/>
                      <a:pt x="4270275" y="3180962"/>
                    </a:cubicBezTo>
                    <a:cubicBezTo>
                      <a:pt x="4270275" y="3180962"/>
                      <a:pt x="4257565" y="3409700"/>
                      <a:pt x="4257565" y="3409700"/>
                    </a:cubicBezTo>
                    <a:cubicBezTo>
                      <a:pt x="4257565" y="3409700"/>
                      <a:pt x="4244856" y="3740100"/>
                      <a:pt x="4244856" y="3740100"/>
                    </a:cubicBezTo>
                    <a:cubicBezTo>
                      <a:pt x="4244856" y="3740100"/>
                      <a:pt x="4232656" y="3867177"/>
                      <a:pt x="4232656" y="3867177"/>
                    </a:cubicBezTo>
                    <a:cubicBezTo>
                      <a:pt x="4232656" y="3867177"/>
                      <a:pt x="4232656" y="3994254"/>
                      <a:pt x="4232656" y="3994254"/>
                    </a:cubicBezTo>
                    <a:cubicBezTo>
                      <a:pt x="4232656" y="3994254"/>
                      <a:pt x="4219438" y="4159454"/>
                      <a:pt x="4219438" y="4159454"/>
                    </a:cubicBezTo>
                    <a:cubicBezTo>
                      <a:pt x="4217532" y="4326687"/>
                      <a:pt x="4211050" y="4428349"/>
                      <a:pt x="4123738" y="4578808"/>
                    </a:cubicBezTo>
                    <a:cubicBezTo>
                      <a:pt x="4048500" y="4708553"/>
                      <a:pt x="3924331" y="4799032"/>
                      <a:pt x="3800036" y="4876422"/>
                    </a:cubicBezTo>
                    <a:cubicBezTo>
                      <a:pt x="3516368" y="5053059"/>
                      <a:pt x="3188217" y="5145443"/>
                      <a:pt x="2859559" y="5194114"/>
                    </a:cubicBezTo>
                    <a:cubicBezTo>
                      <a:pt x="2859559" y="5194114"/>
                      <a:pt x="2452866" y="5240116"/>
                      <a:pt x="2452866" y="5240116"/>
                    </a:cubicBezTo>
                    <a:cubicBezTo>
                      <a:pt x="2452866" y="5240116"/>
                      <a:pt x="2274938" y="5240116"/>
                      <a:pt x="2274938" y="5240116"/>
                    </a:cubicBezTo>
                    <a:cubicBezTo>
                      <a:pt x="2225754" y="5244055"/>
                      <a:pt x="2202369" y="5254221"/>
                      <a:pt x="2147846" y="5251171"/>
                    </a:cubicBezTo>
                    <a:cubicBezTo>
                      <a:pt x="2147846" y="5251171"/>
                      <a:pt x="2058882" y="5240751"/>
                      <a:pt x="2058882" y="5240751"/>
                    </a:cubicBezTo>
                    <a:cubicBezTo>
                      <a:pt x="2058882" y="5240751"/>
                      <a:pt x="1741154" y="5224739"/>
                      <a:pt x="1741154" y="5224739"/>
                    </a:cubicBezTo>
                    <a:cubicBezTo>
                      <a:pt x="1531707" y="5204534"/>
                      <a:pt x="1162887" y="5126255"/>
                      <a:pt x="965895" y="5054838"/>
                    </a:cubicBezTo>
                    <a:cubicBezTo>
                      <a:pt x="965895" y="5054838"/>
                      <a:pt x="762549" y="4965376"/>
                      <a:pt x="762549" y="4965376"/>
                    </a:cubicBezTo>
                    <a:cubicBezTo>
                      <a:pt x="591230" y="4890908"/>
                      <a:pt x="352806" y="4727869"/>
                      <a:pt x="256979" y="4566100"/>
                    </a:cubicBezTo>
                    <a:cubicBezTo>
                      <a:pt x="236263" y="4531027"/>
                      <a:pt x="172463" y="4351849"/>
                      <a:pt x="166363" y="4311946"/>
                    </a:cubicBezTo>
                    <a:cubicBezTo>
                      <a:pt x="166363" y="4311946"/>
                      <a:pt x="166363" y="4184869"/>
                      <a:pt x="166363" y="4184869"/>
                    </a:cubicBezTo>
                    <a:cubicBezTo>
                      <a:pt x="166363" y="4184869"/>
                      <a:pt x="152510" y="3994254"/>
                      <a:pt x="152510" y="3994254"/>
                    </a:cubicBezTo>
                    <a:cubicBezTo>
                      <a:pt x="152510" y="3994254"/>
                      <a:pt x="139801" y="3727392"/>
                      <a:pt x="139801" y="3727392"/>
                    </a:cubicBezTo>
                    <a:cubicBezTo>
                      <a:pt x="139801" y="3727392"/>
                      <a:pt x="127092" y="3358869"/>
                      <a:pt x="127092" y="3358869"/>
                    </a:cubicBezTo>
                    <a:cubicBezTo>
                      <a:pt x="127092" y="3358869"/>
                      <a:pt x="114382" y="3180962"/>
                      <a:pt x="114382" y="3180962"/>
                    </a:cubicBezTo>
                    <a:cubicBezTo>
                      <a:pt x="114382" y="3180962"/>
                      <a:pt x="101673" y="2799731"/>
                      <a:pt x="101673" y="2799731"/>
                    </a:cubicBezTo>
                    <a:cubicBezTo>
                      <a:pt x="101673" y="2799731"/>
                      <a:pt x="88964" y="2621824"/>
                      <a:pt x="88964" y="2621824"/>
                    </a:cubicBezTo>
                    <a:cubicBezTo>
                      <a:pt x="88964" y="2621824"/>
                      <a:pt x="76255" y="2240593"/>
                      <a:pt x="76255" y="2240593"/>
                    </a:cubicBezTo>
                    <a:cubicBezTo>
                      <a:pt x="76255" y="2240593"/>
                      <a:pt x="63546" y="2049978"/>
                      <a:pt x="63546" y="2049978"/>
                    </a:cubicBezTo>
                    <a:cubicBezTo>
                      <a:pt x="63546" y="2049978"/>
                      <a:pt x="50837" y="1770408"/>
                      <a:pt x="50837" y="1770408"/>
                    </a:cubicBezTo>
                    <a:cubicBezTo>
                      <a:pt x="50837" y="1770408"/>
                      <a:pt x="25418" y="1147732"/>
                      <a:pt x="25418" y="1147732"/>
                    </a:cubicBezTo>
                    <a:cubicBezTo>
                      <a:pt x="25418" y="1147732"/>
                      <a:pt x="12709" y="969824"/>
                      <a:pt x="12709" y="969824"/>
                    </a:cubicBezTo>
                    <a:cubicBezTo>
                      <a:pt x="12709" y="969824"/>
                      <a:pt x="0" y="563178"/>
                      <a:pt x="0" y="563178"/>
                    </a:cubicBezTo>
                    <a:cubicBezTo>
                      <a:pt x="127" y="498496"/>
                      <a:pt x="3431" y="430383"/>
                      <a:pt x="39144" y="373706"/>
                    </a:cubicBezTo>
                    <a:cubicBezTo>
                      <a:pt x="101165" y="275476"/>
                      <a:pt x="333234" y="198849"/>
                      <a:pt x="444820" y="170892"/>
                    </a:cubicBezTo>
                    <a:cubicBezTo>
                      <a:pt x="758990" y="91977"/>
                      <a:pt x="1088285" y="52583"/>
                      <a:pt x="1410716" y="30599"/>
                    </a:cubicBezTo>
                    <a:cubicBezTo>
                      <a:pt x="1410716" y="30599"/>
                      <a:pt x="1639480" y="16748"/>
                      <a:pt x="1639480" y="16748"/>
                    </a:cubicBezTo>
                    <a:cubicBezTo>
                      <a:pt x="1708999" y="16493"/>
                      <a:pt x="1773689" y="19289"/>
                      <a:pt x="1842827" y="9377"/>
                    </a:cubicBezTo>
                    <a:close/>
                    <a:moveTo>
                      <a:pt x="2211392" y="123111"/>
                    </a:moveTo>
                    <a:cubicBezTo>
                      <a:pt x="2211392" y="123111"/>
                      <a:pt x="1766572" y="131117"/>
                      <a:pt x="1766572" y="131117"/>
                    </a:cubicBezTo>
                    <a:cubicBezTo>
                      <a:pt x="1766572" y="131117"/>
                      <a:pt x="1525098" y="143824"/>
                      <a:pt x="1525098" y="143824"/>
                    </a:cubicBezTo>
                    <a:cubicBezTo>
                      <a:pt x="1525098" y="143824"/>
                      <a:pt x="1398007" y="155388"/>
                      <a:pt x="1398007" y="155388"/>
                    </a:cubicBezTo>
                    <a:cubicBezTo>
                      <a:pt x="1089556" y="176610"/>
                      <a:pt x="783773" y="209650"/>
                      <a:pt x="482948" y="285261"/>
                    </a:cubicBezTo>
                    <a:cubicBezTo>
                      <a:pt x="408726" y="303814"/>
                      <a:pt x="250116" y="354645"/>
                      <a:pt x="191146" y="397851"/>
                    </a:cubicBezTo>
                    <a:cubicBezTo>
                      <a:pt x="155560" y="423902"/>
                      <a:pt x="119720" y="464058"/>
                      <a:pt x="135225" y="511839"/>
                    </a:cubicBezTo>
                    <a:cubicBezTo>
                      <a:pt x="156831" y="578427"/>
                      <a:pt x="305655" y="626717"/>
                      <a:pt x="368565" y="644761"/>
                    </a:cubicBezTo>
                    <a:cubicBezTo>
                      <a:pt x="615631" y="715543"/>
                      <a:pt x="838296" y="751379"/>
                      <a:pt x="1092987" y="779844"/>
                    </a:cubicBezTo>
                    <a:cubicBezTo>
                      <a:pt x="1368394" y="810597"/>
                      <a:pt x="1641768" y="829658"/>
                      <a:pt x="1919082" y="830040"/>
                    </a:cubicBezTo>
                    <a:cubicBezTo>
                      <a:pt x="1919082" y="830040"/>
                      <a:pt x="2135137" y="842239"/>
                      <a:pt x="2135137" y="842239"/>
                    </a:cubicBezTo>
                    <a:cubicBezTo>
                      <a:pt x="2135137" y="842239"/>
                      <a:pt x="2325775" y="842239"/>
                      <a:pt x="2325775" y="842239"/>
                    </a:cubicBezTo>
                    <a:cubicBezTo>
                      <a:pt x="2325775" y="842239"/>
                      <a:pt x="2478284" y="830040"/>
                      <a:pt x="2478284" y="830040"/>
                    </a:cubicBezTo>
                    <a:cubicBezTo>
                      <a:pt x="2793853" y="829531"/>
                      <a:pt x="3105481" y="808691"/>
                      <a:pt x="3418761" y="770059"/>
                    </a:cubicBezTo>
                    <a:cubicBezTo>
                      <a:pt x="3607746" y="746804"/>
                      <a:pt x="3793681" y="715035"/>
                      <a:pt x="3977964" y="666365"/>
                    </a:cubicBezTo>
                    <a:cubicBezTo>
                      <a:pt x="4047356" y="648065"/>
                      <a:pt x="4190715" y="602191"/>
                      <a:pt x="4242950" y="556951"/>
                    </a:cubicBezTo>
                    <a:cubicBezTo>
                      <a:pt x="4309165" y="499386"/>
                      <a:pt x="4265572" y="436737"/>
                      <a:pt x="4206475" y="397597"/>
                    </a:cubicBezTo>
                    <a:cubicBezTo>
                      <a:pt x="4118654" y="339142"/>
                      <a:pt x="3931067" y="290725"/>
                      <a:pt x="3825454" y="266454"/>
                    </a:cubicBezTo>
                    <a:cubicBezTo>
                      <a:pt x="3368687" y="161742"/>
                      <a:pt x="2832107" y="131879"/>
                      <a:pt x="2363902" y="131117"/>
                    </a:cubicBezTo>
                    <a:cubicBezTo>
                      <a:pt x="2363902" y="131117"/>
                      <a:pt x="2211392" y="123111"/>
                      <a:pt x="2211392" y="123111"/>
                    </a:cubicBezTo>
                    <a:close/>
                    <a:moveTo>
                      <a:pt x="381275" y="525055"/>
                    </a:moveTo>
                    <a:cubicBezTo>
                      <a:pt x="381275" y="525055"/>
                      <a:pt x="559203" y="459992"/>
                      <a:pt x="559203" y="459992"/>
                    </a:cubicBezTo>
                    <a:cubicBezTo>
                      <a:pt x="695445" y="418183"/>
                      <a:pt x="837914" y="388066"/>
                      <a:pt x="978605" y="365446"/>
                    </a:cubicBezTo>
                    <a:cubicBezTo>
                      <a:pt x="1470957" y="286278"/>
                      <a:pt x="1968139" y="282847"/>
                      <a:pt x="2465575" y="283609"/>
                    </a:cubicBezTo>
                    <a:cubicBezTo>
                      <a:pt x="2465575" y="283609"/>
                      <a:pt x="2656212" y="296317"/>
                      <a:pt x="2656212" y="296317"/>
                    </a:cubicBezTo>
                    <a:cubicBezTo>
                      <a:pt x="2908743" y="299239"/>
                      <a:pt x="3297135" y="343208"/>
                      <a:pt x="3545853" y="392895"/>
                    </a:cubicBezTo>
                    <a:cubicBezTo>
                      <a:pt x="3705988" y="424918"/>
                      <a:pt x="3872605" y="456434"/>
                      <a:pt x="4016091" y="537763"/>
                    </a:cubicBezTo>
                    <a:cubicBezTo>
                      <a:pt x="4016091" y="537763"/>
                      <a:pt x="3990673" y="614009"/>
                      <a:pt x="3990673" y="614009"/>
                    </a:cubicBezTo>
                    <a:cubicBezTo>
                      <a:pt x="3990673" y="614009"/>
                      <a:pt x="3698363" y="523530"/>
                      <a:pt x="3698363" y="523530"/>
                    </a:cubicBezTo>
                    <a:cubicBezTo>
                      <a:pt x="3520689" y="476766"/>
                      <a:pt x="3334118" y="448936"/>
                      <a:pt x="3151869" y="426952"/>
                    </a:cubicBezTo>
                    <a:cubicBezTo>
                      <a:pt x="2925646" y="399757"/>
                      <a:pt x="2693323" y="385652"/>
                      <a:pt x="2465575" y="385270"/>
                    </a:cubicBezTo>
                    <a:cubicBezTo>
                      <a:pt x="2465575" y="385270"/>
                      <a:pt x="2313065" y="373198"/>
                      <a:pt x="2313065" y="373198"/>
                    </a:cubicBezTo>
                    <a:cubicBezTo>
                      <a:pt x="2313065" y="373198"/>
                      <a:pt x="2097010" y="373198"/>
                      <a:pt x="2097010" y="373198"/>
                    </a:cubicBezTo>
                    <a:cubicBezTo>
                      <a:pt x="2097010" y="373198"/>
                      <a:pt x="1957209" y="385016"/>
                      <a:pt x="1957209" y="385016"/>
                    </a:cubicBezTo>
                    <a:cubicBezTo>
                      <a:pt x="1957209" y="385016"/>
                      <a:pt x="1753863" y="385016"/>
                      <a:pt x="1753863" y="385016"/>
                    </a:cubicBezTo>
                    <a:cubicBezTo>
                      <a:pt x="1753863" y="385016"/>
                      <a:pt x="1626771" y="396834"/>
                      <a:pt x="1626771" y="396834"/>
                    </a:cubicBezTo>
                    <a:cubicBezTo>
                      <a:pt x="1339290" y="416531"/>
                      <a:pt x="1058164" y="441693"/>
                      <a:pt x="775258" y="502308"/>
                    </a:cubicBezTo>
                    <a:cubicBezTo>
                      <a:pt x="775258" y="502308"/>
                      <a:pt x="419402" y="614009"/>
                      <a:pt x="419402" y="614009"/>
                    </a:cubicBezTo>
                    <a:cubicBezTo>
                      <a:pt x="419402" y="614009"/>
                      <a:pt x="381275" y="525055"/>
                      <a:pt x="381275" y="525055"/>
                    </a:cubicBezTo>
                    <a:close/>
                    <a:moveTo>
                      <a:pt x="4270275" y="652132"/>
                    </a:moveTo>
                    <a:cubicBezTo>
                      <a:pt x="4270275" y="652132"/>
                      <a:pt x="4079637" y="731555"/>
                      <a:pt x="4079637" y="731555"/>
                    </a:cubicBezTo>
                    <a:cubicBezTo>
                      <a:pt x="3799401" y="823432"/>
                      <a:pt x="3323316" y="884810"/>
                      <a:pt x="3024778" y="906286"/>
                    </a:cubicBezTo>
                    <a:cubicBezTo>
                      <a:pt x="3024778" y="906286"/>
                      <a:pt x="2910395" y="906286"/>
                      <a:pt x="2910395" y="906286"/>
                    </a:cubicBezTo>
                    <a:cubicBezTo>
                      <a:pt x="2910395" y="906286"/>
                      <a:pt x="2732467" y="918993"/>
                      <a:pt x="2732467" y="918993"/>
                    </a:cubicBezTo>
                    <a:cubicBezTo>
                      <a:pt x="2732467" y="918993"/>
                      <a:pt x="2541830" y="931701"/>
                      <a:pt x="2541830" y="931701"/>
                    </a:cubicBezTo>
                    <a:cubicBezTo>
                      <a:pt x="1987838" y="932591"/>
                      <a:pt x="1358354" y="928651"/>
                      <a:pt x="813386" y="837283"/>
                    </a:cubicBezTo>
                    <a:cubicBezTo>
                      <a:pt x="654648" y="810597"/>
                      <a:pt x="497182" y="778828"/>
                      <a:pt x="343147" y="731936"/>
                    </a:cubicBezTo>
                    <a:cubicBezTo>
                      <a:pt x="343147" y="731936"/>
                      <a:pt x="127092" y="652132"/>
                      <a:pt x="127092" y="652132"/>
                    </a:cubicBezTo>
                    <a:cubicBezTo>
                      <a:pt x="127092" y="652132"/>
                      <a:pt x="152510" y="1414593"/>
                      <a:pt x="152510" y="1414593"/>
                    </a:cubicBezTo>
                    <a:cubicBezTo>
                      <a:pt x="152510" y="1414593"/>
                      <a:pt x="165219" y="1592501"/>
                      <a:pt x="165219" y="1592501"/>
                    </a:cubicBezTo>
                    <a:cubicBezTo>
                      <a:pt x="165219" y="1592501"/>
                      <a:pt x="177928" y="1973731"/>
                      <a:pt x="177928" y="1973731"/>
                    </a:cubicBezTo>
                    <a:cubicBezTo>
                      <a:pt x="177928" y="1973731"/>
                      <a:pt x="190637" y="2164347"/>
                      <a:pt x="190637" y="2164347"/>
                    </a:cubicBezTo>
                    <a:cubicBezTo>
                      <a:pt x="190637" y="2164347"/>
                      <a:pt x="203346" y="2443916"/>
                      <a:pt x="203346" y="2443916"/>
                    </a:cubicBezTo>
                    <a:cubicBezTo>
                      <a:pt x="203346" y="2443916"/>
                      <a:pt x="216056" y="2723485"/>
                      <a:pt x="216056" y="2723485"/>
                    </a:cubicBezTo>
                    <a:cubicBezTo>
                      <a:pt x="216056" y="2723485"/>
                      <a:pt x="228765" y="3092008"/>
                      <a:pt x="228765" y="3092008"/>
                    </a:cubicBezTo>
                    <a:cubicBezTo>
                      <a:pt x="228765" y="3092008"/>
                      <a:pt x="240965" y="3219085"/>
                      <a:pt x="240965" y="3219085"/>
                    </a:cubicBezTo>
                    <a:cubicBezTo>
                      <a:pt x="240965" y="3219085"/>
                      <a:pt x="240965" y="3371577"/>
                      <a:pt x="240965" y="3371577"/>
                    </a:cubicBezTo>
                    <a:cubicBezTo>
                      <a:pt x="240965" y="3371577"/>
                      <a:pt x="254183" y="3536777"/>
                      <a:pt x="254183" y="3536777"/>
                    </a:cubicBezTo>
                    <a:cubicBezTo>
                      <a:pt x="254183" y="3536777"/>
                      <a:pt x="266892" y="3905300"/>
                      <a:pt x="266892" y="3905300"/>
                    </a:cubicBezTo>
                    <a:cubicBezTo>
                      <a:pt x="266892" y="3905300"/>
                      <a:pt x="279601" y="4095915"/>
                      <a:pt x="279601" y="4095915"/>
                    </a:cubicBezTo>
                    <a:cubicBezTo>
                      <a:pt x="280364" y="4247773"/>
                      <a:pt x="282906" y="4364683"/>
                      <a:pt x="362592" y="4502562"/>
                    </a:cubicBezTo>
                    <a:cubicBezTo>
                      <a:pt x="427282" y="4614516"/>
                      <a:pt x="508620" y="4669541"/>
                      <a:pt x="610039" y="4740449"/>
                    </a:cubicBezTo>
                    <a:cubicBezTo>
                      <a:pt x="861807" y="4916324"/>
                      <a:pt x="1185764" y="5012902"/>
                      <a:pt x="1486971" y="5062716"/>
                    </a:cubicBezTo>
                    <a:cubicBezTo>
                      <a:pt x="1486971" y="5062716"/>
                      <a:pt x="1804699" y="5112022"/>
                      <a:pt x="1804699" y="5112022"/>
                    </a:cubicBezTo>
                    <a:cubicBezTo>
                      <a:pt x="1804699" y="5112022"/>
                      <a:pt x="1931791" y="5112022"/>
                      <a:pt x="1931791" y="5112022"/>
                    </a:cubicBezTo>
                    <a:cubicBezTo>
                      <a:pt x="1931791" y="5112022"/>
                      <a:pt x="2071591" y="5125238"/>
                      <a:pt x="2071591" y="5125238"/>
                    </a:cubicBezTo>
                    <a:cubicBezTo>
                      <a:pt x="2449053" y="5127017"/>
                      <a:pt x="2770849" y="5107702"/>
                      <a:pt x="3139160" y="5015571"/>
                    </a:cubicBezTo>
                    <a:cubicBezTo>
                      <a:pt x="3253542" y="4986978"/>
                      <a:pt x="3306540" y="4977321"/>
                      <a:pt x="3418761" y="4932081"/>
                    </a:cubicBezTo>
                    <a:cubicBezTo>
                      <a:pt x="3620456" y="4850752"/>
                      <a:pt x="3897642" y="4717703"/>
                      <a:pt x="4016219" y="4527977"/>
                    </a:cubicBezTo>
                    <a:cubicBezTo>
                      <a:pt x="4034265" y="4499131"/>
                      <a:pt x="4077985" y="4395944"/>
                      <a:pt x="4085611" y="4362777"/>
                    </a:cubicBezTo>
                    <a:cubicBezTo>
                      <a:pt x="4085611" y="4362777"/>
                      <a:pt x="4117765" y="3816346"/>
                      <a:pt x="4117765" y="3816346"/>
                    </a:cubicBezTo>
                    <a:cubicBezTo>
                      <a:pt x="4117765" y="3816346"/>
                      <a:pt x="4130474" y="3625731"/>
                      <a:pt x="4130474" y="3625731"/>
                    </a:cubicBezTo>
                    <a:cubicBezTo>
                      <a:pt x="4130474" y="3625731"/>
                      <a:pt x="4143183" y="3396993"/>
                      <a:pt x="4143183" y="3396993"/>
                    </a:cubicBezTo>
                    <a:cubicBezTo>
                      <a:pt x="4143183" y="3396993"/>
                      <a:pt x="4155892" y="3053885"/>
                      <a:pt x="4155892" y="3053885"/>
                    </a:cubicBezTo>
                    <a:cubicBezTo>
                      <a:pt x="4155892" y="3053885"/>
                      <a:pt x="4168601" y="2888685"/>
                      <a:pt x="4168601" y="2888685"/>
                    </a:cubicBezTo>
                    <a:cubicBezTo>
                      <a:pt x="4168601" y="2888685"/>
                      <a:pt x="4181310" y="2545577"/>
                      <a:pt x="4181310" y="2545577"/>
                    </a:cubicBezTo>
                    <a:cubicBezTo>
                      <a:pt x="4181310" y="2545577"/>
                      <a:pt x="4193511" y="2418501"/>
                      <a:pt x="4193511" y="2418501"/>
                    </a:cubicBezTo>
                    <a:cubicBezTo>
                      <a:pt x="4193511" y="2418501"/>
                      <a:pt x="4193511" y="2304131"/>
                      <a:pt x="4193511" y="2304131"/>
                    </a:cubicBezTo>
                    <a:cubicBezTo>
                      <a:pt x="4193511" y="2304131"/>
                      <a:pt x="4206729" y="2062685"/>
                      <a:pt x="4206729" y="2062685"/>
                    </a:cubicBezTo>
                    <a:cubicBezTo>
                      <a:pt x="4206729" y="2062685"/>
                      <a:pt x="4219438" y="1859362"/>
                      <a:pt x="4219438" y="1859362"/>
                    </a:cubicBezTo>
                    <a:cubicBezTo>
                      <a:pt x="4219438" y="1859362"/>
                      <a:pt x="4232147" y="1630624"/>
                      <a:pt x="4232147" y="1630624"/>
                    </a:cubicBezTo>
                    <a:cubicBezTo>
                      <a:pt x="4232147" y="1630624"/>
                      <a:pt x="4244856" y="1287516"/>
                      <a:pt x="4244856" y="1287516"/>
                    </a:cubicBezTo>
                    <a:cubicBezTo>
                      <a:pt x="4244856" y="1287516"/>
                      <a:pt x="4257565" y="1109609"/>
                      <a:pt x="4257565" y="1109609"/>
                    </a:cubicBezTo>
                    <a:cubicBezTo>
                      <a:pt x="4257565" y="1109609"/>
                      <a:pt x="4270275" y="652132"/>
                      <a:pt x="4270275" y="652132"/>
                    </a:cubicBezTo>
                    <a:close/>
                  </a:path>
                </a:pathLst>
              </a:custGeom>
              <a:solidFill>
                <a:srgbClr val="0F6FC6"/>
              </a:solidFill>
              <a:ln w="3175" cap="flat">
                <a:solidFill>
                  <a:srgbClr val="0F6FC6"/>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fr-FR"/>
              </a:p>
            </p:txBody>
          </p:sp>
          <p:pic>
            <p:nvPicPr>
              <p:cNvPr id="154" name="Graphique 153">
                <a:extLst>
                  <a:ext uri="{FF2B5EF4-FFF2-40B4-BE49-F238E27FC236}">
                    <a16:creationId xmlns:a16="http://schemas.microsoft.com/office/drawing/2014/main" id="{A0914915-4175-FCC0-6296-67491F9EC33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07958" y="3945853"/>
                <a:ext cx="244800" cy="291332"/>
              </a:xfrm>
              <a:prstGeom prst="rect">
                <a:avLst/>
              </a:prstGeom>
            </p:spPr>
          </p:pic>
        </p:grpSp>
        <p:sp>
          <p:nvSpPr>
            <p:cNvPr id="152" name="Rectangle : coins arrondis 151">
              <a:extLst>
                <a:ext uri="{FF2B5EF4-FFF2-40B4-BE49-F238E27FC236}">
                  <a16:creationId xmlns:a16="http://schemas.microsoft.com/office/drawing/2014/main" id="{9872512E-684B-0B2D-305C-FB7CBBA4A8B3}"/>
                </a:ext>
              </a:extLst>
            </p:cNvPr>
            <p:cNvSpPr/>
            <p:nvPr/>
          </p:nvSpPr>
          <p:spPr>
            <a:xfrm>
              <a:off x="1927774" y="5229352"/>
              <a:ext cx="859024" cy="135704"/>
            </a:xfrm>
            <a:prstGeom prst="roundRect">
              <a:avLst/>
            </a:prstGeom>
            <a:solidFill>
              <a:schemeClr val="bg1"/>
            </a:solidFill>
            <a:ln>
              <a:solidFill>
                <a:srgbClr val="0F6F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900" b="1" dirty="0">
                  <a:solidFill>
                    <a:srgbClr val="0F6FC6"/>
                  </a:solidFill>
                </a:rPr>
                <a:t>OIA Org. Fin.</a:t>
              </a:r>
            </a:p>
          </p:txBody>
        </p:sp>
      </p:grpSp>
      <p:sp>
        <p:nvSpPr>
          <p:cNvPr id="156" name="Forme libre : forme 155">
            <a:extLst>
              <a:ext uri="{FF2B5EF4-FFF2-40B4-BE49-F238E27FC236}">
                <a16:creationId xmlns:a16="http://schemas.microsoft.com/office/drawing/2014/main" id="{4E5BB26E-9E39-A26C-63E0-E27BFBDFFD5D}"/>
              </a:ext>
            </a:extLst>
          </p:cNvPr>
          <p:cNvSpPr/>
          <p:nvPr/>
        </p:nvSpPr>
        <p:spPr>
          <a:xfrm>
            <a:off x="2255695" y="1851555"/>
            <a:ext cx="5191601" cy="584529"/>
          </a:xfrm>
          <a:custGeom>
            <a:avLst/>
            <a:gdLst>
              <a:gd name="connsiteX0" fmla="*/ 0 w 1196340"/>
              <a:gd name="connsiteY0" fmla="*/ 0 h 678180"/>
              <a:gd name="connsiteX1" fmla="*/ 1196340 w 1196340"/>
              <a:gd name="connsiteY1" fmla="*/ 678180 h 678180"/>
              <a:gd name="connsiteX0" fmla="*/ 0 w 1196340"/>
              <a:gd name="connsiteY0" fmla="*/ 0 h 678180"/>
              <a:gd name="connsiteX1" fmla="*/ 1196340 w 1196340"/>
              <a:gd name="connsiteY1" fmla="*/ 678180 h 678180"/>
              <a:gd name="connsiteX0" fmla="*/ 0 w 1196340"/>
              <a:gd name="connsiteY0" fmla="*/ 0 h 678180"/>
              <a:gd name="connsiteX1" fmla="*/ 1196340 w 1196340"/>
              <a:gd name="connsiteY1" fmla="*/ 678180 h 678180"/>
              <a:gd name="connsiteX0" fmla="*/ 0 w 1196340"/>
              <a:gd name="connsiteY0" fmla="*/ 0 h 678180"/>
              <a:gd name="connsiteX1" fmla="*/ 1196340 w 1196340"/>
              <a:gd name="connsiteY1" fmla="*/ 678180 h 678180"/>
              <a:gd name="connsiteX0" fmla="*/ 0 w 1173480"/>
              <a:gd name="connsiteY0" fmla="*/ 0 h 579120"/>
              <a:gd name="connsiteX1" fmla="*/ 1173480 w 1173480"/>
              <a:gd name="connsiteY1" fmla="*/ 579120 h 579120"/>
              <a:gd name="connsiteX0" fmla="*/ 0 w 1173480"/>
              <a:gd name="connsiteY0" fmla="*/ 0 h 579128"/>
              <a:gd name="connsiteX1" fmla="*/ 1173480 w 1173480"/>
              <a:gd name="connsiteY1" fmla="*/ 579120 h 579128"/>
              <a:gd name="connsiteX0" fmla="*/ 0 w 1173480"/>
              <a:gd name="connsiteY0" fmla="*/ 387 h 579515"/>
              <a:gd name="connsiteX1" fmla="*/ 1173480 w 1173480"/>
              <a:gd name="connsiteY1" fmla="*/ 579507 h 579515"/>
              <a:gd name="connsiteX0" fmla="*/ 0 w 1173480"/>
              <a:gd name="connsiteY0" fmla="*/ 0 h 579128"/>
              <a:gd name="connsiteX1" fmla="*/ 1173480 w 1173480"/>
              <a:gd name="connsiteY1" fmla="*/ 579120 h 579128"/>
              <a:gd name="connsiteX0" fmla="*/ 0 w 1173480"/>
              <a:gd name="connsiteY0" fmla="*/ 0 h 579128"/>
              <a:gd name="connsiteX1" fmla="*/ 1173480 w 1173480"/>
              <a:gd name="connsiteY1" fmla="*/ 579120 h 579128"/>
              <a:gd name="connsiteX0" fmla="*/ 0 w 1188720"/>
              <a:gd name="connsiteY0" fmla="*/ 647700 h 648546"/>
              <a:gd name="connsiteX1" fmla="*/ 1188720 w 1188720"/>
              <a:gd name="connsiteY1" fmla="*/ 0 h 648546"/>
              <a:gd name="connsiteX0" fmla="*/ 0 w 1188720"/>
              <a:gd name="connsiteY0" fmla="*/ 647728 h 648565"/>
              <a:gd name="connsiteX1" fmla="*/ 1188720 w 1188720"/>
              <a:gd name="connsiteY1" fmla="*/ 28 h 648565"/>
              <a:gd name="connsiteX0" fmla="*/ 0 w 1188720"/>
              <a:gd name="connsiteY0" fmla="*/ 647731 h 647731"/>
              <a:gd name="connsiteX1" fmla="*/ 1188720 w 1188720"/>
              <a:gd name="connsiteY1" fmla="*/ 31 h 647731"/>
              <a:gd name="connsiteX0" fmla="*/ 0 w 1162526"/>
              <a:gd name="connsiteY0" fmla="*/ 647731 h 647731"/>
              <a:gd name="connsiteX1" fmla="*/ 1162526 w 1162526"/>
              <a:gd name="connsiteY1" fmla="*/ 31 h 647731"/>
              <a:gd name="connsiteX0" fmla="*/ 0 w 1162526"/>
              <a:gd name="connsiteY0" fmla="*/ 647700 h 647700"/>
              <a:gd name="connsiteX1" fmla="*/ 1162526 w 1162526"/>
              <a:gd name="connsiteY1" fmla="*/ 0 h 647700"/>
              <a:gd name="connsiteX0" fmla="*/ 0 w 1162526"/>
              <a:gd name="connsiteY0" fmla="*/ 590550 h 590550"/>
              <a:gd name="connsiteX1" fmla="*/ 1162526 w 1162526"/>
              <a:gd name="connsiteY1" fmla="*/ 0 h 590550"/>
              <a:gd name="connsiteX0" fmla="*/ 0 w 1162526"/>
              <a:gd name="connsiteY0" fmla="*/ 1333500 h 1333500"/>
              <a:gd name="connsiteX1" fmla="*/ 1162526 w 1162526"/>
              <a:gd name="connsiteY1" fmla="*/ 0 h 1333500"/>
              <a:gd name="connsiteX0" fmla="*/ 0 w 4583906"/>
              <a:gd name="connsiteY0" fmla="*/ 3280 h 452869"/>
              <a:gd name="connsiteX1" fmla="*/ 4583906 w 4583906"/>
              <a:gd name="connsiteY1" fmla="*/ 452860 h 452869"/>
              <a:gd name="connsiteX0" fmla="*/ 0 w 4583906"/>
              <a:gd name="connsiteY0" fmla="*/ 138188 h 587768"/>
              <a:gd name="connsiteX1" fmla="*/ 4583906 w 4583906"/>
              <a:gd name="connsiteY1" fmla="*/ 587768 h 587768"/>
              <a:gd name="connsiteX0" fmla="*/ 0 w 4599146"/>
              <a:gd name="connsiteY0" fmla="*/ 120148 h 607828"/>
              <a:gd name="connsiteX1" fmla="*/ 4599146 w 4599146"/>
              <a:gd name="connsiteY1" fmla="*/ 607828 h 607828"/>
              <a:gd name="connsiteX0" fmla="*/ 0 w 4591526"/>
              <a:gd name="connsiteY0" fmla="*/ 66005 h 690845"/>
              <a:gd name="connsiteX1" fmla="*/ 4591526 w 4591526"/>
              <a:gd name="connsiteY1" fmla="*/ 690845 h 690845"/>
              <a:gd name="connsiteX0" fmla="*/ 0 w 4591526"/>
              <a:gd name="connsiteY0" fmla="*/ 52693 h 677533"/>
              <a:gd name="connsiteX1" fmla="*/ 4591526 w 4591526"/>
              <a:gd name="connsiteY1" fmla="*/ 677533 h 677533"/>
              <a:gd name="connsiteX0" fmla="*/ 0 w 4591526"/>
              <a:gd name="connsiteY0" fmla="*/ 4100 h 628940"/>
              <a:gd name="connsiteX1" fmla="*/ 4591526 w 4591526"/>
              <a:gd name="connsiteY1" fmla="*/ 628940 h 628940"/>
              <a:gd name="connsiteX0" fmla="*/ 0 w 5191601"/>
              <a:gd name="connsiteY0" fmla="*/ 7314 h 584529"/>
              <a:gd name="connsiteX1" fmla="*/ 5191601 w 5191601"/>
              <a:gd name="connsiteY1" fmla="*/ 584529 h 584529"/>
            </a:gdLst>
            <a:ahLst/>
            <a:cxnLst>
              <a:cxn ang="0">
                <a:pos x="connsiteX0" y="connsiteY0"/>
              </a:cxn>
              <a:cxn ang="0">
                <a:pos x="connsiteX1" y="connsiteY1"/>
              </a:cxn>
            </a:cxnLst>
            <a:rect l="l" t="t" r="r" b="b"/>
            <a:pathLst>
              <a:path w="5191601" h="584529">
                <a:moveTo>
                  <a:pt x="0" y="7314"/>
                </a:moveTo>
                <a:cubicBezTo>
                  <a:pt x="3622040" y="-10466"/>
                  <a:pt x="4709001" y="-45391"/>
                  <a:pt x="5191601" y="584529"/>
                </a:cubicBezTo>
              </a:path>
            </a:pathLst>
          </a:custGeom>
          <a:noFill/>
          <a:ln w="34925" cap="rnd">
            <a:solidFill>
              <a:srgbClr val="0F6FC6"/>
            </a:solidFill>
            <a:round/>
            <a:tailEnd type="arrow" w="sm"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58" name="Groupe 157">
            <a:extLst>
              <a:ext uri="{FF2B5EF4-FFF2-40B4-BE49-F238E27FC236}">
                <a16:creationId xmlns:a16="http://schemas.microsoft.com/office/drawing/2014/main" id="{1EC44942-4EE3-BF39-283F-07AF8D76F49F}"/>
              </a:ext>
            </a:extLst>
          </p:cNvPr>
          <p:cNvGrpSpPr/>
          <p:nvPr/>
        </p:nvGrpSpPr>
        <p:grpSpPr>
          <a:xfrm>
            <a:off x="2652278" y="1574791"/>
            <a:ext cx="890405" cy="292530"/>
            <a:chOff x="1856755" y="2894863"/>
            <a:chExt cx="890405" cy="292530"/>
          </a:xfrm>
        </p:grpSpPr>
        <p:grpSp>
          <p:nvGrpSpPr>
            <p:cNvPr id="159" name="Groupe 158">
              <a:extLst>
                <a:ext uri="{FF2B5EF4-FFF2-40B4-BE49-F238E27FC236}">
                  <a16:creationId xmlns:a16="http://schemas.microsoft.com/office/drawing/2014/main" id="{10276420-2C68-5905-58DA-649C11F26E9E}"/>
                </a:ext>
              </a:extLst>
            </p:cNvPr>
            <p:cNvGrpSpPr/>
            <p:nvPr/>
          </p:nvGrpSpPr>
          <p:grpSpPr>
            <a:xfrm>
              <a:off x="2501979" y="2894863"/>
              <a:ext cx="245181" cy="292530"/>
              <a:chOff x="2607768" y="3945254"/>
              <a:chExt cx="245181" cy="292530"/>
            </a:xfrm>
          </p:grpSpPr>
          <p:sp>
            <p:nvSpPr>
              <p:cNvPr id="161" name="Graphique 79">
                <a:extLst>
                  <a:ext uri="{FF2B5EF4-FFF2-40B4-BE49-F238E27FC236}">
                    <a16:creationId xmlns:a16="http://schemas.microsoft.com/office/drawing/2014/main" id="{FB8987D5-6FF4-7D80-03B7-1F2D888C0686}"/>
                  </a:ext>
                </a:extLst>
              </p:cNvPr>
              <p:cNvSpPr>
                <a:spLocks noChangeAspect="1"/>
              </p:cNvSpPr>
              <p:nvPr/>
            </p:nvSpPr>
            <p:spPr>
              <a:xfrm>
                <a:off x="2607768" y="3945254"/>
                <a:ext cx="245181" cy="292530"/>
              </a:xfrm>
              <a:custGeom>
                <a:avLst/>
                <a:gdLst>
                  <a:gd name="connsiteX0" fmla="*/ 1842827 w 4401697"/>
                  <a:gd name="connsiteY0" fmla="*/ 9377 h 5251733"/>
                  <a:gd name="connsiteX1" fmla="*/ 2732467 w 4401697"/>
                  <a:gd name="connsiteY1" fmla="*/ 16748 h 5251733"/>
                  <a:gd name="connsiteX2" fmla="*/ 2872268 w 4401697"/>
                  <a:gd name="connsiteY2" fmla="*/ 28947 h 5251733"/>
                  <a:gd name="connsiteX3" fmla="*/ 3749199 w 4401697"/>
                  <a:gd name="connsiteY3" fmla="*/ 128575 h 5251733"/>
                  <a:gd name="connsiteX4" fmla="*/ 4194020 w 4401697"/>
                  <a:gd name="connsiteY4" fmla="*/ 258194 h 5251733"/>
                  <a:gd name="connsiteX5" fmla="*/ 4377413 w 4401697"/>
                  <a:gd name="connsiteY5" fmla="*/ 398486 h 5251733"/>
                  <a:gd name="connsiteX6" fmla="*/ 4397366 w 4401697"/>
                  <a:gd name="connsiteY6" fmla="*/ 690255 h 5251733"/>
                  <a:gd name="connsiteX7" fmla="*/ 4384657 w 4401697"/>
                  <a:gd name="connsiteY7" fmla="*/ 880870 h 5251733"/>
                  <a:gd name="connsiteX8" fmla="*/ 4371948 w 4401697"/>
                  <a:gd name="connsiteY8" fmla="*/ 1223978 h 5251733"/>
                  <a:gd name="connsiteX9" fmla="*/ 4359239 w 4401697"/>
                  <a:gd name="connsiteY9" fmla="*/ 1414593 h 5251733"/>
                  <a:gd name="connsiteX10" fmla="*/ 4346530 w 4401697"/>
                  <a:gd name="connsiteY10" fmla="*/ 1643332 h 5251733"/>
                  <a:gd name="connsiteX11" fmla="*/ 4333820 w 4401697"/>
                  <a:gd name="connsiteY11" fmla="*/ 1973731 h 5251733"/>
                  <a:gd name="connsiteX12" fmla="*/ 4321111 w 4401697"/>
                  <a:gd name="connsiteY12" fmla="*/ 2138931 h 5251733"/>
                  <a:gd name="connsiteX13" fmla="*/ 4308402 w 4401697"/>
                  <a:gd name="connsiteY13" fmla="*/ 2482039 h 5251733"/>
                  <a:gd name="connsiteX14" fmla="*/ 4295693 w 4401697"/>
                  <a:gd name="connsiteY14" fmla="*/ 2647239 h 5251733"/>
                  <a:gd name="connsiteX15" fmla="*/ 4282984 w 4401697"/>
                  <a:gd name="connsiteY15" fmla="*/ 2977639 h 5251733"/>
                  <a:gd name="connsiteX16" fmla="*/ 4270275 w 4401697"/>
                  <a:gd name="connsiteY16" fmla="*/ 3180962 h 5251733"/>
                  <a:gd name="connsiteX17" fmla="*/ 4257565 w 4401697"/>
                  <a:gd name="connsiteY17" fmla="*/ 3409700 h 5251733"/>
                  <a:gd name="connsiteX18" fmla="*/ 4244856 w 4401697"/>
                  <a:gd name="connsiteY18" fmla="*/ 3740100 h 5251733"/>
                  <a:gd name="connsiteX19" fmla="*/ 4232656 w 4401697"/>
                  <a:gd name="connsiteY19" fmla="*/ 3867177 h 5251733"/>
                  <a:gd name="connsiteX20" fmla="*/ 4232656 w 4401697"/>
                  <a:gd name="connsiteY20" fmla="*/ 3994254 h 5251733"/>
                  <a:gd name="connsiteX21" fmla="*/ 4219438 w 4401697"/>
                  <a:gd name="connsiteY21" fmla="*/ 4159454 h 5251733"/>
                  <a:gd name="connsiteX22" fmla="*/ 4123738 w 4401697"/>
                  <a:gd name="connsiteY22" fmla="*/ 4578808 h 5251733"/>
                  <a:gd name="connsiteX23" fmla="*/ 3800036 w 4401697"/>
                  <a:gd name="connsiteY23" fmla="*/ 4876422 h 5251733"/>
                  <a:gd name="connsiteX24" fmla="*/ 2859559 w 4401697"/>
                  <a:gd name="connsiteY24" fmla="*/ 5194114 h 5251733"/>
                  <a:gd name="connsiteX25" fmla="*/ 2452866 w 4401697"/>
                  <a:gd name="connsiteY25" fmla="*/ 5240116 h 5251733"/>
                  <a:gd name="connsiteX26" fmla="*/ 2274938 w 4401697"/>
                  <a:gd name="connsiteY26" fmla="*/ 5240116 h 5251733"/>
                  <a:gd name="connsiteX27" fmla="*/ 2147846 w 4401697"/>
                  <a:gd name="connsiteY27" fmla="*/ 5251171 h 5251733"/>
                  <a:gd name="connsiteX28" fmla="*/ 2058882 w 4401697"/>
                  <a:gd name="connsiteY28" fmla="*/ 5240751 h 5251733"/>
                  <a:gd name="connsiteX29" fmla="*/ 1741154 w 4401697"/>
                  <a:gd name="connsiteY29" fmla="*/ 5224739 h 5251733"/>
                  <a:gd name="connsiteX30" fmla="*/ 965895 w 4401697"/>
                  <a:gd name="connsiteY30" fmla="*/ 5054838 h 5251733"/>
                  <a:gd name="connsiteX31" fmla="*/ 762549 w 4401697"/>
                  <a:gd name="connsiteY31" fmla="*/ 4965376 h 5251733"/>
                  <a:gd name="connsiteX32" fmla="*/ 256979 w 4401697"/>
                  <a:gd name="connsiteY32" fmla="*/ 4566100 h 5251733"/>
                  <a:gd name="connsiteX33" fmla="*/ 166363 w 4401697"/>
                  <a:gd name="connsiteY33" fmla="*/ 4311946 h 5251733"/>
                  <a:gd name="connsiteX34" fmla="*/ 166363 w 4401697"/>
                  <a:gd name="connsiteY34" fmla="*/ 4184869 h 5251733"/>
                  <a:gd name="connsiteX35" fmla="*/ 152510 w 4401697"/>
                  <a:gd name="connsiteY35" fmla="*/ 3994254 h 5251733"/>
                  <a:gd name="connsiteX36" fmla="*/ 139801 w 4401697"/>
                  <a:gd name="connsiteY36" fmla="*/ 3727392 h 5251733"/>
                  <a:gd name="connsiteX37" fmla="*/ 127092 w 4401697"/>
                  <a:gd name="connsiteY37" fmla="*/ 3358869 h 5251733"/>
                  <a:gd name="connsiteX38" fmla="*/ 114382 w 4401697"/>
                  <a:gd name="connsiteY38" fmla="*/ 3180962 h 5251733"/>
                  <a:gd name="connsiteX39" fmla="*/ 101673 w 4401697"/>
                  <a:gd name="connsiteY39" fmla="*/ 2799731 h 5251733"/>
                  <a:gd name="connsiteX40" fmla="*/ 88964 w 4401697"/>
                  <a:gd name="connsiteY40" fmla="*/ 2621824 h 5251733"/>
                  <a:gd name="connsiteX41" fmla="*/ 76255 w 4401697"/>
                  <a:gd name="connsiteY41" fmla="*/ 2240593 h 5251733"/>
                  <a:gd name="connsiteX42" fmla="*/ 63546 w 4401697"/>
                  <a:gd name="connsiteY42" fmla="*/ 2049978 h 5251733"/>
                  <a:gd name="connsiteX43" fmla="*/ 50837 w 4401697"/>
                  <a:gd name="connsiteY43" fmla="*/ 1770408 h 5251733"/>
                  <a:gd name="connsiteX44" fmla="*/ 25418 w 4401697"/>
                  <a:gd name="connsiteY44" fmla="*/ 1147732 h 5251733"/>
                  <a:gd name="connsiteX45" fmla="*/ 12709 w 4401697"/>
                  <a:gd name="connsiteY45" fmla="*/ 969824 h 5251733"/>
                  <a:gd name="connsiteX46" fmla="*/ 0 w 4401697"/>
                  <a:gd name="connsiteY46" fmla="*/ 563178 h 5251733"/>
                  <a:gd name="connsiteX47" fmla="*/ 39144 w 4401697"/>
                  <a:gd name="connsiteY47" fmla="*/ 373706 h 5251733"/>
                  <a:gd name="connsiteX48" fmla="*/ 444820 w 4401697"/>
                  <a:gd name="connsiteY48" fmla="*/ 170892 h 5251733"/>
                  <a:gd name="connsiteX49" fmla="*/ 1410716 w 4401697"/>
                  <a:gd name="connsiteY49" fmla="*/ 30599 h 5251733"/>
                  <a:gd name="connsiteX50" fmla="*/ 1639480 w 4401697"/>
                  <a:gd name="connsiteY50" fmla="*/ 16748 h 5251733"/>
                  <a:gd name="connsiteX51" fmla="*/ 1842827 w 4401697"/>
                  <a:gd name="connsiteY51" fmla="*/ 9377 h 5251733"/>
                  <a:gd name="connsiteX52" fmla="*/ 2211392 w 4401697"/>
                  <a:gd name="connsiteY52" fmla="*/ 123111 h 5251733"/>
                  <a:gd name="connsiteX53" fmla="*/ 1766572 w 4401697"/>
                  <a:gd name="connsiteY53" fmla="*/ 131117 h 5251733"/>
                  <a:gd name="connsiteX54" fmla="*/ 1525098 w 4401697"/>
                  <a:gd name="connsiteY54" fmla="*/ 143824 h 5251733"/>
                  <a:gd name="connsiteX55" fmla="*/ 1398007 w 4401697"/>
                  <a:gd name="connsiteY55" fmla="*/ 155388 h 5251733"/>
                  <a:gd name="connsiteX56" fmla="*/ 482948 w 4401697"/>
                  <a:gd name="connsiteY56" fmla="*/ 285261 h 5251733"/>
                  <a:gd name="connsiteX57" fmla="*/ 191146 w 4401697"/>
                  <a:gd name="connsiteY57" fmla="*/ 397851 h 5251733"/>
                  <a:gd name="connsiteX58" fmla="*/ 135225 w 4401697"/>
                  <a:gd name="connsiteY58" fmla="*/ 511839 h 5251733"/>
                  <a:gd name="connsiteX59" fmla="*/ 368565 w 4401697"/>
                  <a:gd name="connsiteY59" fmla="*/ 644761 h 5251733"/>
                  <a:gd name="connsiteX60" fmla="*/ 1092987 w 4401697"/>
                  <a:gd name="connsiteY60" fmla="*/ 779844 h 5251733"/>
                  <a:gd name="connsiteX61" fmla="*/ 1919082 w 4401697"/>
                  <a:gd name="connsiteY61" fmla="*/ 830040 h 5251733"/>
                  <a:gd name="connsiteX62" fmla="*/ 2135137 w 4401697"/>
                  <a:gd name="connsiteY62" fmla="*/ 842239 h 5251733"/>
                  <a:gd name="connsiteX63" fmla="*/ 2325775 w 4401697"/>
                  <a:gd name="connsiteY63" fmla="*/ 842239 h 5251733"/>
                  <a:gd name="connsiteX64" fmla="*/ 2478284 w 4401697"/>
                  <a:gd name="connsiteY64" fmla="*/ 830040 h 5251733"/>
                  <a:gd name="connsiteX65" fmla="*/ 3418761 w 4401697"/>
                  <a:gd name="connsiteY65" fmla="*/ 770059 h 5251733"/>
                  <a:gd name="connsiteX66" fmla="*/ 3977964 w 4401697"/>
                  <a:gd name="connsiteY66" fmla="*/ 666365 h 5251733"/>
                  <a:gd name="connsiteX67" fmla="*/ 4242950 w 4401697"/>
                  <a:gd name="connsiteY67" fmla="*/ 556951 h 5251733"/>
                  <a:gd name="connsiteX68" fmla="*/ 4206475 w 4401697"/>
                  <a:gd name="connsiteY68" fmla="*/ 397597 h 5251733"/>
                  <a:gd name="connsiteX69" fmla="*/ 3825454 w 4401697"/>
                  <a:gd name="connsiteY69" fmla="*/ 266454 h 5251733"/>
                  <a:gd name="connsiteX70" fmla="*/ 2363902 w 4401697"/>
                  <a:gd name="connsiteY70" fmla="*/ 131117 h 5251733"/>
                  <a:gd name="connsiteX71" fmla="*/ 2211392 w 4401697"/>
                  <a:gd name="connsiteY71" fmla="*/ 123111 h 5251733"/>
                  <a:gd name="connsiteX72" fmla="*/ 381275 w 4401697"/>
                  <a:gd name="connsiteY72" fmla="*/ 525055 h 5251733"/>
                  <a:gd name="connsiteX73" fmla="*/ 559203 w 4401697"/>
                  <a:gd name="connsiteY73" fmla="*/ 459992 h 5251733"/>
                  <a:gd name="connsiteX74" fmla="*/ 978605 w 4401697"/>
                  <a:gd name="connsiteY74" fmla="*/ 365446 h 5251733"/>
                  <a:gd name="connsiteX75" fmla="*/ 2465575 w 4401697"/>
                  <a:gd name="connsiteY75" fmla="*/ 283609 h 5251733"/>
                  <a:gd name="connsiteX76" fmla="*/ 2656212 w 4401697"/>
                  <a:gd name="connsiteY76" fmla="*/ 296317 h 5251733"/>
                  <a:gd name="connsiteX77" fmla="*/ 3545853 w 4401697"/>
                  <a:gd name="connsiteY77" fmla="*/ 392895 h 5251733"/>
                  <a:gd name="connsiteX78" fmla="*/ 4016091 w 4401697"/>
                  <a:gd name="connsiteY78" fmla="*/ 537763 h 5251733"/>
                  <a:gd name="connsiteX79" fmla="*/ 3990673 w 4401697"/>
                  <a:gd name="connsiteY79" fmla="*/ 614009 h 5251733"/>
                  <a:gd name="connsiteX80" fmla="*/ 3698363 w 4401697"/>
                  <a:gd name="connsiteY80" fmla="*/ 523530 h 5251733"/>
                  <a:gd name="connsiteX81" fmla="*/ 3151869 w 4401697"/>
                  <a:gd name="connsiteY81" fmla="*/ 426952 h 5251733"/>
                  <a:gd name="connsiteX82" fmla="*/ 2465575 w 4401697"/>
                  <a:gd name="connsiteY82" fmla="*/ 385270 h 5251733"/>
                  <a:gd name="connsiteX83" fmla="*/ 2313065 w 4401697"/>
                  <a:gd name="connsiteY83" fmla="*/ 373198 h 5251733"/>
                  <a:gd name="connsiteX84" fmla="*/ 2097010 w 4401697"/>
                  <a:gd name="connsiteY84" fmla="*/ 373198 h 5251733"/>
                  <a:gd name="connsiteX85" fmla="*/ 1957209 w 4401697"/>
                  <a:gd name="connsiteY85" fmla="*/ 385016 h 5251733"/>
                  <a:gd name="connsiteX86" fmla="*/ 1753863 w 4401697"/>
                  <a:gd name="connsiteY86" fmla="*/ 385016 h 5251733"/>
                  <a:gd name="connsiteX87" fmla="*/ 1626771 w 4401697"/>
                  <a:gd name="connsiteY87" fmla="*/ 396834 h 5251733"/>
                  <a:gd name="connsiteX88" fmla="*/ 775258 w 4401697"/>
                  <a:gd name="connsiteY88" fmla="*/ 502308 h 5251733"/>
                  <a:gd name="connsiteX89" fmla="*/ 419402 w 4401697"/>
                  <a:gd name="connsiteY89" fmla="*/ 614009 h 5251733"/>
                  <a:gd name="connsiteX90" fmla="*/ 381275 w 4401697"/>
                  <a:gd name="connsiteY90" fmla="*/ 525055 h 5251733"/>
                  <a:gd name="connsiteX91" fmla="*/ 4270275 w 4401697"/>
                  <a:gd name="connsiteY91" fmla="*/ 652132 h 5251733"/>
                  <a:gd name="connsiteX92" fmla="*/ 4079637 w 4401697"/>
                  <a:gd name="connsiteY92" fmla="*/ 731555 h 5251733"/>
                  <a:gd name="connsiteX93" fmla="*/ 3024778 w 4401697"/>
                  <a:gd name="connsiteY93" fmla="*/ 906286 h 5251733"/>
                  <a:gd name="connsiteX94" fmla="*/ 2910395 w 4401697"/>
                  <a:gd name="connsiteY94" fmla="*/ 906286 h 5251733"/>
                  <a:gd name="connsiteX95" fmla="*/ 2732467 w 4401697"/>
                  <a:gd name="connsiteY95" fmla="*/ 918993 h 5251733"/>
                  <a:gd name="connsiteX96" fmla="*/ 2541830 w 4401697"/>
                  <a:gd name="connsiteY96" fmla="*/ 931701 h 5251733"/>
                  <a:gd name="connsiteX97" fmla="*/ 813386 w 4401697"/>
                  <a:gd name="connsiteY97" fmla="*/ 837283 h 5251733"/>
                  <a:gd name="connsiteX98" fmla="*/ 343147 w 4401697"/>
                  <a:gd name="connsiteY98" fmla="*/ 731936 h 5251733"/>
                  <a:gd name="connsiteX99" fmla="*/ 127092 w 4401697"/>
                  <a:gd name="connsiteY99" fmla="*/ 652132 h 5251733"/>
                  <a:gd name="connsiteX100" fmla="*/ 152510 w 4401697"/>
                  <a:gd name="connsiteY100" fmla="*/ 1414593 h 5251733"/>
                  <a:gd name="connsiteX101" fmla="*/ 165219 w 4401697"/>
                  <a:gd name="connsiteY101" fmla="*/ 1592501 h 5251733"/>
                  <a:gd name="connsiteX102" fmla="*/ 177928 w 4401697"/>
                  <a:gd name="connsiteY102" fmla="*/ 1973731 h 5251733"/>
                  <a:gd name="connsiteX103" fmla="*/ 190637 w 4401697"/>
                  <a:gd name="connsiteY103" fmla="*/ 2164347 h 5251733"/>
                  <a:gd name="connsiteX104" fmla="*/ 203346 w 4401697"/>
                  <a:gd name="connsiteY104" fmla="*/ 2443916 h 5251733"/>
                  <a:gd name="connsiteX105" fmla="*/ 216056 w 4401697"/>
                  <a:gd name="connsiteY105" fmla="*/ 2723485 h 5251733"/>
                  <a:gd name="connsiteX106" fmla="*/ 228765 w 4401697"/>
                  <a:gd name="connsiteY106" fmla="*/ 3092008 h 5251733"/>
                  <a:gd name="connsiteX107" fmla="*/ 240965 w 4401697"/>
                  <a:gd name="connsiteY107" fmla="*/ 3219085 h 5251733"/>
                  <a:gd name="connsiteX108" fmla="*/ 240965 w 4401697"/>
                  <a:gd name="connsiteY108" fmla="*/ 3371577 h 5251733"/>
                  <a:gd name="connsiteX109" fmla="*/ 254183 w 4401697"/>
                  <a:gd name="connsiteY109" fmla="*/ 3536777 h 5251733"/>
                  <a:gd name="connsiteX110" fmla="*/ 266892 w 4401697"/>
                  <a:gd name="connsiteY110" fmla="*/ 3905300 h 5251733"/>
                  <a:gd name="connsiteX111" fmla="*/ 279601 w 4401697"/>
                  <a:gd name="connsiteY111" fmla="*/ 4095915 h 5251733"/>
                  <a:gd name="connsiteX112" fmla="*/ 362592 w 4401697"/>
                  <a:gd name="connsiteY112" fmla="*/ 4502562 h 5251733"/>
                  <a:gd name="connsiteX113" fmla="*/ 610039 w 4401697"/>
                  <a:gd name="connsiteY113" fmla="*/ 4740449 h 5251733"/>
                  <a:gd name="connsiteX114" fmla="*/ 1486971 w 4401697"/>
                  <a:gd name="connsiteY114" fmla="*/ 5062716 h 5251733"/>
                  <a:gd name="connsiteX115" fmla="*/ 1804699 w 4401697"/>
                  <a:gd name="connsiteY115" fmla="*/ 5112022 h 5251733"/>
                  <a:gd name="connsiteX116" fmla="*/ 1931791 w 4401697"/>
                  <a:gd name="connsiteY116" fmla="*/ 5112022 h 5251733"/>
                  <a:gd name="connsiteX117" fmla="*/ 2071591 w 4401697"/>
                  <a:gd name="connsiteY117" fmla="*/ 5125238 h 5251733"/>
                  <a:gd name="connsiteX118" fmla="*/ 3139160 w 4401697"/>
                  <a:gd name="connsiteY118" fmla="*/ 5015571 h 5251733"/>
                  <a:gd name="connsiteX119" fmla="*/ 3418761 w 4401697"/>
                  <a:gd name="connsiteY119" fmla="*/ 4932081 h 5251733"/>
                  <a:gd name="connsiteX120" fmla="*/ 4016219 w 4401697"/>
                  <a:gd name="connsiteY120" fmla="*/ 4527977 h 5251733"/>
                  <a:gd name="connsiteX121" fmla="*/ 4085611 w 4401697"/>
                  <a:gd name="connsiteY121" fmla="*/ 4362777 h 5251733"/>
                  <a:gd name="connsiteX122" fmla="*/ 4117765 w 4401697"/>
                  <a:gd name="connsiteY122" fmla="*/ 3816346 h 5251733"/>
                  <a:gd name="connsiteX123" fmla="*/ 4130474 w 4401697"/>
                  <a:gd name="connsiteY123" fmla="*/ 3625731 h 5251733"/>
                  <a:gd name="connsiteX124" fmla="*/ 4143183 w 4401697"/>
                  <a:gd name="connsiteY124" fmla="*/ 3396993 h 5251733"/>
                  <a:gd name="connsiteX125" fmla="*/ 4155892 w 4401697"/>
                  <a:gd name="connsiteY125" fmla="*/ 3053885 h 5251733"/>
                  <a:gd name="connsiteX126" fmla="*/ 4168601 w 4401697"/>
                  <a:gd name="connsiteY126" fmla="*/ 2888685 h 5251733"/>
                  <a:gd name="connsiteX127" fmla="*/ 4181310 w 4401697"/>
                  <a:gd name="connsiteY127" fmla="*/ 2545577 h 5251733"/>
                  <a:gd name="connsiteX128" fmla="*/ 4193511 w 4401697"/>
                  <a:gd name="connsiteY128" fmla="*/ 2418501 h 5251733"/>
                  <a:gd name="connsiteX129" fmla="*/ 4193511 w 4401697"/>
                  <a:gd name="connsiteY129" fmla="*/ 2304131 h 5251733"/>
                  <a:gd name="connsiteX130" fmla="*/ 4206729 w 4401697"/>
                  <a:gd name="connsiteY130" fmla="*/ 2062685 h 5251733"/>
                  <a:gd name="connsiteX131" fmla="*/ 4219438 w 4401697"/>
                  <a:gd name="connsiteY131" fmla="*/ 1859362 h 5251733"/>
                  <a:gd name="connsiteX132" fmla="*/ 4232147 w 4401697"/>
                  <a:gd name="connsiteY132" fmla="*/ 1630624 h 5251733"/>
                  <a:gd name="connsiteX133" fmla="*/ 4244856 w 4401697"/>
                  <a:gd name="connsiteY133" fmla="*/ 1287516 h 5251733"/>
                  <a:gd name="connsiteX134" fmla="*/ 4257565 w 4401697"/>
                  <a:gd name="connsiteY134" fmla="*/ 1109609 h 5251733"/>
                  <a:gd name="connsiteX135" fmla="*/ 4270275 w 4401697"/>
                  <a:gd name="connsiteY135" fmla="*/ 652132 h 525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4401697" h="5251733">
                    <a:moveTo>
                      <a:pt x="1842827" y="9377"/>
                    </a:moveTo>
                    <a:cubicBezTo>
                      <a:pt x="2038548" y="-14386"/>
                      <a:pt x="2511964" y="14206"/>
                      <a:pt x="2732467" y="16748"/>
                    </a:cubicBezTo>
                    <a:cubicBezTo>
                      <a:pt x="2732467" y="16748"/>
                      <a:pt x="2872268" y="28947"/>
                      <a:pt x="2872268" y="28947"/>
                    </a:cubicBezTo>
                    <a:cubicBezTo>
                      <a:pt x="3165976" y="41782"/>
                      <a:pt x="3460066" y="72788"/>
                      <a:pt x="3749199" y="128575"/>
                    </a:cubicBezTo>
                    <a:cubicBezTo>
                      <a:pt x="3918612" y="161234"/>
                      <a:pt x="4034393" y="189572"/>
                      <a:pt x="4194020" y="258194"/>
                    </a:cubicBezTo>
                    <a:cubicBezTo>
                      <a:pt x="4259726" y="286532"/>
                      <a:pt x="4344115" y="332025"/>
                      <a:pt x="4377413" y="398486"/>
                    </a:cubicBezTo>
                    <a:cubicBezTo>
                      <a:pt x="4415413" y="474351"/>
                      <a:pt x="4397493" y="604097"/>
                      <a:pt x="4397366" y="690255"/>
                    </a:cubicBezTo>
                    <a:cubicBezTo>
                      <a:pt x="4397366" y="690255"/>
                      <a:pt x="4384657" y="880870"/>
                      <a:pt x="4384657" y="880870"/>
                    </a:cubicBezTo>
                    <a:cubicBezTo>
                      <a:pt x="4384657" y="880870"/>
                      <a:pt x="4371948" y="1223978"/>
                      <a:pt x="4371948" y="1223978"/>
                    </a:cubicBezTo>
                    <a:cubicBezTo>
                      <a:pt x="4371948" y="1223978"/>
                      <a:pt x="4359239" y="1414593"/>
                      <a:pt x="4359239" y="1414593"/>
                    </a:cubicBezTo>
                    <a:cubicBezTo>
                      <a:pt x="4359239" y="1414593"/>
                      <a:pt x="4346530" y="1643332"/>
                      <a:pt x="4346530" y="1643332"/>
                    </a:cubicBezTo>
                    <a:cubicBezTo>
                      <a:pt x="4346530" y="1643332"/>
                      <a:pt x="4333820" y="1973731"/>
                      <a:pt x="4333820" y="1973731"/>
                    </a:cubicBezTo>
                    <a:cubicBezTo>
                      <a:pt x="4333820" y="1973731"/>
                      <a:pt x="4321111" y="2138931"/>
                      <a:pt x="4321111" y="2138931"/>
                    </a:cubicBezTo>
                    <a:cubicBezTo>
                      <a:pt x="4321111" y="2138931"/>
                      <a:pt x="4308402" y="2482039"/>
                      <a:pt x="4308402" y="2482039"/>
                    </a:cubicBezTo>
                    <a:cubicBezTo>
                      <a:pt x="4308402" y="2482039"/>
                      <a:pt x="4295693" y="2647239"/>
                      <a:pt x="4295693" y="2647239"/>
                    </a:cubicBezTo>
                    <a:cubicBezTo>
                      <a:pt x="4295693" y="2647239"/>
                      <a:pt x="4282984" y="2977639"/>
                      <a:pt x="4282984" y="2977639"/>
                    </a:cubicBezTo>
                    <a:cubicBezTo>
                      <a:pt x="4282984" y="2977639"/>
                      <a:pt x="4270275" y="3180962"/>
                      <a:pt x="4270275" y="3180962"/>
                    </a:cubicBezTo>
                    <a:cubicBezTo>
                      <a:pt x="4270275" y="3180962"/>
                      <a:pt x="4257565" y="3409700"/>
                      <a:pt x="4257565" y="3409700"/>
                    </a:cubicBezTo>
                    <a:cubicBezTo>
                      <a:pt x="4257565" y="3409700"/>
                      <a:pt x="4244856" y="3740100"/>
                      <a:pt x="4244856" y="3740100"/>
                    </a:cubicBezTo>
                    <a:cubicBezTo>
                      <a:pt x="4244856" y="3740100"/>
                      <a:pt x="4232656" y="3867177"/>
                      <a:pt x="4232656" y="3867177"/>
                    </a:cubicBezTo>
                    <a:cubicBezTo>
                      <a:pt x="4232656" y="3867177"/>
                      <a:pt x="4232656" y="3994254"/>
                      <a:pt x="4232656" y="3994254"/>
                    </a:cubicBezTo>
                    <a:cubicBezTo>
                      <a:pt x="4232656" y="3994254"/>
                      <a:pt x="4219438" y="4159454"/>
                      <a:pt x="4219438" y="4159454"/>
                    </a:cubicBezTo>
                    <a:cubicBezTo>
                      <a:pt x="4217532" y="4326687"/>
                      <a:pt x="4211050" y="4428349"/>
                      <a:pt x="4123738" y="4578808"/>
                    </a:cubicBezTo>
                    <a:cubicBezTo>
                      <a:pt x="4048500" y="4708553"/>
                      <a:pt x="3924331" y="4799032"/>
                      <a:pt x="3800036" y="4876422"/>
                    </a:cubicBezTo>
                    <a:cubicBezTo>
                      <a:pt x="3516368" y="5053059"/>
                      <a:pt x="3188217" y="5145443"/>
                      <a:pt x="2859559" y="5194114"/>
                    </a:cubicBezTo>
                    <a:cubicBezTo>
                      <a:pt x="2859559" y="5194114"/>
                      <a:pt x="2452866" y="5240116"/>
                      <a:pt x="2452866" y="5240116"/>
                    </a:cubicBezTo>
                    <a:cubicBezTo>
                      <a:pt x="2452866" y="5240116"/>
                      <a:pt x="2274938" y="5240116"/>
                      <a:pt x="2274938" y="5240116"/>
                    </a:cubicBezTo>
                    <a:cubicBezTo>
                      <a:pt x="2225754" y="5244055"/>
                      <a:pt x="2202369" y="5254221"/>
                      <a:pt x="2147846" y="5251171"/>
                    </a:cubicBezTo>
                    <a:cubicBezTo>
                      <a:pt x="2147846" y="5251171"/>
                      <a:pt x="2058882" y="5240751"/>
                      <a:pt x="2058882" y="5240751"/>
                    </a:cubicBezTo>
                    <a:cubicBezTo>
                      <a:pt x="2058882" y="5240751"/>
                      <a:pt x="1741154" y="5224739"/>
                      <a:pt x="1741154" y="5224739"/>
                    </a:cubicBezTo>
                    <a:cubicBezTo>
                      <a:pt x="1531707" y="5204534"/>
                      <a:pt x="1162887" y="5126255"/>
                      <a:pt x="965895" y="5054838"/>
                    </a:cubicBezTo>
                    <a:cubicBezTo>
                      <a:pt x="965895" y="5054838"/>
                      <a:pt x="762549" y="4965376"/>
                      <a:pt x="762549" y="4965376"/>
                    </a:cubicBezTo>
                    <a:cubicBezTo>
                      <a:pt x="591230" y="4890908"/>
                      <a:pt x="352806" y="4727869"/>
                      <a:pt x="256979" y="4566100"/>
                    </a:cubicBezTo>
                    <a:cubicBezTo>
                      <a:pt x="236263" y="4531027"/>
                      <a:pt x="172463" y="4351849"/>
                      <a:pt x="166363" y="4311946"/>
                    </a:cubicBezTo>
                    <a:cubicBezTo>
                      <a:pt x="166363" y="4311946"/>
                      <a:pt x="166363" y="4184869"/>
                      <a:pt x="166363" y="4184869"/>
                    </a:cubicBezTo>
                    <a:cubicBezTo>
                      <a:pt x="166363" y="4184869"/>
                      <a:pt x="152510" y="3994254"/>
                      <a:pt x="152510" y="3994254"/>
                    </a:cubicBezTo>
                    <a:cubicBezTo>
                      <a:pt x="152510" y="3994254"/>
                      <a:pt x="139801" y="3727392"/>
                      <a:pt x="139801" y="3727392"/>
                    </a:cubicBezTo>
                    <a:cubicBezTo>
                      <a:pt x="139801" y="3727392"/>
                      <a:pt x="127092" y="3358869"/>
                      <a:pt x="127092" y="3358869"/>
                    </a:cubicBezTo>
                    <a:cubicBezTo>
                      <a:pt x="127092" y="3358869"/>
                      <a:pt x="114382" y="3180962"/>
                      <a:pt x="114382" y="3180962"/>
                    </a:cubicBezTo>
                    <a:cubicBezTo>
                      <a:pt x="114382" y="3180962"/>
                      <a:pt x="101673" y="2799731"/>
                      <a:pt x="101673" y="2799731"/>
                    </a:cubicBezTo>
                    <a:cubicBezTo>
                      <a:pt x="101673" y="2799731"/>
                      <a:pt x="88964" y="2621824"/>
                      <a:pt x="88964" y="2621824"/>
                    </a:cubicBezTo>
                    <a:cubicBezTo>
                      <a:pt x="88964" y="2621824"/>
                      <a:pt x="76255" y="2240593"/>
                      <a:pt x="76255" y="2240593"/>
                    </a:cubicBezTo>
                    <a:cubicBezTo>
                      <a:pt x="76255" y="2240593"/>
                      <a:pt x="63546" y="2049978"/>
                      <a:pt x="63546" y="2049978"/>
                    </a:cubicBezTo>
                    <a:cubicBezTo>
                      <a:pt x="63546" y="2049978"/>
                      <a:pt x="50837" y="1770408"/>
                      <a:pt x="50837" y="1770408"/>
                    </a:cubicBezTo>
                    <a:cubicBezTo>
                      <a:pt x="50837" y="1770408"/>
                      <a:pt x="25418" y="1147732"/>
                      <a:pt x="25418" y="1147732"/>
                    </a:cubicBezTo>
                    <a:cubicBezTo>
                      <a:pt x="25418" y="1147732"/>
                      <a:pt x="12709" y="969824"/>
                      <a:pt x="12709" y="969824"/>
                    </a:cubicBezTo>
                    <a:cubicBezTo>
                      <a:pt x="12709" y="969824"/>
                      <a:pt x="0" y="563178"/>
                      <a:pt x="0" y="563178"/>
                    </a:cubicBezTo>
                    <a:cubicBezTo>
                      <a:pt x="127" y="498496"/>
                      <a:pt x="3431" y="430383"/>
                      <a:pt x="39144" y="373706"/>
                    </a:cubicBezTo>
                    <a:cubicBezTo>
                      <a:pt x="101165" y="275476"/>
                      <a:pt x="333234" y="198849"/>
                      <a:pt x="444820" y="170892"/>
                    </a:cubicBezTo>
                    <a:cubicBezTo>
                      <a:pt x="758990" y="91977"/>
                      <a:pt x="1088285" y="52583"/>
                      <a:pt x="1410716" y="30599"/>
                    </a:cubicBezTo>
                    <a:cubicBezTo>
                      <a:pt x="1410716" y="30599"/>
                      <a:pt x="1639480" y="16748"/>
                      <a:pt x="1639480" y="16748"/>
                    </a:cubicBezTo>
                    <a:cubicBezTo>
                      <a:pt x="1708999" y="16493"/>
                      <a:pt x="1773689" y="19289"/>
                      <a:pt x="1842827" y="9377"/>
                    </a:cubicBezTo>
                    <a:close/>
                    <a:moveTo>
                      <a:pt x="2211392" y="123111"/>
                    </a:moveTo>
                    <a:cubicBezTo>
                      <a:pt x="2211392" y="123111"/>
                      <a:pt x="1766572" y="131117"/>
                      <a:pt x="1766572" y="131117"/>
                    </a:cubicBezTo>
                    <a:cubicBezTo>
                      <a:pt x="1766572" y="131117"/>
                      <a:pt x="1525098" y="143824"/>
                      <a:pt x="1525098" y="143824"/>
                    </a:cubicBezTo>
                    <a:cubicBezTo>
                      <a:pt x="1525098" y="143824"/>
                      <a:pt x="1398007" y="155388"/>
                      <a:pt x="1398007" y="155388"/>
                    </a:cubicBezTo>
                    <a:cubicBezTo>
                      <a:pt x="1089556" y="176610"/>
                      <a:pt x="783773" y="209650"/>
                      <a:pt x="482948" y="285261"/>
                    </a:cubicBezTo>
                    <a:cubicBezTo>
                      <a:pt x="408726" y="303814"/>
                      <a:pt x="250116" y="354645"/>
                      <a:pt x="191146" y="397851"/>
                    </a:cubicBezTo>
                    <a:cubicBezTo>
                      <a:pt x="155560" y="423902"/>
                      <a:pt x="119720" y="464058"/>
                      <a:pt x="135225" y="511839"/>
                    </a:cubicBezTo>
                    <a:cubicBezTo>
                      <a:pt x="156831" y="578427"/>
                      <a:pt x="305655" y="626717"/>
                      <a:pt x="368565" y="644761"/>
                    </a:cubicBezTo>
                    <a:cubicBezTo>
                      <a:pt x="615631" y="715543"/>
                      <a:pt x="838296" y="751379"/>
                      <a:pt x="1092987" y="779844"/>
                    </a:cubicBezTo>
                    <a:cubicBezTo>
                      <a:pt x="1368394" y="810597"/>
                      <a:pt x="1641768" y="829658"/>
                      <a:pt x="1919082" y="830040"/>
                    </a:cubicBezTo>
                    <a:cubicBezTo>
                      <a:pt x="1919082" y="830040"/>
                      <a:pt x="2135137" y="842239"/>
                      <a:pt x="2135137" y="842239"/>
                    </a:cubicBezTo>
                    <a:cubicBezTo>
                      <a:pt x="2135137" y="842239"/>
                      <a:pt x="2325775" y="842239"/>
                      <a:pt x="2325775" y="842239"/>
                    </a:cubicBezTo>
                    <a:cubicBezTo>
                      <a:pt x="2325775" y="842239"/>
                      <a:pt x="2478284" y="830040"/>
                      <a:pt x="2478284" y="830040"/>
                    </a:cubicBezTo>
                    <a:cubicBezTo>
                      <a:pt x="2793853" y="829531"/>
                      <a:pt x="3105481" y="808691"/>
                      <a:pt x="3418761" y="770059"/>
                    </a:cubicBezTo>
                    <a:cubicBezTo>
                      <a:pt x="3607746" y="746804"/>
                      <a:pt x="3793681" y="715035"/>
                      <a:pt x="3977964" y="666365"/>
                    </a:cubicBezTo>
                    <a:cubicBezTo>
                      <a:pt x="4047356" y="648065"/>
                      <a:pt x="4190715" y="602191"/>
                      <a:pt x="4242950" y="556951"/>
                    </a:cubicBezTo>
                    <a:cubicBezTo>
                      <a:pt x="4309165" y="499386"/>
                      <a:pt x="4265572" y="436737"/>
                      <a:pt x="4206475" y="397597"/>
                    </a:cubicBezTo>
                    <a:cubicBezTo>
                      <a:pt x="4118654" y="339142"/>
                      <a:pt x="3931067" y="290725"/>
                      <a:pt x="3825454" y="266454"/>
                    </a:cubicBezTo>
                    <a:cubicBezTo>
                      <a:pt x="3368687" y="161742"/>
                      <a:pt x="2832107" y="131879"/>
                      <a:pt x="2363902" y="131117"/>
                    </a:cubicBezTo>
                    <a:cubicBezTo>
                      <a:pt x="2363902" y="131117"/>
                      <a:pt x="2211392" y="123111"/>
                      <a:pt x="2211392" y="123111"/>
                    </a:cubicBezTo>
                    <a:close/>
                    <a:moveTo>
                      <a:pt x="381275" y="525055"/>
                    </a:moveTo>
                    <a:cubicBezTo>
                      <a:pt x="381275" y="525055"/>
                      <a:pt x="559203" y="459992"/>
                      <a:pt x="559203" y="459992"/>
                    </a:cubicBezTo>
                    <a:cubicBezTo>
                      <a:pt x="695445" y="418183"/>
                      <a:pt x="837914" y="388066"/>
                      <a:pt x="978605" y="365446"/>
                    </a:cubicBezTo>
                    <a:cubicBezTo>
                      <a:pt x="1470957" y="286278"/>
                      <a:pt x="1968139" y="282847"/>
                      <a:pt x="2465575" y="283609"/>
                    </a:cubicBezTo>
                    <a:cubicBezTo>
                      <a:pt x="2465575" y="283609"/>
                      <a:pt x="2656212" y="296317"/>
                      <a:pt x="2656212" y="296317"/>
                    </a:cubicBezTo>
                    <a:cubicBezTo>
                      <a:pt x="2908743" y="299239"/>
                      <a:pt x="3297135" y="343208"/>
                      <a:pt x="3545853" y="392895"/>
                    </a:cubicBezTo>
                    <a:cubicBezTo>
                      <a:pt x="3705988" y="424918"/>
                      <a:pt x="3872605" y="456434"/>
                      <a:pt x="4016091" y="537763"/>
                    </a:cubicBezTo>
                    <a:cubicBezTo>
                      <a:pt x="4016091" y="537763"/>
                      <a:pt x="3990673" y="614009"/>
                      <a:pt x="3990673" y="614009"/>
                    </a:cubicBezTo>
                    <a:cubicBezTo>
                      <a:pt x="3990673" y="614009"/>
                      <a:pt x="3698363" y="523530"/>
                      <a:pt x="3698363" y="523530"/>
                    </a:cubicBezTo>
                    <a:cubicBezTo>
                      <a:pt x="3520689" y="476766"/>
                      <a:pt x="3334118" y="448936"/>
                      <a:pt x="3151869" y="426952"/>
                    </a:cubicBezTo>
                    <a:cubicBezTo>
                      <a:pt x="2925646" y="399757"/>
                      <a:pt x="2693323" y="385652"/>
                      <a:pt x="2465575" y="385270"/>
                    </a:cubicBezTo>
                    <a:cubicBezTo>
                      <a:pt x="2465575" y="385270"/>
                      <a:pt x="2313065" y="373198"/>
                      <a:pt x="2313065" y="373198"/>
                    </a:cubicBezTo>
                    <a:cubicBezTo>
                      <a:pt x="2313065" y="373198"/>
                      <a:pt x="2097010" y="373198"/>
                      <a:pt x="2097010" y="373198"/>
                    </a:cubicBezTo>
                    <a:cubicBezTo>
                      <a:pt x="2097010" y="373198"/>
                      <a:pt x="1957209" y="385016"/>
                      <a:pt x="1957209" y="385016"/>
                    </a:cubicBezTo>
                    <a:cubicBezTo>
                      <a:pt x="1957209" y="385016"/>
                      <a:pt x="1753863" y="385016"/>
                      <a:pt x="1753863" y="385016"/>
                    </a:cubicBezTo>
                    <a:cubicBezTo>
                      <a:pt x="1753863" y="385016"/>
                      <a:pt x="1626771" y="396834"/>
                      <a:pt x="1626771" y="396834"/>
                    </a:cubicBezTo>
                    <a:cubicBezTo>
                      <a:pt x="1339290" y="416531"/>
                      <a:pt x="1058164" y="441693"/>
                      <a:pt x="775258" y="502308"/>
                    </a:cubicBezTo>
                    <a:cubicBezTo>
                      <a:pt x="775258" y="502308"/>
                      <a:pt x="419402" y="614009"/>
                      <a:pt x="419402" y="614009"/>
                    </a:cubicBezTo>
                    <a:cubicBezTo>
                      <a:pt x="419402" y="614009"/>
                      <a:pt x="381275" y="525055"/>
                      <a:pt x="381275" y="525055"/>
                    </a:cubicBezTo>
                    <a:close/>
                    <a:moveTo>
                      <a:pt x="4270275" y="652132"/>
                    </a:moveTo>
                    <a:cubicBezTo>
                      <a:pt x="4270275" y="652132"/>
                      <a:pt x="4079637" y="731555"/>
                      <a:pt x="4079637" y="731555"/>
                    </a:cubicBezTo>
                    <a:cubicBezTo>
                      <a:pt x="3799401" y="823432"/>
                      <a:pt x="3323316" y="884810"/>
                      <a:pt x="3024778" y="906286"/>
                    </a:cubicBezTo>
                    <a:cubicBezTo>
                      <a:pt x="3024778" y="906286"/>
                      <a:pt x="2910395" y="906286"/>
                      <a:pt x="2910395" y="906286"/>
                    </a:cubicBezTo>
                    <a:cubicBezTo>
                      <a:pt x="2910395" y="906286"/>
                      <a:pt x="2732467" y="918993"/>
                      <a:pt x="2732467" y="918993"/>
                    </a:cubicBezTo>
                    <a:cubicBezTo>
                      <a:pt x="2732467" y="918993"/>
                      <a:pt x="2541830" y="931701"/>
                      <a:pt x="2541830" y="931701"/>
                    </a:cubicBezTo>
                    <a:cubicBezTo>
                      <a:pt x="1987838" y="932591"/>
                      <a:pt x="1358354" y="928651"/>
                      <a:pt x="813386" y="837283"/>
                    </a:cubicBezTo>
                    <a:cubicBezTo>
                      <a:pt x="654648" y="810597"/>
                      <a:pt x="497182" y="778828"/>
                      <a:pt x="343147" y="731936"/>
                    </a:cubicBezTo>
                    <a:cubicBezTo>
                      <a:pt x="343147" y="731936"/>
                      <a:pt x="127092" y="652132"/>
                      <a:pt x="127092" y="652132"/>
                    </a:cubicBezTo>
                    <a:cubicBezTo>
                      <a:pt x="127092" y="652132"/>
                      <a:pt x="152510" y="1414593"/>
                      <a:pt x="152510" y="1414593"/>
                    </a:cubicBezTo>
                    <a:cubicBezTo>
                      <a:pt x="152510" y="1414593"/>
                      <a:pt x="165219" y="1592501"/>
                      <a:pt x="165219" y="1592501"/>
                    </a:cubicBezTo>
                    <a:cubicBezTo>
                      <a:pt x="165219" y="1592501"/>
                      <a:pt x="177928" y="1973731"/>
                      <a:pt x="177928" y="1973731"/>
                    </a:cubicBezTo>
                    <a:cubicBezTo>
                      <a:pt x="177928" y="1973731"/>
                      <a:pt x="190637" y="2164347"/>
                      <a:pt x="190637" y="2164347"/>
                    </a:cubicBezTo>
                    <a:cubicBezTo>
                      <a:pt x="190637" y="2164347"/>
                      <a:pt x="203346" y="2443916"/>
                      <a:pt x="203346" y="2443916"/>
                    </a:cubicBezTo>
                    <a:cubicBezTo>
                      <a:pt x="203346" y="2443916"/>
                      <a:pt x="216056" y="2723485"/>
                      <a:pt x="216056" y="2723485"/>
                    </a:cubicBezTo>
                    <a:cubicBezTo>
                      <a:pt x="216056" y="2723485"/>
                      <a:pt x="228765" y="3092008"/>
                      <a:pt x="228765" y="3092008"/>
                    </a:cubicBezTo>
                    <a:cubicBezTo>
                      <a:pt x="228765" y="3092008"/>
                      <a:pt x="240965" y="3219085"/>
                      <a:pt x="240965" y="3219085"/>
                    </a:cubicBezTo>
                    <a:cubicBezTo>
                      <a:pt x="240965" y="3219085"/>
                      <a:pt x="240965" y="3371577"/>
                      <a:pt x="240965" y="3371577"/>
                    </a:cubicBezTo>
                    <a:cubicBezTo>
                      <a:pt x="240965" y="3371577"/>
                      <a:pt x="254183" y="3536777"/>
                      <a:pt x="254183" y="3536777"/>
                    </a:cubicBezTo>
                    <a:cubicBezTo>
                      <a:pt x="254183" y="3536777"/>
                      <a:pt x="266892" y="3905300"/>
                      <a:pt x="266892" y="3905300"/>
                    </a:cubicBezTo>
                    <a:cubicBezTo>
                      <a:pt x="266892" y="3905300"/>
                      <a:pt x="279601" y="4095915"/>
                      <a:pt x="279601" y="4095915"/>
                    </a:cubicBezTo>
                    <a:cubicBezTo>
                      <a:pt x="280364" y="4247773"/>
                      <a:pt x="282906" y="4364683"/>
                      <a:pt x="362592" y="4502562"/>
                    </a:cubicBezTo>
                    <a:cubicBezTo>
                      <a:pt x="427282" y="4614516"/>
                      <a:pt x="508620" y="4669541"/>
                      <a:pt x="610039" y="4740449"/>
                    </a:cubicBezTo>
                    <a:cubicBezTo>
                      <a:pt x="861807" y="4916324"/>
                      <a:pt x="1185764" y="5012902"/>
                      <a:pt x="1486971" y="5062716"/>
                    </a:cubicBezTo>
                    <a:cubicBezTo>
                      <a:pt x="1486971" y="5062716"/>
                      <a:pt x="1804699" y="5112022"/>
                      <a:pt x="1804699" y="5112022"/>
                    </a:cubicBezTo>
                    <a:cubicBezTo>
                      <a:pt x="1804699" y="5112022"/>
                      <a:pt x="1931791" y="5112022"/>
                      <a:pt x="1931791" y="5112022"/>
                    </a:cubicBezTo>
                    <a:cubicBezTo>
                      <a:pt x="1931791" y="5112022"/>
                      <a:pt x="2071591" y="5125238"/>
                      <a:pt x="2071591" y="5125238"/>
                    </a:cubicBezTo>
                    <a:cubicBezTo>
                      <a:pt x="2449053" y="5127017"/>
                      <a:pt x="2770849" y="5107702"/>
                      <a:pt x="3139160" y="5015571"/>
                    </a:cubicBezTo>
                    <a:cubicBezTo>
                      <a:pt x="3253542" y="4986978"/>
                      <a:pt x="3306540" y="4977321"/>
                      <a:pt x="3418761" y="4932081"/>
                    </a:cubicBezTo>
                    <a:cubicBezTo>
                      <a:pt x="3620456" y="4850752"/>
                      <a:pt x="3897642" y="4717703"/>
                      <a:pt x="4016219" y="4527977"/>
                    </a:cubicBezTo>
                    <a:cubicBezTo>
                      <a:pt x="4034265" y="4499131"/>
                      <a:pt x="4077985" y="4395944"/>
                      <a:pt x="4085611" y="4362777"/>
                    </a:cubicBezTo>
                    <a:cubicBezTo>
                      <a:pt x="4085611" y="4362777"/>
                      <a:pt x="4117765" y="3816346"/>
                      <a:pt x="4117765" y="3816346"/>
                    </a:cubicBezTo>
                    <a:cubicBezTo>
                      <a:pt x="4117765" y="3816346"/>
                      <a:pt x="4130474" y="3625731"/>
                      <a:pt x="4130474" y="3625731"/>
                    </a:cubicBezTo>
                    <a:cubicBezTo>
                      <a:pt x="4130474" y="3625731"/>
                      <a:pt x="4143183" y="3396993"/>
                      <a:pt x="4143183" y="3396993"/>
                    </a:cubicBezTo>
                    <a:cubicBezTo>
                      <a:pt x="4143183" y="3396993"/>
                      <a:pt x="4155892" y="3053885"/>
                      <a:pt x="4155892" y="3053885"/>
                    </a:cubicBezTo>
                    <a:cubicBezTo>
                      <a:pt x="4155892" y="3053885"/>
                      <a:pt x="4168601" y="2888685"/>
                      <a:pt x="4168601" y="2888685"/>
                    </a:cubicBezTo>
                    <a:cubicBezTo>
                      <a:pt x="4168601" y="2888685"/>
                      <a:pt x="4181310" y="2545577"/>
                      <a:pt x="4181310" y="2545577"/>
                    </a:cubicBezTo>
                    <a:cubicBezTo>
                      <a:pt x="4181310" y="2545577"/>
                      <a:pt x="4193511" y="2418501"/>
                      <a:pt x="4193511" y="2418501"/>
                    </a:cubicBezTo>
                    <a:cubicBezTo>
                      <a:pt x="4193511" y="2418501"/>
                      <a:pt x="4193511" y="2304131"/>
                      <a:pt x="4193511" y="2304131"/>
                    </a:cubicBezTo>
                    <a:cubicBezTo>
                      <a:pt x="4193511" y="2304131"/>
                      <a:pt x="4206729" y="2062685"/>
                      <a:pt x="4206729" y="2062685"/>
                    </a:cubicBezTo>
                    <a:cubicBezTo>
                      <a:pt x="4206729" y="2062685"/>
                      <a:pt x="4219438" y="1859362"/>
                      <a:pt x="4219438" y="1859362"/>
                    </a:cubicBezTo>
                    <a:cubicBezTo>
                      <a:pt x="4219438" y="1859362"/>
                      <a:pt x="4232147" y="1630624"/>
                      <a:pt x="4232147" y="1630624"/>
                    </a:cubicBezTo>
                    <a:cubicBezTo>
                      <a:pt x="4232147" y="1630624"/>
                      <a:pt x="4244856" y="1287516"/>
                      <a:pt x="4244856" y="1287516"/>
                    </a:cubicBezTo>
                    <a:cubicBezTo>
                      <a:pt x="4244856" y="1287516"/>
                      <a:pt x="4257565" y="1109609"/>
                      <a:pt x="4257565" y="1109609"/>
                    </a:cubicBezTo>
                    <a:cubicBezTo>
                      <a:pt x="4257565" y="1109609"/>
                      <a:pt x="4270275" y="652132"/>
                      <a:pt x="4270275" y="652132"/>
                    </a:cubicBezTo>
                    <a:close/>
                  </a:path>
                </a:pathLst>
              </a:custGeom>
              <a:solidFill>
                <a:srgbClr val="0F6FC6"/>
              </a:solidFill>
              <a:ln w="3175" cap="flat">
                <a:solidFill>
                  <a:srgbClr val="0F6FC6"/>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fr-FR"/>
              </a:p>
            </p:txBody>
          </p:sp>
          <p:pic>
            <p:nvPicPr>
              <p:cNvPr id="162" name="Graphique 161">
                <a:extLst>
                  <a:ext uri="{FF2B5EF4-FFF2-40B4-BE49-F238E27FC236}">
                    <a16:creationId xmlns:a16="http://schemas.microsoft.com/office/drawing/2014/main" id="{3B723126-5869-C5AB-ABFE-66A4F6B0BF0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07958" y="3945853"/>
                <a:ext cx="244800" cy="291332"/>
              </a:xfrm>
              <a:prstGeom prst="rect">
                <a:avLst/>
              </a:prstGeom>
            </p:spPr>
          </p:pic>
        </p:grpSp>
        <p:sp>
          <p:nvSpPr>
            <p:cNvPr id="160" name="Rectangle : coins arrondis 159">
              <a:extLst>
                <a:ext uri="{FF2B5EF4-FFF2-40B4-BE49-F238E27FC236}">
                  <a16:creationId xmlns:a16="http://schemas.microsoft.com/office/drawing/2014/main" id="{094110F8-0F53-D6EC-D5A1-0F3F8155AC36}"/>
                </a:ext>
              </a:extLst>
            </p:cNvPr>
            <p:cNvSpPr/>
            <p:nvPr/>
          </p:nvSpPr>
          <p:spPr>
            <a:xfrm>
              <a:off x="1856755" y="2981330"/>
              <a:ext cx="784932" cy="135704"/>
            </a:xfrm>
            <a:prstGeom prst="roundRect">
              <a:avLst/>
            </a:prstGeom>
            <a:solidFill>
              <a:schemeClr val="bg1"/>
            </a:solidFill>
            <a:ln>
              <a:solidFill>
                <a:srgbClr val="0F6F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900" b="1" dirty="0">
                  <a:solidFill>
                    <a:srgbClr val="0F6FC6"/>
                  </a:solidFill>
                </a:rPr>
                <a:t>Intérimaires</a:t>
              </a:r>
            </a:p>
          </p:txBody>
        </p:sp>
      </p:grpSp>
      <p:sp>
        <p:nvSpPr>
          <p:cNvPr id="166" name="Forme libre : forme 165">
            <a:extLst>
              <a:ext uri="{FF2B5EF4-FFF2-40B4-BE49-F238E27FC236}">
                <a16:creationId xmlns:a16="http://schemas.microsoft.com/office/drawing/2014/main" id="{1DDA2E92-D671-1CCF-6116-09EFE4738534}"/>
              </a:ext>
            </a:extLst>
          </p:cNvPr>
          <p:cNvSpPr/>
          <p:nvPr/>
        </p:nvSpPr>
        <p:spPr>
          <a:xfrm>
            <a:off x="4928592" y="2654850"/>
            <a:ext cx="2042794" cy="296661"/>
          </a:xfrm>
          <a:custGeom>
            <a:avLst/>
            <a:gdLst>
              <a:gd name="connsiteX0" fmla="*/ 0 w 1196340"/>
              <a:gd name="connsiteY0" fmla="*/ 0 h 678180"/>
              <a:gd name="connsiteX1" fmla="*/ 1196340 w 1196340"/>
              <a:gd name="connsiteY1" fmla="*/ 678180 h 678180"/>
              <a:gd name="connsiteX0" fmla="*/ 0 w 1196340"/>
              <a:gd name="connsiteY0" fmla="*/ 0 h 678180"/>
              <a:gd name="connsiteX1" fmla="*/ 1196340 w 1196340"/>
              <a:gd name="connsiteY1" fmla="*/ 678180 h 678180"/>
              <a:gd name="connsiteX0" fmla="*/ 0 w 1196340"/>
              <a:gd name="connsiteY0" fmla="*/ 0 h 678180"/>
              <a:gd name="connsiteX1" fmla="*/ 1196340 w 1196340"/>
              <a:gd name="connsiteY1" fmla="*/ 678180 h 678180"/>
              <a:gd name="connsiteX0" fmla="*/ 0 w 1196340"/>
              <a:gd name="connsiteY0" fmla="*/ 0 h 678180"/>
              <a:gd name="connsiteX1" fmla="*/ 1196340 w 1196340"/>
              <a:gd name="connsiteY1" fmla="*/ 678180 h 678180"/>
              <a:gd name="connsiteX0" fmla="*/ 0 w 1173480"/>
              <a:gd name="connsiteY0" fmla="*/ 0 h 579120"/>
              <a:gd name="connsiteX1" fmla="*/ 1173480 w 1173480"/>
              <a:gd name="connsiteY1" fmla="*/ 579120 h 579120"/>
              <a:gd name="connsiteX0" fmla="*/ 0 w 1173480"/>
              <a:gd name="connsiteY0" fmla="*/ 0 h 579128"/>
              <a:gd name="connsiteX1" fmla="*/ 1173480 w 1173480"/>
              <a:gd name="connsiteY1" fmla="*/ 579120 h 579128"/>
              <a:gd name="connsiteX0" fmla="*/ 0 w 1173480"/>
              <a:gd name="connsiteY0" fmla="*/ 387 h 579515"/>
              <a:gd name="connsiteX1" fmla="*/ 1173480 w 1173480"/>
              <a:gd name="connsiteY1" fmla="*/ 579507 h 579515"/>
              <a:gd name="connsiteX0" fmla="*/ 0 w 1173480"/>
              <a:gd name="connsiteY0" fmla="*/ 0 h 579128"/>
              <a:gd name="connsiteX1" fmla="*/ 1173480 w 1173480"/>
              <a:gd name="connsiteY1" fmla="*/ 579120 h 579128"/>
              <a:gd name="connsiteX0" fmla="*/ 0 w 1173480"/>
              <a:gd name="connsiteY0" fmla="*/ 0 h 579128"/>
              <a:gd name="connsiteX1" fmla="*/ 1173480 w 1173480"/>
              <a:gd name="connsiteY1" fmla="*/ 579120 h 579128"/>
              <a:gd name="connsiteX0" fmla="*/ 0 w 1150620"/>
              <a:gd name="connsiteY0" fmla="*/ 0 h 1569723"/>
              <a:gd name="connsiteX1" fmla="*/ 1150620 w 1150620"/>
              <a:gd name="connsiteY1" fmla="*/ 1569720 h 1569723"/>
              <a:gd name="connsiteX0" fmla="*/ 0 w 1164907"/>
              <a:gd name="connsiteY0" fmla="*/ 0 h 1567342"/>
              <a:gd name="connsiteX1" fmla="*/ 1164907 w 1164907"/>
              <a:gd name="connsiteY1" fmla="*/ 1567339 h 1567342"/>
              <a:gd name="connsiteX0" fmla="*/ 0 w 1152207"/>
              <a:gd name="connsiteY0" fmla="*/ 0 h 411651"/>
              <a:gd name="connsiteX1" fmla="*/ 1152207 w 1152207"/>
              <a:gd name="connsiteY1" fmla="*/ 411639 h 411651"/>
              <a:gd name="connsiteX0" fmla="*/ 0 w 1171257"/>
              <a:gd name="connsiteY0" fmla="*/ 0 h 37329"/>
              <a:gd name="connsiteX1" fmla="*/ 1171257 w 1171257"/>
              <a:gd name="connsiteY1" fmla="*/ 36989 h 37329"/>
              <a:gd name="connsiteX0" fmla="*/ 0 w 1171257"/>
              <a:gd name="connsiteY0" fmla="*/ 13811 h 23810"/>
              <a:gd name="connsiteX1" fmla="*/ 1171257 w 1171257"/>
              <a:gd name="connsiteY1" fmla="*/ 0 h 23810"/>
              <a:gd name="connsiteX0" fmla="*/ 0 w 1158557"/>
              <a:gd name="connsiteY0" fmla="*/ 0 h 303706"/>
              <a:gd name="connsiteX1" fmla="*/ 1158557 w 1158557"/>
              <a:gd name="connsiteY1" fmla="*/ 303689 h 303706"/>
              <a:gd name="connsiteX0" fmla="*/ 0 w 1158557"/>
              <a:gd name="connsiteY0" fmla="*/ 0 h 303705"/>
              <a:gd name="connsiteX1" fmla="*/ 1158557 w 1158557"/>
              <a:gd name="connsiteY1" fmla="*/ 303689 h 303705"/>
              <a:gd name="connsiteX0" fmla="*/ 0 w 1158557"/>
              <a:gd name="connsiteY0" fmla="*/ 0 h 303689"/>
              <a:gd name="connsiteX1" fmla="*/ 1158557 w 1158557"/>
              <a:gd name="connsiteY1" fmla="*/ 303689 h 303689"/>
              <a:gd name="connsiteX0" fmla="*/ 0 w 1152207"/>
              <a:gd name="connsiteY0" fmla="*/ 0 h 405289"/>
              <a:gd name="connsiteX1" fmla="*/ 1152207 w 1152207"/>
              <a:gd name="connsiteY1" fmla="*/ 405289 h 405289"/>
              <a:gd name="connsiteX0" fmla="*/ 0 w 1961832"/>
              <a:gd name="connsiteY0" fmla="*/ 0 h 329089"/>
              <a:gd name="connsiteX1" fmla="*/ 1961832 w 1961832"/>
              <a:gd name="connsiteY1" fmla="*/ 329089 h 329089"/>
              <a:gd name="connsiteX0" fmla="*/ 0 w 2009457"/>
              <a:gd name="connsiteY0" fmla="*/ 0 h 319564"/>
              <a:gd name="connsiteX1" fmla="*/ 2009457 w 2009457"/>
              <a:gd name="connsiteY1" fmla="*/ 319564 h 319564"/>
              <a:gd name="connsiteX0" fmla="*/ 0 w 2009457"/>
              <a:gd name="connsiteY0" fmla="*/ 0 h 319564"/>
              <a:gd name="connsiteX1" fmla="*/ 2009457 w 2009457"/>
              <a:gd name="connsiteY1" fmla="*/ 319564 h 319564"/>
              <a:gd name="connsiteX0" fmla="*/ 0 w 2009457"/>
              <a:gd name="connsiteY0" fmla="*/ 232 h 319796"/>
              <a:gd name="connsiteX1" fmla="*/ 2009457 w 2009457"/>
              <a:gd name="connsiteY1" fmla="*/ 319796 h 319796"/>
              <a:gd name="connsiteX0" fmla="*/ 0 w 2042794"/>
              <a:gd name="connsiteY0" fmla="*/ 230 h 324557"/>
              <a:gd name="connsiteX1" fmla="*/ 2042794 w 2042794"/>
              <a:gd name="connsiteY1" fmla="*/ 324557 h 324557"/>
              <a:gd name="connsiteX0" fmla="*/ 0 w 2042794"/>
              <a:gd name="connsiteY0" fmla="*/ 250 h 296002"/>
              <a:gd name="connsiteX1" fmla="*/ 2042794 w 2042794"/>
              <a:gd name="connsiteY1" fmla="*/ 296002 h 296002"/>
              <a:gd name="connsiteX0" fmla="*/ 0 w 2042794"/>
              <a:gd name="connsiteY0" fmla="*/ 250 h 296002"/>
              <a:gd name="connsiteX1" fmla="*/ 2042794 w 2042794"/>
              <a:gd name="connsiteY1" fmla="*/ 296002 h 296002"/>
              <a:gd name="connsiteX0" fmla="*/ 0 w 2042794"/>
              <a:gd name="connsiteY0" fmla="*/ 909 h 296661"/>
              <a:gd name="connsiteX1" fmla="*/ 2042794 w 2042794"/>
              <a:gd name="connsiteY1" fmla="*/ 296661 h 296661"/>
            </a:gdLst>
            <a:ahLst/>
            <a:cxnLst>
              <a:cxn ang="0">
                <a:pos x="connsiteX0" y="connsiteY0"/>
              </a:cxn>
              <a:cxn ang="0">
                <a:pos x="connsiteX1" y="connsiteY1"/>
              </a:cxn>
            </a:cxnLst>
            <a:rect l="l" t="t" r="r" b="b"/>
            <a:pathLst>
              <a:path w="2042794" h="296661">
                <a:moveTo>
                  <a:pt x="0" y="909"/>
                </a:moveTo>
                <a:cubicBezTo>
                  <a:pt x="895985" y="-9251"/>
                  <a:pt x="1412239" y="64251"/>
                  <a:pt x="2042794" y="296661"/>
                </a:cubicBezTo>
              </a:path>
            </a:pathLst>
          </a:custGeom>
          <a:noFill/>
          <a:ln w="34925" cap="rnd">
            <a:solidFill>
              <a:srgbClr val="0F6FC6"/>
            </a:solidFill>
            <a:round/>
            <a:tailEnd type="arrow" w="sm"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7" name="Forme libre : forme 166">
            <a:extLst>
              <a:ext uri="{FF2B5EF4-FFF2-40B4-BE49-F238E27FC236}">
                <a16:creationId xmlns:a16="http://schemas.microsoft.com/office/drawing/2014/main" id="{882250EF-B88B-A559-E722-27DC77A49118}"/>
              </a:ext>
            </a:extLst>
          </p:cNvPr>
          <p:cNvSpPr/>
          <p:nvPr/>
        </p:nvSpPr>
        <p:spPr>
          <a:xfrm>
            <a:off x="4928592" y="3437578"/>
            <a:ext cx="1981834" cy="13812"/>
          </a:xfrm>
          <a:custGeom>
            <a:avLst/>
            <a:gdLst>
              <a:gd name="connsiteX0" fmla="*/ 0 w 1196340"/>
              <a:gd name="connsiteY0" fmla="*/ 0 h 678180"/>
              <a:gd name="connsiteX1" fmla="*/ 1196340 w 1196340"/>
              <a:gd name="connsiteY1" fmla="*/ 678180 h 678180"/>
              <a:gd name="connsiteX0" fmla="*/ 0 w 1196340"/>
              <a:gd name="connsiteY0" fmla="*/ 0 h 678180"/>
              <a:gd name="connsiteX1" fmla="*/ 1196340 w 1196340"/>
              <a:gd name="connsiteY1" fmla="*/ 678180 h 678180"/>
              <a:gd name="connsiteX0" fmla="*/ 0 w 1196340"/>
              <a:gd name="connsiteY0" fmla="*/ 0 h 678180"/>
              <a:gd name="connsiteX1" fmla="*/ 1196340 w 1196340"/>
              <a:gd name="connsiteY1" fmla="*/ 678180 h 678180"/>
              <a:gd name="connsiteX0" fmla="*/ 0 w 1196340"/>
              <a:gd name="connsiteY0" fmla="*/ 0 h 678180"/>
              <a:gd name="connsiteX1" fmla="*/ 1196340 w 1196340"/>
              <a:gd name="connsiteY1" fmla="*/ 678180 h 678180"/>
              <a:gd name="connsiteX0" fmla="*/ 0 w 1173480"/>
              <a:gd name="connsiteY0" fmla="*/ 0 h 579120"/>
              <a:gd name="connsiteX1" fmla="*/ 1173480 w 1173480"/>
              <a:gd name="connsiteY1" fmla="*/ 579120 h 579120"/>
              <a:gd name="connsiteX0" fmla="*/ 0 w 1173480"/>
              <a:gd name="connsiteY0" fmla="*/ 0 h 579128"/>
              <a:gd name="connsiteX1" fmla="*/ 1173480 w 1173480"/>
              <a:gd name="connsiteY1" fmla="*/ 579120 h 579128"/>
              <a:gd name="connsiteX0" fmla="*/ 0 w 1173480"/>
              <a:gd name="connsiteY0" fmla="*/ 387 h 579515"/>
              <a:gd name="connsiteX1" fmla="*/ 1173480 w 1173480"/>
              <a:gd name="connsiteY1" fmla="*/ 579507 h 579515"/>
              <a:gd name="connsiteX0" fmla="*/ 0 w 1173480"/>
              <a:gd name="connsiteY0" fmla="*/ 0 h 579128"/>
              <a:gd name="connsiteX1" fmla="*/ 1173480 w 1173480"/>
              <a:gd name="connsiteY1" fmla="*/ 579120 h 579128"/>
              <a:gd name="connsiteX0" fmla="*/ 0 w 1173480"/>
              <a:gd name="connsiteY0" fmla="*/ 0 h 579128"/>
              <a:gd name="connsiteX1" fmla="*/ 1173480 w 1173480"/>
              <a:gd name="connsiteY1" fmla="*/ 579120 h 579128"/>
              <a:gd name="connsiteX0" fmla="*/ 0 w 1150620"/>
              <a:gd name="connsiteY0" fmla="*/ 0 h 1569723"/>
              <a:gd name="connsiteX1" fmla="*/ 1150620 w 1150620"/>
              <a:gd name="connsiteY1" fmla="*/ 1569720 h 1569723"/>
              <a:gd name="connsiteX0" fmla="*/ 0 w 1164907"/>
              <a:gd name="connsiteY0" fmla="*/ 0 h 1567342"/>
              <a:gd name="connsiteX1" fmla="*/ 1164907 w 1164907"/>
              <a:gd name="connsiteY1" fmla="*/ 1567339 h 1567342"/>
              <a:gd name="connsiteX0" fmla="*/ 0 w 1152207"/>
              <a:gd name="connsiteY0" fmla="*/ 0 h 411651"/>
              <a:gd name="connsiteX1" fmla="*/ 1152207 w 1152207"/>
              <a:gd name="connsiteY1" fmla="*/ 411639 h 411651"/>
              <a:gd name="connsiteX0" fmla="*/ 0 w 1171257"/>
              <a:gd name="connsiteY0" fmla="*/ 0 h 37329"/>
              <a:gd name="connsiteX1" fmla="*/ 1171257 w 1171257"/>
              <a:gd name="connsiteY1" fmla="*/ 36989 h 37329"/>
              <a:gd name="connsiteX0" fmla="*/ 0 w 1171257"/>
              <a:gd name="connsiteY0" fmla="*/ 13811 h 23810"/>
              <a:gd name="connsiteX1" fmla="*/ 1171257 w 1171257"/>
              <a:gd name="connsiteY1" fmla="*/ 0 h 23810"/>
              <a:gd name="connsiteX0" fmla="*/ 0 w 1158557"/>
              <a:gd name="connsiteY0" fmla="*/ 0 h 303706"/>
              <a:gd name="connsiteX1" fmla="*/ 1158557 w 1158557"/>
              <a:gd name="connsiteY1" fmla="*/ 303689 h 303706"/>
              <a:gd name="connsiteX0" fmla="*/ 0 w 1158557"/>
              <a:gd name="connsiteY0" fmla="*/ 0 h 303705"/>
              <a:gd name="connsiteX1" fmla="*/ 1158557 w 1158557"/>
              <a:gd name="connsiteY1" fmla="*/ 303689 h 303705"/>
              <a:gd name="connsiteX0" fmla="*/ 0 w 1158557"/>
              <a:gd name="connsiteY0" fmla="*/ 0 h 303689"/>
              <a:gd name="connsiteX1" fmla="*/ 1158557 w 1158557"/>
              <a:gd name="connsiteY1" fmla="*/ 303689 h 303689"/>
              <a:gd name="connsiteX0" fmla="*/ 0 w 1152207"/>
              <a:gd name="connsiteY0" fmla="*/ 0 h 405289"/>
              <a:gd name="connsiteX1" fmla="*/ 1152207 w 1152207"/>
              <a:gd name="connsiteY1" fmla="*/ 405289 h 405289"/>
              <a:gd name="connsiteX0" fmla="*/ 0 w 1961832"/>
              <a:gd name="connsiteY0" fmla="*/ 0 h 329089"/>
              <a:gd name="connsiteX1" fmla="*/ 1961832 w 1961832"/>
              <a:gd name="connsiteY1" fmla="*/ 329089 h 329089"/>
              <a:gd name="connsiteX0" fmla="*/ 0 w 2009457"/>
              <a:gd name="connsiteY0" fmla="*/ 0 h 319564"/>
              <a:gd name="connsiteX1" fmla="*/ 2009457 w 2009457"/>
              <a:gd name="connsiteY1" fmla="*/ 319564 h 319564"/>
              <a:gd name="connsiteX0" fmla="*/ 0 w 2009457"/>
              <a:gd name="connsiteY0" fmla="*/ 0 h 319564"/>
              <a:gd name="connsiteX1" fmla="*/ 2009457 w 2009457"/>
              <a:gd name="connsiteY1" fmla="*/ 319564 h 319564"/>
              <a:gd name="connsiteX0" fmla="*/ 0 w 2009457"/>
              <a:gd name="connsiteY0" fmla="*/ 232 h 319796"/>
              <a:gd name="connsiteX1" fmla="*/ 2009457 w 2009457"/>
              <a:gd name="connsiteY1" fmla="*/ 319796 h 319796"/>
              <a:gd name="connsiteX0" fmla="*/ 0 w 2042794"/>
              <a:gd name="connsiteY0" fmla="*/ 230 h 324557"/>
              <a:gd name="connsiteX1" fmla="*/ 2042794 w 2042794"/>
              <a:gd name="connsiteY1" fmla="*/ 324557 h 324557"/>
              <a:gd name="connsiteX0" fmla="*/ 0 w 2042794"/>
              <a:gd name="connsiteY0" fmla="*/ 250 h 296002"/>
              <a:gd name="connsiteX1" fmla="*/ 2042794 w 2042794"/>
              <a:gd name="connsiteY1" fmla="*/ 296002 h 296002"/>
              <a:gd name="connsiteX0" fmla="*/ 0 w 2042794"/>
              <a:gd name="connsiteY0" fmla="*/ 250 h 296002"/>
              <a:gd name="connsiteX1" fmla="*/ 2042794 w 2042794"/>
              <a:gd name="connsiteY1" fmla="*/ 296002 h 296002"/>
              <a:gd name="connsiteX0" fmla="*/ 0 w 2042794"/>
              <a:gd name="connsiteY0" fmla="*/ 909 h 296661"/>
              <a:gd name="connsiteX1" fmla="*/ 2042794 w 2042794"/>
              <a:gd name="connsiteY1" fmla="*/ 296661 h 296661"/>
              <a:gd name="connsiteX0" fmla="*/ 0 w 1989454"/>
              <a:gd name="connsiteY0" fmla="*/ 74673 h 118965"/>
              <a:gd name="connsiteX1" fmla="*/ 1989454 w 1989454"/>
              <a:gd name="connsiteY1" fmla="*/ 118965 h 118965"/>
              <a:gd name="connsiteX0" fmla="*/ 0 w 1989454"/>
              <a:gd name="connsiteY0" fmla="*/ 4351 h 48643"/>
              <a:gd name="connsiteX1" fmla="*/ 1989454 w 1989454"/>
              <a:gd name="connsiteY1" fmla="*/ 48643 h 48643"/>
              <a:gd name="connsiteX0" fmla="*/ 0 w 1989454"/>
              <a:gd name="connsiteY0" fmla="*/ 3340 h 47632"/>
              <a:gd name="connsiteX1" fmla="*/ 1989454 w 1989454"/>
              <a:gd name="connsiteY1" fmla="*/ 47632 h 47632"/>
              <a:gd name="connsiteX0" fmla="*/ 0 w 1981834"/>
              <a:gd name="connsiteY0" fmla="*/ 12650 h 26462"/>
              <a:gd name="connsiteX1" fmla="*/ 1981834 w 1981834"/>
              <a:gd name="connsiteY1" fmla="*/ 26462 h 26462"/>
              <a:gd name="connsiteX0" fmla="*/ 0 w 1981834"/>
              <a:gd name="connsiteY0" fmla="*/ 0 h 13812"/>
              <a:gd name="connsiteX1" fmla="*/ 1981834 w 1981834"/>
              <a:gd name="connsiteY1" fmla="*/ 13812 h 13812"/>
            </a:gdLst>
            <a:ahLst/>
            <a:cxnLst>
              <a:cxn ang="0">
                <a:pos x="connsiteX0" y="connsiteY0"/>
              </a:cxn>
              <a:cxn ang="0">
                <a:pos x="connsiteX1" y="connsiteY1"/>
              </a:cxn>
            </a:cxnLst>
            <a:rect l="l" t="t" r="r" b="b"/>
            <a:pathLst>
              <a:path w="1981834" h="13812">
                <a:moveTo>
                  <a:pt x="0" y="0"/>
                </a:moveTo>
                <a:lnTo>
                  <a:pt x="1981834" y="13812"/>
                </a:lnTo>
              </a:path>
            </a:pathLst>
          </a:custGeom>
          <a:noFill/>
          <a:ln w="34925" cap="rnd">
            <a:solidFill>
              <a:srgbClr val="0F6FC6"/>
            </a:solidFill>
            <a:round/>
            <a:tailEnd type="arrow" w="sm"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8" name="Forme libre : forme 167">
            <a:extLst>
              <a:ext uri="{FF2B5EF4-FFF2-40B4-BE49-F238E27FC236}">
                <a16:creationId xmlns:a16="http://schemas.microsoft.com/office/drawing/2014/main" id="{4FE9E2B6-7EEB-F3A3-78DB-66D142AABDC2}"/>
              </a:ext>
            </a:extLst>
          </p:cNvPr>
          <p:cNvSpPr/>
          <p:nvPr/>
        </p:nvSpPr>
        <p:spPr>
          <a:xfrm>
            <a:off x="4897918" y="3900448"/>
            <a:ext cx="2080894" cy="397668"/>
          </a:xfrm>
          <a:custGeom>
            <a:avLst/>
            <a:gdLst>
              <a:gd name="connsiteX0" fmla="*/ 0 w 1196340"/>
              <a:gd name="connsiteY0" fmla="*/ 0 h 678180"/>
              <a:gd name="connsiteX1" fmla="*/ 1196340 w 1196340"/>
              <a:gd name="connsiteY1" fmla="*/ 678180 h 678180"/>
              <a:gd name="connsiteX0" fmla="*/ 0 w 1196340"/>
              <a:gd name="connsiteY0" fmla="*/ 0 h 678180"/>
              <a:gd name="connsiteX1" fmla="*/ 1196340 w 1196340"/>
              <a:gd name="connsiteY1" fmla="*/ 678180 h 678180"/>
              <a:gd name="connsiteX0" fmla="*/ 0 w 1196340"/>
              <a:gd name="connsiteY0" fmla="*/ 0 h 678180"/>
              <a:gd name="connsiteX1" fmla="*/ 1196340 w 1196340"/>
              <a:gd name="connsiteY1" fmla="*/ 678180 h 678180"/>
              <a:gd name="connsiteX0" fmla="*/ 0 w 1196340"/>
              <a:gd name="connsiteY0" fmla="*/ 0 h 678180"/>
              <a:gd name="connsiteX1" fmla="*/ 1196340 w 1196340"/>
              <a:gd name="connsiteY1" fmla="*/ 678180 h 678180"/>
              <a:gd name="connsiteX0" fmla="*/ 0 w 1173480"/>
              <a:gd name="connsiteY0" fmla="*/ 0 h 579120"/>
              <a:gd name="connsiteX1" fmla="*/ 1173480 w 1173480"/>
              <a:gd name="connsiteY1" fmla="*/ 579120 h 579120"/>
              <a:gd name="connsiteX0" fmla="*/ 0 w 1173480"/>
              <a:gd name="connsiteY0" fmla="*/ 0 h 579128"/>
              <a:gd name="connsiteX1" fmla="*/ 1173480 w 1173480"/>
              <a:gd name="connsiteY1" fmla="*/ 579120 h 579128"/>
              <a:gd name="connsiteX0" fmla="*/ 0 w 1173480"/>
              <a:gd name="connsiteY0" fmla="*/ 387 h 579515"/>
              <a:gd name="connsiteX1" fmla="*/ 1173480 w 1173480"/>
              <a:gd name="connsiteY1" fmla="*/ 579507 h 579515"/>
              <a:gd name="connsiteX0" fmla="*/ 0 w 1173480"/>
              <a:gd name="connsiteY0" fmla="*/ 0 h 579128"/>
              <a:gd name="connsiteX1" fmla="*/ 1173480 w 1173480"/>
              <a:gd name="connsiteY1" fmla="*/ 579120 h 579128"/>
              <a:gd name="connsiteX0" fmla="*/ 0 w 1173480"/>
              <a:gd name="connsiteY0" fmla="*/ 0 h 579128"/>
              <a:gd name="connsiteX1" fmla="*/ 1173480 w 1173480"/>
              <a:gd name="connsiteY1" fmla="*/ 579120 h 579128"/>
              <a:gd name="connsiteX0" fmla="*/ 0 w 1150620"/>
              <a:gd name="connsiteY0" fmla="*/ 0 h 1569723"/>
              <a:gd name="connsiteX1" fmla="*/ 1150620 w 1150620"/>
              <a:gd name="connsiteY1" fmla="*/ 1569720 h 1569723"/>
              <a:gd name="connsiteX0" fmla="*/ 0 w 1164907"/>
              <a:gd name="connsiteY0" fmla="*/ 0 h 1567342"/>
              <a:gd name="connsiteX1" fmla="*/ 1164907 w 1164907"/>
              <a:gd name="connsiteY1" fmla="*/ 1567339 h 1567342"/>
              <a:gd name="connsiteX0" fmla="*/ 0 w 1152207"/>
              <a:gd name="connsiteY0" fmla="*/ 0 h 411651"/>
              <a:gd name="connsiteX1" fmla="*/ 1152207 w 1152207"/>
              <a:gd name="connsiteY1" fmla="*/ 411639 h 411651"/>
              <a:gd name="connsiteX0" fmla="*/ 0 w 1171257"/>
              <a:gd name="connsiteY0" fmla="*/ 0 h 37329"/>
              <a:gd name="connsiteX1" fmla="*/ 1171257 w 1171257"/>
              <a:gd name="connsiteY1" fmla="*/ 36989 h 37329"/>
              <a:gd name="connsiteX0" fmla="*/ 0 w 1171257"/>
              <a:gd name="connsiteY0" fmla="*/ 13811 h 23810"/>
              <a:gd name="connsiteX1" fmla="*/ 1171257 w 1171257"/>
              <a:gd name="connsiteY1" fmla="*/ 0 h 23810"/>
              <a:gd name="connsiteX0" fmla="*/ 0 w 1158557"/>
              <a:gd name="connsiteY0" fmla="*/ 0 h 303706"/>
              <a:gd name="connsiteX1" fmla="*/ 1158557 w 1158557"/>
              <a:gd name="connsiteY1" fmla="*/ 303689 h 303706"/>
              <a:gd name="connsiteX0" fmla="*/ 0 w 1158557"/>
              <a:gd name="connsiteY0" fmla="*/ 0 h 303705"/>
              <a:gd name="connsiteX1" fmla="*/ 1158557 w 1158557"/>
              <a:gd name="connsiteY1" fmla="*/ 303689 h 303705"/>
              <a:gd name="connsiteX0" fmla="*/ 0 w 1158557"/>
              <a:gd name="connsiteY0" fmla="*/ 0 h 303689"/>
              <a:gd name="connsiteX1" fmla="*/ 1158557 w 1158557"/>
              <a:gd name="connsiteY1" fmla="*/ 303689 h 303689"/>
              <a:gd name="connsiteX0" fmla="*/ 0 w 1152207"/>
              <a:gd name="connsiteY0" fmla="*/ 0 h 405289"/>
              <a:gd name="connsiteX1" fmla="*/ 1152207 w 1152207"/>
              <a:gd name="connsiteY1" fmla="*/ 405289 h 405289"/>
              <a:gd name="connsiteX0" fmla="*/ 0 w 1961832"/>
              <a:gd name="connsiteY0" fmla="*/ 0 h 329089"/>
              <a:gd name="connsiteX1" fmla="*/ 1961832 w 1961832"/>
              <a:gd name="connsiteY1" fmla="*/ 329089 h 329089"/>
              <a:gd name="connsiteX0" fmla="*/ 0 w 2009457"/>
              <a:gd name="connsiteY0" fmla="*/ 0 h 319564"/>
              <a:gd name="connsiteX1" fmla="*/ 2009457 w 2009457"/>
              <a:gd name="connsiteY1" fmla="*/ 319564 h 319564"/>
              <a:gd name="connsiteX0" fmla="*/ 0 w 2009457"/>
              <a:gd name="connsiteY0" fmla="*/ 0 h 319564"/>
              <a:gd name="connsiteX1" fmla="*/ 2009457 w 2009457"/>
              <a:gd name="connsiteY1" fmla="*/ 319564 h 319564"/>
              <a:gd name="connsiteX0" fmla="*/ 0 w 2009457"/>
              <a:gd name="connsiteY0" fmla="*/ 232 h 319796"/>
              <a:gd name="connsiteX1" fmla="*/ 2009457 w 2009457"/>
              <a:gd name="connsiteY1" fmla="*/ 319796 h 319796"/>
              <a:gd name="connsiteX0" fmla="*/ 0 w 2042794"/>
              <a:gd name="connsiteY0" fmla="*/ 230 h 324557"/>
              <a:gd name="connsiteX1" fmla="*/ 2042794 w 2042794"/>
              <a:gd name="connsiteY1" fmla="*/ 324557 h 324557"/>
              <a:gd name="connsiteX0" fmla="*/ 0 w 2042794"/>
              <a:gd name="connsiteY0" fmla="*/ 250 h 296002"/>
              <a:gd name="connsiteX1" fmla="*/ 2042794 w 2042794"/>
              <a:gd name="connsiteY1" fmla="*/ 296002 h 296002"/>
              <a:gd name="connsiteX0" fmla="*/ 0 w 2042794"/>
              <a:gd name="connsiteY0" fmla="*/ 250 h 296002"/>
              <a:gd name="connsiteX1" fmla="*/ 2042794 w 2042794"/>
              <a:gd name="connsiteY1" fmla="*/ 296002 h 296002"/>
              <a:gd name="connsiteX0" fmla="*/ 0 w 2042794"/>
              <a:gd name="connsiteY0" fmla="*/ 909 h 296661"/>
              <a:gd name="connsiteX1" fmla="*/ 2042794 w 2042794"/>
              <a:gd name="connsiteY1" fmla="*/ 296661 h 296661"/>
              <a:gd name="connsiteX0" fmla="*/ 0 w 1989454"/>
              <a:gd name="connsiteY0" fmla="*/ 74673 h 118965"/>
              <a:gd name="connsiteX1" fmla="*/ 1989454 w 1989454"/>
              <a:gd name="connsiteY1" fmla="*/ 118965 h 118965"/>
              <a:gd name="connsiteX0" fmla="*/ 0 w 1989454"/>
              <a:gd name="connsiteY0" fmla="*/ 4351 h 48643"/>
              <a:gd name="connsiteX1" fmla="*/ 1989454 w 1989454"/>
              <a:gd name="connsiteY1" fmla="*/ 48643 h 48643"/>
              <a:gd name="connsiteX0" fmla="*/ 0 w 1989454"/>
              <a:gd name="connsiteY0" fmla="*/ 3340 h 47632"/>
              <a:gd name="connsiteX1" fmla="*/ 1989454 w 1989454"/>
              <a:gd name="connsiteY1" fmla="*/ 47632 h 47632"/>
              <a:gd name="connsiteX0" fmla="*/ 0 w 1981834"/>
              <a:gd name="connsiteY0" fmla="*/ 12650 h 26462"/>
              <a:gd name="connsiteX1" fmla="*/ 1981834 w 1981834"/>
              <a:gd name="connsiteY1" fmla="*/ 26462 h 26462"/>
              <a:gd name="connsiteX0" fmla="*/ 0 w 1981834"/>
              <a:gd name="connsiteY0" fmla="*/ 0 h 13812"/>
              <a:gd name="connsiteX1" fmla="*/ 1981834 w 1981834"/>
              <a:gd name="connsiteY1" fmla="*/ 13812 h 13812"/>
              <a:gd name="connsiteX0" fmla="*/ 0 w 2019934"/>
              <a:gd name="connsiteY0" fmla="*/ 397668 h 397668"/>
              <a:gd name="connsiteX1" fmla="*/ 2019934 w 2019934"/>
              <a:gd name="connsiteY1" fmla="*/ 0 h 397668"/>
              <a:gd name="connsiteX0" fmla="*/ 0 w 2019934"/>
              <a:gd name="connsiteY0" fmla="*/ 397668 h 397668"/>
              <a:gd name="connsiteX1" fmla="*/ 2019934 w 2019934"/>
              <a:gd name="connsiteY1" fmla="*/ 0 h 397668"/>
              <a:gd name="connsiteX0" fmla="*/ 0 w 2080894"/>
              <a:gd name="connsiteY0" fmla="*/ 397668 h 397668"/>
              <a:gd name="connsiteX1" fmla="*/ 2080894 w 2080894"/>
              <a:gd name="connsiteY1" fmla="*/ 0 h 397668"/>
              <a:gd name="connsiteX0" fmla="*/ 0 w 2080894"/>
              <a:gd name="connsiteY0" fmla="*/ 397668 h 397668"/>
              <a:gd name="connsiteX1" fmla="*/ 2080894 w 2080894"/>
              <a:gd name="connsiteY1" fmla="*/ 0 h 397668"/>
            </a:gdLst>
            <a:ahLst/>
            <a:cxnLst>
              <a:cxn ang="0">
                <a:pos x="connsiteX0" y="connsiteY0"/>
              </a:cxn>
              <a:cxn ang="0">
                <a:pos x="connsiteX1" y="connsiteY1"/>
              </a:cxn>
            </a:cxnLst>
            <a:rect l="l" t="t" r="r" b="b"/>
            <a:pathLst>
              <a:path w="2080894" h="397668">
                <a:moveTo>
                  <a:pt x="0" y="397668"/>
                </a:moveTo>
                <a:cubicBezTo>
                  <a:pt x="680931" y="387032"/>
                  <a:pt x="1453303" y="452596"/>
                  <a:pt x="2080894" y="0"/>
                </a:cubicBezTo>
              </a:path>
            </a:pathLst>
          </a:custGeom>
          <a:noFill/>
          <a:ln w="34925" cap="rnd">
            <a:solidFill>
              <a:srgbClr val="0F6FC6"/>
            </a:solidFill>
            <a:round/>
            <a:tailEnd type="arrow" w="sm"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9" name="Forme libre : forme 168">
            <a:extLst>
              <a:ext uri="{FF2B5EF4-FFF2-40B4-BE49-F238E27FC236}">
                <a16:creationId xmlns:a16="http://schemas.microsoft.com/office/drawing/2014/main" id="{EEE85F79-A899-C069-4E8A-2E703214CFFB}"/>
              </a:ext>
            </a:extLst>
          </p:cNvPr>
          <p:cNvSpPr/>
          <p:nvPr/>
        </p:nvSpPr>
        <p:spPr>
          <a:xfrm>
            <a:off x="9028424" y="3107958"/>
            <a:ext cx="870584" cy="114120"/>
          </a:xfrm>
          <a:custGeom>
            <a:avLst/>
            <a:gdLst>
              <a:gd name="connsiteX0" fmla="*/ 0 w 1196340"/>
              <a:gd name="connsiteY0" fmla="*/ 0 h 678180"/>
              <a:gd name="connsiteX1" fmla="*/ 1196340 w 1196340"/>
              <a:gd name="connsiteY1" fmla="*/ 678180 h 678180"/>
              <a:gd name="connsiteX0" fmla="*/ 0 w 1196340"/>
              <a:gd name="connsiteY0" fmla="*/ 0 h 678180"/>
              <a:gd name="connsiteX1" fmla="*/ 1196340 w 1196340"/>
              <a:gd name="connsiteY1" fmla="*/ 678180 h 678180"/>
              <a:gd name="connsiteX0" fmla="*/ 0 w 1196340"/>
              <a:gd name="connsiteY0" fmla="*/ 0 h 678180"/>
              <a:gd name="connsiteX1" fmla="*/ 1196340 w 1196340"/>
              <a:gd name="connsiteY1" fmla="*/ 678180 h 678180"/>
              <a:gd name="connsiteX0" fmla="*/ 0 w 1196340"/>
              <a:gd name="connsiteY0" fmla="*/ 0 h 678180"/>
              <a:gd name="connsiteX1" fmla="*/ 1196340 w 1196340"/>
              <a:gd name="connsiteY1" fmla="*/ 678180 h 678180"/>
              <a:gd name="connsiteX0" fmla="*/ 0 w 1173480"/>
              <a:gd name="connsiteY0" fmla="*/ 0 h 579120"/>
              <a:gd name="connsiteX1" fmla="*/ 1173480 w 1173480"/>
              <a:gd name="connsiteY1" fmla="*/ 579120 h 579120"/>
              <a:gd name="connsiteX0" fmla="*/ 0 w 1173480"/>
              <a:gd name="connsiteY0" fmla="*/ 0 h 579128"/>
              <a:gd name="connsiteX1" fmla="*/ 1173480 w 1173480"/>
              <a:gd name="connsiteY1" fmla="*/ 579120 h 579128"/>
              <a:gd name="connsiteX0" fmla="*/ 0 w 1173480"/>
              <a:gd name="connsiteY0" fmla="*/ 387 h 579515"/>
              <a:gd name="connsiteX1" fmla="*/ 1173480 w 1173480"/>
              <a:gd name="connsiteY1" fmla="*/ 579507 h 579515"/>
              <a:gd name="connsiteX0" fmla="*/ 0 w 1173480"/>
              <a:gd name="connsiteY0" fmla="*/ 0 h 579128"/>
              <a:gd name="connsiteX1" fmla="*/ 1173480 w 1173480"/>
              <a:gd name="connsiteY1" fmla="*/ 579120 h 579128"/>
              <a:gd name="connsiteX0" fmla="*/ 0 w 1173480"/>
              <a:gd name="connsiteY0" fmla="*/ 0 h 579128"/>
              <a:gd name="connsiteX1" fmla="*/ 1173480 w 1173480"/>
              <a:gd name="connsiteY1" fmla="*/ 579120 h 579128"/>
              <a:gd name="connsiteX0" fmla="*/ 0 w 1150620"/>
              <a:gd name="connsiteY0" fmla="*/ 0 h 1569723"/>
              <a:gd name="connsiteX1" fmla="*/ 1150620 w 1150620"/>
              <a:gd name="connsiteY1" fmla="*/ 1569720 h 1569723"/>
              <a:gd name="connsiteX0" fmla="*/ 0 w 1164907"/>
              <a:gd name="connsiteY0" fmla="*/ 0 h 1567342"/>
              <a:gd name="connsiteX1" fmla="*/ 1164907 w 1164907"/>
              <a:gd name="connsiteY1" fmla="*/ 1567339 h 1567342"/>
              <a:gd name="connsiteX0" fmla="*/ 0 w 1152207"/>
              <a:gd name="connsiteY0" fmla="*/ 0 h 411651"/>
              <a:gd name="connsiteX1" fmla="*/ 1152207 w 1152207"/>
              <a:gd name="connsiteY1" fmla="*/ 411639 h 411651"/>
              <a:gd name="connsiteX0" fmla="*/ 0 w 1171257"/>
              <a:gd name="connsiteY0" fmla="*/ 0 h 37329"/>
              <a:gd name="connsiteX1" fmla="*/ 1171257 w 1171257"/>
              <a:gd name="connsiteY1" fmla="*/ 36989 h 37329"/>
              <a:gd name="connsiteX0" fmla="*/ 0 w 1171257"/>
              <a:gd name="connsiteY0" fmla="*/ 13811 h 23810"/>
              <a:gd name="connsiteX1" fmla="*/ 1171257 w 1171257"/>
              <a:gd name="connsiteY1" fmla="*/ 0 h 23810"/>
              <a:gd name="connsiteX0" fmla="*/ 0 w 1158557"/>
              <a:gd name="connsiteY0" fmla="*/ 0 h 303706"/>
              <a:gd name="connsiteX1" fmla="*/ 1158557 w 1158557"/>
              <a:gd name="connsiteY1" fmla="*/ 303689 h 303706"/>
              <a:gd name="connsiteX0" fmla="*/ 0 w 1158557"/>
              <a:gd name="connsiteY0" fmla="*/ 0 h 303705"/>
              <a:gd name="connsiteX1" fmla="*/ 1158557 w 1158557"/>
              <a:gd name="connsiteY1" fmla="*/ 303689 h 303705"/>
              <a:gd name="connsiteX0" fmla="*/ 0 w 1158557"/>
              <a:gd name="connsiteY0" fmla="*/ 0 h 303689"/>
              <a:gd name="connsiteX1" fmla="*/ 1158557 w 1158557"/>
              <a:gd name="connsiteY1" fmla="*/ 303689 h 303689"/>
              <a:gd name="connsiteX0" fmla="*/ 0 w 1152207"/>
              <a:gd name="connsiteY0" fmla="*/ 0 h 405289"/>
              <a:gd name="connsiteX1" fmla="*/ 1152207 w 1152207"/>
              <a:gd name="connsiteY1" fmla="*/ 405289 h 405289"/>
              <a:gd name="connsiteX0" fmla="*/ 0 w 1961832"/>
              <a:gd name="connsiteY0" fmla="*/ 0 h 329089"/>
              <a:gd name="connsiteX1" fmla="*/ 1961832 w 1961832"/>
              <a:gd name="connsiteY1" fmla="*/ 329089 h 329089"/>
              <a:gd name="connsiteX0" fmla="*/ 0 w 2009457"/>
              <a:gd name="connsiteY0" fmla="*/ 0 h 319564"/>
              <a:gd name="connsiteX1" fmla="*/ 2009457 w 2009457"/>
              <a:gd name="connsiteY1" fmla="*/ 319564 h 319564"/>
              <a:gd name="connsiteX0" fmla="*/ 0 w 2009457"/>
              <a:gd name="connsiteY0" fmla="*/ 0 h 319564"/>
              <a:gd name="connsiteX1" fmla="*/ 2009457 w 2009457"/>
              <a:gd name="connsiteY1" fmla="*/ 319564 h 319564"/>
              <a:gd name="connsiteX0" fmla="*/ 0 w 2009457"/>
              <a:gd name="connsiteY0" fmla="*/ 232 h 319796"/>
              <a:gd name="connsiteX1" fmla="*/ 2009457 w 2009457"/>
              <a:gd name="connsiteY1" fmla="*/ 319796 h 319796"/>
              <a:gd name="connsiteX0" fmla="*/ 0 w 2042794"/>
              <a:gd name="connsiteY0" fmla="*/ 230 h 324557"/>
              <a:gd name="connsiteX1" fmla="*/ 2042794 w 2042794"/>
              <a:gd name="connsiteY1" fmla="*/ 324557 h 324557"/>
              <a:gd name="connsiteX0" fmla="*/ 0 w 2042794"/>
              <a:gd name="connsiteY0" fmla="*/ 250 h 296002"/>
              <a:gd name="connsiteX1" fmla="*/ 2042794 w 2042794"/>
              <a:gd name="connsiteY1" fmla="*/ 296002 h 296002"/>
              <a:gd name="connsiteX0" fmla="*/ 0 w 2042794"/>
              <a:gd name="connsiteY0" fmla="*/ 250 h 296002"/>
              <a:gd name="connsiteX1" fmla="*/ 2042794 w 2042794"/>
              <a:gd name="connsiteY1" fmla="*/ 296002 h 296002"/>
              <a:gd name="connsiteX0" fmla="*/ 0 w 2042794"/>
              <a:gd name="connsiteY0" fmla="*/ 909 h 296661"/>
              <a:gd name="connsiteX1" fmla="*/ 2042794 w 2042794"/>
              <a:gd name="connsiteY1" fmla="*/ 296661 h 296661"/>
              <a:gd name="connsiteX0" fmla="*/ 0 w 1989454"/>
              <a:gd name="connsiteY0" fmla="*/ 74673 h 118965"/>
              <a:gd name="connsiteX1" fmla="*/ 1989454 w 1989454"/>
              <a:gd name="connsiteY1" fmla="*/ 118965 h 118965"/>
              <a:gd name="connsiteX0" fmla="*/ 0 w 1989454"/>
              <a:gd name="connsiteY0" fmla="*/ 4351 h 48643"/>
              <a:gd name="connsiteX1" fmla="*/ 1989454 w 1989454"/>
              <a:gd name="connsiteY1" fmla="*/ 48643 h 48643"/>
              <a:gd name="connsiteX0" fmla="*/ 0 w 1989454"/>
              <a:gd name="connsiteY0" fmla="*/ 3340 h 47632"/>
              <a:gd name="connsiteX1" fmla="*/ 1989454 w 1989454"/>
              <a:gd name="connsiteY1" fmla="*/ 47632 h 47632"/>
              <a:gd name="connsiteX0" fmla="*/ 0 w 1981834"/>
              <a:gd name="connsiteY0" fmla="*/ 12650 h 26462"/>
              <a:gd name="connsiteX1" fmla="*/ 1981834 w 1981834"/>
              <a:gd name="connsiteY1" fmla="*/ 26462 h 26462"/>
              <a:gd name="connsiteX0" fmla="*/ 0 w 1981834"/>
              <a:gd name="connsiteY0" fmla="*/ 0 h 13812"/>
              <a:gd name="connsiteX1" fmla="*/ 1981834 w 1981834"/>
              <a:gd name="connsiteY1" fmla="*/ 13812 h 13812"/>
              <a:gd name="connsiteX0" fmla="*/ 0 w 838834"/>
              <a:gd name="connsiteY0" fmla="*/ 157638 h 157638"/>
              <a:gd name="connsiteX1" fmla="*/ 838834 w 838834"/>
              <a:gd name="connsiteY1" fmla="*/ 0 h 157638"/>
              <a:gd name="connsiteX0" fmla="*/ 0 w 870584"/>
              <a:gd name="connsiteY0" fmla="*/ 43338 h 43338"/>
              <a:gd name="connsiteX1" fmla="*/ 870584 w 870584"/>
              <a:gd name="connsiteY1" fmla="*/ 0 h 43338"/>
              <a:gd name="connsiteX0" fmla="*/ 0 w 870584"/>
              <a:gd name="connsiteY0" fmla="*/ 74959 h 74959"/>
              <a:gd name="connsiteX1" fmla="*/ 870584 w 870584"/>
              <a:gd name="connsiteY1" fmla="*/ 31621 h 74959"/>
              <a:gd name="connsiteX0" fmla="*/ 0 w 870584"/>
              <a:gd name="connsiteY0" fmla="*/ 112566 h 112566"/>
              <a:gd name="connsiteX1" fmla="*/ 870584 w 870584"/>
              <a:gd name="connsiteY1" fmla="*/ 69228 h 112566"/>
              <a:gd name="connsiteX0" fmla="*/ 0 w 870584"/>
              <a:gd name="connsiteY0" fmla="*/ 86083 h 99895"/>
              <a:gd name="connsiteX1" fmla="*/ 870584 w 870584"/>
              <a:gd name="connsiteY1" fmla="*/ 99895 h 99895"/>
              <a:gd name="connsiteX0" fmla="*/ 0 w 870584"/>
              <a:gd name="connsiteY0" fmla="*/ 98508 h 112320"/>
              <a:gd name="connsiteX1" fmla="*/ 870584 w 870584"/>
              <a:gd name="connsiteY1" fmla="*/ 112320 h 112320"/>
              <a:gd name="connsiteX0" fmla="*/ 0 w 870584"/>
              <a:gd name="connsiteY0" fmla="*/ 88470 h 102282"/>
              <a:gd name="connsiteX1" fmla="*/ 870584 w 870584"/>
              <a:gd name="connsiteY1" fmla="*/ 102282 h 102282"/>
              <a:gd name="connsiteX0" fmla="*/ 0 w 870584"/>
              <a:gd name="connsiteY0" fmla="*/ 95487 h 109299"/>
              <a:gd name="connsiteX1" fmla="*/ 870584 w 870584"/>
              <a:gd name="connsiteY1" fmla="*/ 109299 h 109299"/>
              <a:gd name="connsiteX0" fmla="*/ 0 w 870584"/>
              <a:gd name="connsiteY0" fmla="*/ 100308 h 114120"/>
              <a:gd name="connsiteX1" fmla="*/ 870584 w 870584"/>
              <a:gd name="connsiteY1" fmla="*/ 114120 h 114120"/>
            </a:gdLst>
            <a:ahLst/>
            <a:cxnLst>
              <a:cxn ang="0">
                <a:pos x="connsiteX0" y="connsiteY0"/>
              </a:cxn>
              <a:cxn ang="0">
                <a:pos x="connsiteX1" y="connsiteY1"/>
              </a:cxn>
            </a:cxnLst>
            <a:rect l="l" t="t" r="r" b="b"/>
            <a:pathLst>
              <a:path w="870584" h="114120">
                <a:moveTo>
                  <a:pt x="0" y="100308"/>
                </a:moveTo>
                <a:cubicBezTo>
                  <a:pt x="201295" y="-22088"/>
                  <a:pt x="567689" y="-49234"/>
                  <a:pt x="870584" y="114120"/>
                </a:cubicBezTo>
              </a:path>
            </a:pathLst>
          </a:custGeom>
          <a:noFill/>
          <a:ln w="34925" cap="rnd">
            <a:solidFill>
              <a:srgbClr val="0F6FC6"/>
            </a:solidFill>
            <a:round/>
            <a:tailEnd type="arrow" w="sm"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0" name="Forme libre : forme 169">
            <a:extLst>
              <a:ext uri="{FF2B5EF4-FFF2-40B4-BE49-F238E27FC236}">
                <a16:creationId xmlns:a16="http://schemas.microsoft.com/office/drawing/2014/main" id="{916CAD30-A04A-00F8-1F51-E7D2C1BCBD7D}"/>
              </a:ext>
            </a:extLst>
          </p:cNvPr>
          <p:cNvSpPr/>
          <p:nvPr/>
        </p:nvSpPr>
        <p:spPr>
          <a:xfrm flipH="1" flipV="1">
            <a:off x="9028424" y="3503343"/>
            <a:ext cx="870584" cy="114120"/>
          </a:xfrm>
          <a:custGeom>
            <a:avLst/>
            <a:gdLst>
              <a:gd name="connsiteX0" fmla="*/ 0 w 1196340"/>
              <a:gd name="connsiteY0" fmla="*/ 0 h 678180"/>
              <a:gd name="connsiteX1" fmla="*/ 1196340 w 1196340"/>
              <a:gd name="connsiteY1" fmla="*/ 678180 h 678180"/>
              <a:gd name="connsiteX0" fmla="*/ 0 w 1196340"/>
              <a:gd name="connsiteY0" fmla="*/ 0 h 678180"/>
              <a:gd name="connsiteX1" fmla="*/ 1196340 w 1196340"/>
              <a:gd name="connsiteY1" fmla="*/ 678180 h 678180"/>
              <a:gd name="connsiteX0" fmla="*/ 0 w 1196340"/>
              <a:gd name="connsiteY0" fmla="*/ 0 h 678180"/>
              <a:gd name="connsiteX1" fmla="*/ 1196340 w 1196340"/>
              <a:gd name="connsiteY1" fmla="*/ 678180 h 678180"/>
              <a:gd name="connsiteX0" fmla="*/ 0 w 1196340"/>
              <a:gd name="connsiteY0" fmla="*/ 0 h 678180"/>
              <a:gd name="connsiteX1" fmla="*/ 1196340 w 1196340"/>
              <a:gd name="connsiteY1" fmla="*/ 678180 h 678180"/>
              <a:gd name="connsiteX0" fmla="*/ 0 w 1173480"/>
              <a:gd name="connsiteY0" fmla="*/ 0 h 579120"/>
              <a:gd name="connsiteX1" fmla="*/ 1173480 w 1173480"/>
              <a:gd name="connsiteY1" fmla="*/ 579120 h 579120"/>
              <a:gd name="connsiteX0" fmla="*/ 0 w 1173480"/>
              <a:gd name="connsiteY0" fmla="*/ 0 h 579128"/>
              <a:gd name="connsiteX1" fmla="*/ 1173480 w 1173480"/>
              <a:gd name="connsiteY1" fmla="*/ 579120 h 579128"/>
              <a:gd name="connsiteX0" fmla="*/ 0 w 1173480"/>
              <a:gd name="connsiteY0" fmla="*/ 387 h 579515"/>
              <a:gd name="connsiteX1" fmla="*/ 1173480 w 1173480"/>
              <a:gd name="connsiteY1" fmla="*/ 579507 h 579515"/>
              <a:gd name="connsiteX0" fmla="*/ 0 w 1173480"/>
              <a:gd name="connsiteY0" fmla="*/ 0 h 579128"/>
              <a:gd name="connsiteX1" fmla="*/ 1173480 w 1173480"/>
              <a:gd name="connsiteY1" fmla="*/ 579120 h 579128"/>
              <a:gd name="connsiteX0" fmla="*/ 0 w 1173480"/>
              <a:gd name="connsiteY0" fmla="*/ 0 h 579128"/>
              <a:gd name="connsiteX1" fmla="*/ 1173480 w 1173480"/>
              <a:gd name="connsiteY1" fmla="*/ 579120 h 579128"/>
              <a:gd name="connsiteX0" fmla="*/ 0 w 1150620"/>
              <a:gd name="connsiteY0" fmla="*/ 0 h 1569723"/>
              <a:gd name="connsiteX1" fmla="*/ 1150620 w 1150620"/>
              <a:gd name="connsiteY1" fmla="*/ 1569720 h 1569723"/>
              <a:gd name="connsiteX0" fmla="*/ 0 w 1164907"/>
              <a:gd name="connsiteY0" fmla="*/ 0 h 1567342"/>
              <a:gd name="connsiteX1" fmla="*/ 1164907 w 1164907"/>
              <a:gd name="connsiteY1" fmla="*/ 1567339 h 1567342"/>
              <a:gd name="connsiteX0" fmla="*/ 0 w 1152207"/>
              <a:gd name="connsiteY0" fmla="*/ 0 h 411651"/>
              <a:gd name="connsiteX1" fmla="*/ 1152207 w 1152207"/>
              <a:gd name="connsiteY1" fmla="*/ 411639 h 411651"/>
              <a:gd name="connsiteX0" fmla="*/ 0 w 1171257"/>
              <a:gd name="connsiteY0" fmla="*/ 0 h 37329"/>
              <a:gd name="connsiteX1" fmla="*/ 1171257 w 1171257"/>
              <a:gd name="connsiteY1" fmla="*/ 36989 h 37329"/>
              <a:gd name="connsiteX0" fmla="*/ 0 w 1171257"/>
              <a:gd name="connsiteY0" fmla="*/ 13811 h 23810"/>
              <a:gd name="connsiteX1" fmla="*/ 1171257 w 1171257"/>
              <a:gd name="connsiteY1" fmla="*/ 0 h 23810"/>
              <a:gd name="connsiteX0" fmla="*/ 0 w 1158557"/>
              <a:gd name="connsiteY0" fmla="*/ 0 h 303706"/>
              <a:gd name="connsiteX1" fmla="*/ 1158557 w 1158557"/>
              <a:gd name="connsiteY1" fmla="*/ 303689 h 303706"/>
              <a:gd name="connsiteX0" fmla="*/ 0 w 1158557"/>
              <a:gd name="connsiteY0" fmla="*/ 0 h 303705"/>
              <a:gd name="connsiteX1" fmla="*/ 1158557 w 1158557"/>
              <a:gd name="connsiteY1" fmla="*/ 303689 h 303705"/>
              <a:gd name="connsiteX0" fmla="*/ 0 w 1158557"/>
              <a:gd name="connsiteY0" fmla="*/ 0 h 303689"/>
              <a:gd name="connsiteX1" fmla="*/ 1158557 w 1158557"/>
              <a:gd name="connsiteY1" fmla="*/ 303689 h 303689"/>
              <a:gd name="connsiteX0" fmla="*/ 0 w 1152207"/>
              <a:gd name="connsiteY0" fmla="*/ 0 h 405289"/>
              <a:gd name="connsiteX1" fmla="*/ 1152207 w 1152207"/>
              <a:gd name="connsiteY1" fmla="*/ 405289 h 405289"/>
              <a:gd name="connsiteX0" fmla="*/ 0 w 1961832"/>
              <a:gd name="connsiteY0" fmla="*/ 0 h 329089"/>
              <a:gd name="connsiteX1" fmla="*/ 1961832 w 1961832"/>
              <a:gd name="connsiteY1" fmla="*/ 329089 h 329089"/>
              <a:gd name="connsiteX0" fmla="*/ 0 w 2009457"/>
              <a:gd name="connsiteY0" fmla="*/ 0 h 319564"/>
              <a:gd name="connsiteX1" fmla="*/ 2009457 w 2009457"/>
              <a:gd name="connsiteY1" fmla="*/ 319564 h 319564"/>
              <a:gd name="connsiteX0" fmla="*/ 0 w 2009457"/>
              <a:gd name="connsiteY0" fmla="*/ 0 h 319564"/>
              <a:gd name="connsiteX1" fmla="*/ 2009457 w 2009457"/>
              <a:gd name="connsiteY1" fmla="*/ 319564 h 319564"/>
              <a:gd name="connsiteX0" fmla="*/ 0 w 2009457"/>
              <a:gd name="connsiteY0" fmla="*/ 232 h 319796"/>
              <a:gd name="connsiteX1" fmla="*/ 2009457 w 2009457"/>
              <a:gd name="connsiteY1" fmla="*/ 319796 h 319796"/>
              <a:gd name="connsiteX0" fmla="*/ 0 w 2042794"/>
              <a:gd name="connsiteY0" fmla="*/ 230 h 324557"/>
              <a:gd name="connsiteX1" fmla="*/ 2042794 w 2042794"/>
              <a:gd name="connsiteY1" fmla="*/ 324557 h 324557"/>
              <a:gd name="connsiteX0" fmla="*/ 0 w 2042794"/>
              <a:gd name="connsiteY0" fmla="*/ 250 h 296002"/>
              <a:gd name="connsiteX1" fmla="*/ 2042794 w 2042794"/>
              <a:gd name="connsiteY1" fmla="*/ 296002 h 296002"/>
              <a:gd name="connsiteX0" fmla="*/ 0 w 2042794"/>
              <a:gd name="connsiteY0" fmla="*/ 250 h 296002"/>
              <a:gd name="connsiteX1" fmla="*/ 2042794 w 2042794"/>
              <a:gd name="connsiteY1" fmla="*/ 296002 h 296002"/>
              <a:gd name="connsiteX0" fmla="*/ 0 w 2042794"/>
              <a:gd name="connsiteY0" fmla="*/ 909 h 296661"/>
              <a:gd name="connsiteX1" fmla="*/ 2042794 w 2042794"/>
              <a:gd name="connsiteY1" fmla="*/ 296661 h 296661"/>
              <a:gd name="connsiteX0" fmla="*/ 0 w 1989454"/>
              <a:gd name="connsiteY0" fmla="*/ 74673 h 118965"/>
              <a:gd name="connsiteX1" fmla="*/ 1989454 w 1989454"/>
              <a:gd name="connsiteY1" fmla="*/ 118965 h 118965"/>
              <a:gd name="connsiteX0" fmla="*/ 0 w 1989454"/>
              <a:gd name="connsiteY0" fmla="*/ 4351 h 48643"/>
              <a:gd name="connsiteX1" fmla="*/ 1989454 w 1989454"/>
              <a:gd name="connsiteY1" fmla="*/ 48643 h 48643"/>
              <a:gd name="connsiteX0" fmla="*/ 0 w 1989454"/>
              <a:gd name="connsiteY0" fmla="*/ 3340 h 47632"/>
              <a:gd name="connsiteX1" fmla="*/ 1989454 w 1989454"/>
              <a:gd name="connsiteY1" fmla="*/ 47632 h 47632"/>
              <a:gd name="connsiteX0" fmla="*/ 0 w 1981834"/>
              <a:gd name="connsiteY0" fmla="*/ 12650 h 26462"/>
              <a:gd name="connsiteX1" fmla="*/ 1981834 w 1981834"/>
              <a:gd name="connsiteY1" fmla="*/ 26462 h 26462"/>
              <a:gd name="connsiteX0" fmla="*/ 0 w 1981834"/>
              <a:gd name="connsiteY0" fmla="*/ 0 h 13812"/>
              <a:gd name="connsiteX1" fmla="*/ 1981834 w 1981834"/>
              <a:gd name="connsiteY1" fmla="*/ 13812 h 13812"/>
              <a:gd name="connsiteX0" fmla="*/ 0 w 838834"/>
              <a:gd name="connsiteY0" fmla="*/ 157638 h 157638"/>
              <a:gd name="connsiteX1" fmla="*/ 838834 w 838834"/>
              <a:gd name="connsiteY1" fmla="*/ 0 h 157638"/>
              <a:gd name="connsiteX0" fmla="*/ 0 w 870584"/>
              <a:gd name="connsiteY0" fmla="*/ 43338 h 43338"/>
              <a:gd name="connsiteX1" fmla="*/ 870584 w 870584"/>
              <a:gd name="connsiteY1" fmla="*/ 0 h 43338"/>
              <a:gd name="connsiteX0" fmla="*/ 0 w 870584"/>
              <a:gd name="connsiteY0" fmla="*/ 74959 h 74959"/>
              <a:gd name="connsiteX1" fmla="*/ 870584 w 870584"/>
              <a:gd name="connsiteY1" fmla="*/ 31621 h 74959"/>
              <a:gd name="connsiteX0" fmla="*/ 0 w 870584"/>
              <a:gd name="connsiteY0" fmla="*/ 112566 h 112566"/>
              <a:gd name="connsiteX1" fmla="*/ 870584 w 870584"/>
              <a:gd name="connsiteY1" fmla="*/ 69228 h 112566"/>
              <a:gd name="connsiteX0" fmla="*/ 0 w 870584"/>
              <a:gd name="connsiteY0" fmla="*/ 86083 h 99895"/>
              <a:gd name="connsiteX1" fmla="*/ 870584 w 870584"/>
              <a:gd name="connsiteY1" fmla="*/ 99895 h 99895"/>
              <a:gd name="connsiteX0" fmla="*/ 0 w 870584"/>
              <a:gd name="connsiteY0" fmla="*/ 98508 h 112320"/>
              <a:gd name="connsiteX1" fmla="*/ 870584 w 870584"/>
              <a:gd name="connsiteY1" fmla="*/ 112320 h 112320"/>
              <a:gd name="connsiteX0" fmla="*/ 0 w 870584"/>
              <a:gd name="connsiteY0" fmla="*/ 88470 h 102282"/>
              <a:gd name="connsiteX1" fmla="*/ 870584 w 870584"/>
              <a:gd name="connsiteY1" fmla="*/ 102282 h 102282"/>
              <a:gd name="connsiteX0" fmla="*/ 0 w 870584"/>
              <a:gd name="connsiteY0" fmla="*/ 95487 h 109299"/>
              <a:gd name="connsiteX1" fmla="*/ 870584 w 870584"/>
              <a:gd name="connsiteY1" fmla="*/ 109299 h 109299"/>
              <a:gd name="connsiteX0" fmla="*/ 0 w 870584"/>
              <a:gd name="connsiteY0" fmla="*/ 100308 h 114120"/>
              <a:gd name="connsiteX1" fmla="*/ 870584 w 870584"/>
              <a:gd name="connsiteY1" fmla="*/ 114120 h 114120"/>
            </a:gdLst>
            <a:ahLst/>
            <a:cxnLst>
              <a:cxn ang="0">
                <a:pos x="connsiteX0" y="connsiteY0"/>
              </a:cxn>
              <a:cxn ang="0">
                <a:pos x="connsiteX1" y="connsiteY1"/>
              </a:cxn>
            </a:cxnLst>
            <a:rect l="l" t="t" r="r" b="b"/>
            <a:pathLst>
              <a:path w="870584" h="114120">
                <a:moveTo>
                  <a:pt x="0" y="100308"/>
                </a:moveTo>
                <a:cubicBezTo>
                  <a:pt x="201295" y="-22088"/>
                  <a:pt x="567689" y="-49234"/>
                  <a:pt x="870584" y="114120"/>
                </a:cubicBezTo>
              </a:path>
            </a:pathLst>
          </a:custGeom>
          <a:noFill/>
          <a:ln w="34925" cap="rnd">
            <a:solidFill>
              <a:srgbClr val="0F6FC6"/>
            </a:solidFill>
            <a:round/>
            <a:tailEnd type="arrow" w="sm"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2" name="Flèche : droite 171">
            <a:extLst>
              <a:ext uri="{FF2B5EF4-FFF2-40B4-BE49-F238E27FC236}">
                <a16:creationId xmlns:a16="http://schemas.microsoft.com/office/drawing/2014/main" id="{456EF5D0-0C48-8182-F70E-3B0AD11D534A}"/>
              </a:ext>
            </a:extLst>
          </p:cNvPr>
          <p:cNvSpPr/>
          <p:nvPr/>
        </p:nvSpPr>
        <p:spPr>
          <a:xfrm flipH="1">
            <a:off x="8442031" y="5266613"/>
            <a:ext cx="2181906" cy="1106430"/>
          </a:xfrm>
          <a:prstGeom prst="rightArrow">
            <a:avLst>
              <a:gd name="adj1" fmla="val 50000"/>
              <a:gd name="adj2" fmla="val 34836"/>
            </a:avLst>
          </a:prstGeom>
          <a:solidFill>
            <a:schemeClr val="bg1"/>
          </a:solidFill>
          <a:ln w="9525">
            <a:solidFill>
              <a:srgbClr val="0F6FC6">
                <a:alpha val="46000"/>
              </a:srgbClr>
            </a:solidFill>
            <a:prstDash val="sys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rgbClr val="0F6FC6">
                    <a:alpha val="47000"/>
                  </a:srgbClr>
                </a:solidFill>
              </a:rPr>
              <a:t>Provisionnement</a:t>
            </a:r>
            <a:r>
              <a:rPr lang="en-US" b="1" dirty="0">
                <a:solidFill>
                  <a:srgbClr val="0F6FC6">
                    <a:alpha val="47000"/>
                  </a:srgbClr>
                </a:solidFill>
              </a:rPr>
              <a:t> </a:t>
            </a:r>
          </a:p>
        </p:txBody>
      </p:sp>
      <p:sp>
        <p:nvSpPr>
          <p:cNvPr id="171" name="Flèche : droite 170">
            <a:extLst>
              <a:ext uri="{FF2B5EF4-FFF2-40B4-BE49-F238E27FC236}">
                <a16:creationId xmlns:a16="http://schemas.microsoft.com/office/drawing/2014/main" id="{2BEB3310-005D-DF88-35C2-F560CB52C8A5}"/>
              </a:ext>
            </a:extLst>
          </p:cNvPr>
          <p:cNvSpPr/>
          <p:nvPr/>
        </p:nvSpPr>
        <p:spPr>
          <a:xfrm>
            <a:off x="2255695" y="5275038"/>
            <a:ext cx="5011880" cy="1106430"/>
          </a:xfrm>
          <a:prstGeom prst="rightArrow">
            <a:avLst>
              <a:gd name="adj1" fmla="val 50000"/>
              <a:gd name="adj2" fmla="val 34836"/>
            </a:avLst>
          </a:prstGeom>
          <a:solidFill>
            <a:schemeClr val="bg1"/>
          </a:solidFill>
          <a:ln w="9525">
            <a:solidFill>
              <a:srgbClr val="0F6FC6">
                <a:alpha val="46000"/>
              </a:srgbClr>
            </a:solidFill>
            <a:prstDash val="sys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rgbClr val="0F6FC6">
                    <a:alpha val="47000"/>
                  </a:srgbClr>
                </a:solidFill>
              </a:rPr>
              <a:t>Provisionnement</a:t>
            </a:r>
            <a:r>
              <a:rPr lang="en-US" b="1" dirty="0">
                <a:solidFill>
                  <a:srgbClr val="0F6FC6">
                    <a:alpha val="47000"/>
                  </a:srgbClr>
                </a:solidFill>
              </a:rPr>
              <a:t> </a:t>
            </a:r>
          </a:p>
        </p:txBody>
      </p:sp>
      <p:sp>
        <p:nvSpPr>
          <p:cNvPr id="195" name="Rectangle : coins arrondis 194">
            <a:extLst>
              <a:ext uri="{FF2B5EF4-FFF2-40B4-BE49-F238E27FC236}">
                <a16:creationId xmlns:a16="http://schemas.microsoft.com/office/drawing/2014/main" id="{4AF8926B-0FBD-EF5B-2212-D0C627E876EE}"/>
              </a:ext>
            </a:extLst>
          </p:cNvPr>
          <p:cNvSpPr/>
          <p:nvPr/>
        </p:nvSpPr>
        <p:spPr>
          <a:xfrm>
            <a:off x="4827712" y="2327534"/>
            <a:ext cx="696788" cy="170579"/>
          </a:xfrm>
          <a:prstGeom prst="roundRect">
            <a:avLst/>
          </a:prstGeom>
          <a:solidFill>
            <a:schemeClr val="bg1"/>
          </a:solidFill>
          <a:ln>
            <a:solidFill>
              <a:srgbClr val="F5C56F"/>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800" b="1" dirty="0">
                <a:solidFill>
                  <a:srgbClr val="F5C56F"/>
                </a:solidFill>
              </a:rPr>
              <a:t>MVP 2024</a:t>
            </a:r>
          </a:p>
        </p:txBody>
      </p:sp>
      <p:sp>
        <p:nvSpPr>
          <p:cNvPr id="196" name="Rectangle : coins arrondis 195">
            <a:extLst>
              <a:ext uri="{FF2B5EF4-FFF2-40B4-BE49-F238E27FC236}">
                <a16:creationId xmlns:a16="http://schemas.microsoft.com/office/drawing/2014/main" id="{9C709A5F-39E5-6FC0-40A8-E51734750B4C}"/>
              </a:ext>
            </a:extLst>
          </p:cNvPr>
          <p:cNvSpPr/>
          <p:nvPr/>
        </p:nvSpPr>
        <p:spPr>
          <a:xfrm>
            <a:off x="8117730" y="4015487"/>
            <a:ext cx="1088696" cy="219785"/>
          </a:xfrm>
          <a:prstGeom prst="roundRect">
            <a:avLst/>
          </a:prstGeom>
          <a:solidFill>
            <a:schemeClr val="bg1"/>
          </a:solidFill>
          <a:ln>
            <a:solidFill>
              <a:srgbClr val="F5C56F"/>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rgbClr val="F5C56F"/>
                </a:solidFill>
              </a:rPr>
              <a:t>MVP 2025</a:t>
            </a:r>
          </a:p>
        </p:txBody>
      </p:sp>
      <p:sp>
        <p:nvSpPr>
          <p:cNvPr id="2" name="Rectangle : coins arrondis 1">
            <a:extLst>
              <a:ext uri="{FF2B5EF4-FFF2-40B4-BE49-F238E27FC236}">
                <a16:creationId xmlns:a16="http://schemas.microsoft.com/office/drawing/2014/main" id="{9322FC06-D66D-1F20-0AC0-A3B7DE9B6209}"/>
              </a:ext>
            </a:extLst>
          </p:cNvPr>
          <p:cNvSpPr/>
          <p:nvPr/>
        </p:nvSpPr>
        <p:spPr>
          <a:xfrm>
            <a:off x="4799137" y="3559434"/>
            <a:ext cx="696788" cy="170579"/>
          </a:xfrm>
          <a:prstGeom prst="roundRect">
            <a:avLst/>
          </a:prstGeom>
          <a:solidFill>
            <a:schemeClr val="bg1"/>
          </a:solidFill>
          <a:ln>
            <a:solidFill>
              <a:srgbClr val="F5C56F"/>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800" b="1" dirty="0">
                <a:solidFill>
                  <a:srgbClr val="F5C56F"/>
                </a:solidFill>
              </a:rPr>
              <a:t>MVP 2024</a:t>
            </a:r>
          </a:p>
        </p:txBody>
      </p:sp>
    </p:spTree>
    <p:extLst>
      <p:ext uri="{BB962C8B-B14F-4D97-AF65-F5344CB8AC3E}">
        <p14:creationId xmlns:p14="http://schemas.microsoft.com/office/powerpoint/2010/main" val="2260876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00C5A-D060-DBF2-EE22-9B6EFF542554}"/>
            </a:ext>
          </a:extLst>
        </p:cNvPr>
        <p:cNvGrpSpPr/>
        <p:nvPr/>
      </p:nvGrpSpPr>
      <p:grpSpPr>
        <a:xfrm>
          <a:off x="0" y="0"/>
          <a:ext cx="0" cy="0"/>
          <a:chOff x="0" y="0"/>
          <a:chExt cx="0" cy="0"/>
        </a:xfrm>
      </p:grpSpPr>
      <p:sp>
        <p:nvSpPr>
          <p:cNvPr id="5" name="Titre 4">
            <a:extLst>
              <a:ext uri="{FF2B5EF4-FFF2-40B4-BE49-F238E27FC236}">
                <a16:creationId xmlns:a16="http://schemas.microsoft.com/office/drawing/2014/main" id="{E5885CB1-5E0C-91CE-5B1E-DDAF8C302DE1}"/>
              </a:ext>
            </a:extLst>
          </p:cNvPr>
          <p:cNvSpPr>
            <a:spLocks noGrp="1"/>
          </p:cNvSpPr>
          <p:nvPr>
            <p:ph type="title"/>
          </p:nvPr>
        </p:nvSpPr>
        <p:spPr>
          <a:noFill/>
        </p:spPr>
        <p:txBody>
          <a:bodyPr wrap="square" rtlCol="0">
            <a:spAutoFit/>
          </a:bodyPr>
          <a:lstStyle/>
          <a:p>
            <a:r>
              <a:rPr lang="fr-FR" dirty="0"/>
              <a:t>Identité</a:t>
            </a:r>
          </a:p>
        </p:txBody>
      </p:sp>
      <p:sp>
        <p:nvSpPr>
          <p:cNvPr id="6" name="Espace réservé du texte 5">
            <a:extLst>
              <a:ext uri="{FF2B5EF4-FFF2-40B4-BE49-F238E27FC236}">
                <a16:creationId xmlns:a16="http://schemas.microsoft.com/office/drawing/2014/main" id="{8F3485FC-3D4F-0E8F-551A-5C9DBD81DFD8}"/>
              </a:ext>
            </a:extLst>
          </p:cNvPr>
          <p:cNvSpPr>
            <a:spLocks noGrp="1"/>
          </p:cNvSpPr>
          <p:nvPr>
            <p:ph type="body" sz="quarter" idx="10"/>
          </p:nvPr>
        </p:nvSpPr>
        <p:spPr>
          <a:xfrm>
            <a:off x="924539" y="790043"/>
            <a:ext cx="3368486" cy="286232"/>
          </a:xfrm>
          <a:noFill/>
        </p:spPr>
        <p:txBody>
          <a:bodyPr wrap="none" rtlCol="0">
            <a:spAutoFit/>
          </a:bodyPr>
          <a:lstStyle/>
          <a:p>
            <a:r>
              <a:rPr lang="fr-FR" dirty="0"/>
              <a:t>Quelle définition pour l’identité chez BYCN ?</a:t>
            </a:r>
          </a:p>
        </p:txBody>
      </p:sp>
      <p:sp>
        <p:nvSpPr>
          <p:cNvPr id="7" name="Espace réservé du texte 6">
            <a:extLst>
              <a:ext uri="{FF2B5EF4-FFF2-40B4-BE49-F238E27FC236}">
                <a16:creationId xmlns:a16="http://schemas.microsoft.com/office/drawing/2014/main" id="{1350A481-3889-96D1-43FA-DAE8BC5B56EE}"/>
              </a:ext>
            </a:extLst>
          </p:cNvPr>
          <p:cNvSpPr>
            <a:spLocks noGrp="1"/>
          </p:cNvSpPr>
          <p:nvPr>
            <p:ph type="body" sz="quarter" idx="11"/>
          </p:nvPr>
        </p:nvSpPr>
        <p:spPr>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fr-FR" dirty="0">
                <a:solidFill>
                  <a:srgbClr val="6B8DE7"/>
                </a:solidFill>
              </a:rPr>
              <a:t>04</a:t>
            </a:r>
          </a:p>
        </p:txBody>
      </p:sp>
      <p:sp>
        <p:nvSpPr>
          <p:cNvPr id="3" name="ZoneTexte 2">
            <a:extLst>
              <a:ext uri="{FF2B5EF4-FFF2-40B4-BE49-F238E27FC236}">
                <a16:creationId xmlns:a16="http://schemas.microsoft.com/office/drawing/2014/main" id="{74B013A1-58D9-02B9-D583-1E669FE60687}"/>
              </a:ext>
            </a:extLst>
          </p:cNvPr>
          <p:cNvSpPr txBox="1"/>
          <p:nvPr/>
        </p:nvSpPr>
        <p:spPr>
          <a:xfrm>
            <a:off x="924539" y="1485369"/>
            <a:ext cx="5171461" cy="968727"/>
          </a:xfrm>
          <a:prstGeom prst="rect">
            <a:avLst/>
          </a:prstGeom>
          <a:noFill/>
        </p:spPr>
        <p:txBody>
          <a:bodyPr wrap="square">
            <a:spAutoFit/>
          </a:bodyPr>
          <a:lstStyle/>
          <a:p>
            <a:pPr>
              <a:lnSpc>
                <a:spcPct val="80000"/>
              </a:lnSpc>
            </a:pPr>
            <a:r>
              <a:rPr lang="fr-FR" sz="1200" dirty="0">
                <a:solidFill>
                  <a:schemeClr val="accent6">
                    <a:lumMod val="75000"/>
                  </a:schemeClr>
                </a:solidFill>
              </a:rPr>
              <a:t>L’identité est définie comme « un ensemble de caractéristiques propres par lesquelles une personne ou une organisation est connue ou reconnue. Ces éléments peuvent être définis, comme le nom, l’adresse, la nationalité, ou peuvent être innés comme les empruntes digitales. Pour l’identité d’une organisation, les caractéristiques sont acquises ».</a:t>
            </a:r>
          </a:p>
          <a:p>
            <a:pPr>
              <a:lnSpc>
                <a:spcPct val="80000"/>
              </a:lnSpc>
            </a:pPr>
            <a:endParaRPr lang="fr-FR" sz="1100" dirty="0">
              <a:solidFill>
                <a:schemeClr val="accent6">
                  <a:lumMod val="75000"/>
                </a:schemeClr>
              </a:solidFill>
            </a:endParaRPr>
          </a:p>
        </p:txBody>
      </p:sp>
      <p:sp>
        <p:nvSpPr>
          <p:cNvPr id="9" name="ZoneTexte 8">
            <a:extLst>
              <a:ext uri="{FF2B5EF4-FFF2-40B4-BE49-F238E27FC236}">
                <a16:creationId xmlns:a16="http://schemas.microsoft.com/office/drawing/2014/main" id="{BAE27F1C-CDBD-1C36-5AA7-C7285C359E2F}"/>
              </a:ext>
            </a:extLst>
          </p:cNvPr>
          <p:cNvSpPr txBox="1"/>
          <p:nvPr/>
        </p:nvSpPr>
        <p:spPr>
          <a:xfrm>
            <a:off x="924539" y="2305020"/>
            <a:ext cx="5358815" cy="421462"/>
          </a:xfrm>
          <a:prstGeom prst="rect">
            <a:avLst/>
          </a:prstGeom>
          <a:noFill/>
        </p:spPr>
        <p:txBody>
          <a:bodyPr wrap="square">
            <a:spAutoFit/>
          </a:bodyPr>
          <a:lstStyle>
            <a:defPPr>
              <a:defRPr lang="fr-FR"/>
            </a:defPPr>
            <a:lvl1pPr>
              <a:lnSpc>
                <a:spcPct val="80000"/>
              </a:lnSpc>
              <a:defRPr sz="1200"/>
            </a:lvl1pPr>
          </a:lstStyle>
          <a:p>
            <a:pPr>
              <a:lnSpc>
                <a:spcPct val="70000"/>
              </a:lnSpc>
            </a:pPr>
            <a:r>
              <a:rPr lang="en-US" sz="1000" i="1" dirty="0">
                <a:solidFill>
                  <a:schemeClr val="accent6">
                    <a:lumMod val="75000"/>
                  </a:schemeClr>
                </a:solidFill>
              </a:rPr>
              <a:t>A. Jøsang, J. Fabre, B. Hay, J. Dalziel, S. Pope. Trust Requirements in Identity</a:t>
            </a:r>
          </a:p>
          <a:p>
            <a:pPr>
              <a:lnSpc>
                <a:spcPct val="70000"/>
              </a:lnSpc>
            </a:pPr>
            <a:r>
              <a:rPr lang="en-US" sz="1000" i="1" dirty="0">
                <a:solidFill>
                  <a:schemeClr val="accent6">
                    <a:lumMod val="75000"/>
                  </a:schemeClr>
                </a:solidFill>
              </a:rPr>
              <a:t>Management. Australasian Information Security Workshop 2005 volume 44, pages 99-</a:t>
            </a:r>
          </a:p>
          <a:p>
            <a:pPr>
              <a:lnSpc>
                <a:spcPct val="70000"/>
              </a:lnSpc>
            </a:pPr>
            <a:r>
              <a:rPr lang="en-US" sz="1000" i="1" dirty="0">
                <a:solidFill>
                  <a:schemeClr val="accent6">
                    <a:lumMod val="75000"/>
                  </a:schemeClr>
                </a:solidFill>
              </a:rPr>
              <a:t>108, 2005</a:t>
            </a:r>
          </a:p>
        </p:txBody>
      </p:sp>
      <p:sp>
        <p:nvSpPr>
          <p:cNvPr id="13" name="ZoneTexte 12">
            <a:extLst>
              <a:ext uri="{FF2B5EF4-FFF2-40B4-BE49-F238E27FC236}">
                <a16:creationId xmlns:a16="http://schemas.microsoft.com/office/drawing/2014/main" id="{2CC9BB21-3590-7ECD-1881-D2057DD8EB0E}"/>
              </a:ext>
            </a:extLst>
          </p:cNvPr>
          <p:cNvSpPr txBox="1"/>
          <p:nvPr/>
        </p:nvSpPr>
        <p:spPr>
          <a:xfrm>
            <a:off x="926550" y="2998868"/>
            <a:ext cx="5356804" cy="2483693"/>
          </a:xfrm>
          <a:prstGeom prst="rect">
            <a:avLst/>
          </a:prstGeom>
          <a:noFill/>
        </p:spPr>
        <p:txBody>
          <a:bodyPr wrap="square">
            <a:spAutoFit/>
          </a:bodyPr>
          <a:lstStyle>
            <a:defPPr>
              <a:defRPr lang="fr-FR"/>
            </a:defPPr>
            <a:lvl1pPr>
              <a:lnSpc>
                <a:spcPct val="80000"/>
              </a:lnSpc>
              <a:defRPr sz="1400"/>
            </a:lvl1pPr>
          </a:lstStyle>
          <a:p>
            <a:r>
              <a:rPr lang="fr-FR" sz="1200" dirty="0">
                <a:solidFill>
                  <a:schemeClr val="accent6">
                    <a:lumMod val="75000"/>
                  </a:schemeClr>
                </a:solidFill>
              </a:rPr>
              <a:t>l’« information utilisée pour représenter une entité dans un système d’information et de communication ». Une entité représente une personne physique ou morale (organisation, entreprise, …), une ressource (un objet tel qu’un matériel informatique, un système d’information ou de communication) ou un groupe d’entités individuelles. </a:t>
            </a:r>
          </a:p>
          <a:p>
            <a:r>
              <a:rPr lang="fr-FR" sz="1200" b="1" dirty="0">
                <a:solidFill>
                  <a:schemeClr val="accent6">
                    <a:lumMod val="75000"/>
                  </a:schemeClr>
                </a:solidFill>
              </a:rPr>
              <a:t>Une entité peut posséder plusieurs identités numériques</a:t>
            </a:r>
            <a:r>
              <a:rPr lang="fr-FR" sz="1200" dirty="0">
                <a:solidFill>
                  <a:schemeClr val="accent6">
                    <a:lumMod val="75000"/>
                  </a:schemeClr>
                </a:solidFill>
              </a:rPr>
              <a:t>. Chaque identité permet alors d’exposer des informations en fonction de l’environnement. Ainsi, un individu peut présenter, par exemple, des informations publiques le concernant dans le cadre de son activité professionnelle, ce qui représentera une identité, et d’autres informations personnelles le présentant dans son contexte familial, ce qui désignera une autre identité.</a:t>
            </a:r>
          </a:p>
          <a:p>
            <a:r>
              <a:rPr lang="fr-FR" sz="1200" b="1" dirty="0">
                <a:solidFill>
                  <a:schemeClr val="accent6">
                    <a:lumMod val="75000"/>
                  </a:schemeClr>
                </a:solidFill>
              </a:rPr>
              <a:t>Une identité peut être utilisée dans plusieurs contextes</a:t>
            </a:r>
            <a:r>
              <a:rPr lang="fr-FR" sz="1200" dirty="0">
                <a:solidFill>
                  <a:schemeClr val="accent6">
                    <a:lumMod val="75000"/>
                  </a:schemeClr>
                </a:solidFill>
              </a:rPr>
              <a:t>. Conjointement, dans un même domaine, une entité peut être incarnée par plusieurs identités. De plus, plusieurs identités d’une même entité peuvent partager les mêmes caractéristiques, ce qui implique que </a:t>
            </a:r>
            <a:r>
              <a:rPr lang="fr-FR" sz="1200" b="1" dirty="0">
                <a:solidFill>
                  <a:schemeClr val="accent6">
                    <a:lumMod val="75000"/>
                  </a:schemeClr>
                </a:solidFill>
              </a:rPr>
              <a:t>les identités peuvent ne pas être uniques dans un même contexte</a:t>
            </a:r>
            <a:r>
              <a:rPr lang="fr-FR" sz="1200" dirty="0">
                <a:solidFill>
                  <a:schemeClr val="accent6">
                    <a:lumMod val="75000"/>
                  </a:schemeClr>
                </a:solidFill>
              </a:rPr>
              <a:t>.</a:t>
            </a:r>
          </a:p>
          <a:p>
            <a:endParaRPr lang="fr-FR" sz="1200" dirty="0">
              <a:solidFill>
                <a:schemeClr val="accent6">
                  <a:lumMod val="75000"/>
                </a:schemeClr>
              </a:solidFill>
            </a:endParaRPr>
          </a:p>
        </p:txBody>
      </p:sp>
      <p:sp>
        <p:nvSpPr>
          <p:cNvPr id="15" name="ZoneTexte 14">
            <a:extLst>
              <a:ext uri="{FF2B5EF4-FFF2-40B4-BE49-F238E27FC236}">
                <a16:creationId xmlns:a16="http://schemas.microsoft.com/office/drawing/2014/main" id="{3CE87C5E-DE85-01EF-1642-962C687A79F8}"/>
              </a:ext>
            </a:extLst>
          </p:cNvPr>
          <p:cNvSpPr txBox="1"/>
          <p:nvPr/>
        </p:nvSpPr>
        <p:spPr>
          <a:xfrm>
            <a:off x="924539" y="5276543"/>
            <a:ext cx="2957553" cy="206018"/>
          </a:xfrm>
          <a:prstGeom prst="rect">
            <a:avLst/>
          </a:prstGeom>
          <a:noFill/>
        </p:spPr>
        <p:txBody>
          <a:bodyPr wrap="square">
            <a:spAutoFit/>
          </a:bodyPr>
          <a:lstStyle>
            <a:defPPr>
              <a:defRPr lang="fr-FR"/>
            </a:defPPr>
            <a:lvl1pPr>
              <a:lnSpc>
                <a:spcPct val="70000"/>
              </a:lnSpc>
              <a:defRPr sz="1000" i="1">
                <a:solidFill>
                  <a:schemeClr val="accent6">
                    <a:lumMod val="75000"/>
                  </a:schemeClr>
                </a:solidFill>
              </a:defRPr>
            </a:lvl1pPr>
          </a:lstStyle>
          <a:p>
            <a:r>
              <a:rPr lang="fr-FR" dirty="0"/>
              <a:t>ISO/IEC 24760-1:2011(E). ISO/IEC, 20 pages, 2011</a:t>
            </a:r>
          </a:p>
        </p:txBody>
      </p:sp>
      <p:sp>
        <p:nvSpPr>
          <p:cNvPr id="18" name="ZoneTexte 17">
            <a:extLst>
              <a:ext uri="{FF2B5EF4-FFF2-40B4-BE49-F238E27FC236}">
                <a16:creationId xmlns:a16="http://schemas.microsoft.com/office/drawing/2014/main" id="{82D62374-9905-C20D-9675-53706A3992F3}"/>
              </a:ext>
            </a:extLst>
          </p:cNvPr>
          <p:cNvSpPr txBox="1"/>
          <p:nvPr/>
        </p:nvSpPr>
        <p:spPr>
          <a:xfrm>
            <a:off x="924539" y="1231592"/>
            <a:ext cx="3706184" cy="297004"/>
          </a:xfrm>
          <a:prstGeom prst="rect">
            <a:avLst/>
          </a:prstGeom>
          <a:noFill/>
        </p:spPr>
        <p:txBody>
          <a:bodyPr wrap="square" rtlCol="0">
            <a:spAutoFit/>
          </a:bodyPr>
          <a:lstStyle>
            <a:lvl1pPr indent="0">
              <a:lnSpc>
                <a:spcPct val="90000"/>
              </a:lnSpc>
              <a:spcBef>
                <a:spcPts val="1000"/>
              </a:spcBef>
              <a:buFont typeface="Arial" panose="020B0604020202020204" pitchFamily="34" charset="0"/>
              <a:buNone/>
              <a:defRPr lang="fr-FR" sz="1400" dirty="0" smtClean="0">
                <a:solidFill>
                  <a:srgbClr val="096D6D"/>
                </a:solidFill>
                <a:latin typeface="Avenir Book" panose="02000503020000020003" pitchFamily="2"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70000"/>
              </a:lnSpc>
            </a:pPr>
            <a:r>
              <a:rPr lang="fr-FR" sz="1800" dirty="0"/>
              <a:t>Quelques éléments de littérature</a:t>
            </a:r>
          </a:p>
        </p:txBody>
      </p:sp>
      <p:sp>
        <p:nvSpPr>
          <p:cNvPr id="20" name="ZoneTexte 19">
            <a:extLst>
              <a:ext uri="{FF2B5EF4-FFF2-40B4-BE49-F238E27FC236}">
                <a16:creationId xmlns:a16="http://schemas.microsoft.com/office/drawing/2014/main" id="{7740C3E9-8ACB-CD84-B352-A1673CCDFC74}"/>
              </a:ext>
            </a:extLst>
          </p:cNvPr>
          <p:cNvSpPr txBox="1"/>
          <p:nvPr/>
        </p:nvSpPr>
        <p:spPr>
          <a:xfrm>
            <a:off x="6618914" y="1485369"/>
            <a:ext cx="4806892" cy="1867691"/>
          </a:xfrm>
          <a:prstGeom prst="rect">
            <a:avLst/>
          </a:prstGeom>
          <a:noFill/>
        </p:spPr>
        <p:txBody>
          <a:bodyPr wrap="square">
            <a:spAutoFit/>
          </a:bodyPr>
          <a:lstStyle>
            <a:defPPr>
              <a:defRPr lang="fr-FR"/>
            </a:defPPr>
            <a:lvl1pPr>
              <a:lnSpc>
                <a:spcPct val="80000"/>
              </a:lnSpc>
              <a:defRPr sz="1200">
                <a:solidFill>
                  <a:schemeClr val="accent6">
                    <a:lumMod val="75000"/>
                  </a:schemeClr>
                </a:solidFill>
              </a:defRPr>
            </a:lvl1pPr>
          </a:lstStyle>
          <a:p>
            <a:r>
              <a:rPr lang="fr-FR" dirty="0"/>
              <a:t>Dans ce contexte, le terme "identité" fait référence à l'ensemble des informations qui distinguent un utilisateur ou une machine au sein d'un système informatique. Cela inclut des données telles que les identifiants, les rôles, les attributs et les autorisations associés à cet utilisateur ou cette machine. La gestion efficace de ces identités est essentielle pour assurer la sécurité des systèmes d'information et garantir que seuls les utilisateurs ou dispositifs autorisés puissent accéder aux ressources sensibles.</a:t>
            </a:r>
          </a:p>
          <a:p>
            <a:endParaRPr lang="fr-FR" dirty="0"/>
          </a:p>
          <a:p>
            <a:r>
              <a:rPr lang="fr-FR" dirty="0"/>
              <a:t>Ainsi, l'identité dans le cadre de l'IAM représente l'ensemble des caractéristiques numériques permettant de reconnaître et d'authentifier un utilisateur ou une machine, afin de contrôler et de sécuriser l'accès aux ressources de l'entreprise.</a:t>
            </a:r>
          </a:p>
        </p:txBody>
      </p:sp>
      <p:sp>
        <p:nvSpPr>
          <p:cNvPr id="21" name="ZoneTexte 20">
            <a:extLst>
              <a:ext uri="{FF2B5EF4-FFF2-40B4-BE49-F238E27FC236}">
                <a16:creationId xmlns:a16="http://schemas.microsoft.com/office/drawing/2014/main" id="{3D96818F-6E85-20CA-B440-2B05DF7FB771}"/>
              </a:ext>
            </a:extLst>
          </p:cNvPr>
          <p:cNvSpPr txBox="1"/>
          <p:nvPr/>
        </p:nvSpPr>
        <p:spPr>
          <a:xfrm>
            <a:off x="6618914" y="1231592"/>
            <a:ext cx="3706184" cy="297004"/>
          </a:xfrm>
          <a:prstGeom prst="rect">
            <a:avLst/>
          </a:prstGeom>
          <a:noFill/>
        </p:spPr>
        <p:txBody>
          <a:bodyPr wrap="square" rtlCol="0">
            <a:spAutoFit/>
          </a:bodyPr>
          <a:lstStyle>
            <a:lvl1pPr indent="0">
              <a:lnSpc>
                <a:spcPct val="90000"/>
              </a:lnSpc>
              <a:spcBef>
                <a:spcPts val="1000"/>
              </a:spcBef>
              <a:buFont typeface="Arial" panose="020B0604020202020204" pitchFamily="34" charset="0"/>
              <a:buNone/>
              <a:defRPr lang="fr-FR" sz="1400" dirty="0" smtClean="0">
                <a:solidFill>
                  <a:srgbClr val="096D6D"/>
                </a:solidFill>
                <a:latin typeface="Avenir Book" panose="02000503020000020003" pitchFamily="2"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70000"/>
              </a:lnSpc>
            </a:pPr>
            <a:r>
              <a:rPr lang="fr-FR" sz="1800" dirty="0"/>
              <a:t>Plus généralement … </a:t>
            </a:r>
          </a:p>
        </p:txBody>
      </p:sp>
      <p:sp>
        <p:nvSpPr>
          <p:cNvPr id="22" name="ZoneTexte 21">
            <a:extLst>
              <a:ext uri="{FF2B5EF4-FFF2-40B4-BE49-F238E27FC236}">
                <a16:creationId xmlns:a16="http://schemas.microsoft.com/office/drawing/2014/main" id="{3ACCD8B3-F45D-046E-880A-6F3F6E1C8591}"/>
              </a:ext>
            </a:extLst>
          </p:cNvPr>
          <p:cNvSpPr txBox="1"/>
          <p:nvPr/>
        </p:nvSpPr>
        <p:spPr>
          <a:xfrm>
            <a:off x="6618915" y="3277559"/>
            <a:ext cx="2390862" cy="206018"/>
          </a:xfrm>
          <a:prstGeom prst="rect">
            <a:avLst/>
          </a:prstGeom>
          <a:noFill/>
        </p:spPr>
        <p:txBody>
          <a:bodyPr wrap="square">
            <a:spAutoFit/>
          </a:bodyPr>
          <a:lstStyle>
            <a:defPPr>
              <a:defRPr lang="fr-FR"/>
            </a:defPPr>
            <a:lvl1pPr>
              <a:lnSpc>
                <a:spcPct val="80000"/>
              </a:lnSpc>
              <a:defRPr sz="1200"/>
            </a:lvl1pPr>
          </a:lstStyle>
          <a:p>
            <a:pPr>
              <a:lnSpc>
                <a:spcPct val="70000"/>
              </a:lnSpc>
            </a:pPr>
            <a:r>
              <a:rPr lang="fr-FR" sz="1000" i="1" dirty="0">
                <a:solidFill>
                  <a:schemeClr val="accent6">
                    <a:lumMod val="75000"/>
                  </a:schemeClr>
                </a:solidFill>
              </a:rPr>
              <a:t>Gartner et autres sources Internet</a:t>
            </a:r>
          </a:p>
        </p:txBody>
      </p:sp>
      <p:sp>
        <p:nvSpPr>
          <p:cNvPr id="38" name="Forme libre : forme 37">
            <a:extLst>
              <a:ext uri="{FF2B5EF4-FFF2-40B4-BE49-F238E27FC236}">
                <a16:creationId xmlns:a16="http://schemas.microsoft.com/office/drawing/2014/main" id="{B3B2C71B-6CE2-5EAB-36FD-835CCC39545C}"/>
              </a:ext>
            </a:extLst>
          </p:cNvPr>
          <p:cNvSpPr>
            <a:spLocks noChangeAspect="1"/>
          </p:cNvSpPr>
          <p:nvPr/>
        </p:nvSpPr>
        <p:spPr>
          <a:xfrm>
            <a:off x="10565688" y="3868253"/>
            <a:ext cx="1230849" cy="1232121"/>
          </a:xfrm>
          <a:custGeom>
            <a:avLst/>
            <a:gdLst>
              <a:gd name="connsiteX0" fmla="*/ 0 w 1300293"/>
              <a:gd name="connsiteY0" fmla="*/ 0 h 1301637"/>
              <a:gd name="connsiteX1" fmla="*/ 1300293 w 1300293"/>
              <a:gd name="connsiteY1" fmla="*/ 0 h 1301637"/>
              <a:gd name="connsiteX2" fmla="*/ 1300293 w 1300293"/>
              <a:gd name="connsiteY2" fmla="*/ 1301637 h 1301637"/>
              <a:gd name="connsiteX3" fmla="*/ 0 w 1300293"/>
              <a:gd name="connsiteY3" fmla="*/ 1301637 h 1301637"/>
              <a:gd name="connsiteX4" fmla="*/ 0 w 1300293"/>
              <a:gd name="connsiteY4" fmla="*/ 796999 h 1301637"/>
              <a:gd name="connsiteX5" fmla="*/ 291193 w 1300293"/>
              <a:gd name="connsiteY5" fmla="*/ 650819 h 1301637"/>
              <a:gd name="connsiteX6" fmla="*/ 0 w 1300293"/>
              <a:gd name="connsiteY6" fmla="*/ 504638 h 130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0293" h="1301637">
                <a:moveTo>
                  <a:pt x="0" y="0"/>
                </a:moveTo>
                <a:lnTo>
                  <a:pt x="1300293" y="0"/>
                </a:lnTo>
                <a:lnTo>
                  <a:pt x="1300293" y="1301637"/>
                </a:lnTo>
                <a:lnTo>
                  <a:pt x="0" y="1301637"/>
                </a:lnTo>
                <a:lnTo>
                  <a:pt x="0" y="796999"/>
                </a:lnTo>
                <a:lnTo>
                  <a:pt x="291193" y="650819"/>
                </a:lnTo>
                <a:lnTo>
                  <a:pt x="0" y="504638"/>
                </a:lnTo>
                <a:close/>
              </a:path>
            </a:pathLst>
          </a:custGeom>
          <a:solidFill>
            <a:srgbClr val="F5C56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4" name="Forme libre : forme 33">
            <a:extLst>
              <a:ext uri="{FF2B5EF4-FFF2-40B4-BE49-F238E27FC236}">
                <a16:creationId xmlns:a16="http://schemas.microsoft.com/office/drawing/2014/main" id="{59AF5C70-BED0-86EB-B68B-D678380149A3}"/>
              </a:ext>
            </a:extLst>
          </p:cNvPr>
          <p:cNvSpPr>
            <a:spLocks noChangeAspect="1"/>
          </p:cNvSpPr>
          <p:nvPr/>
        </p:nvSpPr>
        <p:spPr>
          <a:xfrm rot="5400000">
            <a:off x="6843119" y="3733252"/>
            <a:ext cx="1232121" cy="1495976"/>
          </a:xfrm>
          <a:custGeom>
            <a:avLst/>
            <a:gdLst>
              <a:gd name="connsiteX0" fmla="*/ 0 w 1301637"/>
              <a:gd name="connsiteY0" fmla="*/ 1580379 h 1580379"/>
              <a:gd name="connsiteX1" fmla="*/ 0 w 1301637"/>
              <a:gd name="connsiteY1" fmla="*/ 280086 h 1580379"/>
              <a:gd name="connsiteX2" fmla="*/ 510214 w 1301637"/>
              <a:gd name="connsiteY2" fmla="*/ 280086 h 1580379"/>
              <a:gd name="connsiteX3" fmla="*/ 650819 w 1301637"/>
              <a:gd name="connsiteY3" fmla="*/ 0 h 1580379"/>
              <a:gd name="connsiteX4" fmla="*/ 791424 w 1301637"/>
              <a:gd name="connsiteY4" fmla="*/ 280086 h 1580379"/>
              <a:gd name="connsiteX5" fmla="*/ 1301637 w 1301637"/>
              <a:gd name="connsiteY5" fmla="*/ 280086 h 1580379"/>
              <a:gd name="connsiteX6" fmla="*/ 1301637 w 1301637"/>
              <a:gd name="connsiteY6" fmla="*/ 1580379 h 1580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1637" h="1580379">
                <a:moveTo>
                  <a:pt x="0" y="1580379"/>
                </a:moveTo>
                <a:lnTo>
                  <a:pt x="0" y="280086"/>
                </a:lnTo>
                <a:lnTo>
                  <a:pt x="510214" y="280086"/>
                </a:lnTo>
                <a:lnTo>
                  <a:pt x="650819" y="0"/>
                </a:lnTo>
                <a:lnTo>
                  <a:pt x="791424" y="280086"/>
                </a:lnTo>
                <a:lnTo>
                  <a:pt x="1301637" y="280086"/>
                </a:lnTo>
                <a:lnTo>
                  <a:pt x="1301637" y="1580379"/>
                </a:lnTo>
                <a:close/>
              </a:path>
            </a:pathLst>
          </a:custGeom>
          <a:solidFill>
            <a:srgbClr val="E6501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40" name="Forme libre : forme 39">
            <a:extLst>
              <a:ext uri="{FF2B5EF4-FFF2-40B4-BE49-F238E27FC236}">
                <a16:creationId xmlns:a16="http://schemas.microsoft.com/office/drawing/2014/main" id="{3678606C-7ADD-EA51-AE91-EF74F9AFDF42}"/>
              </a:ext>
            </a:extLst>
          </p:cNvPr>
          <p:cNvSpPr>
            <a:spLocks noChangeAspect="1"/>
          </p:cNvSpPr>
          <p:nvPr/>
        </p:nvSpPr>
        <p:spPr>
          <a:xfrm>
            <a:off x="7984052" y="3865179"/>
            <a:ext cx="1506151" cy="1232121"/>
          </a:xfrm>
          <a:custGeom>
            <a:avLst/>
            <a:gdLst>
              <a:gd name="connsiteX0" fmla="*/ 0 w 1591128"/>
              <a:gd name="connsiteY0" fmla="*/ 0 h 1301637"/>
              <a:gd name="connsiteX1" fmla="*/ 1300293 w 1591128"/>
              <a:gd name="connsiteY1" fmla="*/ 0 h 1301637"/>
              <a:gd name="connsiteX2" fmla="*/ 1300293 w 1591128"/>
              <a:gd name="connsiteY2" fmla="*/ 504818 h 1301637"/>
              <a:gd name="connsiteX3" fmla="*/ 1591128 w 1591128"/>
              <a:gd name="connsiteY3" fmla="*/ 650819 h 1301637"/>
              <a:gd name="connsiteX4" fmla="*/ 1300293 w 1591128"/>
              <a:gd name="connsiteY4" fmla="*/ 796820 h 1301637"/>
              <a:gd name="connsiteX5" fmla="*/ 1300293 w 1591128"/>
              <a:gd name="connsiteY5" fmla="*/ 1301637 h 1301637"/>
              <a:gd name="connsiteX6" fmla="*/ 0 w 1591128"/>
              <a:gd name="connsiteY6" fmla="*/ 1301637 h 1301637"/>
              <a:gd name="connsiteX7" fmla="*/ 0 w 1591128"/>
              <a:gd name="connsiteY7" fmla="*/ 796999 h 1301637"/>
              <a:gd name="connsiteX8" fmla="*/ 291193 w 1591128"/>
              <a:gd name="connsiteY8" fmla="*/ 650819 h 1301637"/>
              <a:gd name="connsiteX9" fmla="*/ 0 w 1591128"/>
              <a:gd name="connsiteY9" fmla="*/ 504638 h 130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1128" h="1301637">
                <a:moveTo>
                  <a:pt x="0" y="0"/>
                </a:moveTo>
                <a:lnTo>
                  <a:pt x="1300293" y="0"/>
                </a:lnTo>
                <a:lnTo>
                  <a:pt x="1300293" y="504818"/>
                </a:lnTo>
                <a:lnTo>
                  <a:pt x="1591128" y="650819"/>
                </a:lnTo>
                <a:lnTo>
                  <a:pt x="1300293" y="796820"/>
                </a:lnTo>
                <a:lnTo>
                  <a:pt x="1300293" y="1301637"/>
                </a:lnTo>
                <a:lnTo>
                  <a:pt x="0" y="1301637"/>
                </a:lnTo>
                <a:lnTo>
                  <a:pt x="0" y="796999"/>
                </a:lnTo>
                <a:lnTo>
                  <a:pt x="291193" y="650819"/>
                </a:lnTo>
                <a:lnTo>
                  <a:pt x="0" y="504638"/>
                </a:lnTo>
                <a:close/>
              </a:path>
            </a:pathLst>
          </a:custGeom>
          <a:solidFill>
            <a:srgbClr val="4CC0E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42" name="Forme libre : forme 41">
            <a:extLst>
              <a:ext uri="{FF2B5EF4-FFF2-40B4-BE49-F238E27FC236}">
                <a16:creationId xmlns:a16="http://schemas.microsoft.com/office/drawing/2014/main" id="{D43A18AB-BF53-F2CF-47B1-D6B1D9DA121F}"/>
              </a:ext>
            </a:extLst>
          </p:cNvPr>
          <p:cNvSpPr>
            <a:spLocks noChangeAspect="1"/>
          </p:cNvSpPr>
          <p:nvPr/>
        </p:nvSpPr>
        <p:spPr>
          <a:xfrm>
            <a:off x="9265301" y="3865178"/>
            <a:ext cx="1506151" cy="1232121"/>
          </a:xfrm>
          <a:custGeom>
            <a:avLst/>
            <a:gdLst>
              <a:gd name="connsiteX0" fmla="*/ 0 w 1591128"/>
              <a:gd name="connsiteY0" fmla="*/ 0 h 1301637"/>
              <a:gd name="connsiteX1" fmla="*/ 1300293 w 1591128"/>
              <a:gd name="connsiteY1" fmla="*/ 0 h 1301637"/>
              <a:gd name="connsiteX2" fmla="*/ 1300293 w 1591128"/>
              <a:gd name="connsiteY2" fmla="*/ 504818 h 1301637"/>
              <a:gd name="connsiteX3" fmla="*/ 1591128 w 1591128"/>
              <a:gd name="connsiteY3" fmla="*/ 650819 h 1301637"/>
              <a:gd name="connsiteX4" fmla="*/ 1300293 w 1591128"/>
              <a:gd name="connsiteY4" fmla="*/ 796820 h 1301637"/>
              <a:gd name="connsiteX5" fmla="*/ 1300293 w 1591128"/>
              <a:gd name="connsiteY5" fmla="*/ 1301637 h 1301637"/>
              <a:gd name="connsiteX6" fmla="*/ 0 w 1591128"/>
              <a:gd name="connsiteY6" fmla="*/ 1301637 h 1301637"/>
              <a:gd name="connsiteX7" fmla="*/ 0 w 1591128"/>
              <a:gd name="connsiteY7" fmla="*/ 796999 h 1301637"/>
              <a:gd name="connsiteX8" fmla="*/ 291193 w 1591128"/>
              <a:gd name="connsiteY8" fmla="*/ 650819 h 1301637"/>
              <a:gd name="connsiteX9" fmla="*/ 0 w 1591128"/>
              <a:gd name="connsiteY9" fmla="*/ 504638 h 130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1128" h="1301637">
                <a:moveTo>
                  <a:pt x="0" y="0"/>
                </a:moveTo>
                <a:lnTo>
                  <a:pt x="1300293" y="0"/>
                </a:lnTo>
                <a:lnTo>
                  <a:pt x="1300293" y="504818"/>
                </a:lnTo>
                <a:lnTo>
                  <a:pt x="1591128" y="650819"/>
                </a:lnTo>
                <a:lnTo>
                  <a:pt x="1300293" y="796820"/>
                </a:lnTo>
                <a:lnTo>
                  <a:pt x="1300293" y="1301637"/>
                </a:lnTo>
                <a:lnTo>
                  <a:pt x="0" y="1301637"/>
                </a:lnTo>
                <a:lnTo>
                  <a:pt x="0" y="796999"/>
                </a:lnTo>
                <a:lnTo>
                  <a:pt x="291193" y="650819"/>
                </a:lnTo>
                <a:lnTo>
                  <a:pt x="0" y="504638"/>
                </a:lnTo>
                <a:close/>
              </a:path>
            </a:pathLst>
          </a:custGeom>
          <a:solidFill>
            <a:srgbClr val="10203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7" name="ZoneTexte 46">
            <a:extLst>
              <a:ext uri="{FF2B5EF4-FFF2-40B4-BE49-F238E27FC236}">
                <a16:creationId xmlns:a16="http://schemas.microsoft.com/office/drawing/2014/main" id="{E5F66776-DC3C-D88F-B88D-F321A90D816F}"/>
              </a:ext>
            </a:extLst>
          </p:cNvPr>
          <p:cNvSpPr txBox="1"/>
          <p:nvPr/>
        </p:nvSpPr>
        <p:spPr>
          <a:xfrm>
            <a:off x="6815430" y="3957295"/>
            <a:ext cx="762132" cy="358047"/>
          </a:xfrm>
          <a:prstGeom prst="rect">
            <a:avLst/>
          </a:prstGeom>
          <a:noFill/>
        </p:spPr>
        <p:txBody>
          <a:bodyPr wrap="none" rtlCol="0">
            <a:spAutoFit/>
          </a:bodyPr>
          <a:lstStyle/>
          <a:p>
            <a:pPr>
              <a:lnSpc>
                <a:spcPct val="70000"/>
              </a:lnSpc>
            </a:pPr>
            <a:r>
              <a:rPr lang="fr-FR" sz="1200" dirty="0">
                <a:ln w="9525">
                  <a:solidFill>
                    <a:schemeClr val="bg1"/>
                  </a:solidFill>
                </a:ln>
                <a:solidFill>
                  <a:schemeClr val="bg1"/>
                </a:solidFill>
                <a:latin typeface="+mj-lt"/>
              </a:rPr>
              <a:t>Personne </a:t>
            </a:r>
          </a:p>
          <a:p>
            <a:pPr>
              <a:lnSpc>
                <a:spcPct val="70000"/>
              </a:lnSpc>
            </a:pPr>
            <a:r>
              <a:rPr lang="fr-FR" sz="1200" dirty="0">
                <a:ln w="9525">
                  <a:solidFill>
                    <a:schemeClr val="bg1"/>
                  </a:solidFill>
                </a:ln>
                <a:solidFill>
                  <a:schemeClr val="bg1"/>
                </a:solidFill>
                <a:latin typeface="+mj-lt"/>
              </a:rPr>
              <a:t>Physique</a:t>
            </a:r>
          </a:p>
        </p:txBody>
      </p:sp>
      <p:sp>
        <p:nvSpPr>
          <p:cNvPr id="48" name="ZoneTexte 47">
            <a:extLst>
              <a:ext uri="{FF2B5EF4-FFF2-40B4-BE49-F238E27FC236}">
                <a16:creationId xmlns:a16="http://schemas.microsoft.com/office/drawing/2014/main" id="{5A9FE192-362B-C181-2CF8-919303646263}"/>
              </a:ext>
            </a:extLst>
          </p:cNvPr>
          <p:cNvSpPr txBox="1"/>
          <p:nvPr/>
        </p:nvSpPr>
        <p:spPr>
          <a:xfrm>
            <a:off x="6806293" y="4296529"/>
            <a:ext cx="1131400" cy="485518"/>
          </a:xfrm>
          <a:prstGeom prst="rect">
            <a:avLst/>
          </a:prstGeom>
          <a:noFill/>
        </p:spPr>
        <p:txBody>
          <a:bodyPr wrap="none" rtlCol="0">
            <a:spAutoFit/>
          </a:bodyPr>
          <a:lstStyle/>
          <a:p>
            <a:pPr marL="100800" indent="-100800">
              <a:lnSpc>
                <a:spcPct val="70000"/>
              </a:lnSpc>
              <a:buFontTx/>
              <a:buChar char="-"/>
            </a:pPr>
            <a:r>
              <a:rPr lang="fr-FR" sz="900" dirty="0">
                <a:ln w="0">
                  <a:solidFill>
                    <a:schemeClr val="bg1"/>
                  </a:solidFill>
                </a:ln>
                <a:solidFill>
                  <a:schemeClr val="bg1"/>
                </a:solidFill>
                <a:latin typeface="+mj-lt"/>
              </a:rPr>
              <a:t>Nom</a:t>
            </a:r>
          </a:p>
          <a:p>
            <a:pPr marL="100800" indent="-100800">
              <a:lnSpc>
                <a:spcPct val="70000"/>
              </a:lnSpc>
              <a:buFontTx/>
              <a:buChar char="-"/>
            </a:pPr>
            <a:r>
              <a:rPr lang="fr-FR" sz="900" dirty="0">
                <a:ln w="0">
                  <a:solidFill>
                    <a:schemeClr val="bg1"/>
                  </a:solidFill>
                </a:ln>
                <a:solidFill>
                  <a:schemeClr val="bg1"/>
                </a:solidFill>
                <a:latin typeface="+mj-lt"/>
              </a:rPr>
              <a:t>Prénom</a:t>
            </a:r>
          </a:p>
          <a:p>
            <a:pPr marL="100800" indent="-100800">
              <a:lnSpc>
                <a:spcPct val="70000"/>
              </a:lnSpc>
              <a:buFontTx/>
              <a:buChar char="-"/>
            </a:pPr>
            <a:r>
              <a:rPr lang="fr-FR" sz="900" dirty="0">
                <a:ln w="0">
                  <a:solidFill>
                    <a:schemeClr val="bg1"/>
                  </a:solidFill>
                </a:ln>
                <a:solidFill>
                  <a:schemeClr val="bg1"/>
                </a:solidFill>
                <a:latin typeface="+mj-lt"/>
              </a:rPr>
              <a:t>Date de naissance</a:t>
            </a:r>
          </a:p>
          <a:p>
            <a:pPr marL="100800" indent="-100800">
              <a:lnSpc>
                <a:spcPct val="70000"/>
              </a:lnSpc>
              <a:buFontTx/>
              <a:buChar char="-"/>
            </a:pPr>
            <a:r>
              <a:rPr lang="fr-FR" sz="900" dirty="0">
                <a:ln w="0">
                  <a:solidFill>
                    <a:schemeClr val="bg1"/>
                  </a:solidFill>
                </a:ln>
                <a:solidFill>
                  <a:schemeClr val="bg1"/>
                </a:solidFill>
                <a:latin typeface="+mj-lt"/>
              </a:rPr>
              <a:t>Etc.</a:t>
            </a:r>
          </a:p>
        </p:txBody>
      </p:sp>
      <p:sp>
        <p:nvSpPr>
          <p:cNvPr id="49" name="ZoneTexte 48">
            <a:extLst>
              <a:ext uri="{FF2B5EF4-FFF2-40B4-BE49-F238E27FC236}">
                <a16:creationId xmlns:a16="http://schemas.microsoft.com/office/drawing/2014/main" id="{AD9B8D80-9A94-6DC3-6B4E-679D8C75FFC7}"/>
              </a:ext>
            </a:extLst>
          </p:cNvPr>
          <p:cNvSpPr txBox="1"/>
          <p:nvPr/>
        </p:nvSpPr>
        <p:spPr>
          <a:xfrm>
            <a:off x="8249481" y="3957295"/>
            <a:ext cx="641522" cy="228781"/>
          </a:xfrm>
          <a:prstGeom prst="rect">
            <a:avLst/>
          </a:prstGeom>
          <a:noFill/>
        </p:spPr>
        <p:txBody>
          <a:bodyPr wrap="none" rtlCol="0">
            <a:spAutoFit/>
          </a:bodyPr>
          <a:lstStyle/>
          <a:p>
            <a:pPr>
              <a:lnSpc>
                <a:spcPct val="70000"/>
              </a:lnSpc>
            </a:pPr>
            <a:r>
              <a:rPr lang="fr-FR" sz="1200" dirty="0">
                <a:ln w="9525">
                  <a:solidFill>
                    <a:schemeClr val="bg1"/>
                  </a:solidFill>
                </a:ln>
                <a:solidFill>
                  <a:schemeClr val="bg1"/>
                </a:solidFill>
                <a:latin typeface="+mj-lt"/>
              </a:rPr>
              <a:t>Identité</a:t>
            </a:r>
          </a:p>
        </p:txBody>
      </p:sp>
      <p:sp>
        <p:nvSpPr>
          <p:cNvPr id="50" name="ZoneTexte 49">
            <a:extLst>
              <a:ext uri="{FF2B5EF4-FFF2-40B4-BE49-F238E27FC236}">
                <a16:creationId xmlns:a16="http://schemas.microsoft.com/office/drawing/2014/main" id="{0A14F7A1-AE99-3246-2F57-BA7916884609}"/>
              </a:ext>
            </a:extLst>
          </p:cNvPr>
          <p:cNvSpPr txBox="1"/>
          <p:nvPr/>
        </p:nvSpPr>
        <p:spPr>
          <a:xfrm>
            <a:off x="8240344" y="4296529"/>
            <a:ext cx="876522" cy="315856"/>
          </a:xfrm>
          <a:prstGeom prst="rect">
            <a:avLst/>
          </a:prstGeom>
          <a:noFill/>
        </p:spPr>
        <p:txBody>
          <a:bodyPr wrap="none" rtlCol="0">
            <a:spAutoFit/>
          </a:bodyPr>
          <a:lstStyle/>
          <a:p>
            <a:pPr marL="100800" indent="-100800">
              <a:lnSpc>
                <a:spcPct val="80000"/>
              </a:lnSpc>
              <a:buFontTx/>
              <a:buChar char="-"/>
            </a:pPr>
            <a:r>
              <a:rPr lang="fr-FR" sz="900" dirty="0">
                <a:ln w="0">
                  <a:solidFill>
                    <a:schemeClr val="bg1"/>
                  </a:solidFill>
                </a:ln>
                <a:solidFill>
                  <a:schemeClr val="bg1"/>
                </a:solidFill>
                <a:latin typeface="+mj-lt"/>
              </a:rPr>
              <a:t>Cycle de vie</a:t>
            </a:r>
          </a:p>
          <a:p>
            <a:pPr marL="100800" indent="-100800">
              <a:lnSpc>
                <a:spcPct val="80000"/>
              </a:lnSpc>
              <a:buFontTx/>
              <a:buChar char="-"/>
            </a:pPr>
            <a:r>
              <a:rPr lang="fr-FR" sz="900" dirty="0">
                <a:ln w="0">
                  <a:solidFill>
                    <a:schemeClr val="bg1"/>
                  </a:solidFill>
                </a:ln>
                <a:solidFill>
                  <a:schemeClr val="bg1"/>
                </a:solidFill>
                <a:latin typeface="+mj-lt"/>
              </a:rPr>
              <a:t>Gestionnaire</a:t>
            </a:r>
          </a:p>
        </p:txBody>
      </p:sp>
      <p:sp>
        <p:nvSpPr>
          <p:cNvPr id="51" name="ZoneTexte 50">
            <a:extLst>
              <a:ext uri="{FF2B5EF4-FFF2-40B4-BE49-F238E27FC236}">
                <a16:creationId xmlns:a16="http://schemas.microsoft.com/office/drawing/2014/main" id="{2A091B81-634C-11B7-D34B-9CB570A5F9C3}"/>
              </a:ext>
            </a:extLst>
          </p:cNvPr>
          <p:cNvSpPr txBox="1"/>
          <p:nvPr/>
        </p:nvSpPr>
        <p:spPr>
          <a:xfrm>
            <a:off x="9549868" y="3957295"/>
            <a:ext cx="660758" cy="228781"/>
          </a:xfrm>
          <a:prstGeom prst="rect">
            <a:avLst/>
          </a:prstGeom>
          <a:noFill/>
        </p:spPr>
        <p:txBody>
          <a:bodyPr wrap="none" rtlCol="0">
            <a:spAutoFit/>
          </a:bodyPr>
          <a:lstStyle/>
          <a:p>
            <a:pPr>
              <a:lnSpc>
                <a:spcPct val="70000"/>
              </a:lnSpc>
            </a:pPr>
            <a:r>
              <a:rPr lang="fr-FR" sz="1200" dirty="0">
                <a:ln w="9525">
                  <a:solidFill>
                    <a:schemeClr val="bg1"/>
                  </a:solidFill>
                </a:ln>
                <a:solidFill>
                  <a:schemeClr val="bg1"/>
                </a:solidFill>
                <a:latin typeface="+mj-lt"/>
              </a:rPr>
              <a:t>Compte</a:t>
            </a:r>
          </a:p>
        </p:txBody>
      </p:sp>
      <p:sp>
        <p:nvSpPr>
          <p:cNvPr id="53" name="ZoneTexte 52">
            <a:extLst>
              <a:ext uri="{FF2B5EF4-FFF2-40B4-BE49-F238E27FC236}">
                <a16:creationId xmlns:a16="http://schemas.microsoft.com/office/drawing/2014/main" id="{ECB26E55-F0B3-A5D5-7410-14A9CAB3202B}"/>
              </a:ext>
            </a:extLst>
          </p:cNvPr>
          <p:cNvSpPr txBox="1"/>
          <p:nvPr/>
        </p:nvSpPr>
        <p:spPr>
          <a:xfrm>
            <a:off x="9507555" y="4278193"/>
            <a:ext cx="996748" cy="426655"/>
          </a:xfrm>
          <a:prstGeom prst="rect">
            <a:avLst/>
          </a:prstGeom>
          <a:noFill/>
        </p:spPr>
        <p:txBody>
          <a:bodyPr wrap="none" rtlCol="0">
            <a:spAutoFit/>
          </a:bodyPr>
          <a:lstStyle/>
          <a:p>
            <a:pPr marL="100800" indent="-100800">
              <a:lnSpc>
                <a:spcPct val="80000"/>
              </a:lnSpc>
              <a:buFontTx/>
              <a:buChar char="-"/>
            </a:pPr>
            <a:r>
              <a:rPr lang="fr-FR" sz="900" dirty="0">
                <a:ln w="0">
                  <a:solidFill>
                    <a:schemeClr val="bg1"/>
                  </a:solidFill>
                </a:ln>
                <a:solidFill>
                  <a:schemeClr val="bg1"/>
                </a:solidFill>
                <a:latin typeface="+mj-lt"/>
              </a:rPr>
              <a:t>Identification</a:t>
            </a:r>
          </a:p>
          <a:p>
            <a:pPr marL="100800" indent="-100800">
              <a:lnSpc>
                <a:spcPct val="80000"/>
              </a:lnSpc>
              <a:buFontTx/>
              <a:buChar char="-"/>
            </a:pPr>
            <a:r>
              <a:rPr lang="fr-FR" sz="900" dirty="0">
                <a:ln w="0">
                  <a:solidFill>
                    <a:schemeClr val="bg1"/>
                  </a:solidFill>
                </a:ln>
                <a:solidFill>
                  <a:schemeClr val="bg1"/>
                </a:solidFill>
                <a:latin typeface="+mj-lt"/>
              </a:rPr>
              <a:t>Authentification</a:t>
            </a:r>
          </a:p>
          <a:p>
            <a:pPr marL="100800" indent="-100800">
              <a:lnSpc>
                <a:spcPct val="80000"/>
              </a:lnSpc>
              <a:buFontTx/>
              <a:buChar char="-"/>
            </a:pPr>
            <a:r>
              <a:rPr lang="fr-FR" sz="900" dirty="0">
                <a:ln w="0">
                  <a:solidFill>
                    <a:schemeClr val="bg1"/>
                  </a:solidFill>
                </a:ln>
                <a:solidFill>
                  <a:schemeClr val="bg1"/>
                </a:solidFill>
                <a:latin typeface="+mj-lt"/>
              </a:rPr>
              <a:t>Accès</a:t>
            </a:r>
          </a:p>
        </p:txBody>
      </p:sp>
      <p:sp>
        <p:nvSpPr>
          <p:cNvPr id="54" name="ZoneTexte 53">
            <a:extLst>
              <a:ext uri="{FF2B5EF4-FFF2-40B4-BE49-F238E27FC236}">
                <a16:creationId xmlns:a16="http://schemas.microsoft.com/office/drawing/2014/main" id="{23132FC4-0A0B-DCCF-79C3-DAABCC737C29}"/>
              </a:ext>
            </a:extLst>
          </p:cNvPr>
          <p:cNvSpPr txBox="1"/>
          <p:nvPr/>
        </p:nvSpPr>
        <p:spPr>
          <a:xfrm>
            <a:off x="10810240" y="3975631"/>
            <a:ext cx="529440" cy="228781"/>
          </a:xfrm>
          <a:prstGeom prst="rect">
            <a:avLst/>
          </a:prstGeom>
          <a:noFill/>
        </p:spPr>
        <p:txBody>
          <a:bodyPr wrap="none" rtlCol="0">
            <a:spAutoFit/>
          </a:bodyPr>
          <a:lstStyle/>
          <a:p>
            <a:pPr>
              <a:lnSpc>
                <a:spcPct val="70000"/>
              </a:lnSpc>
            </a:pPr>
            <a:r>
              <a:rPr lang="fr-FR" sz="1200" dirty="0">
                <a:ln w="9525">
                  <a:solidFill>
                    <a:schemeClr val="accent6">
                      <a:lumMod val="75000"/>
                    </a:schemeClr>
                  </a:solidFill>
                </a:ln>
                <a:solidFill>
                  <a:schemeClr val="accent6">
                    <a:lumMod val="75000"/>
                  </a:schemeClr>
                </a:solidFill>
                <a:latin typeface="+mj-lt"/>
              </a:rPr>
              <a:t>Droits</a:t>
            </a:r>
          </a:p>
        </p:txBody>
      </p:sp>
      <p:sp>
        <p:nvSpPr>
          <p:cNvPr id="63" name="ZoneTexte 62">
            <a:extLst>
              <a:ext uri="{FF2B5EF4-FFF2-40B4-BE49-F238E27FC236}">
                <a16:creationId xmlns:a16="http://schemas.microsoft.com/office/drawing/2014/main" id="{97068DE2-AF82-2AE3-DA03-810914FAE07A}"/>
              </a:ext>
            </a:extLst>
          </p:cNvPr>
          <p:cNvSpPr txBox="1"/>
          <p:nvPr/>
        </p:nvSpPr>
        <p:spPr>
          <a:xfrm>
            <a:off x="10767927" y="4296529"/>
            <a:ext cx="729046" cy="426655"/>
          </a:xfrm>
          <a:prstGeom prst="rect">
            <a:avLst/>
          </a:prstGeom>
          <a:noFill/>
        </p:spPr>
        <p:txBody>
          <a:bodyPr wrap="none" rtlCol="0">
            <a:spAutoFit/>
          </a:bodyPr>
          <a:lstStyle/>
          <a:p>
            <a:pPr marL="100800" indent="-100800">
              <a:lnSpc>
                <a:spcPct val="80000"/>
              </a:lnSpc>
              <a:buFontTx/>
              <a:buChar char="-"/>
            </a:pPr>
            <a:r>
              <a:rPr lang="fr-FR" sz="900" dirty="0">
                <a:ln w="0">
                  <a:solidFill>
                    <a:schemeClr val="accent6">
                      <a:lumMod val="75000"/>
                    </a:schemeClr>
                  </a:solidFill>
                </a:ln>
                <a:solidFill>
                  <a:schemeClr val="accent6">
                    <a:lumMod val="75000"/>
                  </a:schemeClr>
                </a:solidFill>
                <a:latin typeface="+mj-lt"/>
              </a:rPr>
              <a:t>CRUD</a:t>
            </a:r>
          </a:p>
          <a:p>
            <a:pPr marL="100800" indent="-100800">
              <a:lnSpc>
                <a:spcPct val="80000"/>
              </a:lnSpc>
              <a:buFontTx/>
              <a:buChar char="-"/>
            </a:pPr>
            <a:r>
              <a:rPr lang="fr-FR" sz="900" dirty="0">
                <a:ln w="0">
                  <a:solidFill>
                    <a:schemeClr val="accent6">
                      <a:lumMod val="75000"/>
                    </a:schemeClr>
                  </a:solidFill>
                </a:ln>
                <a:solidFill>
                  <a:schemeClr val="accent6">
                    <a:lumMod val="75000"/>
                  </a:schemeClr>
                </a:solidFill>
                <a:latin typeface="+mj-lt"/>
              </a:rPr>
              <a:t>Périmètre</a:t>
            </a:r>
          </a:p>
          <a:p>
            <a:pPr marL="100800" indent="-100800">
              <a:lnSpc>
                <a:spcPct val="80000"/>
              </a:lnSpc>
              <a:buFontTx/>
              <a:buChar char="-"/>
            </a:pPr>
            <a:r>
              <a:rPr lang="fr-FR" sz="900" dirty="0">
                <a:ln w="0">
                  <a:solidFill>
                    <a:schemeClr val="accent6">
                      <a:lumMod val="75000"/>
                    </a:schemeClr>
                  </a:solidFill>
                </a:ln>
                <a:solidFill>
                  <a:schemeClr val="accent6">
                    <a:lumMod val="75000"/>
                  </a:schemeClr>
                </a:solidFill>
                <a:latin typeface="+mj-lt"/>
              </a:rPr>
              <a:t>Seuils</a:t>
            </a:r>
          </a:p>
        </p:txBody>
      </p:sp>
      <p:sp>
        <p:nvSpPr>
          <p:cNvPr id="64" name="ZoneTexte 63">
            <a:extLst>
              <a:ext uri="{FF2B5EF4-FFF2-40B4-BE49-F238E27FC236}">
                <a16:creationId xmlns:a16="http://schemas.microsoft.com/office/drawing/2014/main" id="{AC515454-C4CF-4F34-B53D-A40A44BA424C}"/>
              </a:ext>
            </a:extLst>
          </p:cNvPr>
          <p:cNvSpPr txBox="1"/>
          <p:nvPr/>
        </p:nvSpPr>
        <p:spPr>
          <a:xfrm>
            <a:off x="6622110" y="3505114"/>
            <a:ext cx="3706184" cy="297004"/>
          </a:xfrm>
          <a:prstGeom prst="rect">
            <a:avLst/>
          </a:prstGeom>
          <a:noFill/>
        </p:spPr>
        <p:txBody>
          <a:bodyPr wrap="square" rtlCol="0">
            <a:spAutoFit/>
          </a:bodyPr>
          <a:lstStyle>
            <a:lvl1pPr indent="0">
              <a:lnSpc>
                <a:spcPct val="90000"/>
              </a:lnSpc>
              <a:spcBef>
                <a:spcPts val="1000"/>
              </a:spcBef>
              <a:buFont typeface="Arial" panose="020B0604020202020204" pitchFamily="34" charset="0"/>
              <a:buNone/>
              <a:defRPr lang="fr-FR" sz="1400" dirty="0" smtClean="0">
                <a:solidFill>
                  <a:srgbClr val="096D6D"/>
                </a:solidFill>
                <a:latin typeface="Avenir Book" panose="02000503020000020003" pitchFamily="2"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70000"/>
              </a:lnSpc>
            </a:pPr>
            <a:r>
              <a:rPr lang="fr-FR" sz="1800" dirty="0"/>
              <a:t>Et pour BYCN … </a:t>
            </a:r>
          </a:p>
        </p:txBody>
      </p:sp>
      <p:sp>
        <p:nvSpPr>
          <p:cNvPr id="2" name="ZoneTexte 1">
            <a:extLst>
              <a:ext uri="{FF2B5EF4-FFF2-40B4-BE49-F238E27FC236}">
                <a16:creationId xmlns:a16="http://schemas.microsoft.com/office/drawing/2014/main" id="{76B5C86D-AFF1-6E31-BAF9-67C5F6B49729}"/>
              </a:ext>
            </a:extLst>
          </p:cNvPr>
          <p:cNvSpPr txBox="1"/>
          <p:nvPr>
            <p:custDataLst>
              <p:tags r:id="rId1"/>
            </p:custDataLst>
          </p:nvPr>
        </p:nvSpPr>
        <p:spPr>
          <a:xfrm>
            <a:off x="8971729" y="0"/>
            <a:ext cx="918841" cy="454355"/>
          </a:xfrm>
          <a:prstGeom prst="rect">
            <a:avLst/>
          </a:prstGeom>
          <a:noFill/>
        </p:spPr>
        <p:txBody>
          <a:bodyPr wrap="none" rtlCol="0">
            <a:spAutoFit/>
          </a:bodyPr>
          <a:lstStyle/>
          <a:p>
            <a:pPr algn="ctr">
              <a:lnSpc>
                <a:spcPct val="70000"/>
              </a:lnSpc>
            </a:pPr>
            <a:r>
              <a:rPr lang="fr-FR" sz="1100" b="1" dirty="0">
                <a:latin typeface="Avenir Book" panose="02000503020000020003" pitchFamily="2" charset="0"/>
              </a:rPr>
              <a:t>Populations </a:t>
            </a:r>
          </a:p>
          <a:p>
            <a:pPr algn="ctr">
              <a:lnSpc>
                <a:spcPct val="70000"/>
              </a:lnSpc>
            </a:pPr>
            <a:r>
              <a:rPr lang="fr-FR" sz="1100" b="1" dirty="0">
                <a:latin typeface="Avenir Book" panose="02000503020000020003" pitchFamily="2" charset="0"/>
              </a:rPr>
              <a:t>gérées</a:t>
            </a:r>
          </a:p>
          <a:p>
            <a:pPr algn="ctr">
              <a:lnSpc>
                <a:spcPct val="70000"/>
              </a:lnSpc>
            </a:pPr>
            <a:r>
              <a:rPr lang="fr-FR" sz="1100" b="1" dirty="0">
                <a:latin typeface="Avenir Book" panose="02000503020000020003" pitchFamily="2" charset="0"/>
              </a:rPr>
              <a:t>dans l’IAM</a:t>
            </a:r>
          </a:p>
        </p:txBody>
      </p:sp>
      <p:sp>
        <p:nvSpPr>
          <p:cNvPr id="19" name="Rectangle : coins arrondis 18">
            <a:extLst>
              <a:ext uri="{FF2B5EF4-FFF2-40B4-BE49-F238E27FC236}">
                <a16:creationId xmlns:a16="http://schemas.microsoft.com/office/drawing/2014/main" id="{5AF9B365-D592-D120-884E-0DCECD60389C}"/>
              </a:ext>
            </a:extLst>
          </p:cNvPr>
          <p:cNvSpPr/>
          <p:nvPr/>
        </p:nvSpPr>
        <p:spPr>
          <a:xfrm>
            <a:off x="8913135" y="5241343"/>
            <a:ext cx="607219" cy="193742"/>
          </a:xfrm>
          <a:prstGeom prst="roundRect">
            <a:avLst/>
          </a:prstGeom>
          <a:solidFill>
            <a:schemeClr val="bg1"/>
          </a:solidFill>
          <a:ln>
            <a:solidFill>
              <a:srgbClr val="1020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ln w="12700">
                  <a:solidFill>
                    <a:srgbClr val="102031"/>
                  </a:solidFill>
                </a:ln>
                <a:solidFill>
                  <a:srgbClr val="102031"/>
                </a:solidFill>
              </a:rPr>
              <a:t>Rôle</a:t>
            </a:r>
          </a:p>
        </p:txBody>
      </p:sp>
      <p:sp>
        <p:nvSpPr>
          <p:cNvPr id="23" name="Rectangle : coins arrondis 22">
            <a:extLst>
              <a:ext uri="{FF2B5EF4-FFF2-40B4-BE49-F238E27FC236}">
                <a16:creationId xmlns:a16="http://schemas.microsoft.com/office/drawing/2014/main" id="{09E320AE-64F3-D78D-071C-8D09AE9AD954}"/>
              </a:ext>
            </a:extLst>
          </p:cNvPr>
          <p:cNvSpPr/>
          <p:nvPr/>
        </p:nvSpPr>
        <p:spPr>
          <a:xfrm>
            <a:off x="10258214" y="5241014"/>
            <a:ext cx="608400" cy="194400"/>
          </a:xfrm>
          <a:prstGeom prst="roundRect">
            <a:avLst/>
          </a:prstGeom>
          <a:solidFill>
            <a:schemeClr val="bg1"/>
          </a:solidFill>
          <a:ln>
            <a:solidFill>
              <a:srgbClr val="1020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ln w="12700">
                  <a:solidFill>
                    <a:srgbClr val="102031"/>
                  </a:solidFill>
                </a:ln>
                <a:solidFill>
                  <a:srgbClr val="102031"/>
                </a:solidFill>
              </a:rPr>
              <a:t>Profil</a:t>
            </a:r>
          </a:p>
        </p:txBody>
      </p:sp>
      <p:grpSp>
        <p:nvGrpSpPr>
          <p:cNvPr id="24" name="Groupe 23">
            <a:extLst>
              <a:ext uri="{FF2B5EF4-FFF2-40B4-BE49-F238E27FC236}">
                <a16:creationId xmlns:a16="http://schemas.microsoft.com/office/drawing/2014/main" id="{EDBC2870-E75D-C468-F037-60E11E8C4811}"/>
              </a:ext>
            </a:extLst>
          </p:cNvPr>
          <p:cNvGrpSpPr/>
          <p:nvPr/>
        </p:nvGrpSpPr>
        <p:grpSpPr>
          <a:xfrm>
            <a:off x="8510915" y="5040661"/>
            <a:ext cx="108165" cy="108000"/>
            <a:chOff x="8997362" y="5254226"/>
            <a:chExt cx="108165" cy="108000"/>
          </a:xfrm>
        </p:grpSpPr>
        <p:sp>
          <p:nvSpPr>
            <p:cNvPr id="25" name="Ellipse 24">
              <a:extLst>
                <a:ext uri="{FF2B5EF4-FFF2-40B4-BE49-F238E27FC236}">
                  <a16:creationId xmlns:a16="http://schemas.microsoft.com/office/drawing/2014/main" id="{DCFFFD39-E606-F187-A6E5-73E48C3DECA2}"/>
                </a:ext>
              </a:extLst>
            </p:cNvPr>
            <p:cNvSpPr>
              <a:spLocks noChangeAspect="1"/>
            </p:cNvSpPr>
            <p:nvPr/>
          </p:nvSpPr>
          <p:spPr>
            <a:xfrm>
              <a:off x="8997362" y="5254226"/>
              <a:ext cx="108165" cy="10800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llipse 25">
              <a:extLst>
                <a:ext uri="{FF2B5EF4-FFF2-40B4-BE49-F238E27FC236}">
                  <a16:creationId xmlns:a16="http://schemas.microsoft.com/office/drawing/2014/main" id="{11C84407-F9F2-B638-1CF9-A2353B152E5F}"/>
                </a:ext>
              </a:extLst>
            </p:cNvPr>
            <p:cNvSpPr>
              <a:spLocks noChangeAspect="1"/>
            </p:cNvSpPr>
            <p:nvPr/>
          </p:nvSpPr>
          <p:spPr>
            <a:xfrm>
              <a:off x="9015444" y="5272281"/>
              <a:ext cx="72000" cy="71890"/>
            </a:xfrm>
            <a:prstGeom prst="ellipse">
              <a:avLst/>
            </a:prstGeom>
            <a:solidFill>
              <a:srgbClr val="102031"/>
            </a:solidFill>
            <a:ln>
              <a:solidFill>
                <a:srgbClr val="1020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7" name="Groupe 26">
            <a:extLst>
              <a:ext uri="{FF2B5EF4-FFF2-40B4-BE49-F238E27FC236}">
                <a16:creationId xmlns:a16="http://schemas.microsoft.com/office/drawing/2014/main" id="{D4ABE5A1-3341-11DA-A51D-7D2CD14F787E}"/>
              </a:ext>
            </a:extLst>
          </p:cNvPr>
          <p:cNvGrpSpPr/>
          <p:nvPr/>
        </p:nvGrpSpPr>
        <p:grpSpPr>
          <a:xfrm>
            <a:off x="9768144" y="5040661"/>
            <a:ext cx="108165" cy="108000"/>
            <a:chOff x="8997362" y="5254226"/>
            <a:chExt cx="108165" cy="108000"/>
          </a:xfrm>
        </p:grpSpPr>
        <p:sp>
          <p:nvSpPr>
            <p:cNvPr id="28" name="Ellipse 27">
              <a:extLst>
                <a:ext uri="{FF2B5EF4-FFF2-40B4-BE49-F238E27FC236}">
                  <a16:creationId xmlns:a16="http://schemas.microsoft.com/office/drawing/2014/main" id="{40B24192-EC4C-6A25-D7A7-920F655DDBB5}"/>
                </a:ext>
              </a:extLst>
            </p:cNvPr>
            <p:cNvSpPr>
              <a:spLocks noChangeAspect="1"/>
            </p:cNvSpPr>
            <p:nvPr/>
          </p:nvSpPr>
          <p:spPr>
            <a:xfrm>
              <a:off x="8997362" y="5254226"/>
              <a:ext cx="108165" cy="10800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Ellipse 28">
              <a:extLst>
                <a:ext uri="{FF2B5EF4-FFF2-40B4-BE49-F238E27FC236}">
                  <a16:creationId xmlns:a16="http://schemas.microsoft.com/office/drawing/2014/main" id="{C5C9533A-249B-9F78-7752-9D3BCD7A3FFD}"/>
                </a:ext>
              </a:extLst>
            </p:cNvPr>
            <p:cNvSpPr>
              <a:spLocks noChangeAspect="1"/>
            </p:cNvSpPr>
            <p:nvPr/>
          </p:nvSpPr>
          <p:spPr>
            <a:xfrm>
              <a:off x="9015444" y="5272281"/>
              <a:ext cx="72000" cy="71890"/>
            </a:xfrm>
            <a:prstGeom prst="ellipse">
              <a:avLst/>
            </a:prstGeom>
            <a:solidFill>
              <a:srgbClr val="102031"/>
            </a:solidFill>
            <a:ln>
              <a:solidFill>
                <a:srgbClr val="1020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1" name="Groupe 30">
            <a:extLst>
              <a:ext uri="{FF2B5EF4-FFF2-40B4-BE49-F238E27FC236}">
                <a16:creationId xmlns:a16="http://schemas.microsoft.com/office/drawing/2014/main" id="{460F2F9E-2786-85AB-48BE-03425419F309}"/>
              </a:ext>
            </a:extLst>
          </p:cNvPr>
          <p:cNvGrpSpPr/>
          <p:nvPr/>
        </p:nvGrpSpPr>
        <p:grpSpPr>
          <a:xfrm>
            <a:off x="10006203" y="5040661"/>
            <a:ext cx="108165" cy="108000"/>
            <a:chOff x="8997362" y="5254226"/>
            <a:chExt cx="108165" cy="108000"/>
          </a:xfrm>
        </p:grpSpPr>
        <p:sp>
          <p:nvSpPr>
            <p:cNvPr id="32" name="Ellipse 31">
              <a:extLst>
                <a:ext uri="{FF2B5EF4-FFF2-40B4-BE49-F238E27FC236}">
                  <a16:creationId xmlns:a16="http://schemas.microsoft.com/office/drawing/2014/main" id="{D8BDF6CC-E3E8-C19F-CE8D-326B9AD02943}"/>
                </a:ext>
              </a:extLst>
            </p:cNvPr>
            <p:cNvSpPr>
              <a:spLocks noChangeAspect="1"/>
            </p:cNvSpPr>
            <p:nvPr/>
          </p:nvSpPr>
          <p:spPr>
            <a:xfrm>
              <a:off x="8997362" y="5254226"/>
              <a:ext cx="108165" cy="10800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Ellipse 32">
              <a:extLst>
                <a:ext uri="{FF2B5EF4-FFF2-40B4-BE49-F238E27FC236}">
                  <a16:creationId xmlns:a16="http://schemas.microsoft.com/office/drawing/2014/main" id="{01110545-AF25-ED29-A72D-E040C0EDBD4F}"/>
                </a:ext>
              </a:extLst>
            </p:cNvPr>
            <p:cNvSpPr>
              <a:spLocks noChangeAspect="1"/>
            </p:cNvSpPr>
            <p:nvPr/>
          </p:nvSpPr>
          <p:spPr>
            <a:xfrm>
              <a:off x="9015444" y="5272281"/>
              <a:ext cx="72000" cy="71890"/>
            </a:xfrm>
            <a:prstGeom prst="ellipse">
              <a:avLst/>
            </a:prstGeom>
            <a:solidFill>
              <a:srgbClr val="102031"/>
            </a:solidFill>
            <a:ln>
              <a:solidFill>
                <a:srgbClr val="1020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5" name="Groupe 34">
            <a:extLst>
              <a:ext uri="{FF2B5EF4-FFF2-40B4-BE49-F238E27FC236}">
                <a16:creationId xmlns:a16="http://schemas.microsoft.com/office/drawing/2014/main" id="{9AEDE4F7-25F3-D2EA-98A5-E8D912BEDACD}"/>
              </a:ext>
            </a:extLst>
          </p:cNvPr>
          <p:cNvGrpSpPr/>
          <p:nvPr/>
        </p:nvGrpSpPr>
        <p:grpSpPr>
          <a:xfrm>
            <a:off x="11050726" y="5040661"/>
            <a:ext cx="108165" cy="108000"/>
            <a:chOff x="8997362" y="5254226"/>
            <a:chExt cx="108165" cy="108000"/>
          </a:xfrm>
        </p:grpSpPr>
        <p:sp>
          <p:nvSpPr>
            <p:cNvPr id="36" name="Ellipse 35">
              <a:extLst>
                <a:ext uri="{FF2B5EF4-FFF2-40B4-BE49-F238E27FC236}">
                  <a16:creationId xmlns:a16="http://schemas.microsoft.com/office/drawing/2014/main" id="{0EFB407D-7A59-97B8-0F73-00F24DE7F4D1}"/>
                </a:ext>
              </a:extLst>
            </p:cNvPr>
            <p:cNvSpPr>
              <a:spLocks noChangeAspect="1"/>
            </p:cNvSpPr>
            <p:nvPr/>
          </p:nvSpPr>
          <p:spPr>
            <a:xfrm>
              <a:off x="8997362" y="5254226"/>
              <a:ext cx="108165" cy="10800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Ellipse 36">
              <a:extLst>
                <a:ext uri="{FF2B5EF4-FFF2-40B4-BE49-F238E27FC236}">
                  <a16:creationId xmlns:a16="http://schemas.microsoft.com/office/drawing/2014/main" id="{1C4CD653-8915-8202-DD64-01BC46191577}"/>
                </a:ext>
              </a:extLst>
            </p:cNvPr>
            <p:cNvSpPr>
              <a:spLocks noChangeAspect="1"/>
            </p:cNvSpPr>
            <p:nvPr/>
          </p:nvSpPr>
          <p:spPr>
            <a:xfrm>
              <a:off x="9015444" y="5272281"/>
              <a:ext cx="72000" cy="71890"/>
            </a:xfrm>
            <a:prstGeom prst="ellipse">
              <a:avLst/>
            </a:prstGeom>
            <a:solidFill>
              <a:srgbClr val="102031"/>
            </a:solidFill>
            <a:ln>
              <a:solidFill>
                <a:srgbClr val="1020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cxnSp>
        <p:nvCxnSpPr>
          <p:cNvPr id="39" name="Connecteur : en angle 87">
            <a:extLst>
              <a:ext uri="{FF2B5EF4-FFF2-40B4-BE49-F238E27FC236}">
                <a16:creationId xmlns:a16="http://schemas.microsoft.com/office/drawing/2014/main" id="{6F113A53-5868-45BD-DC67-CB9460567936}"/>
              </a:ext>
            </a:extLst>
          </p:cNvPr>
          <p:cNvCxnSpPr>
            <a:cxnSpLocks/>
            <a:stCxn id="19" idx="1"/>
            <a:endCxn id="25" idx="4"/>
          </p:cNvCxnSpPr>
          <p:nvPr/>
        </p:nvCxnSpPr>
        <p:spPr>
          <a:xfrm rot="10800000">
            <a:off x="8564999" y="5148662"/>
            <a:ext cx="348137" cy="189553"/>
          </a:xfrm>
          <a:prstGeom prst="curvedConnector2">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1" name="Connecteur : en angle 89">
            <a:extLst>
              <a:ext uri="{FF2B5EF4-FFF2-40B4-BE49-F238E27FC236}">
                <a16:creationId xmlns:a16="http://schemas.microsoft.com/office/drawing/2014/main" id="{6D042A3A-101F-1791-A1B2-44DF98B8FC7F}"/>
              </a:ext>
            </a:extLst>
          </p:cNvPr>
          <p:cNvCxnSpPr>
            <a:cxnSpLocks/>
            <a:stCxn id="19" idx="3"/>
            <a:endCxn id="28" idx="4"/>
          </p:cNvCxnSpPr>
          <p:nvPr/>
        </p:nvCxnSpPr>
        <p:spPr>
          <a:xfrm flipV="1">
            <a:off x="9520354" y="5148661"/>
            <a:ext cx="301873" cy="189553"/>
          </a:xfrm>
          <a:prstGeom prst="curvedConnector2">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 name="Connecteur : en angle 87">
            <a:extLst>
              <a:ext uri="{FF2B5EF4-FFF2-40B4-BE49-F238E27FC236}">
                <a16:creationId xmlns:a16="http://schemas.microsoft.com/office/drawing/2014/main" id="{C56897E6-FB10-5CC7-9E27-8F44F89632B4}"/>
              </a:ext>
            </a:extLst>
          </p:cNvPr>
          <p:cNvCxnSpPr>
            <a:cxnSpLocks/>
            <a:stCxn id="23" idx="1"/>
            <a:endCxn id="32" idx="4"/>
          </p:cNvCxnSpPr>
          <p:nvPr/>
        </p:nvCxnSpPr>
        <p:spPr>
          <a:xfrm rot="10800000">
            <a:off x="10060286" y="5148662"/>
            <a:ext cx="197928" cy="189553"/>
          </a:xfrm>
          <a:prstGeom prst="curvedConnector2">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 name="Connecteur : en angle 89">
            <a:extLst>
              <a:ext uri="{FF2B5EF4-FFF2-40B4-BE49-F238E27FC236}">
                <a16:creationId xmlns:a16="http://schemas.microsoft.com/office/drawing/2014/main" id="{5F6EF3B5-2633-157E-5870-DB01C2C1B96D}"/>
              </a:ext>
            </a:extLst>
          </p:cNvPr>
          <p:cNvCxnSpPr>
            <a:cxnSpLocks/>
            <a:stCxn id="23" idx="3"/>
            <a:endCxn id="36" idx="4"/>
          </p:cNvCxnSpPr>
          <p:nvPr/>
        </p:nvCxnSpPr>
        <p:spPr>
          <a:xfrm flipV="1">
            <a:off x="10866614" y="5148661"/>
            <a:ext cx="238195" cy="189553"/>
          </a:xfrm>
          <a:prstGeom prst="curvedConnector2">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ZoneTexte 44">
            <a:extLst>
              <a:ext uri="{FF2B5EF4-FFF2-40B4-BE49-F238E27FC236}">
                <a16:creationId xmlns:a16="http://schemas.microsoft.com/office/drawing/2014/main" id="{AC752578-2E19-4167-8A34-E921C5BE6CF1}"/>
              </a:ext>
            </a:extLst>
          </p:cNvPr>
          <p:cNvSpPr txBox="1"/>
          <p:nvPr/>
        </p:nvSpPr>
        <p:spPr>
          <a:xfrm>
            <a:off x="8846813" y="5431438"/>
            <a:ext cx="1249472" cy="872739"/>
          </a:xfrm>
          <a:prstGeom prst="rect">
            <a:avLst/>
          </a:prstGeom>
          <a:noFill/>
        </p:spPr>
        <p:txBody>
          <a:bodyPr wrap="square" rtlCol="0">
            <a:spAutoFit/>
          </a:bodyPr>
          <a:lstStyle/>
          <a:p>
            <a:pPr algn="l">
              <a:lnSpc>
                <a:spcPct val="70000"/>
              </a:lnSpc>
            </a:pPr>
            <a:r>
              <a:rPr lang="fr-FR" sz="800" dirty="0">
                <a:ln w="6985">
                  <a:solidFill>
                    <a:srgbClr val="102031">
                      <a:alpha val="50000"/>
                    </a:srgbClr>
                  </a:solidFill>
                </a:ln>
                <a:solidFill>
                  <a:srgbClr val="102031"/>
                </a:solidFill>
                <a:latin typeface="+mj-lt"/>
              </a:rPr>
              <a:t>La notion de rôle se réfère à la fonction Dans l’organisation de l’entreprise. Le rôle peut être l’addition de plusieurs fonctions. La notion de « filière » enrichit le rôle et peut servir de discriminant.</a:t>
            </a:r>
            <a:endParaRPr lang="fr-FR" sz="1100" dirty="0">
              <a:ln w="6985">
                <a:solidFill>
                  <a:srgbClr val="102031">
                    <a:alpha val="50000"/>
                  </a:srgbClr>
                </a:solidFill>
              </a:ln>
              <a:solidFill>
                <a:srgbClr val="102031"/>
              </a:solidFill>
              <a:latin typeface="+mj-lt"/>
            </a:endParaRPr>
          </a:p>
        </p:txBody>
      </p:sp>
      <p:sp>
        <p:nvSpPr>
          <p:cNvPr id="46" name="ZoneTexte 45">
            <a:extLst>
              <a:ext uri="{FF2B5EF4-FFF2-40B4-BE49-F238E27FC236}">
                <a16:creationId xmlns:a16="http://schemas.microsoft.com/office/drawing/2014/main" id="{0BA86050-805C-9643-D961-0AAF4D070E76}"/>
              </a:ext>
            </a:extLst>
          </p:cNvPr>
          <p:cNvSpPr txBox="1"/>
          <p:nvPr/>
        </p:nvSpPr>
        <p:spPr>
          <a:xfrm>
            <a:off x="10176334" y="5423141"/>
            <a:ext cx="1249472" cy="355675"/>
          </a:xfrm>
          <a:prstGeom prst="rect">
            <a:avLst/>
          </a:prstGeom>
          <a:noFill/>
        </p:spPr>
        <p:txBody>
          <a:bodyPr wrap="square" rtlCol="0">
            <a:spAutoFit/>
          </a:bodyPr>
          <a:lstStyle/>
          <a:p>
            <a:pPr algn="l">
              <a:lnSpc>
                <a:spcPct val="70000"/>
              </a:lnSpc>
            </a:pPr>
            <a:r>
              <a:rPr lang="fr-FR" sz="800" dirty="0">
                <a:ln w="6985">
                  <a:solidFill>
                    <a:srgbClr val="102031">
                      <a:alpha val="50000"/>
                    </a:srgbClr>
                  </a:solidFill>
                </a:ln>
                <a:solidFill>
                  <a:srgbClr val="102031"/>
                </a:solidFill>
                <a:latin typeface="+mj-lt"/>
              </a:rPr>
              <a:t>La notion de profil relie le compte à l’ensemble de droits.</a:t>
            </a:r>
            <a:endParaRPr lang="fr-FR" sz="1100" dirty="0">
              <a:ln w="6985">
                <a:solidFill>
                  <a:srgbClr val="102031">
                    <a:alpha val="50000"/>
                  </a:srgbClr>
                </a:solidFill>
              </a:ln>
              <a:solidFill>
                <a:srgbClr val="102031"/>
              </a:solidFill>
              <a:latin typeface="+mj-lt"/>
            </a:endParaRPr>
          </a:p>
        </p:txBody>
      </p:sp>
      <p:sp>
        <p:nvSpPr>
          <p:cNvPr id="52" name="ZoneTexte 51">
            <a:extLst>
              <a:ext uri="{FF2B5EF4-FFF2-40B4-BE49-F238E27FC236}">
                <a16:creationId xmlns:a16="http://schemas.microsoft.com/office/drawing/2014/main" id="{C128CD7C-9D2C-8050-EF90-1CFB44165DBF}"/>
              </a:ext>
            </a:extLst>
          </p:cNvPr>
          <p:cNvSpPr txBox="1"/>
          <p:nvPr/>
        </p:nvSpPr>
        <p:spPr>
          <a:xfrm>
            <a:off x="6626627" y="5096830"/>
            <a:ext cx="1359922" cy="721929"/>
          </a:xfrm>
          <a:prstGeom prst="rect">
            <a:avLst/>
          </a:prstGeom>
          <a:noFill/>
        </p:spPr>
        <p:txBody>
          <a:bodyPr wrap="square" rtlCol="0">
            <a:spAutoFit/>
          </a:bodyPr>
          <a:lstStyle/>
          <a:p>
            <a:pPr algn="l">
              <a:lnSpc>
                <a:spcPct val="70000"/>
              </a:lnSpc>
            </a:pPr>
            <a:r>
              <a:rPr lang="fr-FR" sz="800" dirty="0">
                <a:ln w="6985">
                  <a:solidFill>
                    <a:srgbClr val="E65012">
                      <a:alpha val="50000"/>
                    </a:srgbClr>
                  </a:solidFill>
                </a:ln>
                <a:solidFill>
                  <a:srgbClr val="E65012"/>
                </a:solidFill>
                <a:latin typeface="+mj-lt"/>
              </a:rPr>
              <a:t>La meilleure source de vérité dans l’entreprise BYCN sur laquelle s’appuyer est le </a:t>
            </a:r>
            <a:r>
              <a:rPr lang="fr-FR" sz="900" dirty="0">
                <a:ln w="12700">
                  <a:solidFill>
                    <a:srgbClr val="E65012">
                      <a:alpha val="50000"/>
                    </a:srgbClr>
                  </a:solidFill>
                </a:ln>
                <a:solidFill>
                  <a:srgbClr val="E65012"/>
                </a:solidFill>
                <a:latin typeface="+mj-lt"/>
              </a:rPr>
              <a:t>MDM (Master Data Management)</a:t>
            </a:r>
            <a:r>
              <a:rPr lang="fr-FR" sz="800" dirty="0">
                <a:ln w="6985">
                  <a:solidFill>
                    <a:srgbClr val="E65012">
                      <a:alpha val="50000"/>
                    </a:srgbClr>
                  </a:solidFill>
                </a:ln>
                <a:solidFill>
                  <a:srgbClr val="E65012"/>
                </a:solidFill>
                <a:latin typeface="+mj-lt"/>
              </a:rPr>
              <a:t>, dont le MVP est disponible depuis juillet 2024.</a:t>
            </a:r>
            <a:endParaRPr lang="fr-FR" sz="1100" dirty="0">
              <a:ln w="6985">
                <a:solidFill>
                  <a:srgbClr val="E65012">
                    <a:alpha val="50000"/>
                  </a:srgbClr>
                </a:solidFill>
              </a:ln>
              <a:solidFill>
                <a:srgbClr val="E65012"/>
              </a:solidFill>
              <a:latin typeface="+mj-lt"/>
            </a:endParaRPr>
          </a:p>
        </p:txBody>
      </p:sp>
    </p:spTree>
    <p:extLst>
      <p:ext uri="{BB962C8B-B14F-4D97-AF65-F5344CB8AC3E}">
        <p14:creationId xmlns:p14="http://schemas.microsoft.com/office/powerpoint/2010/main" val="3850543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E9853-CA99-AC80-2DB1-EE55750E629D}"/>
            </a:ext>
          </a:extLst>
        </p:cNvPr>
        <p:cNvGrpSpPr/>
        <p:nvPr/>
      </p:nvGrpSpPr>
      <p:grpSpPr>
        <a:xfrm>
          <a:off x="0" y="0"/>
          <a:ext cx="0" cy="0"/>
          <a:chOff x="0" y="0"/>
          <a:chExt cx="0" cy="0"/>
        </a:xfrm>
      </p:grpSpPr>
      <p:sp>
        <p:nvSpPr>
          <p:cNvPr id="5" name="Titre 4">
            <a:extLst>
              <a:ext uri="{FF2B5EF4-FFF2-40B4-BE49-F238E27FC236}">
                <a16:creationId xmlns:a16="http://schemas.microsoft.com/office/drawing/2014/main" id="{1AEE5D55-79C3-36DE-6EB7-D1C90B0413E2}"/>
              </a:ext>
            </a:extLst>
          </p:cNvPr>
          <p:cNvSpPr>
            <a:spLocks noGrp="1"/>
          </p:cNvSpPr>
          <p:nvPr>
            <p:ph type="title"/>
          </p:nvPr>
        </p:nvSpPr>
        <p:spPr>
          <a:noFill/>
        </p:spPr>
        <p:txBody>
          <a:bodyPr wrap="square" rtlCol="0">
            <a:spAutoFit/>
          </a:bodyPr>
          <a:lstStyle/>
          <a:p>
            <a:r>
              <a:rPr lang="fr-FR" dirty="0"/>
              <a:t>Identité</a:t>
            </a:r>
          </a:p>
        </p:txBody>
      </p:sp>
      <p:sp>
        <p:nvSpPr>
          <p:cNvPr id="6" name="Espace réservé du texte 5">
            <a:extLst>
              <a:ext uri="{FF2B5EF4-FFF2-40B4-BE49-F238E27FC236}">
                <a16:creationId xmlns:a16="http://schemas.microsoft.com/office/drawing/2014/main" id="{2F3E6EFA-7A90-C42C-C0A6-92D26B788F96}"/>
              </a:ext>
            </a:extLst>
          </p:cNvPr>
          <p:cNvSpPr>
            <a:spLocks noGrp="1"/>
          </p:cNvSpPr>
          <p:nvPr>
            <p:ph type="body" sz="quarter" idx="10"/>
          </p:nvPr>
        </p:nvSpPr>
        <p:spPr>
          <a:xfrm>
            <a:off x="924539" y="790043"/>
            <a:ext cx="2188420" cy="286232"/>
          </a:xfrm>
          <a:noFill/>
        </p:spPr>
        <p:txBody>
          <a:bodyPr wrap="none" rtlCol="0">
            <a:spAutoFit/>
          </a:bodyPr>
          <a:lstStyle/>
          <a:p>
            <a:r>
              <a:rPr lang="fr-FR" dirty="0"/>
              <a:t>Quel périmètre pour l’IAM ?</a:t>
            </a:r>
          </a:p>
        </p:txBody>
      </p:sp>
      <p:sp>
        <p:nvSpPr>
          <p:cNvPr id="7" name="Espace réservé du texte 6">
            <a:extLst>
              <a:ext uri="{FF2B5EF4-FFF2-40B4-BE49-F238E27FC236}">
                <a16:creationId xmlns:a16="http://schemas.microsoft.com/office/drawing/2014/main" id="{62F9E84B-2774-7601-45A4-DF1F6E58D8C1}"/>
              </a:ext>
            </a:extLst>
          </p:cNvPr>
          <p:cNvSpPr>
            <a:spLocks noGrp="1"/>
          </p:cNvSpPr>
          <p:nvPr>
            <p:ph type="body" sz="quarter" idx="11"/>
          </p:nvPr>
        </p:nvSpPr>
        <p:spPr>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fr-FR" dirty="0">
                <a:solidFill>
                  <a:srgbClr val="6B8DE7"/>
                </a:solidFill>
              </a:rPr>
              <a:t>04</a:t>
            </a:r>
          </a:p>
        </p:txBody>
      </p:sp>
      <p:sp>
        <p:nvSpPr>
          <p:cNvPr id="47" name="ZoneTexte 46">
            <a:extLst>
              <a:ext uri="{FF2B5EF4-FFF2-40B4-BE49-F238E27FC236}">
                <a16:creationId xmlns:a16="http://schemas.microsoft.com/office/drawing/2014/main" id="{9D67DA02-013B-2B1D-FB36-E68B0532181C}"/>
              </a:ext>
            </a:extLst>
          </p:cNvPr>
          <p:cNvSpPr txBox="1"/>
          <p:nvPr/>
        </p:nvSpPr>
        <p:spPr>
          <a:xfrm>
            <a:off x="6993413" y="7150708"/>
            <a:ext cx="762132" cy="358047"/>
          </a:xfrm>
          <a:prstGeom prst="rect">
            <a:avLst/>
          </a:prstGeom>
          <a:noFill/>
        </p:spPr>
        <p:txBody>
          <a:bodyPr wrap="square" rtlCol="0">
            <a:spAutoFit/>
          </a:bodyPr>
          <a:lstStyle/>
          <a:p>
            <a:pPr>
              <a:lnSpc>
                <a:spcPct val="70000"/>
              </a:lnSpc>
            </a:pPr>
            <a:r>
              <a:rPr lang="fr-FR" sz="1200" dirty="0">
                <a:ln w="9525">
                  <a:solidFill>
                    <a:schemeClr val="bg1"/>
                  </a:solidFill>
                </a:ln>
                <a:solidFill>
                  <a:schemeClr val="bg1"/>
                </a:solidFill>
                <a:latin typeface="+mj-lt"/>
              </a:rPr>
              <a:t>Personne </a:t>
            </a:r>
          </a:p>
          <a:p>
            <a:pPr>
              <a:lnSpc>
                <a:spcPct val="70000"/>
              </a:lnSpc>
            </a:pPr>
            <a:r>
              <a:rPr lang="fr-FR" sz="1200" dirty="0">
                <a:ln w="9525">
                  <a:solidFill>
                    <a:schemeClr val="bg1"/>
                  </a:solidFill>
                </a:ln>
                <a:solidFill>
                  <a:schemeClr val="bg1"/>
                </a:solidFill>
                <a:latin typeface="+mj-lt"/>
              </a:rPr>
              <a:t>Physique</a:t>
            </a:r>
          </a:p>
        </p:txBody>
      </p:sp>
      <p:sp>
        <p:nvSpPr>
          <p:cNvPr id="48" name="ZoneTexte 47">
            <a:extLst>
              <a:ext uri="{FF2B5EF4-FFF2-40B4-BE49-F238E27FC236}">
                <a16:creationId xmlns:a16="http://schemas.microsoft.com/office/drawing/2014/main" id="{AAA3E6FE-5121-29A4-1DC3-A34AE5A17262}"/>
              </a:ext>
            </a:extLst>
          </p:cNvPr>
          <p:cNvSpPr txBox="1"/>
          <p:nvPr/>
        </p:nvSpPr>
        <p:spPr>
          <a:xfrm>
            <a:off x="6984276" y="7489942"/>
            <a:ext cx="1131400" cy="485518"/>
          </a:xfrm>
          <a:prstGeom prst="rect">
            <a:avLst/>
          </a:prstGeom>
          <a:noFill/>
        </p:spPr>
        <p:txBody>
          <a:bodyPr wrap="square" rtlCol="0">
            <a:spAutoFit/>
          </a:bodyPr>
          <a:lstStyle/>
          <a:p>
            <a:pPr marL="100800" indent="-100800">
              <a:lnSpc>
                <a:spcPct val="70000"/>
              </a:lnSpc>
              <a:buFontTx/>
              <a:buChar char="-"/>
            </a:pPr>
            <a:r>
              <a:rPr lang="fr-FR" sz="900" dirty="0">
                <a:ln w="0">
                  <a:solidFill>
                    <a:schemeClr val="bg1"/>
                  </a:solidFill>
                </a:ln>
                <a:solidFill>
                  <a:schemeClr val="bg1"/>
                </a:solidFill>
                <a:latin typeface="+mj-lt"/>
              </a:rPr>
              <a:t>Nom</a:t>
            </a:r>
          </a:p>
          <a:p>
            <a:pPr marL="100800" indent="-100800">
              <a:lnSpc>
                <a:spcPct val="70000"/>
              </a:lnSpc>
              <a:buFontTx/>
              <a:buChar char="-"/>
            </a:pPr>
            <a:r>
              <a:rPr lang="fr-FR" sz="900" dirty="0">
                <a:ln w="0">
                  <a:solidFill>
                    <a:schemeClr val="bg1"/>
                  </a:solidFill>
                </a:ln>
                <a:solidFill>
                  <a:schemeClr val="bg1"/>
                </a:solidFill>
                <a:latin typeface="+mj-lt"/>
              </a:rPr>
              <a:t>Prénom</a:t>
            </a:r>
          </a:p>
          <a:p>
            <a:pPr marL="100800" indent="-100800">
              <a:lnSpc>
                <a:spcPct val="70000"/>
              </a:lnSpc>
              <a:buFontTx/>
              <a:buChar char="-"/>
            </a:pPr>
            <a:r>
              <a:rPr lang="fr-FR" sz="900" dirty="0">
                <a:ln w="0">
                  <a:solidFill>
                    <a:schemeClr val="bg1"/>
                  </a:solidFill>
                </a:ln>
                <a:solidFill>
                  <a:schemeClr val="bg1"/>
                </a:solidFill>
                <a:latin typeface="+mj-lt"/>
              </a:rPr>
              <a:t>Date de naissance</a:t>
            </a:r>
          </a:p>
          <a:p>
            <a:pPr marL="100800" indent="-100800">
              <a:lnSpc>
                <a:spcPct val="70000"/>
              </a:lnSpc>
              <a:buFontTx/>
              <a:buChar char="-"/>
            </a:pPr>
            <a:r>
              <a:rPr lang="fr-FR" sz="900" dirty="0">
                <a:ln w="0">
                  <a:solidFill>
                    <a:schemeClr val="bg1"/>
                  </a:solidFill>
                </a:ln>
                <a:solidFill>
                  <a:schemeClr val="bg1"/>
                </a:solidFill>
                <a:latin typeface="+mj-lt"/>
              </a:rPr>
              <a:t>Etc.</a:t>
            </a:r>
          </a:p>
        </p:txBody>
      </p:sp>
      <p:sp>
        <p:nvSpPr>
          <p:cNvPr id="49" name="ZoneTexte 48">
            <a:extLst>
              <a:ext uri="{FF2B5EF4-FFF2-40B4-BE49-F238E27FC236}">
                <a16:creationId xmlns:a16="http://schemas.microsoft.com/office/drawing/2014/main" id="{323F6F0C-43E3-34DB-1826-6192EF85A0F2}"/>
              </a:ext>
            </a:extLst>
          </p:cNvPr>
          <p:cNvSpPr txBox="1"/>
          <p:nvPr/>
        </p:nvSpPr>
        <p:spPr>
          <a:xfrm>
            <a:off x="8427464" y="7150708"/>
            <a:ext cx="641522" cy="228781"/>
          </a:xfrm>
          <a:prstGeom prst="rect">
            <a:avLst/>
          </a:prstGeom>
          <a:noFill/>
        </p:spPr>
        <p:txBody>
          <a:bodyPr wrap="square" rtlCol="0">
            <a:spAutoFit/>
          </a:bodyPr>
          <a:lstStyle/>
          <a:p>
            <a:pPr>
              <a:lnSpc>
                <a:spcPct val="70000"/>
              </a:lnSpc>
            </a:pPr>
            <a:r>
              <a:rPr lang="fr-FR" sz="1200" dirty="0">
                <a:ln w="9525">
                  <a:solidFill>
                    <a:schemeClr val="bg1"/>
                  </a:solidFill>
                </a:ln>
                <a:solidFill>
                  <a:schemeClr val="bg1"/>
                </a:solidFill>
                <a:latin typeface="+mj-lt"/>
              </a:rPr>
              <a:t>Identité</a:t>
            </a:r>
          </a:p>
        </p:txBody>
      </p:sp>
      <p:sp>
        <p:nvSpPr>
          <p:cNvPr id="50" name="ZoneTexte 49">
            <a:extLst>
              <a:ext uri="{FF2B5EF4-FFF2-40B4-BE49-F238E27FC236}">
                <a16:creationId xmlns:a16="http://schemas.microsoft.com/office/drawing/2014/main" id="{45DD728F-7378-2B26-4D73-2BF2BE8A6DCB}"/>
              </a:ext>
            </a:extLst>
          </p:cNvPr>
          <p:cNvSpPr txBox="1"/>
          <p:nvPr/>
        </p:nvSpPr>
        <p:spPr>
          <a:xfrm>
            <a:off x="8418327" y="7489942"/>
            <a:ext cx="876522" cy="315856"/>
          </a:xfrm>
          <a:prstGeom prst="rect">
            <a:avLst/>
          </a:prstGeom>
          <a:noFill/>
        </p:spPr>
        <p:txBody>
          <a:bodyPr wrap="square" rtlCol="0">
            <a:spAutoFit/>
          </a:bodyPr>
          <a:lstStyle/>
          <a:p>
            <a:pPr marL="100800" indent="-100800">
              <a:lnSpc>
                <a:spcPct val="80000"/>
              </a:lnSpc>
              <a:buFontTx/>
              <a:buChar char="-"/>
            </a:pPr>
            <a:r>
              <a:rPr lang="fr-FR" sz="900" dirty="0">
                <a:ln w="0">
                  <a:solidFill>
                    <a:schemeClr val="bg1"/>
                  </a:solidFill>
                </a:ln>
                <a:solidFill>
                  <a:schemeClr val="bg1"/>
                </a:solidFill>
                <a:latin typeface="+mj-lt"/>
              </a:rPr>
              <a:t>Cycle de vie</a:t>
            </a:r>
          </a:p>
          <a:p>
            <a:pPr marL="100800" indent="-100800">
              <a:lnSpc>
                <a:spcPct val="80000"/>
              </a:lnSpc>
              <a:buFontTx/>
              <a:buChar char="-"/>
            </a:pPr>
            <a:r>
              <a:rPr lang="fr-FR" sz="900" dirty="0">
                <a:ln w="0">
                  <a:solidFill>
                    <a:schemeClr val="bg1"/>
                  </a:solidFill>
                </a:ln>
                <a:solidFill>
                  <a:schemeClr val="bg1"/>
                </a:solidFill>
                <a:latin typeface="+mj-lt"/>
              </a:rPr>
              <a:t>Gestionnaire</a:t>
            </a:r>
          </a:p>
        </p:txBody>
      </p:sp>
      <p:sp>
        <p:nvSpPr>
          <p:cNvPr id="51" name="ZoneTexte 50">
            <a:extLst>
              <a:ext uri="{FF2B5EF4-FFF2-40B4-BE49-F238E27FC236}">
                <a16:creationId xmlns:a16="http://schemas.microsoft.com/office/drawing/2014/main" id="{7CF8FFE9-A21A-246B-1356-1D90C9352696}"/>
              </a:ext>
            </a:extLst>
          </p:cNvPr>
          <p:cNvSpPr txBox="1"/>
          <p:nvPr/>
        </p:nvSpPr>
        <p:spPr>
          <a:xfrm>
            <a:off x="9727851" y="7150708"/>
            <a:ext cx="660758" cy="228781"/>
          </a:xfrm>
          <a:prstGeom prst="rect">
            <a:avLst/>
          </a:prstGeom>
          <a:noFill/>
        </p:spPr>
        <p:txBody>
          <a:bodyPr wrap="square" rtlCol="0">
            <a:spAutoFit/>
          </a:bodyPr>
          <a:lstStyle/>
          <a:p>
            <a:pPr>
              <a:lnSpc>
                <a:spcPct val="70000"/>
              </a:lnSpc>
            </a:pPr>
            <a:r>
              <a:rPr lang="fr-FR" sz="1200" dirty="0">
                <a:ln w="9525">
                  <a:solidFill>
                    <a:schemeClr val="bg1"/>
                  </a:solidFill>
                </a:ln>
                <a:solidFill>
                  <a:schemeClr val="bg1"/>
                </a:solidFill>
                <a:latin typeface="+mj-lt"/>
              </a:rPr>
              <a:t>Compte</a:t>
            </a:r>
          </a:p>
        </p:txBody>
      </p:sp>
      <p:sp>
        <p:nvSpPr>
          <p:cNvPr id="53" name="ZoneTexte 52">
            <a:extLst>
              <a:ext uri="{FF2B5EF4-FFF2-40B4-BE49-F238E27FC236}">
                <a16:creationId xmlns:a16="http://schemas.microsoft.com/office/drawing/2014/main" id="{BD84C60D-9AE7-4FDC-4353-32AC68A09B14}"/>
              </a:ext>
            </a:extLst>
          </p:cNvPr>
          <p:cNvSpPr txBox="1"/>
          <p:nvPr/>
        </p:nvSpPr>
        <p:spPr>
          <a:xfrm>
            <a:off x="9685538" y="7471606"/>
            <a:ext cx="996748" cy="426655"/>
          </a:xfrm>
          <a:prstGeom prst="rect">
            <a:avLst/>
          </a:prstGeom>
          <a:noFill/>
        </p:spPr>
        <p:txBody>
          <a:bodyPr wrap="square" rtlCol="0">
            <a:spAutoFit/>
          </a:bodyPr>
          <a:lstStyle/>
          <a:p>
            <a:pPr marL="100800" indent="-100800">
              <a:lnSpc>
                <a:spcPct val="80000"/>
              </a:lnSpc>
              <a:buFontTx/>
              <a:buChar char="-"/>
            </a:pPr>
            <a:r>
              <a:rPr lang="fr-FR" sz="900" dirty="0">
                <a:ln w="0">
                  <a:solidFill>
                    <a:schemeClr val="bg1"/>
                  </a:solidFill>
                </a:ln>
                <a:solidFill>
                  <a:schemeClr val="bg1"/>
                </a:solidFill>
                <a:latin typeface="+mj-lt"/>
              </a:rPr>
              <a:t>Identification</a:t>
            </a:r>
          </a:p>
          <a:p>
            <a:pPr marL="100800" indent="-100800">
              <a:lnSpc>
                <a:spcPct val="80000"/>
              </a:lnSpc>
              <a:buFontTx/>
              <a:buChar char="-"/>
            </a:pPr>
            <a:r>
              <a:rPr lang="fr-FR" sz="900" dirty="0">
                <a:ln w="0">
                  <a:solidFill>
                    <a:schemeClr val="bg1"/>
                  </a:solidFill>
                </a:ln>
                <a:solidFill>
                  <a:schemeClr val="bg1"/>
                </a:solidFill>
                <a:latin typeface="+mj-lt"/>
              </a:rPr>
              <a:t>Authentification</a:t>
            </a:r>
          </a:p>
          <a:p>
            <a:pPr marL="100800" indent="-100800">
              <a:lnSpc>
                <a:spcPct val="80000"/>
              </a:lnSpc>
              <a:buFontTx/>
              <a:buChar char="-"/>
            </a:pPr>
            <a:r>
              <a:rPr lang="fr-FR" sz="900" dirty="0">
                <a:ln w="0">
                  <a:solidFill>
                    <a:schemeClr val="bg1"/>
                  </a:solidFill>
                </a:ln>
                <a:solidFill>
                  <a:schemeClr val="bg1"/>
                </a:solidFill>
                <a:latin typeface="+mj-lt"/>
              </a:rPr>
              <a:t>Accès</a:t>
            </a:r>
          </a:p>
        </p:txBody>
      </p:sp>
      <p:sp>
        <p:nvSpPr>
          <p:cNvPr id="54" name="ZoneTexte 53">
            <a:extLst>
              <a:ext uri="{FF2B5EF4-FFF2-40B4-BE49-F238E27FC236}">
                <a16:creationId xmlns:a16="http://schemas.microsoft.com/office/drawing/2014/main" id="{74459A67-D7AF-1CD4-1C2A-2EDBF3EF2B47}"/>
              </a:ext>
            </a:extLst>
          </p:cNvPr>
          <p:cNvSpPr txBox="1"/>
          <p:nvPr/>
        </p:nvSpPr>
        <p:spPr>
          <a:xfrm>
            <a:off x="10988223" y="7169044"/>
            <a:ext cx="529440" cy="228781"/>
          </a:xfrm>
          <a:prstGeom prst="rect">
            <a:avLst/>
          </a:prstGeom>
          <a:noFill/>
        </p:spPr>
        <p:txBody>
          <a:bodyPr wrap="square" rtlCol="0">
            <a:spAutoFit/>
          </a:bodyPr>
          <a:lstStyle/>
          <a:p>
            <a:pPr>
              <a:lnSpc>
                <a:spcPct val="70000"/>
              </a:lnSpc>
            </a:pPr>
            <a:r>
              <a:rPr lang="fr-FR" sz="1200" dirty="0">
                <a:ln w="9525">
                  <a:solidFill>
                    <a:schemeClr val="accent6">
                      <a:lumMod val="75000"/>
                    </a:schemeClr>
                  </a:solidFill>
                </a:ln>
                <a:solidFill>
                  <a:schemeClr val="accent6">
                    <a:lumMod val="75000"/>
                  </a:schemeClr>
                </a:solidFill>
                <a:latin typeface="+mj-lt"/>
              </a:rPr>
              <a:t>Droits</a:t>
            </a:r>
          </a:p>
        </p:txBody>
      </p:sp>
      <p:sp>
        <p:nvSpPr>
          <p:cNvPr id="63" name="ZoneTexte 62">
            <a:extLst>
              <a:ext uri="{FF2B5EF4-FFF2-40B4-BE49-F238E27FC236}">
                <a16:creationId xmlns:a16="http://schemas.microsoft.com/office/drawing/2014/main" id="{8D178824-B152-9A41-A946-3D002747C816}"/>
              </a:ext>
            </a:extLst>
          </p:cNvPr>
          <p:cNvSpPr txBox="1"/>
          <p:nvPr/>
        </p:nvSpPr>
        <p:spPr>
          <a:xfrm>
            <a:off x="10945910" y="7489942"/>
            <a:ext cx="729046" cy="426655"/>
          </a:xfrm>
          <a:prstGeom prst="rect">
            <a:avLst/>
          </a:prstGeom>
          <a:noFill/>
        </p:spPr>
        <p:txBody>
          <a:bodyPr wrap="square" rtlCol="0">
            <a:spAutoFit/>
          </a:bodyPr>
          <a:lstStyle/>
          <a:p>
            <a:pPr marL="100800" indent="-100800">
              <a:lnSpc>
                <a:spcPct val="80000"/>
              </a:lnSpc>
              <a:buFontTx/>
              <a:buChar char="-"/>
            </a:pPr>
            <a:r>
              <a:rPr lang="fr-FR" sz="900" dirty="0">
                <a:ln w="0">
                  <a:solidFill>
                    <a:schemeClr val="accent6">
                      <a:lumMod val="75000"/>
                    </a:schemeClr>
                  </a:solidFill>
                </a:ln>
                <a:solidFill>
                  <a:schemeClr val="accent6">
                    <a:lumMod val="75000"/>
                  </a:schemeClr>
                </a:solidFill>
                <a:latin typeface="+mj-lt"/>
              </a:rPr>
              <a:t>CRUD</a:t>
            </a:r>
          </a:p>
          <a:p>
            <a:pPr marL="100800" indent="-100800">
              <a:lnSpc>
                <a:spcPct val="80000"/>
              </a:lnSpc>
              <a:buFontTx/>
              <a:buChar char="-"/>
            </a:pPr>
            <a:r>
              <a:rPr lang="fr-FR" sz="900" dirty="0">
                <a:ln w="0">
                  <a:solidFill>
                    <a:schemeClr val="accent6">
                      <a:lumMod val="75000"/>
                    </a:schemeClr>
                  </a:solidFill>
                </a:ln>
                <a:solidFill>
                  <a:schemeClr val="accent6">
                    <a:lumMod val="75000"/>
                  </a:schemeClr>
                </a:solidFill>
                <a:latin typeface="+mj-lt"/>
              </a:rPr>
              <a:t>Périmètre</a:t>
            </a:r>
          </a:p>
          <a:p>
            <a:pPr marL="100800" indent="-100800">
              <a:lnSpc>
                <a:spcPct val="80000"/>
              </a:lnSpc>
              <a:buFontTx/>
              <a:buChar char="-"/>
            </a:pPr>
            <a:r>
              <a:rPr lang="fr-FR" sz="900" dirty="0">
                <a:ln w="0">
                  <a:solidFill>
                    <a:schemeClr val="accent6">
                      <a:lumMod val="75000"/>
                    </a:schemeClr>
                  </a:solidFill>
                </a:ln>
                <a:solidFill>
                  <a:schemeClr val="accent6">
                    <a:lumMod val="75000"/>
                  </a:schemeClr>
                </a:solidFill>
                <a:latin typeface="+mj-lt"/>
              </a:rPr>
              <a:t>Seuils</a:t>
            </a:r>
          </a:p>
        </p:txBody>
      </p:sp>
      <p:sp>
        <p:nvSpPr>
          <p:cNvPr id="66" name="Rectangle : coins arrondis 65">
            <a:extLst>
              <a:ext uri="{FF2B5EF4-FFF2-40B4-BE49-F238E27FC236}">
                <a16:creationId xmlns:a16="http://schemas.microsoft.com/office/drawing/2014/main" id="{890B42AB-4316-1F57-AD47-1B11D0CE4035}"/>
              </a:ext>
            </a:extLst>
          </p:cNvPr>
          <p:cNvSpPr/>
          <p:nvPr/>
        </p:nvSpPr>
        <p:spPr>
          <a:xfrm>
            <a:off x="3734611" y="7938048"/>
            <a:ext cx="607219" cy="193742"/>
          </a:xfrm>
          <a:prstGeom prst="roundRect">
            <a:avLst/>
          </a:prstGeom>
          <a:solidFill>
            <a:schemeClr val="bg1"/>
          </a:solidFill>
          <a:ln>
            <a:solidFill>
              <a:srgbClr val="1020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ln w="12700">
                  <a:solidFill>
                    <a:srgbClr val="102031"/>
                  </a:solidFill>
                </a:ln>
                <a:solidFill>
                  <a:srgbClr val="102031"/>
                </a:solidFill>
              </a:rPr>
              <a:t>Rôle</a:t>
            </a:r>
          </a:p>
        </p:txBody>
      </p:sp>
      <p:sp>
        <p:nvSpPr>
          <p:cNvPr id="67" name="Rectangle : coins arrondis 66">
            <a:extLst>
              <a:ext uri="{FF2B5EF4-FFF2-40B4-BE49-F238E27FC236}">
                <a16:creationId xmlns:a16="http://schemas.microsoft.com/office/drawing/2014/main" id="{C0542284-3C2A-DC4E-F100-B2AFC90F559E}"/>
              </a:ext>
            </a:extLst>
          </p:cNvPr>
          <p:cNvSpPr/>
          <p:nvPr/>
        </p:nvSpPr>
        <p:spPr>
          <a:xfrm>
            <a:off x="5079690" y="7937719"/>
            <a:ext cx="608400" cy="194400"/>
          </a:xfrm>
          <a:prstGeom prst="roundRect">
            <a:avLst/>
          </a:prstGeom>
          <a:solidFill>
            <a:schemeClr val="bg1"/>
          </a:solidFill>
          <a:ln>
            <a:solidFill>
              <a:srgbClr val="1020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ln w="12700">
                  <a:solidFill>
                    <a:srgbClr val="102031"/>
                  </a:solidFill>
                </a:ln>
                <a:solidFill>
                  <a:srgbClr val="102031"/>
                </a:solidFill>
              </a:rPr>
              <a:t>Profil</a:t>
            </a:r>
          </a:p>
        </p:txBody>
      </p:sp>
      <p:grpSp>
        <p:nvGrpSpPr>
          <p:cNvPr id="76" name="Groupe 75">
            <a:extLst>
              <a:ext uri="{FF2B5EF4-FFF2-40B4-BE49-F238E27FC236}">
                <a16:creationId xmlns:a16="http://schemas.microsoft.com/office/drawing/2014/main" id="{32979594-7E07-5E16-47C8-939310CB393D}"/>
              </a:ext>
            </a:extLst>
          </p:cNvPr>
          <p:cNvGrpSpPr/>
          <p:nvPr/>
        </p:nvGrpSpPr>
        <p:grpSpPr>
          <a:xfrm>
            <a:off x="3332391" y="7737366"/>
            <a:ext cx="108165" cy="108000"/>
            <a:chOff x="8997362" y="5254226"/>
            <a:chExt cx="108165" cy="108000"/>
          </a:xfrm>
        </p:grpSpPr>
        <p:sp>
          <p:nvSpPr>
            <p:cNvPr id="74" name="Ellipse 73">
              <a:extLst>
                <a:ext uri="{FF2B5EF4-FFF2-40B4-BE49-F238E27FC236}">
                  <a16:creationId xmlns:a16="http://schemas.microsoft.com/office/drawing/2014/main" id="{2E1679C8-2407-8A7A-2F6C-CC104B7655C3}"/>
                </a:ext>
              </a:extLst>
            </p:cNvPr>
            <p:cNvSpPr>
              <a:spLocks noChangeAspect="1"/>
            </p:cNvSpPr>
            <p:nvPr/>
          </p:nvSpPr>
          <p:spPr>
            <a:xfrm>
              <a:off x="8997362" y="5254226"/>
              <a:ext cx="108165" cy="10800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Ellipse 67">
              <a:extLst>
                <a:ext uri="{FF2B5EF4-FFF2-40B4-BE49-F238E27FC236}">
                  <a16:creationId xmlns:a16="http://schemas.microsoft.com/office/drawing/2014/main" id="{43EB9862-56C0-6B05-8A3F-131F4A7B1E2B}"/>
                </a:ext>
              </a:extLst>
            </p:cNvPr>
            <p:cNvSpPr>
              <a:spLocks noChangeAspect="1"/>
            </p:cNvSpPr>
            <p:nvPr/>
          </p:nvSpPr>
          <p:spPr>
            <a:xfrm>
              <a:off x="9015444" y="5272281"/>
              <a:ext cx="72000" cy="71890"/>
            </a:xfrm>
            <a:prstGeom prst="ellipse">
              <a:avLst/>
            </a:prstGeom>
            <a:solidFill>
              <a:srgbClr val="102031"/>
            </a:solidFill>
            <a:ln>
              <a:solidFill>
                <a:srgbClr val="1020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77" name="Groupe 76">
            <a:extLst>
              <a:ext uri="{FF2B5EF4-FFF2-40B4-BE49-F238E27FC236}">
                <a16:creationId xmlns:a16="http://schemas.microsoft.com/office/drawing/2014/main" id="{9791B7A2-7F1F-6517-6A0A-38F18FC563D4}"/>
              </a:ext>
            </a:extLst>
          </p:cNvPr>
          <p:cNvGrpSpPr/>
          <p:nvPr/>
        </p:nvGrpSpPr>
        <p:grpSpPr>
          <a:xfrm>
            <a:off x="4589620" y="7737366"/>
            <a:ext cx="108165" cy="108000"/>
            <a:chOff x="8997362" y="5254226"/>
            <a:chExt cx="108165" cy="108000"/>
          </a:xfrm>
        </p:grpSpPr>
        <p:sp>
          <p:nvSpPr>
            <p:cNvPr id="79" name="Ellipse 78">
              <a:extLst>
                <a:ext uri="{FF2B5EF4-FFF2-40B4-BE49-F238E27FC236}">
                  <a16:creationId xmlns:a16="http://schemas.microsoft.com/office/drawing/2014/main" id="{D3822665-92BA-FA7D-01FE-BC4FAF2C93C0}"/>
                </a:ext>
              </a:extLst>
            </p:cNvPr>
            <p:cNvSpPr>
              <a:spLocks noChangeAspect="1"/>
            </p:cNvSpPr>
            <p:nvPr/>
          </p:nvSpPr>
          <p:spPr>
            <a:xfrm>
              <a:off x="8997362" y="5254226"/>
              <a:ext cx="108165" cy="10800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Ellipse 79">
              <a:extLst>
                <a:ext uri="{FF2B5EF4-FFF2-40B4-BE49-F238E27FC236}">
                  <a16:creationId xmlns:a16="http://schemas.microsoft.com/office/drawing/2014/main" id="{68A06DC8-ABEF-D62B-FBAC-7A1E8C90D8FB}"/>
                </a:ext>
              </a:extLst>
            </p:cNvPr>
            <p:cNvSpPr>
              <a:spLocks noChangeAspect="1"/>
            </p:cNvSpPr>
            <p:nvPr/>
          </p:nvSpPr>
          <p:spPr>
            <a:xfrm>
              <a:off x="9015444" y="5272281"/>
              <a:ext cx="72000" cy="71890"/>
            </a:xfrm>
            <a:prstGeom prst="ellipse">
              <a:avLst/>
            </a:prstGeom>
            <a:solidFill>
              <a:srgbClr val="102031"/>
            </a:solidFill>
            <a:ln>
              <a:solidFill>
                <a:srgbClr val="1020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81" name="Groupe 80">
            <a:extLst>
              <a:ext uri="{FF2B5EF4-FFF2-40B4-BE49-F238E27FC236}">
                <a16:creationId xmlns:a16="http://schemas.microsoft.com/office/drawing/2014/main" id="{7C34BCBA-1F2D-0855-4235-D9B8146F214F}"/>
              </a:ext>
            </a:extLst>
          </p:cNvPr>
          <p:cNvGrpSpPr/>
          <p:nvPr/>
        </p:nvGrpSpPr>
        <p:grpSpPr>
          <a:xfrm>
            <a:off x="4827679" y="7737366"/>
            <a:ext cx="108165" cy="108000"/>
            <a:chOff x="8997362" y="5254226"/>
            <a:chExt cx="108165" cy="108000"/>
          </a:xfrm>
        </p:grpSpPr>
        <p:sp>
          <p:nvSpPr>
            <p:cNvPr id="82" name="Ellipse 81">
              <a:extLst>
                <a:ext uri="{FF2B5EF4-FFF2-40B4-BE49-F238E27FC236}">
                  <a16:creationId xmlns:a16="http://schemas.microsoft.com/office/drawing/2014/main" id="{93EA69E7-5BB2-57FA-0E46-B5966C3DC1C5}"/>
                </a:ext>
              </a:extLst>
            </p:cNvPr>
            <p:cNvSpPr>
              <a:spLocks noChangeAspect="1"/>
            </p:cNvSpPr>
            <p:nvPr/>
          </p:nvSpPr>
          <p:spPr>
            <a:xfrm>
              <a:off x="8997362" y="5254226"/>
              <a:ext cx="108165" cy="10800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Ellipse 82">
              <a:extLst>
                <a:ext uri="{FF2B5EF4-FFF2-40B4-BE49-F238E27FC236}">
                  <a16:creationId xmlns:a16="http://schemas.microsoft.com/office/drawing/2014/main" id="{6B3B6D27-B374-5C17-C619-CBCF08CA57E6}"/>
                </a:ext>
              </a:extLst>
            </p:cNvPr>
            <p:cNvSpPr>
              <a:spLocks noChangeAspect="1"/>
            </p:cNvSpPr>
            <p:nvPr/>
          </p:nvSpPr>
          <p:spPr>
            <a:xfrm>
              <a:off x="9015444" y="5272281"/>
              <a:ext cx="72000" cy="71890"/>
            </a:xfrm>
            <a:prstGeom prst="ellipse">
              <a:avLst/>
            </a:prstGeom>
            <a:solidFill>
              <a:srgbClr val="102031"/>
            </a:solidFill>
            <a:ln>
              <a:solidFill>
                <a:srgbClr val="1020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84" name="Groupe 83">
            <a:extLst>
              <a:ext uri="{FF2B5EF4-FFF2-40B4-BE49-F238E27FC236}">
                <a16:creationId xmlns:a16="http://schemas.microsoft.com/office/drawing/2014/main" id="{C0FA4447-9694-7908-C4AA-CE732D9CDACB}"/>
              </a:ext>
            </a:extLst>
          </p:cNvPr>
          <p:cNvGrpSpPr/>
          <p:nvPr/>
        </p:nvGrpSpPr>
        <p:grpSpPr>
          <a:xfrm>
            <a:off x="5872202" y="7737366"/>
            <a:ext cx="108165" cy="108000"/>
            <a:chOff x="8997362" y="5254226"/>
            <a:chExt cx="108165" cy="108000"/>
          </a:xfrm>
        </p:grpSpPr>
        <p:sp>
          <p:nvSpPr>
            <p:cNvPr id="85" name="Ellipse 84">
              <a:extLst>
                <a:ext uri="{FF2B5EF4-FFF2-40B4-BE49-F238E27FC236}">
                  <a16:creationId xmlns:a16="http://schemas.microsoft.com/office/drawing/2014/main" id="{3A35EC1F-354D-F9CD-2062-9798BC57A746}"/>
                </a:ext>
              </a:extLst>
            </p:cNvPr>
            <p:cNvSpPr>
              <a:spLocks noChangeAspect="1"/>
            </p:cNvSpPr>
            <p:nvPr/>
          </p:nvSpPr>
          <p:spPr>
            <a:xfrm>
              <a:off x="8997362" y="5254226"/>
              <a:ext cx="108165" cy="10800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Ellipse 85">
              <a:extLst>
                <a:ext uri="{FF2B5EF4-FFF2-40B4-BE49-F238E27FC236}">
                  <a16:creationId xmlns:a16="http://schemas.microsoft.com/office/drawing/2014/main" id="{4ABF1ADA-B225-E77D-EDD6-BCA6CC265EC0}"/>
                </a:ext>
              </a:extLst>
            </p:cNvPr>
            <p:cNvSpPr>
              <a:spLocks noChangeAspect="1"/>
            </p:cNvSpPr>
            <p:nvPr/>
          </p:nvSpPr>
          <p:spPr>
            <a:xfrm>
              <a:off x="9015444" y="5272281"/>
              <a:ext cx="72000" cy="71890"/>
            </a:xfrm>
            <a:prstGeom prst="ellipse">
              <a:avLst/>
            </a:prstGeom>
            <a:solidFill>
              <a:srgbClr val="102031"/>
            </a:solidFill>
            <a:ln>
              <a:solidFill>
                <a:srgbClr val="1020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cxnSp>
        <p:nvCxnSpPr>
          <p:cNvPr id="88" name="Connecteur : en angle 87">
            <a:extLst>
              <a:ext uri="{FF2B5EF4-FFF2-40B4-BE49-F238E27FC236}">
                <a16:creationId xmlns:a16="http://schemas.microsoft.com/office/drawing/2014/main" id="{670E2980-835E-5242-D9AA-9FDFE878760D}"/>
              </a:ext>
            </a:extLst>
          </p:cNvPr>
          <p:cNvCxnSpPr>
            <a:cxnSpLocks/>
            <a:stCxn id="66" idx="1"/>
            <a:endCxn id="74" idx="4"/>
          </p:cNvCxnSpPr>
          <p:nvPr/>
        </p:nvCxnSpPr>
        <p:spPr>
          <a:xfrm rot="10800000">
            <a:off x="3386475" y="7845367"/>
            <a:ext cx="348137" cy="189553"/>
          </a:xfrm>
          <a:prstGeom prst="curvedConnector2">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0" name="Connecteur : en angle 89">
            <a:extLst>
              <a:ext uri="{FF2B5EF4-FFF2-40B4-BE49-F238E27FC236}">
                <a16:creationId xmlns:a16="http://schemas.microsoft.com/office/drawing/2014/main" id="{8DACB11E-9BF4-4FBC-F7C3-8B02923E4379}"/>
              </a:ext>
            </a:extLst>
          </p:cNvPr>
          <p:cNvCxnSpPr>
            <a:cxnSpLocks/>
            <a:stCxn id="66" idx="3"/>
            <a:endCxn id="79" idx="4"/>
          </p:cNvCxnSpPr>
          <p:nvPr/>
        </p:nvCxnSpPr>
        <p:spPr>
          <a:xfrm flipV="1">
            <a:off x="4341830" y="7845366"/>
            <a:ext cx="301873" cy="189553"/>
          </a:xfrm>
          <a:prstGeom prst="curvedConnector2">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9" name="Connecteur : en angle 87">
            <a:extLst>
              <a:ext uri="{FF2B5EF4-FFF2-40B4-BE49-F238E27FC236}">
                <a16:creationId xmlns:a16="http://schemas.microsoft.com/office/drawing/2014/main" id="{67D0BB08-6D3C-04C6-5A9B-2E2A72D3AF91}"/>
              </a:ext>
            </a:extLst>
          </p:cNvPr>
          <p:cNvCxnSpPr>
            <a:cxnSpLocks/>
            <a:stCxn id="67" idx="1"/>
            <a:endCxn id="82" idx="4"/>
          </p:cNvCxnSpPr>
          <p:nvPr/>
        </p:nvCxnSpPr>
        <p:spPr>
          <a:xfrm rot="10800000">
            <a:off x="4881762" y="7845367"/>
            <a:ext cx="197928" cy="189553"/>
          </a:xfrm>
          <a:prstGeom prst="curvedConnector2">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2" name="Connecteur : en angle 89">
            <a:extLst>
              <a:ext uri="{FF2B5EF4-FFF2-40B4-BE49-F238E27FC236}">
                <a16:creationId xmlns:a16="http://schemas.microsoft.com/office/drawing/2014/main" id="{59DE48D6-8D05-CCEC-8C3A-45ABFD3CCECF}"/>
              </a:ext>
            </a:extLst>
          </p:cNvPr>
          <p:cNvCxnSpPr>
            <a:cxnSpLocks/>
            <a:stCxn id="67" idx="3"/>
            <a:endCxn id="85" idx="4"/>
          </p:cNvCxnSpPr>
          <p:nvPr/>
        </p:nvCxnSpPr>
        <p:spPr>
          <a:xfrm flipV="1">
            <a:off x="5688090" y="7845366"/>
            <a:ext cx="238195" cy="189553"/>
          </a:xfrm>
          <a:prstGeom prst="curvedConnector2">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110" name="ZoneTexte 109">
            <a:extLst>
              <a:ext uri="{FF2B5EF4-FFF2-40B4-BE49-F238E27FC236}">
                <a16:creationId xmlns:a16="http://schemas.microsoft.com/office/drawing/2014/main" id="{21590EF2-7797-4818-87EE-7245B8E7F1CA}"/>
              </a:ext>
            </a:extLst>
          </p:cNvPr>
          <p:cNvSpPr txBox="1"/>
          <p:nvPr/>
        </p:nvSpPr>
        <p:spPr>
          <a:xfrm>
            <a:off x="3668289" y="8128143"/>
            <a:ext cx="1249472" cy="872739"/>
          </a:xfrm>
          <a:prstGeom prst="rect">
            <a:avLst/>
          </a:prstGeom>
          <a:noFill/>
        </p:spPr>
        <p:txBody>
          <a:bodyPr wrap="square" rtlCol="0">
            <a:spAutoFit/>
          </a:bodyPr>
          <a:lstStyle/>
          <a:p>
            <a:pPr algn="l">
              <a:lnSpc>
                <a:spcPct val="70000"/>
              </a:lnSpc>
            </a:pPr>
            <a:r>
              <a:rPr lang="fr-FR" sz="800" dirty="0">
                <a:ln w="6985">
                  <a:solidFill>
                    <a:srgbClr val="102031">
                      <a:alpha val="50000"/>
                    </a:srgbClr>
                  </a:solidFill>
                </a:ln>
                <a:solidFill>
                  <a:srgbClr val="102031"/>
                </a:solidFill>
                <a:latin typeface="+mj-lt"/>
              </a:rPr>
              <a:t>La notion de rôle se réfère à la fonction Dans l’organisation de l’entreprise. Le rôle peut être l’addition de plusieurs fonctions. La notion de « filière » enrichit le rôle et peut servir de discriminant.</a:t>
            </a:r>
            <a:endParaRPr lang="fr-FR" sz="1100" dirty="0">
              <a:ln w="6985">
                <a:solidFill>
                  <a:srgbClr val="102031">
                    <a:alpha val="50000"/>
                  </a:srgbClr>
                </a:solidFill>
              </a:ln>
              <a:solidFill>
                <a:srgbClr val="102031"/>
              </a:solidFill>
              <a:latin typeface="+mj-lt"/>
            </a:endParaRPr>
          </a:p>
        </p:txBody>
      </p:sp>
      <p:sp>
        <p:nvSpPr>
          <p:cNvPr id="111" name="ZoneTexte 110">
            <a:extLst>
              <a:ext uri="{FF2B5EF4-FFF2-40B4-BE49-F238E27FC236}">
                <a16:creationId xmlns:a16="http://schemas.microsoft.com/office/drawing/2014/main" id="{769BB164-13FA-CEDC-B7DE-00162BF5C2FD}"/>
              </a:ext>
            </a:extLst>
          </p:cNvPr>
          <p:cNvSpPr txBox="1"/>
          <p:nvPr/>
        </p:nvSpPr>
        <p:spPr>
          <a:xfrm>
            <a:off x="4997810" y="8119846"/>
            <a:ext cx="1249472" cy="355675"/>
          </a:xfrm>
          <a:prstGeom prst="rect">
            <a:avLst/>
          </a:prstGeom>
          <a:noFill/>
        </p:spPr>
        <p:txBody>
          <a:bodyPr wrap="square" rtlCol="0">
            <a:spAutoFit/>
          </a:bodyPr>
          <a:lstStyle/>
          <a:p>
            <a:pPr algn="l">
              <a:lnSpc>
                <a:spcPct val="70000"/>
              </a:lnSpc>
            </a:pPr>
            <a:r>
              <a:rPr lang="fr-FR" sz="800" dirty="0">
                <a:ln w="6985">
                  <a:solidFill>
                    <a:srgbClr val="102031">
                      <a:alpha val="50000"/>
                    </a:srgbClr>
                  </a:solidFill>
                </a:ln>
                <a:solidFill>
                  <a:srgbClr val="102031"/>
                </a:solidFill>
                <a:latin typeface="+mj-lt"/>
              </a:rPr>
              <a:t>La notion de profil relie le compte à l’ensemble de droits.</a:t>
            </a:r>
            <a:endParaRPr lang="fr-FR" sz="1100" dirty="0">
              <a:ln w="6985">
                <a:solidFill>
                  <a:srgbClr val="102031">
                    <a:alpha val="50000"/>
                  </a:srgbClr>
                </a:solidFill>
              </a:ln>
              <a:solidFill>
                <a:srgbClr val="102031"/>
              </a:solidFill>
              <a:latin typeface="+mj-lt"/>
            </a:endParaRPr>
          </a:p>
        </p:txBody>
      </p:sp>
      <p:sp>
        <p:nvSpPr>
          <p:cNvPr id="112" name="ZoneTexte 111">
            <a:extLst>
              <a:ext uri="{FF2B5EF4-FFF2-40B4-BE49-F238E27FC236}">
                <a16:creationId xmlns:a16="http://schemas.microsoft.com/office/drawing/2014/main" id="{05ADDA7D-C3EE-C1A2-2F94-C66945DA63FA}"/>
              </a:ext>
            </a:extLst>
          </p:cNvPr>
          <p:cNvSpPr txBox="1"/>
          <p:nvPr/>
        </p:nvSpPr>
        <p:spPr>
          <a:xfrm>
            <a:off x="1448103" y="7793535"/>
            <a:ext cx="1359922" cy="721929"/>
          </a:xfrm>
          <a:prstGeom prst="rect">
            <a:avLst/>
          </a:prstGeom>
          <a:noFill/>
        </p:spPr>
        <p:txBody>
          <a:bodyPr wrap="square" rtlCol="0">
            <a:spAutoFit/>
          </a:bodyPr>
          <a:lstStyle/>
          <a:p>
            <a:pPr algn="l">
              <a:lnSpc>
                <a:spcPct val="70000"/>
              </a:lnSpc>
            </a:pPr>
            <a:r>
              <a:rPr lang="fr-FR" sz="800" dirty="0">
                <a:ln w="6985">
                  <a:solidFill>
                    <a:srgbClr val="E65012">
                      <a:alpha val="50000"/>
                    </a:srgbClr>
                  </a:solidFill>
                </a:ln>
                <a:solidFill>
                  <a:srgbClr val="E65012"/>
                </a:solidFill>
                <a:latin typeface="+mj-lt"/>
              </a:rPr>
              <a:t>La meilleure source de vérité dans l’entreprise BYCN sur laquelle s’appuyer est le </a:t>
            </a:r>
            <a:r>
              <a:rPr lang="fr-FR" sz="900" dirty="0">
                <a:ln w="12700">
                  <a:solidFill>
                    <a:srgbClr val="E65012">
                      <a:alpha val="50000"/>
                    </a:srgbClr>
                  </a:solidFill>
                </a:ln>
                <a:solidFill>
                  <a:srgbClr val="E65012"/>
                </a:solidFill>
                <a:latin typeface="+mj-lt"/>
              </a:rPr>
              <a:t>MDM (Master Data Management)</a:t>
            </a:r>
            <a:r>
              <a:rPr lang="fr-FR" sz="800" dirty="0">
                <a:ln w="6985">
                  <a:solidFill>
                    <a:srgbClr val="E65012">
                      <a:alpha val="50000"/>
                    </a:srgbClr>
                  </a:solidFill>
                </a:ln>
                <a:solidFill>
                  <a:srgbClr val="E65012"/>
                </a:solidFill>
                <a:latin typeface="+mj-lt"/>
              </a:rPr>
              <a:t>, dont le MVP est disponible depuis juillet 2024.</a:t>
            </a:r>
            <a:endParaRPr lang="fr-FR" sz="1100" dirty="0">
              <a:ln w="6985">
                <a:solidFill>
                  <a:srgbClr val="E65012">
                    <a:alpha val="50000"/>
                  </a:srgbClr>
                </a:solidFill>
              </a:ln>
              <a:solidFill>
                <a:srgbClr val="E65012"/>
              </a:solidFill>
              <a:latin typeface="+mj-lt"/>
            </a:endParaRPr>
          </a:p>
        </p:txBody>
      </p:sp>
      <p:sp>
        <p:nvSpPr>
          <p:cNvPr id="2" name="ZoneTexte 1">
            <a:extLst>
              <a:ext uri="{FF2B5EF4-FFF2-40B4-BE49-F238E27FC236}">
                <a16:creationId xmlns:a16="http://schemas.microsoft.com/office/drawing/2014/main" id="{CFBDBC47-C9CB-B575-0040-E073C4BAF27D}"/>
              </a:ext>
            </a:extLst>
          </p:cNvPr>
          <p:cNvSpPr txBox="1"/>
          <p:nvPr>
            <p:custDataLst>
              <p:tags r:id="rId1"/>
            </p:custDataLst>
          </p:nvPr>
        </p:nvSpPr>
        <p:spPr>
          <a:xfrm>
            <a:off x="8971729" y="0"/>
            <a:ext cx="918841" cy="454355"/>
          </a:xfrm>
          <a:prstGeom prst="rect">
            <a:avLst/>
          </a:prstGeom>
          <a:noFill/>
        </p:spPr>
        <p:txBody>
          <a:bodyPr wrap="none" rtlCol="0">
            <a:spAutoFit/>
          </a:bodyPr>
          <a:lstStyle/>
          <a:p>
            <a:pPr algn="ctr">
              <a:lnSpc>
                <a:spcPct val="70000"/>
              </a:lnSpc>
            </a:pPr>
            <a:r>
              <a:rPr lang="fr-FR" sz="1100" b="1" dirty="0">
                <a:latin typeface="Avenir Book" panose="02000503020000020003" pitchFamily="2" charset="0"/>
              </a:rPr>
              <a:t>Populations </a:t>
            </a:r>
          </a:p>
          <a:p>
            <a:pPr algn="ctr">
              <a:lnSpc>
                <a:spcPct val="70000"/>
              </a:lnSpc>
            </a:pPr>
            <a:r>
              <a:rPr lang="fr-FR" sz="1100" b="1" dirty="0">
                <a:latin typeface="Avenir Book" panose="02000503020000020003" pitchFamily="2" charset="0"/>
              </a:rPr>
              <a:t>gérées</a:t>
            </a:r>
          </a:p>
          <a:p>
            <a:pPr algn="ctr">
              <a:lnSpc>
                <a:spcPct val="70000"/>
              </a:lnSpc>
            </a:pPr>
            <a:r>
              <a:rPr lang="fr-FR" sz="1100" b="1" dirty="0">
                <a:latin typeface="Avenir Book" panose="02000503020000020003" pitchFamily="2" charset="0"/>
              </a:rPr>
              <a:t>dans l’IAM</a:t>
            </a:r>
          </a:p>
        </p:txBody>
      </p:sp>
      <p:grpSp>
        <p:nvGrpSpPr>
          <p:cNvPr id="28" name="Groupe 27">
            <a:extLst>
              <a:ext uri="{FF2B5EF4-FFF2-40B4-BE49-F238E27FC236}">
                <a16:creationId xmlns:a16="http://schemas.microsoft.com/office/drawing/2014/main" id="{F7BD5414-4EB7-62C7-4A28-015F26EE08BC}"/>
              </a:ext>
            </a:extLst>
          </p:cNvPr>
          <p:cNvGrpSpPr/>
          <p:nvPr/>
        </p:nvGrpSpPr>
        <p:grpSpPr>
          <a:xfrm>
            <a:off x="797138" y="1359056"/>
            <a:ext cx="2471066" cy="2035227"/>
            <a:chOff x="797138" y="1359056"/>
            <a:chExt cx="2471066" cy="2035227"/>
          </a:xfrm>
        </p:grpSpPr>
        <p:sp>
          <p:nvSpPr>
            <p:cNvPr id="34" name="Forme libre : forme 33">
              <a:extLst>
                <a:ext uri="{FF2B5EF4-FFF2-40B4-BE49-F238E27FC236}">
                  <a16:creationId xmlns:a16="http://schemas.microsoft.com/office/drawing/2014/main" id="{C9C4B5A0-1A21-745A-B9DC-608AF6258740}"/>
                </a:ext>
              </a:extLst>
            </p:cNvPr>
            <p:cNvSpPr>
              <a:spLocks noChangeAspect="1"/>
            </p:cNvSpPr>
            <p:nvPr/>
          </p:nvSpPr>
          <p:spPr>
            <a:xfrm rot="5400000">
              <a:off x="1015057" y="1141137"/>
              <a:ext cx="2035227" cy="2471066"/>
            </a:xfrm>
            <a:custGeom>
              <a:avLst/>
              <a:gdLst>
                <a:gd name="connsiteX0" fmla="*/ 0 w 1301637"/>
                <a:gd name="connsiteY0" fmla="*/ 1580379 h 1580379"/>
                <a:gd name="connsiteX1" fmla="*/ 0 w 1301637"/>
                <a:gd name="connsiteY1" fmla="*/ 280086 h 1580379"/>
                <a:gd name="connsiteX2" fmla="*/ 510214 w 1301637"/>
                <a:gd name="connsiteY2" fmla="*/ 280086 h 1580379"/>
                <a:gd name="connsiteX3" fmla="*/ 650819 w 1301637"/>
                <a:gd name="connsiteY3" fmla="*/ 0 h 1580379"/>
                <a:gd name="connsiteX4" fmla="*/ 791424 w 1301637"/>
                <a:gd name="connsiteY4" fmla="*/ 280086 h 1580379"/>
                <a:gd name="connsiteX5" fmla="*/ 1301637 w 1301637"/>
                <a:gd name="connsiteY5" fmla="*/ 280086 h 1580379"/>
                <a:gd name="connsiteX6" fmla="*/ 1301637 w 1301637"/>
                <a:gd name="connsiteY6" fmla="*/ 1580379 h 1580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1637" h="1580379">
                  <a:moveTo>
                    <a:pt x="0" y="1580379"/>
                  </a:moveTo>
                  <a:lnTo>
                    <a:pt x="0" y="280086"/>
                  </a:lnTo>
                  <a:lnTo>
                    <a:pt x="510214" y="280086"/>
                  </a:lnTo>
                  <a:lnTo>
                    <a:pt x="650819" y="0"/>
                  </a:lnTo>
                  <a:lnTo>
                    <a:pt x="791424" y="280086"/>
                  </a:lnTo>
                  <a:lnTo>
                    <a:pt x="1301637" y="280086"/>
                  </a:lnTo>
                  <a:lnTo>
                    <a:pt x="1301637" y="1580379"/>
                  </a:lnTo>
                  <a:close/>
                </a:path>
              </a:pathLst>
            </a:custGeom>
            <a:solidFill>
              <a:srgbClr val="E6501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12" name="ZoneTexte 11">
              <a:extLst>
                <a:ext uri="{FF2B5EF4-FFF2-40B4-BE49-F238E27FC236}">
                  <a16:creationId xmlns:a16="http://schemas.microsoft.com/office/drawing/2014/main" id="{67F6F9B1-A9E9-185A-BB88-F40594FEC855}"/>
                </a:ext>
              </a:extLst>
            </p:cNvPr>
            <p:cNvSpPr txBox="1"/>
            <p:nvPr/>
          </p:nvSpPr>
          <p:spPr>
            <a:xfrm>
              <a:off x="1006547" y="1594324"/>
              <a:ext cx="1147109" cy="535211"/>
            </a:xfrm>
            <a:prstGeom prst="rect">
              <a:avLst/>
            </a:prstGeom>
            <a:noFill/>
          </p:spPr>
          <p:txBody>
            <a:bodyPr wrap="none" rtlCol="0">
              <a:spAutoFit/>
            </a:bodyPr>
            <a:lstStyle/>
            <a:p>
              <a:pPr>
                <a:lnSpc>
                  <a:spcPct val="70000"/>
                </a:lnSpc>
              </a:pPr>
              <a:r>
                <a:rPr lang="fr-FR" sz="2000" dirty="0">
                  <a:ln w="9525">
                    <a:solidFill>
                      <a:schemeClr val="bg1"/>
                    </a:solidFill>
                  </a:ln>
                  <a:solidFill>
                    <a:schemeClr val="bg1"/>
                  </a:solidFill>
                  <a:latin typeface="+mj-lt"/>
                </a:rPr>
                <a:t>Personne </a:t>
              </a:r>
            </a:p>
            <a:p>
              <a:pPr>
                <a:lnSpc>
                  <a:spcPct val="70000"/>
                </a:lnSpc>
              </a:pPr>
              <a:r>
                <a:rPr lang="fr-FR" sz="2000" dirty="0">
                  <a:ln w="9525">
                    <a:solidFill>
                      <a:schemeClr val="bg1"/>
                    </a:solidFill>
                  </a:ln>
                  <a:solidFill>
                    <a:schemeClr val="bg1"/>
                  </a:solidFill>
                  <a:latin typeface="+mj-lt"/>
                </a:rPr>
                <a:t>Physique</a:t>
              </a:r>
            </a:p>
          </p:txBody>
        </p:sp>
        <p:sp>
          <p:nvSpPr>
            <p:cNvPr id="14" name="ZoneTexte 13">
              <a:extLst>
                <a:ext uri="{FF2B5EF4-FFF2-40B4-BE49-F238E27FC236}">
                  <a16:creationId xmlns:a16="http://schemas.microsoft.com/office/drawing/2014/main" id="{2118AE38-E717-7E16-3852-8B9863301EB1}"/>
                </a:ext>
              </a:extLst>
            </p:cNvPr>
            <p:cNvSpPr txBox="1"/>
            <p:nvPr/>
          </p:nvSpPr>
          <p:spPr>
            <a:xfrm>
              <a:off x="997410" y="2099780"/>
              <a:ext cx="1405513" cy="616579"/>
            </a:xfrm>
            <a:prstGeom prst="rect">
              <a:avLst/>
            </a:prstGeom>
            <a:noFill/>
          </p:spPr>
          <p:txBody>
            <a:bodyPr wrap="none" rtlCol="0">
              <a:spAutoFit/>
            </a:bodyPr>
            <a:lstStyle/>
            <a:p>
              <a:pPr marL="100800" indent="-100800">
                <a:lnSpc>
                  <a:spcPct val="70000"/>
                </a:lnSpc>
                <a:buFontTx/>
                <a:buChar char="-"/>
              </a:pPr>
              <a:r>
                <a:rPr lang="fr-FR" sz="1200" dirty="0">
                  <a:ln w="0">
                    <a:solidFill>
                      <a:schemeClr val="bg1"/>
                    </a:solidFill>
                  </a:ln>
                  <a:solidFill>
                    <a:schemeClr val="bg1"/>
                  </a:solidFill>
                  <a:latin typeface="+mj-lt"/>
                </a:rPr>
                <a:t>Nom</a:t>
              </a:r>
            </a:p>
            <a:p>
              <a:pPr marL="100800" indent="-100800">
                <a:lnSpc>
                  <a:spcPct val="70000"/>
                </a:lnSpc>
                <a:buFontTx/>
                <a:buChar char="-"/>
              </a:pPr>
              <a:r>
                <a:rPr lang="fr-FR" sz="1200" dirty="0">
                  <a:ln w="0">
                    <a:solidFill>
                      <a:schemeClr val="bg1"/>
                    </a:solidFill>
                  </a:ln>
                  <a:solidFill>
                    <a:schemeClr val="bg1"/>
                  </a:solidFill>
                  <a:latin typeface="+mj-lt"/>
                </a:rPr>
                <a:t>Prénom</a:t>
              </a:r>
            </a:p>
            <a:p>
              <a:pPr marL="100800" indent="-100800">
                <a:lnSpc>
                  <a:spcPct val="70000"/>
                </a:lnSpc>
                <a:buFontTx/>
                <a:buChar char="-"/>
              </a:pPr>
              <a:r>
                <a:rPr lang="fr-FR" sz="1200" dirty="0">
                  <a:ln w="0">
                    <a:solidFill>
                      <a:schemeClr val="bg1"/>
                    </a:solidFill>
                  </a:ln>
                  <a:solidFill>
                    <a:schemeClr val="bg1"/>
                  </a:solidFill>
                  <a:latin typeface="+mj-lt"/>
                </a:rPr>
                <a:t>Date de naissance</a:t>
              </a:r>
            </a:p>
            <a:p>
              <a:pPr marL="100800" indent="-100800">
                <a:lnSpc>
                  <a:spcPct val="70000"/>
                </a:lnSpc>
                <a:buFontTx/>
                <a:buChar char="-"/>
              </a:pPr>
              <a:r>
                <a:rPr lang="fr-FR" sz="1200" dirty="0">
                  <a:ln w="0">
                    <a:solidFill>
                      <a:schemeClr val="bg1"/>
                    </a:solidFill>
                  </a:ln>
                  <a:solidFill>
                    <a:schemeClr val="bg1"/>
                  </a:solidFill>
                  <a:latin typeface="+mj-lt"/>
                </a:rPr>
                <a:t>Etc.</a:t>
              </a:r>
            </a:p>
          </p:txBody>
        </p:sp>
      </p:grpSp>
      <p:grpSp>
        <p:nvGrpSpPr>
          <p:cNvPr id="29" name="Groupe 28">
            <a:extLst>
              <a:ext uri="{FF2B5EF4-FFF2-40B4-BE49-F238E27FC236}">
                <a16:creationId xmlns:a16="http://schemas.microsoft.com/office/drawing/2014/main" id="{EA109495-DEC5-17B2-370A-D2A32604FE3D}"/>
              </a:ext>
            </a:extLst>
          </p:cNvPr>
          <p:cNvGrpSpPr/>
          <p:nvPr/>
        </p:nvGrpSpPr>
        <p:grpSpPr>
          <a:xfrm>
            <a:off x="2899660" y="1359055"/>
            <a:ext cx="2487873" cy="2035227"/>
            <a:chOff x="2899660" y="1359055"/>
            <a:chExt cx="2487873" cy="2035227"/>
          </a:xfrm>
        </p:grpSpPr>
        <p:sp>
          <p:nvSpPr>
            <p:cNvPr id="40" name="Forme libre : forme 39">
              <a:extLst>
                <a:ext uri="{FF2B5EF4-FFF2-40B4-BE49-F238E27FC236}">
                  <a16:creationId xmlns:a16="http://schemas.microsoft.com/office/drawing/2014/main" id="{0CB4C419-5616-D7D3-C67D-2C5B32EF3FB5}"/>
                </a:ext>
              </a:extLst>
            </p:cNvPr>
            <p:cNvSpPr>
              <a:spLocks noChangeAspect="1"/>
            </p:cNvSpPr>
            <p:nvPr/>
          </p:nvSpPr>
          <p:spPr>
            <a:xfrm>
              <a:off x="2899660" y="1359055"/>
              <a:ext cx="2487873" cy="2035227"/>
            </a:xfrm>
            <a:custGeom>
              <a:avLst/>
              <a:gdLst>
                <a:gd name="connsiteX0" fmla="*/ 0 w 1591128"/>
                <a:gd name="connsiteY0" fmla="*/ 0 h 1301637"/>
                <a:gd name="connsiteX1" fmla="*/ 1300293 w 1591128"/>
                <a:gd name="connsiteY1" fmla="*/ 0 h 1301637"/>
                <a:gd name="connsiteX2" fmla="*/ 1300293 w 1591128"/>
                <a:gd name="connsiteY2" fmla="*/ 504818 h 1301637"/>
                <a:gd name="connsiteX3" fmla="*/ 1591128 w 1591128"/>
                <a:gd name="connsiteY3" fmla="*/ 650819 h 1301637"/>
                <a:gd name="connsiteX4" fmla="*/ 1300293 w 1591128"/>
                <a:gd name="connsiteY4" fmla="*/ 796820 h 1301637"/>
                <a:gd name="connsiteX5" fmla="*/ 1300293 w 1591128"/>
                <a:gd name="connsiteY5" fmla="*/ 1301637 h 1301637"/>
                <a:gd name="connsiteX6" fmla="*/ 0 w 1591128"/>
                <a:gd name="connsiteY6" fmla="*/ 1301637 h 1301637"/>
                <a:gd name="connsiteX7" fmla="*/ 0 w 1591128"/>
                <a:gd name="connsiteY7" fmla="*/ 796999 h 1301637"/>
                <a:gd name="connsiteX8" fmla="*/ 291193 w 1591128"/>
                <a:gd name="connsiteY8" fmla="*/ 650819 h 1301637"/>
                <a:gd name="connsiteX9" fmla="*/ 0 w 1591128"/>
                <a:gd name="connsiteY9" fmla="*/ 504638 h 130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1128" h="1301637">
                  <a:moveTo>
                    <a:pt x="0" y="0"/>
                  </a:moveTo>
                  <a:lnTo>
                    <a:pt x="1300293" y="0"/>
                  </a:lnTo>
                  <a:lnTo>
                    <a:pt x="1300293" y="504818"/>
                  </a:lnTo>
                  <a:lnTo>
                    <a:pt x="1591128" y="650819"/>
                  </a:lnTo>
                  <a:lnTo>
                    <a:pt x="1300293" y="796820"/>
                  </a:lnTo>
                  <a:lnTo>
                    <a:pt x="1300293" y="1301637"/>
                  </a:lnTo>
                  <a:lnTo>
                    <a:pt x="0" y="1301637"/>
                  </a:lnTo>
                  <a:lnTo>
                    <a:pt x="0" y="796999"/>
                  </a:lnTo>
                  <a:lnTo>
                    <a:pt x="291193" y="650819"/>
                  </a:lnTo>
                  <a:lnTo>
                    <a:pt x="0" y="504638"/>
                  </a:lnTo>
                  <a:close/>
                </a:path>
              </a:pathLst>
            </a:custGeom>
            <a:solidFill>
              <a:srgbClr val="4CC0E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16" name="ZoneTexte 15">
              <a:extLst>
                <a:ext uri="{FF2B5EF4-FFF2-40B4-BE49-F238E27FC236}">
                  <a16:creationId xmlns:a16="http://schemas.microsoft.com/office/drawing/2014/main" id="{5D81D7EA-C08D-04AB-09FD-85C4F4A52DDA}"/>
                </a:ext>
              </a:extLst>
            </p:cNvPr>
            <p:cNvSpPr txBox="1"/>
            <p:nvPr/>
          </p:nvSpPr>
          <p:spPr>
            <a:xfrm>
              <a:off x="3323242" y="1594324"/>
              <a:ext cx="944489" cy="319768"/>
            </a:xfrm>
            <a:prstGeom prst="rect">
              <a:avLst/>
            </a:prstGeom>
            <a:noFill/>
          </p:spPr>
          <p:txBody>
            <a:bodyPr wrap="none" rtlCol="0">
              <a:spAutoFit/>
            </a:bodyPr>
            <a:lstStyle/>
            <a:p>
              <a:pPr>
                <a:lnSpc>
                  <a:spcPct val="70000"/>
                </a:lnSpc>
              </a:pPr>
              <a:r>
                <a:rPr lang="fr-FR" sz="2000" dirty="0">
                  <a:ln w="9525">
                    <a:solidFill>
                      <a:schemeClr val="bg1"/>
                    </a:solidFill>
                  </a:ln>
                  <a:solidFill>
                    <a:schemeClr val="bg1"/>
                  </a:solidFill>
                  <a:latin typeface="+mj-lt"/>
                </a:rPr>
                <a:t>Identité</a:t>
              </a:r>
            </a:p>
          </p:txBody>
        </p:sp>
        <p:sp>
          <p:nvSpPr>
            <p:cNvPr id="17" name="ZoneTexte 16">
              <a:extLst>
                <a:ext uri="{FF2B5EF4-FFF2-40B4-BE49-F238E27FC236}">
                  <a16:creationId xmlns:a16="http://schemas.microsoft.com/office/drawing/2014/main" id="{3446EF82-0530-8CAC-4754-BD0F752FE73F}"/>
                </a:ext>
              </a:extLst>
            </p:cNvPr>
            <p:cNvSpPr txBox="1"/>
            <p:nvPr/>
          </p:nvSpPr>
          <p:spPr>
            <a:xfrm>
              <a:off x="3314105" y="2099780"/>
              <a:ext cx="1067280" cy="390363"/>
            </a:xfrm>
            <a:prstGeom prst="rect">
              <a:avLst/>
            </a:prstGeom>
            <a:noFill/>
          </p:spPr>
          <p:txBody>
            <a:bodyPr wrap="none" rtlCol="0">
              <a:spAutoFit/>
            </a:bodyPr>
            <a:lstStyle/>
            <a:p>
              <a:pPr marL="100800" indent="-100800">
                <a:lnSpc>
                  <a:spcPct val="80000"/>
                </a:lnSpc>
                <a:buFontTx/>
                <a:buChar char="-"/>
              </a:pPr>
              <a:r>
                <a:rPr lang="fr-FR" sz="1200" dirty="0">
                  <a:ln w="0">
                    <a:solidFill>
                      <a:schemeClr val="bg1"/>
                    </a:solidFill>
                  </a:ln>
                  <a:solidFill>
                    <a:schemeClr val="bg1"/>
                  </a:solidFill>
                  <a:latin typeface="+mj-lt"/>
                </a:rPr>
                <a:t>Cycle de vie</a:t>
              </a:r>
            </a:p>
            <a:p>
              <a:pPr marL="100800" indent="-100800">
                <a:lnSpc>
                  <a:spcPct val="80000"/>
                </a:lnSpc>
                <a:buFontTx/>
                <a:buChar char="-"/>
              </a:pPr>
              <a:r>
                <a:rPr lang="fr-FR" sz="1200" dirty="0">
                  <a:ln w="0">
                    <a:solidFill>
                      <a:schemeClr val="bg1"/>
                    </a:solidFill>
                  </a:ln>
                  <a:solidFill>
                    <a:schemeClr val="bg1"/>
                  </a:solidFill>
                  <a:latin typeface="+mj-lt"/>
                </a:rPr>
                <a:t>Gestionnaire</a:t>
              </a:r>
            </a:p>
          </p:txBody>
        </p:sp>
      </p:grpSp>
      <p:grpSp>
        <p:nvGrpSpPr>
          <p:cNvPr id="31" name="Groupe 30">
            <a:extLst>
              <a:ext uri="{FF2B5EF4-FFF2-40B4-BE49-F238E27FC236}">
                <a16:creationId xmlns:a16="http://schemas.microsoft.com/office/drawing/2014/main" id="{7CC252F1-47E3-43D4-083D-9AD5CAB7D11E}"/>
              </a:ext>
            </a:extLst>
          </p:cNvPr>
          <p:cNvGrpSpPr/>
          <p:nvPr/>
        </p:nvGrpSpPr>
        <p:grpSpPr>
          <a:xfrm>
            <a:off x="7135366" y="1361859"/>
            <a:ext cx="2487873" cy="2035227"/>
            <a:chOff x="7135366" y="1361859"/>
            <a:chExt cx="2487873" cy="2035227"/>
          </a:xfrm>
        </p:grpSpPr>
        <p:sp>
          <p:nvSpPr>
            <p:cNvPr id="10" name="Forme libre : forme 9">
              <a:extLst>
                <a:ext uri="{FF2B5EF4-FFF2-40B4-BE49-F238E27FC236}">
                  <a16:creationId xmlns:a16="http://schemas.microsoft.com/office/drawing/2014/main" id="{6BE6EFDB-2350-ADD5-A8BE-747531B702F3}"/>
                </a:ext>
              </a:extLst>
            </p:cNvPr>
            <p:cNvSpPr>
              <a:spLocks noChangeAspect="1"/>
            </p:cNvSpPr>
            <p:nvPr/>
          </p:nvSpPr>
          <p:spPr>
            <a:xfrm>
              <a:off x="7135366" y="1361859"/>
              <a:ext cx="2487873" cy="2035227"/>
            </a:xfrm>
            <a:custGeom>
              <a:avLst/>
              <a:gdLst>
                <a:gd name="connsiteX0" fmla="*/ 0 w 1591128"/>
                <a:gd name="connsiteY0" fmla="*/ 0 h 1301637"/>
                <a:gd name="connsiteX1" fmla="*/ 1300293 w 1591128"/>
                <a:gd name="connsiteY1" fmla="*/ 0 h 1301637"/>
                <a:gd name="connsiteX2" fmla="*/ 1300293 w 1591128"/>
                <a:gd name="connsiteY2" fmla="*/ 504818 h 1301637"/>
                <a:gd name="connsiteX3" fmla="*/ 1591128 w 1591128"/>
                <a:gd name="connsiteY3" fmla="*/ 650819 h 1301637"/>
                <a:gd name="connsiteX4" fmla="*/ 1300293 w 1591128"/>
                <a:gd name="connsiteY4" fmla="*/ 796820 h 1301637"/>
                <a:gd name="connsiteX5" fmla="*/ 1300293 w 1591128"/>
                <a:gd name="connsiteY5" fmla="*/ 1301637 h 1301637"/>
                <a:gd name="connsiteX6" fmla="*/ 0 w 1591128"/>
                <a:gd name="connsiteY6" fmla="*/ 1301637 h 1301637"/>
                <a:gd name="connsiteX7" fmla="*/ 0 w 1591128"/>
                <a:gd name="connsiteY7" fmla="*/ 796999 h 1301637"/>
                <a:gd name="connsiteX8" fmla="*/ 291193 w 1591128"/>
                <a:gd name="connsiteY8" fmla="*/ 650819 h 1301637"/>
                <a:gd name="connsiteX9" fmla="*/ 0 w 1591128"/>
                <a:gd name="connsiteY9" fmla="*/ 504638 h 130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1128" h="1301637">
                  <a:moveTo>
                    <a:pt x="0" y="0"/>
                  </a:moveTo>
                  <a:lnTo>
                    <a:pt x="1300293" y="0"/>
                  </a:lnTo>
                  <a:lnTo>
                    <a:pt x="1300293" y="504818"/>
                  </a:lnTo>
                  <a:lnTo>
                    <a:pt x="1591128" y="650819"/>
                  </a:lnTo>
                  <a:lnTo>
                    <a:pt x="1300293" y="796820"/>
                  </a:lnTo>
                  <a:lnTo>
                    <a:pt x="1300293" y="1301637"/>
                  </a:lnTo>
                  <a:lnTo>
                    <a:pt x="0" y="1301637"/>
                  </a:lnTo>
                  <a:lnTo>
                    <a:pt x="0" y="796999"/>
                  </a:lnTo>
                  <a:lnTo>
                    <a:pt x="291193" y="650819"/>
                  </a:lnTo>
                  <a:lnTo>
                    <a:pt x="0" y="504638"/>
                  </a:lnTo>
                  <a:close/>
                </a:path>
              </a:pathLst>
            </a:custGeom>
            <a:solidFill>
              <a:srgbClr val="F5C56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9" name="ZoneTexte 18">
              <a:extLst>
                <a:ext uri="{FF2B5EF4-FFF2-40B4-BE49-F238E27FC236}">
                  <a16:creationId xmlns:a16="http://schemas.microsoft.com/office/drawing/2014/main" id="{5BD0D21F-F0DA-5554-8CF2-742BA2654AFD}"/>
                </a:ext>
              </a:extLst>
            </p:cNvPr>
            <p:cNvSpPr txBox="1"/>
            <p:nvPr/>
          </p:nvSpPr>
          <p:spPr>
            <a:xfrm>
              <a:off x="7608522" y="1594324"/>
              <a:ext cx="978153" cy="319768"/>
            </a:xfrm>
            <a:prstGeom prst="rect">
              <a:avLst/>
            </a:prstGeom>
            <a:noFill/>
          </p:spPr>
          <p:txBody>
            <a:bodyPr wrap="none" rtlCol="0">
              <a:spAutoFit/>
            </a:bodyPr>
            <a:lstStyle>
              <a:defPPr>
                <a:defRPr lang="fr-FR"/>
              </a:defPPr>
              <a:lvl1pPr>
                <a:lnSpc>
                  <a:spcPct val="70000"/>
                </a:lnSpc>
                <a:defRPr sz="1200">
                  <a:ln w="9525">
                    <a:solidFill>
                      <a:schemeClr val="accent6">
                        <a:lumMod val="75000"/>
                      </a:schemeClr>
                    </a:solidFill>
                  </a:ln>
                  <a:solidFill>
                    <a:schemeClr val="accent6">
                      <a:lumMod val="75000"/>
                    </a:schemeClr>
                  </a:solidFill>
                  <a:latin typeface="+mj-lt"/>
                </a:defRPr>
              </a:lvl1pPr>
            </a:lstStyle>
            <a:p>
              <a:r>
                <a:rPr lang="fr-FR" sz="2000" dirty="0"/>
                <a:t>Compte</a:t>
              </a:r>
            </a:p>
          </p:txBody>
        </p:sp>
        <p:sp>
          <p:nvSpPr>
            <p:cNvPr id="23" name="ZoneTexte 22">
              <a:extLst>
                <a:ext uri="{FF2B5EF4-FFF2-40B4-BE49-F238E27FC236}">
                  <a16:creationId xmlns:a16="http://schemas.microsoft.com/office/drawing/2014/main" id="{70034993-AAE1-486D-06D3-02FFAE694EB9}"/>
                </a:ext>
              </a:extLst>
            </p:cNvPr>
            <p:cNvSpPr txBox="1"/>
            <p:nvPr/>
          </p:nvSpPr>
          <p:spPr>
            <a:xfrm>
              <a:off x="7566209" y="2099780"/>
              <a:ext cx="1224374" cy="538096"/>
            </a:xfrm>
            <a:prstGeom prst="rect">
              <a:avLst/>
            </a:prstGeom>
            <a:noFill/>
          </p:spPr>
          <p:txBody>
            <a:bodyPr wrap="none" rtlCol="0">
              <a:spAutoFit/>
            </a:bodyPr>
            <a:lstStyle/>
            <a:p>
              <a:pPr marL="100800" indent="-100800">
                <a:lnSpc>
                  <a:spcPct val="80000"/>
                </a:lnSpc>
                <a:buFontTx/>
                <a:buChar char="-"/>
              </a:pPr>
              <a:r>
                <a:rPr lang="fr-FR" sz="1200" dirty="0">
                  <a:ln w="0">
                    <a:solidFill>
                      <a:schemeClr val="accent6">
                        <a:lumMod val="75000"/>
                      </a:schemeClr>
                    </a:solidFill>
                  </a:ln>
                  <a:solidFill>
                    <a:schemeClr val="accent6">
                      <a:lumMod val="75000"/>
                    </a:schemeClr>
                  </a:solidFill>
                  <a:latin typeface="+mj-lt"/>
                </a:rPr>
                <a:t>Identification</a:t>
              </a:r>
            </a:p>
            <a:p>
              <a:pPr marL="100800" indent="-100800">
                <a:lnSpc>
                  <a:spcPct val="80000"/>
                </a:lnSpc>
                <a:buFontTx/>
                <a:buChar char="-"/>
              </a:pPr>
              <a:r>
                <a:rPr lang="fr-FR" sz="1200" dirty="0">
                  <a:ln w="0">
                    <a:solidFill>
                      <a:schemeClr val="accent6">
                        <a:lumMod val="75000"/>
                      </a:schemeClr>
                    </a:solidFill>
                  </a:ln>
                  <a:solidFill>
                    <a:schemeClr val="accent6">
                      <a:lumMod val="75000"/>
                    </a:schemeClr>
                  </a:solidFill>
                  <a:latin typeface="+mj-lt"/>
                </a:rPr>
                <a:t>Authentification</a:t>
              </a:r>
            </a:p>
            <a:p>
              <a:pPr marL="100800" indent="-100800">
                <a:lnSpc>
                  <a:spcPct val="80000"/>
                </a:lnSpc>
                <a:buFontTx/>
                <a:buChar char="-"/>
              </a:pPr>
              <a:r>
                <a:rPr lang="fr-FR" sz="1200" dirty="0">
                  <a:ln w="0">
                    <a:solidFill>
                      <a:schemeClr val="accent6">
                        <a:lumMod val="75000"/>
                      </a:schemeClr>
                    </a:solidFill>
                  </a:ln>
                  <a:solidFill>
                    <a:schemeClr val="accent6">
                      <a:lumMod val="75000"/>
                    </a:schemeClr>
                  </a:solidFill>
                  <a:latin typeface="+mj-lt"/>
                </a:rPr>
                <a:t>Accès</a:t>
              </a:r>
            </a:p>
          </p:txBody>
        </p:sp>
      </p:grpSp>
      <p:grpSp>
        <p:nvGrpSpPr>
          <p:cNvPr id="32" name="Groupe 31">
            <a:extLst>
              <a:ext uri="{FF2B5EF4-FFF2-40B4-BE49-F238E27FC236}">
                <a16:creationId xmlns:a16="http://schemas.microsoft.com/office/drawing/2014/main" id="{2EC8A5AC-5590-9E4D-1C3D-0414BEB2A8F0}"/>
              </a:ext>
            </a:extLst>
          </p:cNvPr>
          <p:cNvGrpSpPr/>
          <p:nvPr/>
        </p:nvGrpSpPr>
        <p:grpSpPr>
          <a:xfrm>
            <a:off x="9266452" y="1359052"/>
            <a:ext cx="2033127" cy="2035227"/>
            <a:chOff x="9266452" y="1359052"/>
            <a:chExt cx="2033127" cy="2035227"/>
          </a:xfrm>
        </p:grpSpPr>
        <p:sp>
          <p:nvSpPr>
            <p:cNvPr id="38" name="Forme libre : forme 37">
              <a:extLst>
                <a:ext uri="{FF2B5EF4-FFF2-40B4-BE49-F238E27FC236}">
                  <a16:creationId xmlns:a16="http://schemas.microsoft.com/office/drawing/2014/main" id="{508F1CA8-5DBE-4078-50A3-9077277BB0DB}"/>
                </a:ext>
              </a:extLst>
            </p:cNvPr>
            <p:cNvSpPr>
              <a:spLocks noChangeAspect="1"/>
            </p:cNvSpPr>
            <p:nvPr/>
          </p:nvSpPr>
          <p:spPr>
            <a:xfrm>
              <a:off x="9266452" y="1359052"/>
              <a:ext cx="2033127" cy="2035227"/>
            </a:xfrm>
            <a:custGeom>
              <a:avLst/>
              <a:gdLst>
                <a:gd name="connsiteX0" fmla="*/ 0 w 1300293"/>
                <a:gd name="connsiteY0" fmla="*/ 0 h 1301637"/>
                <a:gd name="connsiteX1" fmla="*/ 1300293 w 1300293"/>
                <a:gd name="connsiteY1" fmla="*/ 0 h 1301637"/>
                <a:gd name="connsiteX2" fmla="*/ 1300293 w 1300293"/>
                <a:gd name="connsiteY2" fmla="*/ 1301637 h 1301637"/>
                <a:gd name="connsiteX3" fmla="*/ 0 w 1300293"/>
                <a:gd name="connsiteY3" fmla="*/ 1301637 h 1301637"/>
                <a:gd name="connsiteX4" fmla="*/ 0 w 1300293"/>
                <a:gd name="connsiteY4" fmla="*/ 796999 h 1301637"/>
                <a:gd name="connsiteX5" fmla="*/ 291193 w 1300293"/>
                <a:gd name="connsiteY5" fmla="*/ 650819 h 1301637"/>
                <a:gd name="connsiteX6" fmla="*/ 0 w 1300293"/>
                <a:gd name="connsiteY6" fmla="*/ 504638 h 130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0293" h="1301637">
                  <a:moveTo>
                    <a:pt x="0" y="0"/>
                  </a:moveTo>
                  <a:lnTo>
                    <a:pt x="1300293" y="0"/>
                  </a:lnTo>
                  <a:lnTo>
                    <a:pt x="1300293" y="1301637"/>
                  </a:lnTo>
                  <a:lnTo>
                    <a:pt x="0" y="1301637"/>
                  </a:lnTo>
                  <a:lnTo>
                    <a:pt x="0" y="796999"/>
                  </a:lnTo>
                  <a:lnTo>
                    <a:pt x="291193" y="650819"/>
                  </a:lnTo>
                  <a:lnTo>
                    <a:pt x="0" y="504638"/>
                  </a:lnTo>
                  <a:close/>
                </a:path>
              </a:pathLst>
            </a:cu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4" name="ZoneTexte 23">
              <a:extLst>
                <a:ext uri="{FF2B5EF4-FFF2-40B4-BE49-F238E27FC236}">
                  <a16:creationId xmlns:a16="http://schemas.microsoft.com/office/drawing/2014/main" id="{2552C553-4128-F141-F1D1-F66457B5550F}"/>
                </a:ext>
              </a:extLst>
            </p:cNvPr>
            <p:cNvSpPr txBox="1"/>
            <p:nvPr/>
          </p:nvSpPr>
          <p:spPr>
            <a:xfrm>
              <a:off x="9727851" y="1594324"/>
              <a:ext cx="758221" cy="319768"/>
            </a:xfrm>
            <a:prstGeom prst="rect">
              <a:avLst/>
            </a:prstGeom>
            <a:noFill/>
          </p:spPr>
          <p:txBody>
            <a:bodyPr wrap="none" rtlCol="0">
              <a:spAutoFit/>
            </a:bodyPr>
            <a:lstStyle/>
            <a:p>
              <a:pPr>
                <a:lnSpc>
                  <a:spcPct val="70000"/>
                </a:lnSpc>
              </a:pPr>
              <a:r>
                <a:rPr lang="fr-FR" sz="2000" dirty="0">
                  <a:ln w="9525">
                    <a:solidFill>
                      <a:schemeClr val="bg1"/>
                    </a:solidFill>
                  </a:ln>
                  <a:solidFill>
                    <a:schemeClr val="bg1"/>
                  </a:solidFill>
                  <a:latin typeface="+mj-lt"/>
                </a:rPr>
                <a:t>Droits</a:t>
              </a:r>
            </a:p>
          </p:txBody>
        </p:sp>
        <p:sp>
          <p:nvSpPr>
            <p:cNvPr id="25" name="ZoneTexte 24">
              <a:extLst>
                <a:ext uri="{FF2B5EF4-FFF2-40B4-BE49-F238E27FC236}">
                  <a16:creationId xmlns:a16="http://schemas.microsoft.com/office/drawing/2014/main" id="{F75F3BCB-7E4D-4E74-05AE-9E437E4FD890}"/>
                </a:ext>
              </a:extLst>
            </p:cNvPr>
            <p:cNvSpPr txBox="1"/>
            <p:nvPr/>
          </p:nvSpPr>
          <p:spPr>
            <a:xfrm>
              <a:off x="9685538" y="2099780"/>
              <a:ext cx="874920" cy="538096"/>
            </a:xfrm>
            <a:prstGeom prst="rect">
              <a:avLst/>
            </a:prstGeom>
            <a:noFill/>
          </p:spPr>
          <p:txBody>
            <a:bodyPr wrap="none" rtlCol="0">
              <a:spAutoFit/>
            </a:bodyPr>
            <a:lstStyle/>
            <a:p>
              <a:pPr marL="100800" indent="-100800">
                <a:lnSpc>
                  <a:spcPct val="80000"/>
                </a:lnSpc>
                <a:buFontTx/>
                <a:buChar char="-"/>
              </a:pPr>
              <a:r>
                <a:rPr lang="fr-FR" sz="1200" dirty="0">
                  <a:ln w="0">
                    <a:solidFill>
                      <a:schemeClr val="bg1"/>
                    </a:solidFill>
                  </a:ln>
                  <a:solidFill>
                    <a:schemeClr val="bg1"/>
                  </a:solidFill>
                  <a:latin typeface="+mj-lt"/>
                </a:rPr>
                <a:t>CRUD</a:t>
              </a:r>
            </a:p>
            <a:p>
              <a:pPr marL="100800" indent="-100800">
                <a:lnSpc>
                  <a:spcPct val="80000"/>
                </a:lnSpc>
                <a:buFontTx/>
                <a:buChar char="-"/>
              </a:pPr>
              <a:r>
                <a:rPr lang="fr-FR" sz="1200" dirty="0">
                  <a:ln w="0">
                    <a:solidFill>
                      <a:schemeClr val="bg1"/>
                    </a:solidFill>
                  </a:ln>
                  <a:solidFill>
                    <a:schemeClr val="bg1"/>
                  </a:solidFill>
                  <a:latin typeface="+mj-lt"/>
                </a:rPr>
                <a:t>Périmètre</a:t>
              </a:r>
            </a:p>
            <a:p>
              <a:pPr marL="100800" indent="-100800">
                <a:lnSpc>
                  <a:spcPct val="80000"/>
                </a:lnSpc>
                <a:buFontTx/>
                <a:buChar char="-"/>
              </a:pPr>
              <a:r>
                <a:rPr lang="fr-FR" sz="1200" dirty="0">
                  <a:ln w="0">
                    <a:solidFill>
                      <a:schemeClr val="bg1"/>
                    </a:solidFill>
                  </a:ln>
                  <a:solidFill>
                    <a:schemeClr val="bg1"/>
                  </a:solidFill>
                  <a:latin typeface="+mj-lt"/>
                </a:rPr>
                <a:t>Seuils</a:t>
              </a:r>
            </a:p>
          </p:txBody>
        </p:sp>
      </p:grpSp>
      <p:grpSp>
        <p:nvGrpSpPr>
          <p:cNvPr id="30" name="Groupe 29">
            <a:extLst>
              <a:ext uri="{FF2B5EF4-FFF2-40B4-BE49-F238E27FC236}">
                <a16:creationId xmlns:a16="http://schemas.microsoft.com/office/drawing/2014/main" id="{92F6216B-1916-7330-C424-059EE06CF633}"/>
              </a:ext>
            </a:extLst>
          </p:cNvPr>
          <p:cNvGrpSpPr/>
          <p:nvPr/>
        </p:nvGrpSpPr>
        <p:grpSpPr>
          <a:xfrm>
            <a:off x="5016037" y="1359053"/>
            <a:ext cx="2487873" cy="2035227"/>
            <a:chOff x="5016037" y="1359053"/>
            <a:chExt cx="2487873" cy="2035227"/>
          </a:xfrm>
        </p:grpSpPr>
        <p:sp>
          <p:nvSpPr>
            <p:cNvPr id="42" name="Forme libre : forme 41">
              <a:extLst>
                <a:ext uri="{FF2B5EF4-FFF2-40B4-BE49-F238E27FC236}">
                  <a16:creationId xmlns:a16="http://schemas.microsoft.com/office/drawing/2014/main" id="{F501A31C-4247-8E62-9C13-324463BD7F0D}"/>
                </a:ext>
              </a:extLst>
            </p:cNvPr>
            <p:cNvSpPr>
              <a:spLocks noChangeAspect="1"/>
            </p:cNvSpPr>
            <p:nvPr/>
          </p:nvSpPr>
          <p:spPr>
            <a:xfrm>
              <a:off x="5016037" y="1359053"/>
              <a:ext cx="2487873" cy="2035227"/>
            </a:xfrm>
            <a:custGeom>
              <a:avLst/>
              <a:gdLst>
                <a:gd name="connsiteX0" fmla="*/ 0 w 1591128"/>
                <a:gd name="connsiteY0" fmla="*/ 0 h 1301637"/>
                <a:gd name="connsiteX1" fmla="*/ 1300293 w 1591128"/>
                <a:gd name="connsiteY1" fmla="*/ 0 h 1301637"/>
                <a:gd name="connsiteX2" fmla="*/ 1300293 w 1591128"/>
                <a:gd name="connsiteY2" fmla="*/ 504818 h 1301637"/>
                <a:gd name="connsiteX3" fmla="*/ 1591128 w 1591128"/>
                <a:gd name="connsiteY3" fmla="*/ 650819 h 1301637"/>
                <a:gd name="connsiteX4" fmla="*/ 1300293 w 1591128"/>
                <a:gd name="connsiteY4" fmla="*/ 796820 h 1301637"/>
                <a:gd name="connsiteX5" fmla="*/ 1300293 w 1591128"/>
                <a:gd name="connsiteY5" fmla="*/ 1301637 h 1301637"/>
                <a:gd name="connsiteX6" fmla="*/ 0 w 1591128"/>
                <a:gd name="connsiteY6" fmla="*/ 1301637 h 1301637"/>
                <a:gd name="connsiteX7" fmla="*/ 0 w 1591128"/>
                <a:gd name="connsiteY7" fmla="*/ 796999 h 1301637"/>
                <a:gd name="connsiteX8" fmla="*/ 291193 w 1591128"/>
                <a:gd name="connsiteY8" fmla="*/ 650819 h 1301637"/>
                <a:gd name="connsiteX9" fmla="*/ 0 w 1591128"/>
                <a:gd name="connsiteY9" fmla="*/ 504638 h 130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1128" h="1301637">
                  <a:moveTo>
                    <a:pt x="0" y="0"/>
                  </a:moveTo>
                  <a:lnTo>
                    <a:pt x="1300293" y="0"/>
                  </a:lnTo>
                  <a:lnTo>
                    <a:pt x="1300293" y="504818"/>
                  </a:lnTo>
                  <a:lnTo>
                    <a:pt x="1591128" y="650819"/>
                  </a:lnTo>
                  <a:lnTo>
                    <a:pt x="1300293" y="796820"/>
                  </a:lnTo>
                  <a:lnTo>
                    <a:pt x="1300293" y="1301637"/>
                  </a:lnTo>
                  <a:lnTo>
                    <a:pt x="0" y="1301637"/>
                  </a:lnTo>
                  <a:lnTo>
                    <a:pt x="0" y="796999"/>
                  </a:lnTo>
                  <a:lnTo>
                    <a:pt x="291193" y="650819"/>
                  </a:lnTo>
                  <a:lnTo>
                    <a:pt x="0" y="504638"/>
                  </a:lnTo>
                  <a:close/>
                </a:path>
              </a:pathLst>
            </a:custGeom>
            <a:solidFill>
              <a:srgbClr val="10203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6" name="ZoneTexte 25">
              <a:extLst>
                <a:ext uri="{FF2B5EF4-FFF2-40B4-BE49-F238E27FC236}">
                  <a16:creationId xmlns:a16="http://schemas.microsoft.com/office/drawing/2014/main" id="{67CC61A1-EFB6-0F19-2C28-AFA7C5ACD337}"/>
                </a:ext>
              </a:extLst>
            </p:cNvPr>
            <p:cNvSpPr txBox="1"/>
            <p:nvPr/>
          </p:nvSpPr>
          <p:spPr>
            <a:xfrm>
              <a:off x="5537941" y="1594324"/>
              <a:ext cx="625492" cy="319768"/>
            </a:xfrm>
            <a:prstGeom prst="rect">
              <a:avLst/>
            </a:prstGeom>
            <a:noFill/>
          </p:spPr>
          <p:txBody>
            <a:bodyPr wrap="none" rtlCol="0">
              <a:spAutoFit/>
            </a:bodyPr>
            <a:lstStyle/>
            <a:p>
              <a:pPr>
                <a:lnSpc>
                  <a:spcPct val="70000"/>
                </a:lnSpc>
              </a:pPr>
              <a:r>
                <a:rPr lang="fr-FR" sz="2000" dirty="0">
                  <a:ln w="9525">
                    <a:solidFill>
                      <a:schemeClr val="bg1"/>
                    </a:solidFill>
                  </a:ln>
                  <a:solidFill>
                    <a:schemeClr val="bg1"/>
                  </a:solidFill>
                  <a:latin typeface="+mj-lt"/>
                </a:rPr>
                <a:t>Rôle</a:t>
              </a:r>
            </a:p>
          </p:txBody>
        </p:sp>
        <p:sp>
          <p:nvSpPr>
            <p:cNvPr id="27" name="ZoneTexte 26">
              <a:extLst>
                <a:ext uri="{FF2B5EF4-FFF2-40B4-BE49-F238E27FC236}">
                  <a16:creationId xmlns:a16="http://schemas.microsoft.com/office/drawing/2014/main" id="{A445064D-D2A8-2140-A920-87B15D62D7D7}"/>
                </a:ext>
              </a:extLst>
            </p:cNvPr>
            <p:cNvSpPr txBox="1"/>
            <p:nvPr/>
          </p:nvSpPr>
          <p:spPr>
            <a:xfrm>
              <a:off x="5453303" y="2099780"/>
              <a:ext cx="1639551" cy="390363"/>
            </a:xfrm>
            <a:prstGeom prst="rect">
              <a:avLst/>
            </a:prstGeom>
            <a:noFill/>
          </p:spPr>
          <p:txBody>
            <a:bodyPr wrap="none" rtlCol="0">
              <a:spAutoFit/>
            </a:bodyPr>
            <a:lstStyle/>
            <a:p>
              <a:pPr marL="100800" indent="-100800">
                <a:lnSpc>
                  <a:spcPct val="80000"/>
                </a:lnSpc>
                <a:buFontTx/>
                <a:buChar char="-"/>
              </a:pPr>
              <a:r>
                <a:rPr lang="fr-FR" sz="1200" dirty="0">
                  <a:ln w="0">
                    <a:solidFill>
                      <a:schemeClr val="bg1"/>
                    </a:solidFill>
                  </a:ln>
                  <a:solidFill>
                    <a:schemeClr val="bg1"/>
                  </a:solidFill>
                  <a:latin typeface="+mj-lt"/>
                </a:rPr>
                <a:t>Rôle dans </a:t>
              </a:r>
              <a:r>
                <a:rPr lang="fr-FR" sz="1050" dirty="0">
                  <a:ln w="0">
                    <a:solidFill>
                      <a:schemeClr val="bg1"/>
                    </a:solidFill>
                  </a:ln>
                  <a:solidFill>
                    <a:schemeClr val="bg1"/>
                  </a:solidFill>
                  <a:latin typeface="+mj-lt"/>
                </a:rPr>
                <a:t>l’organisation</a:t>
              </a:r>
              <a:endParaRPr lang="fr-FR" sz="1200" dirty="0">
                <a:ln w="0">
                  <a:solidFill>
                    <a:schemeClr val="bg1"/>
                  </a:solidFill>
                </a:ln>
                <a:solidFill>
                  <a:schemeClr val="bg1"/>
                </a:solidFill>
                <a:latin typeface="+mj-lt"/>
              </a:endParaRPr>
            </a:p>
            <a:p>
              <a:pPr marL="100800" indent="-100800">
                <a:lnSpc>
                  <a:spcPct val="80000"/>
                </a:lnSpc>
                <a:buFontTx/>
                <a:buChar char="-"/>
              </a:pPr>
              <a:r>
                <a:rPr lang="fr-FR" sz="1200" dirty="0">
                  <a:ln w="0">
                    <a:solidFill>
                      <a:schemeClr val="bg1"/>
                    </a:solidFill>
                  </a:ln>
                  <a:solidFill>
                    <a:schemeClr val="bg1"/>
                  </a:solidFill>
                  <a:latin typeface="+mj-lt"/>
                </a:rPr>
                <a:t>Filière</a:t>
              </a:r>
            </a:p>
          </p:txBody>
        </p:sp>
      </p:grpSp>
      <p:sp>
        <p:nvSpPr>
          <p:cNvPr id="33" name="ZoneTexte 32">
            <a:extLst>
              <a:ext uri="{FF2B5EF4-FFF2-40B4-BE49-F238E27FC236}">
                <a16:creationId xmlns:a16="http://schemas.microsoft.com/office/drawing/2014/main" id="{B476EF77-936C-D065-BD93-495CD7520AD6}"/>
              </a:ext>
            </a:extLst>
          </p:cNvPr>
          <p:cNvSpPr txBox="1"/>
          <p:nvPr/>
        </p:nvSpPr>
        <p:spPr>
          <a:xfrm>
            <a:off x="726196" y="3396301"/>
            <a:ext cx="2235118" cy="1199496"/>
          </a:xfrm>
          <a:prstGeom prst="rect">
            <a:avLst/>
          </a:prstGeom>
          <a:noFill/>
        </p:spPr>
        <p:txBody>
          <a:bodyPr wrap="square" rtlCol="0">
            <a:spAutoFit/>
          </a:bodyPr>
          <a:lstStyle/>
          <a:p>
            <a:pPr algn="l">
              <a:lnSpc>
                <a:spcPct val="70000"/>
              </a:lnSpc>
            </a:pPr>
            <a:r>
              <a:rPr lang="fr-FR" sz="1400" dirty="0">
                <a:ln w="6985">
                  <a:solidFill>
                    <a:srgbClr val="E65012">
                      <a:alpha val="50000"/>
                    </a:srgbClr>
                  </a:solidFill>
                </a:ln>
                <a:solidFill>
                  <a:srgbClr val="E65012"/>
                </a:solidFill>
                <a:latin typeface="+mj-lt"/>
              </a:rPr>
              <a:t>La meilleure source de vérité dans l’entreprise BYCN sur laquelle s’appuyer est le </a:t>
            </a:r>
            <a:r>
              <a:rPr lang="fr-FR" sz="1600" dirty="0">
                <a:ln w="12700">
                  <a:solidFill>
                    <a:srgbClr val="E65012">
                      <a:alpha val="50000"/>
                    </a:srgbClr>
                  </a:solidFill>
                </a:ln>
                <a:solidFill>
                  <a:srgbClr val="E65012"/>
                </a:solidFill>
                <a:latin typeface="+mj-lt"/>
              </a:rPr>
              <a:t>MDM (Master Data Management)</a:t>
            </a:r>
            <a:r>
              <a:rPr lang="fr-FR" sz="1400" dirty="0">
                <a:ln w="6985">
                  <a:solidFill>
                    <a:srgbClr val="E65012">
                      <a:alpha val="50000"/>
                    </a:srgbClr>
                  </a:solidFill>
                </a:ln>
                <a:solidFill>
                  <a:srgbClr val="E65012"/>
                </a:solidFill>
                <a:latin typeface="+mj-lt"/>
              </a:rPr>
              <a:t>, dont le MVP est disponible depuis juillet 2024.</a:t>
            </a:r>
            <a:endParaRPr lang="fr-FR" sz="2400" dirty="0">
              <a:ln w="6985">
                <a:solidFill>
                  <a:srgbClr val="E65012">
                    <a:alpha val="50000"/>
                  </a:srgbClr>
                </a:solidFill>
              </a:ln>
              <a:solidFill>
                <a:srgbClr val="E65012"/>
              </a:solidFill>
              <a:latin typeface="+mj-lt"/>
            </a:endParaRPr>
          </a:p>
        </p:txBody>
      </p:sp>
      <p:sp>
        <p:nvSpPr>
          <p:cNvPr id="35" name="Rectangle : coins arrondis 34">
            <a:extLst>
              <a:ext uri="{FF2B5EF4-FFF2-40B4-BE49-F238E27FC236}">
                <a16:creationId xmlns:a16="http://schemas.microsoft.com/office/drawing/2014/main" id="{5ACD2CC2-BAED-71CB-5DBD-EFB0A11DF1B1}"/>
              </a:ext>
            </a:extLst>
          </p:cNvPr>
          <p:cNvSpPr/>
          <p:nvPr/>
        </p:nvSpPr>
        <p:spPr>
          <a:xfrm>
            <a:off x="8872463" y="3594398"/>
            <a:ext cx="608400" cy="194400"/>
          </a:xfrm>
          <a:prstGeom prst="roundRect">
            <a:avLst/>
          </a:prstGeom>
          <a:solidFill>
            <a:schemeClr val="bg1"/>
          </a:solidFill>
          <a:ln>
            <a:solidFill>
              <a:srgbClr val="1020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ln w="12700">
                  <a:solidFill>
                    <a:srgbClr val="102031"/>
                  </a:solidFill>
                </a:ln>
                <a:solidFill>
                  <a:srgbClr val="102031"/>
                </a:solidFill>
              </a:rPr>
              <a:t>Profil</a:t>
            </a:r>
          </a:p>
        </p:txBody>
      </p:sp>
      <p:grpSp>
        <p:nvGrpSpPr>
          <p:cNvPr id="36" name="Groupe 35">
            <a:extLst>
              <a:ext uri="{FF2B5EF4-FFF2-40B4-BE49-F238E27FC236}">
                <a16:creationId xmlns:a16="http://schemas.microsoft.com/office/drawing/2014/main" id="{751189B7-43AE-B98A-566F-DE3CE5F5B0B6}"/>
              </a:ext>
            </a:extLst>
          </p:cNvPr>
          <p:cNvGrpSpPr/>
          <p:nvPr/>
        </p:nvGrpSpPr>
        <p:grpSpPr>
          <a:xfrm>
            <a:off x="8059957" y="3337696"/>
            <a:ext cx="108165" cy="108000"/>
            <a:chOff x="8997362" y="5254226"/>
            <a:chExt cx="108165" cy="108000"/>
          </a:xfrm>
        </p:grpSpPr>
        <p:sp>
          <p:nvSpPr>
            <p:cNvPr id="37" name="Ellipse 36">
              <a:extLst>
                <a:ext uri="{FF2B5EF4-FFF2-40B4-BE49-F238E27FC236}">
                  <a16:creationId xmlns:a16="http://schemas.microsoft.com/office/drawing/2014/main" id="{B8F551BC-7746-7138-ED01-DF54130A2450}"/>
                </a:ext>
              </a:extLst>
            </p:cNvPr>
            <p:cNvSpPr>
              <a:spLocks noChangeAspect="1"/>
            </p:cNvSpPr>
            <p:nvPr/>
          </p:nvSpPr>
          <p:spPr>
            <a:xfrm>
              <a:off x="8997362" y="5254226"/>
              <a:ext cx="108165" cy="10800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Ellipse 38">
              <a:extLst>
                <a:ext uri="{FF2B5EF4-FFF2-40B4-BE49-F238E27FC236}">
                  <a16:creationId xmlns:a16="http://schemas.microsoft.com/office/drawing/2014/main" id="{0EC8689D-2944-00EC-4063-349B4F521DF3}"/>
                </a:ext>
              </a:extLst>
            </p:cNvPr>
            <p:cNvSpPr>
              <a:spLocks noChangeAspect="1"/>
            </p:cNvSpPr>
            <p:nvPr/>
          </p:nvSpPr>
          <p:spPr>
            <a:xfrm>
              <a:off x="9015444" y="5272281"/>
              <a:ext cx="72000" cy="71890"/>
            </a:xfrm>
            <a:prstGeom prst="ellipse">
              <a:avLst/>
            </a:prstGeom>
            <a:solidFill>
              <a:srgbClr val="102031"/>
            </a:solidFill>
            <a:ln>
              <a:solidFill>
                <a:srgbClr val="1020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41" name="Groupe 40">
            <a:extLst>
              <a:ext uri="{FF2B5EF4-FFF2-40B4-BE49-F238E27FC236}">
                <a16:creationId xmlns:a16="http://schemas.microsoft.com/office/drawing/2014/main" id="{2AB3CDBD-D0C4-E69F-E37D-32BC9B80C259}"/>
              </a:ext>
            </a:extLst>
          </p:cNvPr>
          <p:cNvGrpSpPr/>
          <p:nvPr/>
        </p:nvGrpSpPr>
        <p:grpSpPr>
          <a:xfrm>
            <a:off x="10075747" y="3301751"/>
            <a:ext cx="108165" cy="108000"/>
            <a:chOff x="8997362" y="5254226"/>
            <a:chExt cx="108165" cy="108000"/>
          </a:xfrm>
        </p:grpSpPr>
        <p:sp>
          <p:nvSpPr>
            <p:cNvPr id="43" name="Ellipse 42">
              <a:extLst>
                <a:ext uri="{FF2B5EF4-FFF2-40B4-BE49-F238E27FC236}">
                  <a16:creationId xmlns:a16="http://schemas.microsoft.com/office/drawing/2014/main" id="{2507833E-70DF-F84D-57F0-8B79C871F6AF}"/>
                </a:ext>
              </a:extLst>
            </p:cNvPr>
            <p:cNvSpPr>
              <a:spLocks noChangeAspect="1"/>
            </p:cNvSpPr>
            <p:nvPr/>
          </p:nvSpPr>
          <p:spPr>
            <a:xfrm>
              <a:off x="8997362" y="5254226"/>
              <a:ext cx="108165" cy="10800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Ellipse 43">
              <a:extLst>
                <a:ext uri="{FF2B5EF4-FFF2-40B4-BE49-F238E27FC236}">
                  <a16:creationId xmlns:a16="http://schemas.microsoft.com/office/drawing/2014/main" id="{DCAB352F-7E32-A272-3CBD-08AA5C13B85A}"/>
                </a:ext>
              </a:extLst>
            </p:cNvPr>
            <p:cNvSpPr>
              <a:spLocks noChangeAspect="1"/>
            </p:cNvSpPr>
            <p:nvPr/>
          </p:nvSpPr>
          <p:spPr>
            <a:xfrm>
              <a:off x="9015444" y="5272281"/>
              <a:ext cx="72000" cy="71890"/>
            </a:xfrm>
            <a:prstGeom prst="ellipse">
              <a:avLst/>
            </a:prstGeom>
            <a:solidFill>
              <a:srgbClr val="102031"/>
            </a:solidFill>
            <a:ln>
              <a:solidFill>
                <a:srgbClr val="1020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cxnSp>
        <p:nvCxnSpPr>
          <p:cNvPr id="45" name="Connecteur : en angle 87">
            <a:extLst>
              <a:ext uri="{FF2B5EF4-FFF2-40B4-BE49-F238E27FC236}">
                <a16:creationId xmlns:a16="http://schemas.microsoft.com/office/drawing/2014/main" id="{30387E14-8838-98BA-3A8E-1DE1F5A70CA2}"/>
              </a:ext>
            </a:extLst>
          </p:cNvPr>
          <p:cNvCxnSpPr>
            <a:cxnSpLocks/>
            <a:stCxn id="35" idx="1"/>
            <a:endCxn id="37" idx="4"/>
          </p:cNvCxnSpPr>
          <p:nvPr/>
        </p:nvCxnSpPr>
        <p:spPr>
          <a:xfrm rot="10800000">
            <a:off x="8114041" y="3445696"/>
            <a:ext cx="758423" cy="245902"/>
          </a:xfrm>
          <a:prstGeom prst="curvedConnector2">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 name="Connecteur : en angle 89">
            <a:extLst>
              <a:ext uri="{FF2B5EF4-FFF2-40B4-BE49-F238E27FC236}">
                <a16:creationId xmlns:a16="http://schemas.microsoft.com/office/drawing/2014/main" id="{E8661B9E-42E7-3B3E-9060-18D3C394F882}"/>
              </a:ext>
            </a:extLst>
          </p:cNvPr>
          <p:cNvCxnSpPr>
            <a:cxnSpLocks/>
            <a:stCxn id="35" idx="3"/>
            <a:endCxn id="43" idx="4"/>
          </p:cNvCxnSpPr>
          <p:nvPr/>
        </p:nvCxnSpPr>
        <p:spPr>
          <a:xfrm flipV="1">
            <a:off x="9480863" y="3409751"/>
            <a:ext cx="648967" cy="281847"/>
          </a:xfrm>
          <a:prstGeom prst="curvedConnector2">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52" name="ZoneTexte 51">
            <a:extLst>
              <a:ext uri="{FF2B5EF4-FFF2-40B4-BE49-F238E27FC236}">
                <a16:creationId xmlns:a16="http://schemas.microsoft.com/office/drawing/2014/main" id="{B2CE09D5-0593-6D01-DD0F-31E4B2DB488D}"/>
              </a:ext>
            </a:extLst>
          </p:cNvPr>
          <p:cNvSpPr txBox="1"/>
          <p:nvPr/>
        </p:nvSpPr>
        <p:spPr>
          <a:xfrm>
            <a:off x="8790582" y="3776525"/>
            <a:ext cx="1891703" cy="745845"/>
          </a:xfrm>
          <a:prstGeom prst="rect">
            <a:avLst/>
          </a:prstGeom>
          <a:noFill/>
        </p:spPr>
        <p:txBody>
          <a:bodyPr wrap="square" rtlCol="0">
            <a:spAutoFit/>
          </a:bodyPr>
          <a:lstStyle/>
          <a:p>
            <a:pPr algn="l">
              <a:lnSpc>
                <a:spcPct val="70000"/>
              </a:lnSpc>
            </a:pPr>
            <a:r>
              <a:rPr lang="fr-FR" sz="1200" dirty="0">
                <a:ln w="6985">
                  <a:solidFill>
                    <a:srgbClr val="102031">
                      <a:alpha val="50000"/>
                    </a:srgbClr>
                  </a:solidFill>
                </a:ln>
                <a:solidFill>
                  <a:srgbClr val="102031"/>
                </a:solidFill>
                <a:latin typeface="+mj-lt"/>
              </a:rPr>
              <a:t>Notion de profil applicatif : regroupement au sein d’un service de plusieurs droits selon un modèle partagé par plusieurs comptes</a:t>
            </a:r>
          </a:p>
        </p:txBody>
      </p:sp>
    </p:spTree>
    <p:extLst>
      <p:ext uri="{BB962C8B-B14F-4D97-AF65-F5344CB8AC3E}">
        <p14:creationId xmlns:p14="http://schemas.microsoft.com/office/powerpoint/2010/main" val="47253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1D01C-13FC-C7E1-4DB3-CEA50BCF401E}"/>
            </a:ext>
          </a:extLst>
        </p:cNvPr>
        <p:cNvGrpSpPr/>
        <p:nvPr/>
      </p:nvGrpSpPr>
      <p:grpSpPr>
        <a:xfrm>
          <a:off x="0" y="0"/>
          <a:ext cx="0" cy="0"/>
          <a:chOff x="0" y="0"/>
          <a:chExt cx="0" cy="0"/>
        </a:xfrm>
      </p:grpSpPr>
      <p:sp>
        <p:nvSpPr>
          <p:cNvPr id="5" name="Titre 4">
            <a:extLst>
              <a:ext uri="{FF2B5EF4-FFF2-40B4-BE49-F238E27FC236}">
                <a16:creationId xmlns:a16="http://schemas.microsoft.com/office/drawing/2014/main" id="{CC19A80C-1B17-5EAE-8CA7-B3DE0A7DE3F9}"/>
              </a:ext>
            </a:extLst>
          </p:cNvPr>
          <p:cNvSpPr>
            <a:spLocks noGrp="1"/>
          </p:cNvSpPr>
          <p:nvPr>
            <p:ph type="title"/>
          </p:nvPr>
        </p:nvSpPr>
        <p:spPr>
          <a:noFill/>
        </p:spPr>
        <p:txBody>
          <a:bodyPr wrap="square" rtlCol="0">
            <a:spAutoFit/>
          </a:bodyPr>
          <a:lstStyle/>
          <a:p>
            <a:r>
              <a:rPr lang="fr-FR" dirty="0"/>
              <a:t>identité </a:t>
            </a:r>
          </a:p>
        </p:txBody>
      </p:sp>
      <p:sp>
        <p:nvSpPr>
          <p:cNvPr id="6" name="Espace réservé du texte 5">
            <a:extLst>
              <a:ext uri="{FF2B5EF4-FFF2-40B4-BE49-F238E27FC236}">
                <a16:creationId xmlns:a16="http://schemas.microsoft.com/office/drawing/2014/main" id="{A161C1F5-5D84-8F5E-17C9-51CE832F9802}"/>
              </a:ext>
            </a:extLst>
          </p:cNvPr>
          <p:cNvSpPr>
            <a:spLocks noGrp="1"/>
          </p:cNvSpPr>
          <p:nvPr>
            <p:ph type="body" sz="quarter" idx="10"/>
          </p:nvPr>
        </p:nvSpPr>
        <p:spPr>
          <a:xfrm>
            <a:off x="924539" y="790043"/>
            <a:ext cx="3282502" cy="286232"/>
          </a:xfrm>
          <a:noFill/>
        </p:spPr>
        <p:txBody>
          <a:bodyPr wrap="none" rtlCol="0">
            <a:spAutoFit/>
          </a:bodyPr>
          <a:lstStyle/>
          <a:p>
            <a:r>
              <a:rPr lang="fr-FR" dirty="0"/>
              <a:t>De la personne physique aux droits d’accès</a:t>
            </a:r>
          </a:p>
        </p:txBody>
      </p:sp>
      <p:sp>
        <p:nvSpPr>
          <p:cNvPr id="7" name="Espace réservé du texte 6">
            <a:extLst>
              <a:ext uri="{FF2B5EF4-FFF2-40B4-BE49-F238E27FC236}">
                <a16:creationId xmlns:a16="http://schemas.microsoft.com/office/drawing/2014/main" id="{7D14B39A-B2EA-F2C7-4BA7-0975B93146FA}"/>
              </a:ext>
            </a:extLst>
          </p:cNvPr>
          <p:cNvSpPr>
            <a:spLocks noGrp="1"/>
          </p:cNvSpPr>
          <p:nvPr>
            <p:ph type="body" sz="quarter" idx="11"/>
          </p:nvPr>
        </p:nvSpPr>
        <p:spPr>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fr-FR" dirty="0">
                <a:solidFill>
                  <a:srgbClr val="6B8DE7"/>
                </a:solidFill>
              </a:rPr>
              <a:t>04</a:t>
            </a:r>
          </a:p>
        </p:txBody>
      </p:sp>
      <p:sp>
        <p:nvSpPr>
          <p:cNvPr id="2" name="ZoneTexte 1">
            <a:extLst>
              <a:ext uri="{FF2B5EF4-FFF2-40B4-BE49-F238E27FC236}">
                <a16:creationId xmlns:a16="http://schemas.microsoft.com/office/drawing/2014/main" id="{62161188-8E99-7438-6EC6-6E8C11E3ADE0}"/>
              </a:ext>
            </a:extLst>
          </p:cNvPr>
          <p:cNvSpPr txBox="1"/>
          <p:nvPr>
            <p:custDataLst>
              <p:tags r:id="rId1"/>
            </p:custDataLst>
          </p:nvPr>
        </p:nvSpPr>
        <p:spPr>
          <a:xfrm>
            <a:off x="8971729" y="0"/>
            <a:ext cx="918841" cy="454355"/>
          </a:xfrm>
          <a:prstGeom prst="rect">
            <a:avLst/>
          </a:prstGeom>
          <a:noFill/>
        </p:spPr>
        <p:txBody>
          <a:bodyPr wrap="none" rtlCol="0">
            <a:spAutoFit/>
          </a:bodyPr>
          <a:lstStyle/>
          <a:p>
            <a:pPr algn="ctr">
              <a:lnSpc>
                <a:spcPct val="70000"/>
              </a:lnSpc>
            </a:pPr>
            <a:r>
              <a:rPr lang="fr-FR" sz="1100" b="1" dirty="0">
                <a:latin typeface="Avenir Book" panose="02000503020000020003" pitchFamily="2" charset="0"/>
              </a:rPr>
              <a:t>Populations </a:t>
            </a:r>
          </a:p>
          <a:p>
            <a:pPr algn="ctr">
              <a:lnSpc>
                <a:spcPct val="70000"/>
              </a:lnSpc>
            </a:pPr>
            <a:r>
              <a:rPr lang="fr-FR" sz="1100" b="1" dirty="0">
                <a:latin typeface="Avenir Book" panose="02000503020000020003" pitchFamily="2" charset="0"/>
              </a:rPr>
              <a:t>gérées</a:t>
            </a:r>
          </a:p>
          <a:p>
            <a:pPr algn="ctr">
              <a:lnSpc>
                <a:spcPct val="70000"/>
              </a:lnSpc>
            </a:pPr>
            <a:r>
              <a:rPr lang="fr-FR" sz="1100" b="1" dirty="0">
                <a:latin typeface="Avenir Book" panose="02000503020000020003" pitchFamily="2" charset="0"/>
              </a:rPr>
              <a:t>dans l’IAM</a:t>
            </a:r>
          </a:p>
        </p:txBody>
      </p:sp>
      <p:pic>
        <p:nvPicPr>
          <p:cNvPr id="33" name="Image 32" descr="Une image contenant noir, obscurité&#10;&#10;Description générée automatiquement">
            <a:extLst>
              <a:ext uri="{FF2B5EF4-FFF2-40B4-BE49-F238E27FC236}">
                <a16:creationId xmlns:a16="http://schemas.microsoft.com/office/drawing/2014/main" id="{BCB180F2-C812-B8C9-B00B-A316CEB9CC89}"/>
              </a:ext>
            </a:extLst>
          </p:cNvPr>
          <p:cNvPicPr>
            <a:picLocks noChangeAspect="1"/>
          </p:cNvPicPr>
          <p:nvPr/>
        </p:nvPicPr>
        <p:blipFill>
          <a:blip r:embed="rId3"/>
          <a:stretch>
            <a:fillRect/>
          </a:stretch>
        </p:blipFill>
        <p:spPr>
          <a:xfrm>
            <a:off x="1390704" y="1158198"/>
            <a:ext cx="8923867" cy="2762958"/>
          </a:xfrm>
          <a:prstGeom prst="rect">
            <a:avLst/>
          </a:prstGeom>
        </p:spPr>
      </p:pic>
      <p:sp>
        <p:nvSpPr>
          <p:cNvPr id="34" name="Titre 4">
            <a:extLst>
              <a:ext uri="{FF2B5EF4-FFF2-40B4-BE49-F238E27FC236}">
                <a16:creationId xmlns:a16="http://schemas.microsoft.com/office/drawing/2014/main" id="{C26B319B-2761-6D2B-4E40-A71C847D8AA6}"/>
              </a:ext>
            </a:extLst>
          </p:cNvPr>
          <p:cNvSpPr txBox="1"/>
          <p:nvPr/>
        </p:nvSpPr>
        <p:spPr>
          <a:xfrm>
            <a:off x="1301055" y="4158707"/>
            <a:ext cx="5028025" cy="2019335"/>
          </a:xfrm>
          <a:prstGeom prst="rect">
            <a:avLst/>
          </a:prstGeom>
        </p:spPr>
        <p:txBody>
          <a:bodyPr vert="horz" wrap="square" lIns="91440" tIns="45720" rIns="91440" bIns="45720" rtlCol="0" anchor="t" anchorCtr="0">
            <a:spAutoFit/>
          </a:bodyPr>
          <a:lstStyle>
            <a:lvl1pPr algn="l" defTabSz="914400" rtl="0" eaLnBrk="1" latinLnBrk="0" hangingPunct="1">
              <a:lnSpc>
                <a:spcPct val="90000"/>
              </a:lnSpc>
              <a:spcBef>
                <a:spcPct val="0"/>
              </a:spcBef>
              <a:buNone/>
              <a:defRPr sz="3600" b="0" kern="1200">
                <a:solidFill>
                  <a:schemeClr val="accent3"/>
                </a:solidFill>
                <a:latin typeface="+mj-lt"/>
                <a:ea typeface="+mj-ea"/>
                <a:cs typeface="+mj-cs"/>
              </a:defRPr>
            </a:lvl1pPr>
          </a:lstStyle>
          <a:p>
            <a:pPr marL="296550" indent="-285750">
              <a:lnSpc>
                <a:spcPct val="65000"/>
              </a:lnSpc>
              <a:spcAft>
                <a:spcPts val="600"/>
              </a:spcAft>
              <a:buBlip>
                <a:blip r:embed="rId4"/>
              </a:buBlip>
            </a:pPr>
            <a:r>
              <a:rPr lang="fr-FR" sz="1600" dirty="0">
                <a:ln w="9525">
                  <a:solidFill>
                    <a:schemeClr val="accent6">
                      <a:lumMod val="60000"/>
                      <a:lumOff val="40000"/>
                    </a:schemeClr>
                  </a:solidFill>
                </a:ln>
                <a:solidFill>
                  <a:schemeClr val="accent6">
                    <a:lumMod val="75000"/>
                  </a:schemeClr>
                </a:solidFill>
                <a:latin typeface="Avenir Book"/>
              </a:rPr>
              <a:t>Le modèle envisagé prévoit qu’une personne physique puisse détenir plusieurs identités. Chaque identité peut cohabiter avec l’autre pendant leur durée de vue. Le compte, et toutes les entités, reliées restent propres à l’identité. </a:t>
            </a:r>
          </a:p>
          <a:p>
            <a:pPr marL="296550" indent="-285750">
              <a:lnSpc>
                <a:spcPct val="65000"/>
              </a:lnSpc>
              <a:spcAft>
                <a:spcPts val="600"/>
              </a:spcAft>
              <a:buBlip>
                <a:blip r:embed="rId4"/>
              </a:buBlip>
            </a:pPr>
            <a:r>
              <a:rPr lang="fr-FR" sz="1600" dirty="0">
                <a:ln w="9525">
                  <a:solidFill>
                    <a:schemeClr val="accent6">
                      <a:lumMod val="60000"/>
                      <a:lumOff val="40000"/>
                    </a:schemeClr>
                  </a:solidFill>
                </a:ln>
                <a:solidFill>
                  <a:schemeClr val="accent6">
                    <a:lumMod val="75000"/>
                  </a:schemeClr>
                </a:solidFill>
                <a:latin typeface="Avenir Book"/>
              </a:rPr>
              <a:t>Un compte donné est donc relié à une et une seule identité.</a:t>
            </a:r>
          </a:p>
          <a:p>
            <a:pPr marL="296550" indent="-285750">
              <a:lnSpc>
                <a:spcPct val="65000"/>
              </a:lnSpc>
              <a:spcAft>
                <a:spcPts val="600"/>
              </a:spcAft>
              <a:buBlip>
                <a:blip r:embed="rId4"/>
              </a:buBlip>
            </a:pPr>
            <a:r>
              <a:rPr lang="fr-FR" sz="1600" dirty="0">
                <a:ln w="9525">
                  <a:solidFill>
                    <a:schemeClr val="accent6">
                      <a:lumMod val="60000"/>
                      <a:lumOff val="40000"/>
                    </a:schemeClr>
                  </a:solidFill>
                </a:ln>
                <a:solidFill>
                  <a:schemeClr val="accent6">
                    <a:lumMod val="75000"/>
                  </a:schemeClr>
                </a:solidFill>
                <a:latin typeface="Avenir Book"/>
              </a:rPr>
              <a:t>La notion de rôle est définie de manière indépendante de l’identité, puisqu’il s’appuie sur une définition organisationnelle, c’est-à-dire un rôle dans la structure BYCN incluant la filière.</a:t>
            </a:r>
          </a:p>
        </p:txBody>
      </p:sp>
      <p:sp>
        <p:nvSpPr>
          <p:cNvPr id="37" name="Titre 4">
            <a:extLst>
              <a:ext uri="{FF2B5EF4-FFF2-40B4-BE49-F238E27FC236}">
                <a16:creationId xmlns:a16="http://schemas.microsoft.com/office/drawing/2014/main" id="{4FF00468-1629-1CB7-BD54-DBE7E2BAE97F}"/>
              </a:ext>
            </a:extLst>
          </p:cNvPr>
          <p:cNvSpPr txBox="1"/>
          <p:nvPr/>
        </p:nvSpPr>
        <p:spPr>
          <a:xfrm>
            <a:off x="6626093" y="4182059"/>
            <a:ext cx="5028025" cy="1776192"/>
          </a:xfrm>
          <a:prstGeom prst="rect">
            <a:avLst/>
          </a:prstGeom>
        </p:spPr>
        <p:txBody>
          <a:bodyPr vert="horz" wrap="square" lIns="91440" tIns="45720" rIns="91440" bIns="45720" rtlCol="0" anchor="t" anchorCtr="0">
            <a:spAutoFit/>
          </a:bodyPr>
          <a:lstStyle>
            <a:lvl1pPr algn="l" defTabSz="914400" rtl="0" eaLnBrk="1" latinLnBrk="0" hangingPunct="1">
              <a:lnSpc>
                <a:spcPct val="90000"/>
              </a:lnSpc>
              <a:spcBef>
                <a:spcPct val="0"/>
              </a:spcBef>
              <a:buNone/>
              <a:defRPr sz="3600" b="0" kern="1200">
                <a:solidFill>
                  <a:schemeClr val="accent3"/>
                </a:solidFill>
                <a:latin typeface="+mj-lt"/>
                <a:ea typeface="+mj-ea"/>
                <a:cs typeface="+mj-cs"/>
              </a:defRPr>
            </a:lvl1pPr>
          </a:lstStyle>
          <a:p>
            <a:pPr marL="296550" indent="-285750">
              <a:lnSpc>
                <a:spcPct val="65000"/>
              </a:lnSpc>
              <a:spcAft>
                <a:spcPts val="600"/>
              </a:spcAft>
              <a:buBlip>
                <a:blip r:embed="rId4"/>
              </a:buBlip>
            </a:pPr>
            <a:r>
              <a:rPr lang="fr-FR" sz="1600" dirty="0">
                <a:ln w="9525">
                  <a:solidFill>
                    <a:schemeClr val="accent6">
                      <a:lumMod val="60000"/>
                      <a:lumOff val="40000"/>
                    </a:schemeClr>
                  </a:solidFill>
                </a:ln>
                <a:solidFill>
                  <a:schemeClr val="accent6">
                    <a:lumMod val="75000"/>
                  </a:schemeClr>
                </a:solidFill>
                <a:latin typeface="Avenir Book"/>
              </a:rPr>
              <a:t>Profil et Droit sont représentés comme un modèle possible d’implantation. </a:t>
            </a:r>
          </a:p>
          <a:p>
            <a:pPr marL="296550" indent="-285750">
              <a:lnSpc>
                <a:spcPct val="65000"/>
              </a:lnSpc>
              <a:spcAft>
                <a:spcPts val="600"/>
              </a:spcAft>
              <a:buBlip>
                <a:blip r:embed="rId4"/>
              </a:buBlip>
            </a:pPr>
            <a:r>
              <a:rPr lang="fr-FR" sz="1600" dirty="0">
                <a:ln w="9525">
                  <a:solidFill>
                    <a:schemeClr val="accent6">
                      <a:lumMod val="60000"/>
                      <a:lumOff val="40000"/>
                    </a:schemeClr>
                  </a:solidFill>
                </a:ln>
                <a:solidFill>
                  <a:schemeClr val="accent6">
                    <a:lumMod val="75000"/>
                  </a:schemeClr>
                </a:solidFill>
                <a:latin typeface="Avenir Book"/>
              </a:rPr>
              <a:t>Cette représentation permet, en outre, de s’appuyer sur des éléments de langage commun.</a:t>
            </a:r>
          </a:p>
          <a:p>
            <a:pPr marL="296550" indent="-285750">
              <a:lnSpc>
                <a:spcPct val="65000"/>
              </a:lnSpc>
              <a:spcAft>
                <a:spcPts val="600"/>
              </a:spcAft>
              <a:buBlip>
                <a:blip r:embed="rId4"/>
              </a:buBlip>
            </a:pPr>
            <a:r>
              <a:rPr lang="fr-FR" sz="1600" dirty="0">
                <a:ln w="9525">
                  <a:solidFill>
                    <a:schemeClr val="accent6">
                      <a:lumMod val="60000"/>
                      <a:lumOff val="40000"/>
                    </a:schemeClr>
                  </a:solidFill>
                </a:ln>
                <a:solidFill>
                  <a:schemeClr val="accent6">
                    <a:lumMod val="75000"/>
                  </a:schemeClr>
                </a:solidFill>
                <a:latin typeface="Avenir Book"/>
              </a:rPr>
              <a:t>L’item Droit représenté ne dit rien sur la granularité de ce qui sera implémenté. En revanche, il semble acquis que l’IAM portera des droits regroupés en Profil, directement dépendant des rôles associés au compte.</a:t>
            </a:r>
          </a:p>
          <a:p>
            <a:pPr marL="296550" indent="-285750">
              <a:lnSpc>
                <a:spcPct val="65000"/>
              </a:lnSpc>
              <a:spcAft>
                <a:spcPts val="600"/>
              </a:spcAft>
              <a:buBlip>
                <a:blip r:embed="rId4"/>
              </a:buBlip>
            </a:pPr>
            <a:endParaRPr lang="fr-FR" sz="1600" dirty="0">
              <a:ln w="9525">
                <a:solidFill>
                  <a:schemeClr val="accent6">
                    <a:lumMod val="60000"/>
                    <a:lumOff val="40000"/>
                  </a:schemeClr>
                </a:solidFill>
              </a:ln>
              <a:solidFill>
                <a:schemeClr val="accent6">
                  <a:lumMod val="75000"/>
                </a:schemeClr>
              </a:solidFill>
              <a:latin typeface="Avenir Book"/>
            </a:endParaRPr>
          </a:p>
        </p:txBody>
      </p:sp>
      <p:sp>
        <p:nvSpPr>
          <p:cNvPr id="40" name="Graphique 38">
            <a:extLst>
              <a:ext uri="{FF2B5EF4-FFF2-40B4-BE49-F238E27FC236}">
                <a16:creationId xmlns:a16="http://schemas.microsoft.com/office/drawing/2014/main" id="{279C16AF-E0B9-9266-E9AC-88507CFA96D2}"/>
              </a:ext>
            </a:extLst>
          </p:cNvPr>
          <p:cNvSpPr>
            <a:spLocks noChangeAspect="1"/>
          </p:cNvSpPr>
          <p:nvPr/>
        </p:nvSpPr>
        <p:spPr>
          <a:xfrm>
            <a:off x="721348" y="4449911"/>
            <a:ext cx="1159413" cy="1240488"/>
          </a:xfrm>
          <a:custGeom>
            <a:avLst/>
            <a:gdLst>
              <a:gd name="connsiteX0" fmla="*/ 236764 w 937950"/>
              <a:gd name="connsiteY0" fmla="*/ 608214 h 1003539"/>
              <a:gd name="connsiteX1" fmla="*/ 187074 w 937950"/>
              <a:gd name="connsiteY1" fmla="*/ 556518 h 1003539"/>
              <a:gd name="connsiteX2" fmla="*/ 121418 w 937950"/>
              <a:gd name="connsiteY2" fmla="*/ 343650 h 1003539"/>
              <a:gd name="connsiteX3" fmla="*/ 473529 w 937950"/>
              <a:gd name="connsiteY3" fmla="*/ 22 h 1003539"/>
              <a:gd name="connsiteX4" fmla="*/ 718883 w 937950"/>
              <a:gd name="connsiteY4" fmla="*/ 103688 h 1003539"/>
              <a:gd name="connsiteX5" fmla="*/ 801356 w 937950"/>
              <a:gd name="connsiteY5" fmla="*/ 462248 h 1003539"/>
              <a:gd name="connsiteX6" fmla="*/ 704222 w 937950"/>
              <a:gd name="connsiteY6" fmla="*/ 608214 h 1003539"/>
              <a:gd name="connsiteX7" fmla="*/ 789214 w 937950"/>
              <a:gd name="connsiteY7" fmla="*/ 669551 h 1003539"/>
              <a:gd name="connsiteX8" fmla="*/ 937951 w 937950"/>
              <a:gd name="connsiteY8" fmla="*/ 1003539 h 1003539"/>
              <a:gd name="connsiteX9" fmla="*/ 843852 w 937950"/>
              <a:gd name="connsiteY9" fmla="*/ 1003539 h 1003539"/>
              <a:gd name="connsiteX10" fmla="*/ 707257 w 937950"/>
              <a:gd name="connsiteY10" fmla="*/ 727694 h 1003539"/>
              <a:gd name="connsiteX11" fmla="*/ 643513 w 937950"/>
              <a:gd name="connsiteY11" fmla="*/ 685211 h 1003539"/>
              <a:gd name="connsiteX12" fmla="*/ 610123 w 937950"/>
              <a:gd name="connsiteY12" fmla="*/ 675450 h 1003539"/>
              <a:gd name="connsiteX13" fmla="*/ 546379 w 937950"/>
              <a:gd name="connsiteY13" fmla="*/ 695125 h 1003539"/>
              <a:gd name="connsiteX14" fmla="*/ 443174 w 937950"/>
              <a:gd name="connsiteY14" fmla="*/ 702484 h 1003539"/>
              <a:gd name="connsiteX15" fmla="*/ 367288 w 937950"/>
              <a:gd name="connsiteY15" fmla="*/ 688283 h 1003539"/>
              <a:gd name="connsiteX16" fmla="*/ 321757 w 937950"/>
              <a:gd name="connsiteY16" fmla="*/ 675450 h 1003539"/>
              <a:gd name="connsiteX17" fmla="*/ 230693 w 937950"/>
              <a:gd name="connsiteY17" fmla="*/ 729610 h 1003539"/>
              <a:gd name="connsiteX18" fmla="*/ 94099 w 937950"/>
              <a:gd name="connsiteY18" fmla="*/ 1003539 h 1003539"/>
              <a:gd name="connsiteX19" fmla="*/ 0 w 937950"/>
              <a:gd name="connsiteY19" fmla="*/ 1003539 h 1003539"/>
              <a:gd name="connsiteX20" fmla="*/ 148737 w 937950"/>
              <a:gd name="connsiteY20" fmla="*/ 672348 h 1003539"/>
              <a:gd name="connsiteX21" fmla="*/ 236764 w 937950"/>
              <a:gd name="connsiteY21" fmla="*/ 608214 h 1003539"/>
              <a:gd name="connsiteX22" fmla="*/ 470493 w 937950"/>
              <a:gd name="connsiteY22" fmla="*/ 96451 h 1003539"/>
              <a:gd name="connsiteX23" fmla="*/ 358182 w 937950"/>
              <a:gd name="connsiteY23" fmla="*/ 121082 h 1003539"/>
              <a:gd name="connsiteX24" fmla="*/ 275982 w 937950"/>
              <a:gd name="connsiteY24" fmla="*/ 185520 h 1003539"/>
              <a:gd name="connsiteX25" fmla="*/ 288640 w 937950"/>
              <a:gd name="connsiteY25" fmla="*/ 532069 h 1003539"/>
              <a:gd name="connsiteX26" fmla="*/ 379430 w 937950"/>
              <a:gd name="connsiteY26" fmla="*/ 591641 h 1003539"/>
              <a:gd name="connsiteX27" fmla="*/ 479599 w 937950"/>
              <a:gd name="connsiteY27" fmla="*/ 608214 h 1003539"/>
              <a:gd name="connsiteX28" fmla="*/ 582804 w 937950"/>
              <a:gd name="connsiteY28" fmla="*/ 581575 h 1003539"/>
              <a:gd name="connsiteX29" fmla="*/ 703281 w 937950"/>
              <a:gd name="connsiteY29" fmla="*/ 246340 h 1003539"/>
              <a:gd name="connsiteX30" fmla="*/ 528167 w 937950"/>
              <a:gd name="connsiteY30" fmla="*/ 102380 h 1003539"/>
              <a:gd name="connsiteX31" fmla="*/ 470493 w 937950"/>
              <a:gd name="connsiteY31" fmla="*/ 96451 h 1003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37950" h="1003539">
                <a:moveTo>
                  <a:pt x="236764" y="608214"/>
                </a:moveTo>
                <a:cubicBezTo>
                  <a:pt x="217611" y="599061"/>
                  <a:pt x="199793" y="573669"/>
                  <a:pt x="187074" y="556518"/>
                </a:cubicBezTo>
                <a:cubicBezTo>
                  <a:pt x="142150" y="495942"/>
                  <a:pt x="120568" y="418671"/>
                  <a:pt x="121418" y="343650"/>
                </a:cubicBezTo>
                <a:cubicBezTo>
                  <a:pt x="123633" y="153043"/>
                  <a:pt x="283935" y="-2107"/>
                  <a:pt x="473529" y="22"/>
                </a:cubicBezTo>
                <a:cubicBezTo>
                  <a:pt x="562467" y="1056"/>
                  <a:pt x="656717" y="39524"/>
                  <a:pt x="718883" y="103688"/>
                </a:cubicBezTo>
                <a:cubicBezTo>
                  <a:pt x="810432" y="198140"/>
                  <a:pt x="843427" y="337295"/>
                  <a:pt x="801356" y="462248"/>
                </a:cubicBezTo>
                <a:cubicBezTo>
                  <a:pt x="786422" y="506524"/>
                  <a:pt x="744351" y="584738"/>
                  <a:pt x="704222" y="608214"/>
                </a:cubicBezTo>
                <a:cubicBezTo>
                  <a:pt x="737369" y="628133"/>
                  <a:pt x="760165" y="643277"/>
                  <a:pt x="789214" y="669551"/>
                </a:cubicBezTo>
                <a:cubicBezTo>
                  <a:pt x="882068" y="753572"/>
                  <a:pt x="937951" y="878191"/>
                  <a:pt x="937951" y="1003539"/>
                </a:cubicBezTo>
                <a:cubicBezTo>
                  <a:pt x="937951" y="1003539"/>
                  <a:pt x="843852" y="1003539"/>
                  <a:pt x="843852" y="1003539"/>
                </a:cubicBezTo>
                <a:cubicBezTo>
                  <a:pt x="843761" y="897197"/>
                  <a:pt x="786816" y="795082"/>
                  <a:pt x="707257" y="727694"/>
                </a:cubicBezTo>
                <a:cubicBezTo>
                  <a:pt x="689409" y="712580"/>
                  <a:pt x="664276" y="696159"/>
                  <a:pt x="643513" y="685211"/>
                </a:cubicBezTo>
                <a:cubicBezTo>
                  <a:pt x="633891" y="680133"/>
                  <a:pt x="621233" y="673656"/>
                  <a:pt x="610123" y="675450"/>
                </a:cubicBezTo>
                <a:cubicBezTo>
                  <a:pt x="610123" y="675450"/>
                  <a:pt x="546379" y="695125"/>
                  <a:pt x="546379" y="695125"/>
                </a:cubicBezTo>
                <a:cubicBezTo>
                  <a:pt x="506008" y="704157"/>
                  <a:pt x="483788" y="702940"/>
                  <a:pt x="443174" y="702484"/>
                </a:cubicBezTo>
                <a:cubicBezTo>
                  <a:pt x="420712" y="702210"/>
                  <a:pt x="388718" y="695277"/>
                  <a:pt x="367288" y="688283"/>
                </a:cubicBezTo>
                <a:cubicBezTo>
                  <a:pt x="356057" y="684603"/>
                  <a:pt x="332047" y="673838"/>
                  <a:pt x="321757" y="675450"/>
                </a:cubicBezTo>
                <a:cubicBezTo>
                  <a:pt x="300326" y="678825"/>
                  <a:pt x="248208" y="715135"/>
                  <a:pt x="230693" y="729610"/>
                </a:cubicBezTo>
                <a:cubicBezTo>
                  <a:pt x="152258" y="794443"/>
                  <a:pt x="94190" y="900116"/>
                  <a:pt x="94099" y="1003539"/>
                </a:cubicBezTo>
                <a:cubicBezTo>
                  <a:pt x="94099" y="1003539"/>
                  <a:pt x="0" y="1003539"/>
                  <a:pt x="0" y="1003539"/>
                </a:cubicBezTo>
                <a:cubicBezTo>
                  <a:pt x="0" y="881445"/>
                  <a:pt x="60253" y="754910"/>
                  <a:pt x="148737" y="672348"/>
                </a:cubicBezTo>
                <a:cubicBezTo>
                  <a:pt x="175388" y="647473"/>
                  <a:pt x="205651" y="626977"/>
                  <a:pt x="236764" y="608214"/>
                </a:cubicBezTo>
                <a:close/>
                <a:moveTo>
                  <a:pt x="470493" y="96451"/>
                </a:moveTo>
                <a:cubicBezTo>
                  <a:pt x="430456" y="97332"/>
                  <a:pt x="394577" y="102958"/>
                  <a:pt x="358182" y="121082"/>
                </a:cubicBezTo>
                <a:cubicBezTo>
                  <a:pt x="327129" y="136530"/>
                  <a:pt x="298171" y="158912"/>
                  <a:pt x="275982" y="185520"/>
                </a:cubicBezTo>
                <a:cubicBezTo>
                  <a:pt x="191172" y="287241"/>
                  <a:pt x="196059" y="436734"/>
                  <a:pt x="288640" y="532069"/>
                </a:cubicBezTo>
                <a:cubicBezTo>
                  <a:pt x="312438" y="556579"/>
                  <a:pt x="347740" y="578808"/>
                  <a:pt x="379430" y="591641"/>
                </a:cubicBezTo>
                <a:cubicBezTo>
                  <a:pt x="412273" y="604930"/>
                  <a:pt x="444571" y="608610"/>
                  <a:pt x="479599" y="608214"/>
                </a:cubicBezTo>
                <a:cubicBezTo>
                  <a:pt x="514993" y="607789"/>
                  <a:pt x="551297" y="597358"/>
                  <a:pt x="582804" y="581575"/>
                </a:cubicBezTo>
                <a:cubicBezTo>
                  <a:pt x="706074" y="519813"/>
                  <a:pt x="760013" y="372388"/>
                  <a:pt x="703281" y="246340"/>
                </a:cubicBezTo>
                <a:cubicBezTo>
                  <a:pt x="671075" y="174816"/>
                  <a:pt x="604933" y="119623"/>
                  <a:pt x="528167" y="102380"/>
                </a:cubicBezTo>
                <a:cubicBezTo>
                  <a:pt x="505219" y="97241"/>
                  <a:pt x="493229" y="97545"/>
                  <a:pt x="470493" y="96451"/>
                </a:cubicBezTo>
                <a:close/>
              </a:path>
            </a:pathLst>
          </a:custGeom>
          <a:solidFill>
            <a:srgbClr val="E65012">
              <a:alpha val="10000"/>
            </a:srgbClr>
          </a:solidFill>
          <a:ln w="3035" cap="flat">
            <a:noFill/>
            <a:prstDash val="solid"/>
            <a:miter/>
          </a:ln>
        </p:spPr>
        <p:txBody>
          <a:bodyPr rtlCol="0" anchor="ctr"/>
          <a:lstStyle/>
          <a:p>
            <a:endParaRPr lang="fr-FR">
              <a:noFill/>
            </a:endParaRPr>
          </a:p>
        </p:txBody>
      </p:sp>
      <p:sp>
        <p:nvSpPr>
          <p:cNvPr id="45" name="Forme libre : forme 44">
            <a:extLst>
              <a:ext uri="{FF2B5EF4-FFF2-40B4-BE49-F238E27FC236}">
                <a16:creationId xmlns:a16="http://schemas.microsoft.com/office/drawing/2014/main" id="{23E19693-AE8F-6200-BF7C-BDD13C3DAEC2}"/>
              </a:ext>
            </a:extLst>
          </p:cNvPr>
          <p:cNvSpPr/>
          <p:nvPr/>
        </p:nvSpPr>
        <p:spPr>
          <a:xfrm flipH="1">
            <a:off x="6213989" y="4624999"/>
            <a:ext cx="1636280" cy="1611657"/>
          </a:xfrm>
          <a:custGeom>
            <a:avLst/>
            <a:gdLst>
              <a:gd name="connsiteX0" fmla="*/ 1279868 w 1636280"/>
              <a:gd name="connsiteY0" fmla="*/ 33513 h 1611657"/>
              <a:gd name="connsiteX1" fmla="*/ 1307293 w 1636280"/>
              <a:gd name="connsiteY1" fmla="*/ 21052 h 1611657"/>
              <a:gd name="connsiteX2" fmla="*/ 1349956 w 1636280"/>
              <a:gd name="connsiteY2" fmla="*/ 0 h 1611657"/>
              <a:gd name="connsiteX3" fmla="*/ 1349956 w 1636280"/>
              <a:gd name="connsiteY3" fmla="*/ 60932 h 1611657"/>
              <a:gd name="connsiteX4" fmla="*/ 1317989 w 1636280"/>
              <a:gd name="connsiteY4" fmla="*/ 84970 h 1611657"/>
              <a:gd name="connsiteX5" fmla="*/ 1276820 w 1636280"/>
              <a:gd name="connsiteY5" fmla="*/ 185843 h 1611657"/>
              <a:gd name="connsiteX6" fmla="*/ 1343861 w 1636280"/>
              <a:gd name="connsiteY6" fmla="*/ 152848 h 1611657"/>
              <a:gd name="connsiteX7" fmla="*/ 1374334 w 1636280"/>
              <a:gd name="connsiteY7" fmla="*/ 158423 h 1611657"/>
              <a:gd name="connsiteX8" fmla="*/ 1468800 w 1636280"/>
              <a:gd name="connsiteY8" fmla="*/ 268101 h 1611657"/>
              <a:gd name="connsiteX9" fmla="*/ 1462706 w 1636280"/>
              <a:gd name="connsiteY9" fmla="*/ 249821 h 1611657"/>
              <a:gd name="connsiteX10" fmla="*/ 1471848 w 1636280"/>
              <a:gd name="connsiteY10" fmla="*/ 240681 h 1611657"/>
              <a:gd name="connsiteX11" fmla="*/ 1474895 w 1636280"/>
              <a:gd name="connsiteY11" fmla="*/ 313800 h 1611657"/>
              <a:gd name="connsiteX12" fmla="*/ 1465753 w 1636280"/>
              <a:gd name="connsiteY12" fmla="*/ 298567 h 1611657"/>
              <a:gd name="connsiteX13" fmla="*/ 1435280 w 1636280"/>
              <a:gd name="connsiteY13" fmla="*/ 350359 h 1611657"/>
              <a:gd name="connsiteX14" fmla="*/ 1480990 w 1636280"/>
              <a:gd name="connsiteY14" fmla="*/ 341219 h 1611657"/>
              <a:gd name="connsiteX15" fmla="*/ 1474895 w 1636280"/>
              <a:gd name="connsiteY15" fmla="*/ 335126 h 1611657"/>
              <a:gd name="connsiteX16" fmla="*/ 1474895 w 1636280"/>
              <a:gd name="connsiteY16" fmla="*/ 332079 h 1611657"/>
              <a:gd name="connsiteX17" fmla="*/ 1505368 w 1636280"/>
              <a:gd name="connsiteY17" fmla="*/ 322940 h 1611657"/>
              <a:gd name="connsiteX18" fmla="*/ 1566314 w 1636280"/>
              <a:gd name="connsiteY18" fmla="*/ 262008 h 1611657"/>
              <a:gd name="connsiteX19" fmla="*/ 1566314 w 1636280"/>
              <a:gd name="connsiteY19" fmla="*/ 246775 h 1611657"/>
              <a:gd name="connsiteX20" fmla="*/ 1569361 w 1636280"/>
              <a:gd name="connsiteY20" fmla="*/ 258961 h 1611657"/>
              <a:gd name="connsiteX21" fmla="*/ 1581033 w 1636280"/>
              <a:gd name="connsiteY21" fmla="*/ 210215 h 1611657"/>
              <a:gd name="connsiteX22" fmla="*/ 1578503 w 1636280"/>
              <a:gd name="connsiteY22" fmla="*/ 155377 h 1611657"/>
              <a:gd name="connsiteX23" fmla="*/ 1569361 w 1636280"/>
              <a:gd name="connsiteY23" fmla="*/ 149283 h 1611657"/>
              <a:gd name="connsiteX24" fmla="*/ 1575456 w 1636280"/>
              <a:gd name="connsiteY24" fmla="*/ 152330 h 1611657"/>
              <a:gd name="connsiteX25" fmla="*/ 1569361 w 1636280"/>
              <a:gd name="connsiteY25" fmla="*/ 134050 h 1611657"/>
              <a:gd name="connsiteX26" fmla="*/ 1551078 w 1636280"/>
              <a:gd name="connsiteY26" fmla="*/ 140144 h 1611657"/>
              <a:gd name="connsiteX27" fmla="*/ 1563267 w 1636280"/>
              <a:gd name="connsiteY27" fmla="*/ 134050 h 1611657"/>
              <a:gd name="connsiteX28" fmla="*/ 1566314 w 1636280"/>
              <a:gd name="connsiteY28" fmla="*/ 127957 h 1611657"/>
              <a:gd name="connsiteX29" fmla="*/ 1554429 w 1636280"/>
              <a:gd name="connsiteY29" fmla="*/ 100538 h 1611657"/>
              <a:gd name="connsiteX30" fmla="*/ 1566345 w 1636280"/>
              <a:gd name="connsiteY30" fmla="*/ 79212 h 1611657"/>
              <a:gd name="connsiteX31" fmla="*/ 1575456 w 1636280"/>
              <a:gd name="connsiteY31" fmla="*/ 48746 h 1611657"/>
              <a:gd name="connsiteX32" fmla="*/ 1596787 w 1636280"/>
              <a:gd name="connsiteY32" fmla="*/ 63979 h 1611657"/>
              <a:gd name="connsiteX33" fmla="*/ 1627260 w 1636280"/>
              <a:gd name="connsiteY33" fmla="*/ 118817 h 1611657"/>
              <a:gd name="connsiteX34" fmla="*/ 1624213 w 1636280"/>
              <a:gd name="connsiteY34" fmla="*/ 127957 h 1611657"/>
              <a:gd name="connsiteX35" fmla="*/ 1630307 w 1636280"/>
              <a:gd name="connsiteY35" fmla="*/ 124911 h 1611657"/>
              <a:gd name="connsiteX36" fmla="*/ 1636280 w 1636280"/>
              <a:gd name="connsiteY36" fmla="*/ 176703 h 1611657"/>
              <a:gd name="connsiteX37" fmla="*/ 1636280 w 1636280"/>
              <a:gd name="connsiteY37" fmla="*/ 240681 h 1611657"/>
              <a:gd name="connsiteX38" fmla="*/ 1615071 w 1636280"/>
              <a:gd name="connsiteY38" fmla="*/ 286380 h 1611657"/>
              <a:gd name="connsiteX39" fmla="*/ 1615071 w 1636280"/>
              <a:gd name="connsiteY39" fmla="*/ 301613 h 1611657"/>
              <a:gd name="connsiteX40" fmla="*/ 1612024 w 1636280"/>
              <a:gd name="connsiteY40" fmla="*/ 289427 h 1611657"/>
              <a:gd name="connsiteX41" fmla="*/ 1587645 w 1636280"/>
              <a:gd name="connsiteY41" fmla="*/ 341219 h 1611657"/>
              <a:gd name="connsiteX42" fmla="*/ 1529746 w 1636280"/>
              <a:gd name="connsiteY42" fmla="*/ 374732 h 1611657"/>
              <a:gd name="connsiteX43" fmla="*/ 1535841 w 1636280"/>
              <a:gd name="connsiteY43" fmla="*/ 380825 h 1611657"/>
              <a:gd name="connsiteX44" fmla="*/ 1523652 w 1636280"/>
              <a:gd name="connsiteY44" fmla="*/ 383872 h 1611657"/>
              <a:gd name="connsiteX45" fmla="*/ 1535841 w 1636280"/>
              <a:gd name="connsiteY45" fmla="*/ 386918 h 1611657"/>
              <a:gd name="connsiteX46" fmla="*/ 1514510 w 1636280"/>
              <a:gd name="connsiteY46" fmla="*/ 390452 h 1611657"/>
              <a:gd name="connsiteX47" fmla="*/ 1462706 w 1636280"/>
              <a:gd name="connsiteY47" fmla="*/ 401481 h 1611657"/>
              <a:gd name="connsiteX48" fmla="*/ 1392618 w 1636280"/>
              <a:gd name="connsiteY48" fmla="*/ 401481 h 1611657"/>
              <a:gd name="connsiteX49" fmla="*/ 1426138 w 1636280"/>
              <a:gd name="connsiteY49" fmla="*/ 493549 h 1611657"/>
              <a:gd name="connsiteX50" fmla="*/ 1441375 w 1636280"/>
              <a:gd name="connsiteY50" fmla="*/ 487456 h 1611657"/>
              <a:gd name="connsiteX51" fmla="*/ 1429185 w 1636280"/>
              <a:gd name="connsiteY51" fmla="*/ 493549 h 1611657"/>
              <a:gd name="connsiteX52" fmla="*/ 1444422 w 1636280"/>
              <a:gd name="connsiteY52" fmla="*/ 557528 h 1611657"/>
              <a:gd name="connsiteX53" fmla="*/ 1450517 w 1636280"/>
              <a:gd name="connsiteY53" fmla="*/ 530108 h 1611657"/>
              <a:gd name="connsiteX54" fmla="*/ 1448018 w 1636280"/>
              <a:gd name="connsiteY54" fmla="*/ 566667 h 1611657"/>
              <a:gd name="connsiteX55" fmla="*/ 1450395 w 1636280"/>
              <a:gd name="connsiteY55" fmla="*/ 587994 h 1611657"/>
              <a:gd name="connsiteX56" fmla="*/ 1450395 w 1636280"/>
              <a:gd name="connsiteY56" fmla="*/ 627599 h 1611657"/>
              <a:gd name="connsiteX57" fmla="*/ 1444422 w 1636280"/>
              <a:gd name="connsiteY57" fmla="*/ 627599 h 1611657"/>
              <a:gd name="connsiteX58" fmla="*/ 1441375 w 1636280"/>
              <a:gd name="connsiteY58" fmla="*/ 615413 h 1611657"/>
              <a:gd name="connsiteX59" fmla="*/ 1444422 w 1636280"/>
              <a:gd name="connsiteY59" fmla="*/ 651972 h 1611657"/>
              <a:gd name="connsiteX60" fmla="*/ 1444422 w 1636280"/>
              <a:gd name="connsiteY60" fmla="*/ 636739 h 1611657"/>
              <a:gd name="connsiteX61" fmla="*/ 1450517 w 1636280"/>
              <a:gd name="connsiteY61" fmla="*/ 636739 h 1611657"/>
              <a:gd name="connsiteX62" fmla="*/ 1444422 w 1636280"/>
              <a:gd name="connsiteY62" fmla="*/ 676345 h 1611657"/>
              <a:gd name="connsiteX63" fmla="*/ 1444422 w 1636280"/>
              <a:gd name="connsiteY63" fmla="*/ 661112 h 1611657"/>
              <a:gd name="connsiteX64" fmla="*/ 1438327 w 1636280"/>
              <a:gd name="connsiteY64" fmla="*/ 661112 h 1611657"/>
              <a:gd name="connsiteX65" fmla="*/ 1420043 w 1636280"/>
              <a:gd name="connsiteY65" fmla="*/ 749463 h 1611657"/>
              <a:gd name="connsiteX66" fmla="*/ 1416996 w 1636280"/>
              <a:gd name="connsiteY66" fmla="*/ 764696 h 1611657"/>
              <a:gd name="connsiteX67" fmla="*/ 1416996 w 1636280"/>
              <a:gd name="connsiteY67" fmla="*/ 752510 h 1611657"/>
              <a:gd name="connsiteX68" fmla="*/ 1401760 w 1636280"/>
              <a:gd name="connsiteY68" fmla="*/ 801256 h 1611657"/>
              <a:gd name="connsiteX69" fmla="*/ 1351449 w 1636280"/>
              <a:gd name="connsiteY69" fmla="*/ 874374 h 1611657"/>
              <a:gd name="connsiteX70" fmla="*/ 1316435 w 1636280"/>
              <a:gd name="connsiteY70" fmla="*/ 913005 h 1611657"/>
              <a:gd name="connsiteX71" fmla="*/ 1276820 w 1636280"/>
              <a:gd name="connsiteY71" fmla="*/ 950539 h 1611657"/>
              <a:gd name="connsiteX72" fmla="*/ 1249394 w 1636280"/>
              <a:gd name="connsiteY72" fmla="*/ 966686 h 1611657"/>
              <a:gd name="connsiteX73" fmla="*/ 1203685 w 1636280"/>
              <a:gd name="connsiteY73" fmla="*/ 993191 h 1611657"/>
              <a:gd name="connsiteX74" fmla="*/ 1218921 w 1636280"/>
              <a:gd name="connsiteY74" fmla="*/ 996238 h 1611657"/>
              <a:gd name="connsiteX75" fmla="*/ 1197590 w 1636280"/>
              <a:gd name="connsiteY75" fmla="*/ 1000320 h 1611657"/>
              <a:gd name="connsiteX76" fmla="*/ 1142739 w 1636280"/>
              <a:gd name="connsiteY76" fmla="*/ 1017016 h 1611657"/>
              <a:gd name="connsiteX77" fmla="*/ 1106171 w 1636280"/>
              <a:gd name="connsiteY77" fmla="*/ 1029263 h 1611657"/>
              <a:gd name="connsiteX78" fmla="*/ 1060462 w 1636280"/>
              <a:gd name="connsiteY78" fmla="*/ 1072403 h 1611657"/>
              <a:gd name="connsiteX79" fmla="*/ 975137 w 1636280"/>
              <a:gd name="connsiteY79" fmla="*/ 1157708 h 1611657"/>
              <a:gd name="connsiteX80" fmla="*/ 682596 w 1636280"/>
              <a:gd name="connsiteY80" fmla="*/ 1450181 h 1611657"/>
              <a:gd name="connsiteX81" fmla="*/ 521089 w 1636280"/>
              <a:gd name="connsiteY81" fmla="*/ 1602511 h 1611657"/>
              <a:gd name="connsiteX82" fmla="*/ 536325 w 1636280"/>
              <a:gd name="connsiteY82" fmla="*/ 1605558 h 1611657"/>
              <a:gd name="connsiteX83" fmla="*/ 502805 w 1636280"/>
              <a:gd name="connsiteY83" fmla="*/ 1607965 h 1611657"/>
              <a:gd name="connsiteX84" fmla="*/ 475379 w 1636280"/>
              <a:gd name="connsiteY84" fmla="*/ 1611621 h 1611657"/>
              <a:gd name="connsiteX85" fmla="*/ 397003 w 1636280"/>
              <a:gd name="connsiteY85" fmla="*/ 1584963 h 1611657"/>
              <a:gd name="connsiteX86" fmla="*/ 332156 w 1636280"/>
              <a:gd name="connsiteY86" fmla="*/ 1520466 h 1611657"/>
              <a:gd name="connsiteX87" fmla="*/ 188720 w 1636280"/>
              <a:gd name="connsiteY87" fmla="*/ 1377063 h 1611657"/>
              <a:gd name="connsiteX88" fmla="*/ 30473 w 1636280"/>
              <a:gd name="connsiteY88" fmla="*/ 1215593 h 1611657"/>
              <a:gd name="connsiteX89" fmla="*/ 27426 w 1636280"/>
              <a:gd name="connsiteY89" fmla="*/ 1224733 h 1611657"/>
              <a:gd name="connsiteX90" fmla="*/ 21331 w 1636280"/>
              <a:gd name="connsiteY90" fmla="*/ 1212547 h 1611657"/>
              <a:gd name="connsiteX91" fmla="*/ 27426 w 1636280"/>
              <a:gd name="connsiteY91" fmla="*/ 1212547 h 1611657"/>
              <a:gd name="connsiteX92" fmla="*/ 6034 w 1636280"/>
              <a:gd name="connsiteY92" fmla="*/ 1130288 h 1611657"/>
              <a:gd name="connsiteX93" fmla="*/ 6034 w 1636280"/>
              <a:gd name="connsiteY93" fmla="*/ 1181197 h 1611657"/>
              <a:gd name="connsiteX94" fmla="*/ 0 w 1636280"/>
              <a:gd name="connsiteY94" fmla="*/ 1188174 h 1611657"/>
              <a:gd name="connsiteX95" fmla="*/ 3047 w 1636280"/>
              <a:gd name="connsiteY95" fmla="*/ 1121149 h 1611657"/>
              <a:gd name="connsiteX96" fmla="*/ 12189 w 1636280"/>
              <a:gd name="connsiteY96" fmla="*/ 1127242 h 1611657"/>
              <a:gd name="connsiteX97" fmla="*/ 70088 w 1636280"/>
              <a:gd name="connsiteY97" fmla="*/ 1038890 h 1611657"/>
              <a:gd name="connsiteX98" fmla="*/ 158460 w 1636280"/>
              <a:gd name="connsiteY98" fmla="*/ 950539 h 1611657"/>
              <a:gd name="connsiteX99" fmla="*/ 444906 w 1636280"/>
              <a:gd name="connsiteY99" fmla="*/ 664159 h 1611657"/>
              <a:gd name="connsiteX100" fmla="*/ 536325 w 1636280"/>
              <a:gd name="connsiteY100" fmla="*/ 572761 h 1611657"/>
              <a:gd name="connsiteX101" fmla="*/ 591177 w 1636280"/>
              <a:gd name="connsiteY101" fmla="*/ 520968 h 1611657"/>
              <a:gd name="connsiteX102" fmla="*/ 585082 w 1636280"/>
              <a:gd name="connsiteY102" fmla="*/ 511829 h 1611657"/>
              <a:gd name="connsiteX103" fmla="*/ 588130 w 1636280"/>
              <a:gd name="connsiteY103" fmla="*/ 508782 h 1611657"/>
              <a:gd name="connsiteX104" fmla="*/ 594224 w 1636280"/>
              <a:gd name="connsiteY104" fmla="*/ 511829 h 1611657"/>
              <a:gd name="connsiteX105" fmla="*/ 600319 w 1636280"/>
              <a:gd name="connsiteY105" fmla="*/ 478316 h 1611657"/>
              <a:gd name="connsiteX106" fmla="*/ 609461 w 1636280"/>
              <a:gd name="connsiteY106" fmla="*/ 447850 h 1611657"/>
              <a:gd name="connsiteX107" fmla="*/ 609461 w 1636280"/>
              <a:gd name="connsiteY107" fmla="*/ 453943 h 1611657"/>
              <a:gd name="connsiteX108" fmla="*/ 606413 w 1636280"/>
              <a:gd name="connsiteY108" fmla="*/ 453943 h 1611657"/>
              <a:gd name="connsiteX109" fmla="*/ 603366 w 1636280"/>
              <a:gd name="connsiteY109" fmla="*/ 435664 h 1611657"/>
              <a:gd name="connsiteX110" fmla="*/ 618603 w 1636280"/>
              <a:gd name="connsiteY110" fmla="*/ 441757 h 1611657"/>
              <a:gd name="connsiteX111" fmla="*/ 649076 w 1636280"/>
              <a:gd name="connsiteY111" fmla="*/ 383872 h 1611657"/>
              <a:gd name="connsiteX112" fmla="*/ 642981 w 1636280"/>
              <a:gd name="connsiteY112" fmla="*/ 377778 h 1611657"/>
              <a:gd name="connsiteX113" fmla="*/ 661265 w 1636280"/>
              <a:gd name="connsiteY113" fmla="*/ 359499 h 1611657"/>
              <a:gd name="connsiteX114" fmla="*/ 664312 w 1636280"/>
              <a:gd name="connsiteY114" fmla="*/ 347312 h 1611657"/>
              <a:gd name="connsiteX115" fmla="*/ 667359 w 1636280"/>
              <a:gd name="connsiteY115" fmla="*/ 356452 h 1611657"/>
              <a:gd name="connsiteX116" fmla="*/ 725258 w 1636280"/>
              <a:gd name="connsiteY116" fmla="*/ 288939 h 1611657"/>
              <a:gd name="connsiteX117" fmla="*/ 758779 w 1636280"/>
              <a:gd name="connsiteY117" fmla="*/ 265054 h 1611657"/>
              <a:gd name="connsiteX118" fmla="*/ 755731 w 1636280"/>
              <a:gd name="connsiteY118" fmla="*/ 246775 h 1611657"/>
              <a:gd name="connsiteX119" fmla="*/ 761826 w 1636280"/>
              <a:gd name="connsiteY119" fmla="*/ 258961 h 1611657"/>
              <a:gd name="connsiteX120" fmla="*/ 825819 w 1636280"/>
              <a:gd name="connsiteY120" fmla="*/ 220330 h 1611657"/>
              <a:gd name="connsiteX121" fmla="*/ 868482 w 1636280"/>
              <a:gd name="connsiteY121" fmla="*/ 198029 h 1611657"/>
              <a:gd name="connsiteX122" fmla="*/ 914191 w 1636280"/>
              <a:gd name="connsiteY122" fmla="*/ 188889 h 1611657"/>
              <a:gd name="connsiteX123" fmla="*/ 883718 w 1636280"/>
              <a:gd name="connsiteY123" fmla="*/ 185843 h 1611657"/>
              <a:gd name="connsiteX124" fmla="*/ 914191 w 1636280"/>
              <a:gd name="connsiteY124" fmla="*/ 188889 h 1611657"/>
              <a:gd name="connsiteX125" fmla="*/ 987326 w 1636280"/>
              <a:gd name="connsiteY125" fmla="*/ 178835 h 1611657"/>
              <a:gd name="connsiteX126" fmla="*/ 1020847 w 1636280"/>
              <a:gd name="connsiteY126" fmla="*/ 173656 h 1611657"/>
              <a:gd name="connsiteX127" fmla="*/ 1029989 w 1636280"/>
              <a:gd name="connsiteY127" fmla="*/ 179749 h 1611657"/>
              <a:gd name="connsiteX128" fmla="*/ 1029989 w 1636280"/>
              <a:gd name="connsiteY128" fmla="*/ 170610 h 1611657"/>
              <a:gd name="connsiteX129" fmla="*/ 1048272 w 1636280"/>
              <a:gd name="connsiteY129" fmla="*/ 173656 h 1611657"/>
              <a:gd name="connsiteX130" fmla="*/ 1072651 w 1636280"/>
              <a:gd name="connsiteY130" fmla="*/ 173656 h 1611657"/>
              <a:gd name="connsiteX131" fmla="*/ 1057414 w 1636280"/>
              <a:gd name="connsiteY131" fmla="*/ 179749 h 1611657"/>
              <a:gd name="connsiteX132" fmla="*/ 1103124 w 1636280"/>
              <a:gd name="connsiteY132" fmla="*/ 185843 h 1611657"/>
              <a:gd name="connsiteX133" fmla="*/ 1112266 w 1636280"/>
              <a:gd name="connsiteY133" fmla="*/ 164516 h 1611657"/>
              <a:gd name="connsiteX134" fmla="*/ 1106171 w 1636280"/>
              <a:gd name="connsiteY134" fmla="*/ 182796 h 1611657"/>
              <a:gd name="connsiteX135" fmla="*/ 1127502 w 1636280"/>
              <a:gd name="connsiteY135" fmla="*/ 188889 h 1611657"/>
              <a:gd name="connsiteX136" fmla="*/ 1118360 w 1636280"/>
              <a:gd name="connsiteY136" fmla="*/ 191936 h 1611657"/>
              <a:gd name="connsiteX137" fmla="*/ 1176259 w 1636280"/>
              <a:gd name="connsiteY137" fmla="*/ 210215 h 1611657"/>
              <a:gd name="connsiteX138" fmla="*/ 1185401 w 1636280"/>
              <a:gd name="connsiteY138" fmla="*/ 204122 h 1611657"/>
              <a:gd name="connsiteX139" fmla="*/ 1182354 w 1636280"/>
              <a:gd name="connsiteY139" fmla="*/ 204122 h 1611657"/>
              <a:gd name="connsiteX140" fmla="*/ 1179307 w 1636280"/>
              <a:gd name="connsiteY140" fmla="*/ 210215 h 1611657"/>
              <a:gd name="connsiteX141" fmla="*/ 1191496 w 1636280"/>
              <a:gd name="connsiteY141" fmla="*/ 207169 h 1611657"/>
              <a:gd name="connsiteX142" fmla="*/ 1188448 w 1636280"/>
              <a:gd name="connsiteY142" fmla="*/ 216309 h 1611657"/>
              <a:gd name="connsiteX143" fmla="*/ 1212827 w 1636280"/>
              <a:gd name="connsiteY143" fmla="*/ 222402 h 1611657"/>
              <a:gd name="connsiteX144" fmla="*/ 1212827 w 1636280"/>
              <a:gd name="connsiteY144" fmla="*/ 225448 h 1611657"/>
              <a:gd name="connsiteX145" fmla="*/ 1218921 w 1636280"/>
              <a:gd name="connsiteY145" fmla="*/ 228495 h 1611657"/>
              <a:gd name="connsiteX146" fmla="*/ 1225016 w 1636280"/>
              <a:gd name="connsiteY146" fmla="*/ 140144 h 1611657"/>
              <a:gd name="connsiteX147" fmla="*/ 1215874 w 1636280"/>
              <a:gd name="connsiteY147" fmla="*/ 115771 h 1611657"/>
              <a:gd name="connsiteX148" fmla="*/ 1225016 w 1636280"/>
              <a:gd name="connsiteY148" fmla="*/ 115771 h 1611657"/>
              <a:gd name="connsiteX149" fmla="*/ 1228063 w 1636280"/>
              <a:gd name="connsiteY149" fmla="*/ 134050 h 1611657"/>
              <a:gd name="connsiteX150" fmla="*/ 1237205 w 1636280"/>
              <a:gd name="connsiteY150" fmla="*/ 94445 h 1611657"/>
              <a:gd name="connsiteX151" fmla="*/ 1279868 w 1636280"/>
              <a:gd name="connsiteY151" fmla="*/ 33513 h 1611657"/>
              <a:gd name="connsiteX152" fmla="*/ 1054367 w 1636280"/>
              <a:gd name="connsiteY152" fmla="*/ 176703 h 1611657"/>
              <a:gd name="connsiteX153" fmla="*/ 1033036 w 1636280"/>
              <a:gd name="connsiteY153" fmla="*/ 173656 h 1611657"/>
              <a:gd name="connsiteX154" fmla="*/ 1033036 w 1636280"/>
              <a:gd name="connsiteY154" fmla="*/ 179749 h 1611657"/>
              <a:gd name="connsiteX155" fmla="*/ 1054367 w 1636280"/>
              <a:gd name="connsiteY155" fmla="*/ 176703 h 1611657"/>
              <a:gd name="connsiteX156" fmla="*/ 1115313 w 1636280"/>
              <a:gd name="connsiteY156" fmla="*/ 185843 h 1611657"/>
              <a:gd name="connsiteX157" fmla="*/ 1112266 w 1636280"/>
              <a:gd name="connsiteY157" fmla="*/ 185843 h 1611657"/>
              <a:gd name="connsiteX158" fmla="*/ 1115313 w 1636280"/>
              <a:gd name="connsiteY158" fmla="*/ 188889 h 1611657"/>
              <a:gd name="connsiteX159" fmla="*/ 1115313 w 1636280"/>
              <a:gd name="connsiteY159" fmla="*/ 185843 h 1611657"/>
              <a:gd name="connsiteX160" fmla="*/ 1356050 w 1636280"/>
              <a:gd name="connsiteY160" fmla="*/ 350359 h 1611657"/>
              <a:gd name="connsiteX161" fmla="*/ 1399291 w 1636280"/>
              <a:gd name="connsiteY161" fmla="*/ 307950 h 1611657"/>
              <a:gd name="connsiteX162" fmla="*/ 1412669 w 1636280"/>
              <a:gd name="connsiteY162" fmla="*/ 286350 h 1611657"/>
              <a:gd name="connsiteX163" fmla="*/ 1399962 w 1636280"/>
              <a:gd name="connsiteY163" fmla="*/ 262861 h 1611657"/>
              <a:gd name="connsiteX164" fmla="*/ 1356538 w 1636280"/>
              <a:gd name="connsiteY164" fmla="*/ 219629 h 1611657"/>
              <a:gd name="connsiteX165" fmla="*/ 1331763 w 1636280"/>
              <a:gd name="connsiteY165" fmla="*/ 208844 h 1611657"/>
              <a:gd name="connsiteX166" fmla="*/ 1310127 w 1636280"/>
              <a:gd name="connsiteY166" fmla="*/ 225052 h 1611657"/>
              <a:gd name="connsiteX167" fmla="*/ 1270726 w 1636280"/>
              <a:gd name="connsiteY167" fmla="*/ 265054 h 1611657"/>
              <a:gd name="connsiteX168" fmla="*/ 1356050 w 1636280"/>
              <a:gd name="connsiteY168" fmla="*/ 350359 h 1611657"/>
              <a:gd name="connsiteX169" fmla="*/ 1185401 w 1636280"/>
              <a:gd name="connsiteY169" fmla="*/ 210215 h 1611657"/>
              <a:gd name="connsiteX170" fmla="*/ 1182354 w 1636280"/>
              <a:gd name="connsiteY170" fmla="*/ 210215 h 1611657"/>
              <a:gd name="connsiteX171" fmla="*/ 1185401 w 1636280"/>
              <a:gd name="connsiteY171" fmla="*/ 213262 h 1611657"/>
              <a:gd name="connsiteX172" fmla="*/ 1185401 w 1636280"/>
              <a:gd name="connsiteY172" fmla="*/ 210215 h 1611657"/>
              <a:gd name="connsiteX173" fmla="*/ 1221969 w 1636280"/>
              <a:gd name="connsiteY173" fmla="*/ 228495 h 1611657"/>
              <a:gd name="connsiteX174" fmla="*/ 1218921 w 1636280"/>
              <a:gd name="connsiteY174" fmla="*/ 228495 h 1611657"/>
              <a:gd name="connsiteX175" fmla="*/ 1221969 w 1636280"/>
              <a:gd name="connsiteY175" fmla="*/ 231542 h 1611657"/>
              <a:gd name="connsiteX176" fmla="*/ 1221969 w 1636280"/>
              <a:gd name="connsiteY176" fmla="*/ 228495 h 1611657"/>
              <a:gd name="connsiteX177" fmla="*/ 996468 w 1636280"/>
              <a:gd name="connsiteY177" fmla="*/ 232395 h 1611657"/>
              <a:gd name="connsiteX178" fmla="*/ 898955 w 1636280"/>
              <a:gd name="connsiteY178" fmla="*/ 249882 h 1611657"/>
              <a:gd name="connsiteX179" fmla="*/ 693566 w 1636280"/>
              <a:gd name="connsiteY179" fmla="*/ 411291 h 1611657"/>
              <a:gd name="connsiteX180" fmla="*/ 656206 w 1636280"/>
              <a:gd name="connsiteY180" fmla="*/ 493549 h 1611657"/>
              <a:gd name="connsiteX181" fmla="*/ 638989 w 1636280"/>
              <a:gd name="connsiteY181" fmla="*/ 545341 h 1611657"/>
              <a:gd name="connsiteX182" fmla="*/ 530231 w 1636280"/>
              <a:gd name="connsiteY182" fmla="*/ 655019 h 1611657"/>
              <a:gd name="connsiteX183" fmla="*/ 307778 w 1636280"/>
              <a:gd name="connsiteY183" fmla="*/ 877421 h 1611657"/>
              <a:gd name="connsiteX184" fmla="*/ 137129 w 1636280"/>
              <a:gd name="connsiteY184" fmla="*/ 1048030 h 1611657"/>
              <a:gd name="connsiteX185" fmla="*/ 66431 w 1636280"/>
              <a:gd name="connsiteY185" fmla="*/ 1130288 h 1611657"/>
              <a:gd name="connsiteX186" fmla="*/ 100561 w 1636280"/>
              <a:gd name="connsiteY186" fmla="*/ 1212547 h 1611657"/>
              <a:gd name="connsiteX187" fmla="*/ 134081 w 1636280"/>
              <a:gd name="connsiteY187" fmla="*/ 1246059 h 1611657"/>
              <a:gd name="connsiteX188" fmla="*/ 365676 w 1636280"/>
              <a:gd name="connsiteY188" fmla="*/ 1477601 h 1611657"/>
              <a:gd name="connsiteX189" fmla="*/ 466237 w 1636280"/>
              <a:gd name="connsiteY189" fmla="*/ 1556690 h 1611657"/>
              <a:gd name="connsiteX190" fmla="*/ 551562 w 1636280"/>
              <a:gd name="connsiteY190" fmla="*/ 1505020 h 1611657"/>
              <a:gd name="connsiteX191" fmla="*/ 694785 w 1636280"/>
              <a:gd name="connsiteY191" fmla="*/ 1361830 h 1611657"/>
              <a:gd name="connsiteX192" fmla="*/ 947711 w 1636280"/>
              <a:gd name="connsiteY192" fmla="*/ 1108962 h 1611657"/>
              <a:gd name="connsiteX193" fmla="*/ 1075698 w 1636280"/>
              <a:gd name="connsiteY193" fmla="*/ 981949 h 1611657"/>
              <a:gd name="connsiteX194" fmla="*/ 1124455 w 1636280"/>
              <a:gd name="connsiteY194" fmla="*/ 965711 h 1611657"/>
              <a:gd name="connsiteX195" fmla="*/ 1197590 w 1636280"/>
              <a:gd name="connsiteY195" fmla="*/ 934514 h 1611657"/>
              <a:gd name="connsiteX196" fmla="*/ 1371226 w 1636280"/>
              <a:gd name="connsiteY196" fmla="*/ 722044 h 1611657"/>
              <a:gd name="connsiteX197" fmla="*/ 1267678 w 1636280"/>
              <a:gd name="connsiteY197" fmla="*/ 329551 h 1611657"/>
              <a:gd name="connsiteX198" fmla="*/ 1127502 w 1636280"/>
              <a:gd name="connsiteY198" fmla="*/ 249821 h 1611657"/>
              <a:gd name="connsiteX199" fmla="*/ 996468 w 1636280"/>
              <a:gd name="connsiteY199" fmla="*/ 232395 h 1611657"/>
              <a:gd name="connsiteX200" fmla="*/ 972090 w 1636280"/>
              <a:gd name="connsiteY200" fmla="*/ 372325 h 1611657"/>
              <a:gd name="connsiteX201" fmla="*/ 1002563 w 1636280"/>
              <a:gd name="connsiteY201" fmla="*/ 372325 h 1611657"/>
              <a:gd name="connsiteX202" fmla="*/ 1078745 w 1636280"/>
              <a:gd name="connsiteY202" fmla="*/ 385425 h 1611657"/>
              <a:gd name="connsiteX203" fmla="*/ 1206641 w 1636280"/>
              <a:gd name="connsiteY203" fmla="*/ 764696 h 1611657"/>
              <a:gd name="connsiteX204" fmla="*/ 1014752 w 1636280"/>
              <a:gd name="connsiteY204" fmla="*/ 874374 h 1611657"/>
              <a:gd name="connsiteX205" fmla="*/ 984279 w 1636280"/>
              <a:gd name="connsiteY205" fmla="*/ 874374 h 1611657"/>
              <a:gd name="connsiteX206" fmla="*/ 941617 w 1636280"/>
              <a:gd name="connsiteY206" fmla="*/ 869347 h 1611657"/>
              <a:gd name="connsiteX207" fmla="*/ 914465 w 1636280"/>
              <a:gd name="connsiteY207" fmla="*/ 866544 h 1611657"/>
              <a:gd name="connsiteX208" fmla="*/ 857176 w 1636280"/>
              <a:gd name="connsiteY208" fmla="*/ 920073 h 1611657"/>
              <a:gd name="connsiteX209" fmla="*/ 746224 w 1636280"/>
              <a:gd name="connsiteY209" fmla="*/ 1030878 h 1611657"/>
              <a:gd name="connsiteX210" fmla="*/ 688569 w 1636280"/>
              <a:gd name="connsiteY210" fmla="*/ 1085503 h 1611657"/>
              <a:gd name="connsiteX211" fmla="*/ 636886 w 1636280"/>
              <a:gd name="connsiteY211" fmla="*/ 1071976 h 1611657"/>
              <a:gd name="connsiteX212" fmla="*/ 617323 w 1636280"/>
              <a:gd name="connsiteY212" fmla="*/ 1065030 h 1611657"/>
              <a:gd name="connsiteX213" fmla="*/ 563751 w 1636280"/>
              <a:gd name="connsiteY213" fmla="*/ 1104666 h 1611657"/>
              <a:gd name="connsiteX214" fmla="*/ 533278 w 1636280"/>
              <a:gd name="connsiteY214" fmla="*/ 1087575 h 1611657"/>
              <a:gd name="connsiteX215" fmla="*/ 481596 w 1636280"/>
              <a:gd name="connsiteY215" fmla="*/ 1035844 h 1611657"/>
              <a:gd name="connsiteX216" fmla="*/ 469315 w 1636280"/>
              <a:gd name="connsiteY216" fmla="*/ 999285 h 1611657"/>
              <a:gd name="connsiteX217" fmla="*/ 492810 w 1636280"/>
              <a:gd name="connsiteY217" fmla="*/ 970586 h 1611657"/>
              <a:gd name="connsiteX218" fmla="*/ 538885 w 1636280"/>
              <a:gd name="connsiteY218" fmla="*/ 924399 h 1611657"/>
              <a:gd name="connsiteX219" fmla="*/ 682383 w 1636280"/>
              <a:gd name="connsiteY219" fmla="*/ 780782 h 1611657"/>
              <a:gd name="connsiteX220" fmla="*/ 728306 w 1636280"/>
              <a:gd name="connsiteY220" fmla="*/ 734718 h 1611657"/>
              <a:gd name="connsiteX221" fmla="*/ 754269 w 1636280"/>
              <a:gd name="connsiteY221" fmla="*/ 703764 h 1611657"/>
              <a:gd name="connsiteX222" fmla="*/ 746589 w 1636280"/>
              <a:gd name="connsiteY222" fmla="*/ 642832 h 1611657"/>
              <a:gd name="connsiteX223" fmla="*/ 758017 w 1636280"/>
              <a:gd name="connsiteY223" fmla="*/ 542295 h 1611657"/>
              <a:gd name="connsiteX224" fmla="*/ 911144 w 1636280"/>
              <a:gd name="connsiteY224" fmla="*/ 386492 h 1611657"/>
              <a:gd name="connsiteX225" fmla="*/ 972090 w 1636280"/>
              <a:gd name="connsiteY225" fmla="*/ 372325 h 1611657"/>
              <a:gd name="connsiteX226" fmla="*/ 1517557 w 1636280"/>
              <a:gd name="connsiteY226" fmla="*/ 383872 h 1611657"/>
              <a:gd name="connsiteX227" fmla="*/ 1514510 w 1636280"/>
              <a:gd name="connsiteY227" fmla="*/ 383872 h 1611657"/>
              <a:gd name="connsiteX228" fmla="*/ 1517557 w 1636280"/>
              <a:gd name="connsiteY228" fmla="*/ 386918 h 1611657"/>
              <a:gd name="connsiteX229" fmla="*/ 1517557 w 1636280"/>
              <a:gd name="connsiteY229" fmla="*/ 383872 h 1611657"/>
              <a:gd name="connsiteX230" fmla="*/ 1392618 w 1636280"/>
              <a:gd name="connsiteY230" fmla="*/ 399105 h 1611657"/>
              <a:gd name="connsiteX231" fmla="*/ 1389570 w 1636280"/>
              <a:gd name="connsiteY231" fmla="*/ 399105 h 1611657"/>
              <a:gd name="connsiteX232" fmla="*/ 1392618 w 1636280"/>
              <a:gd name="connsiteY232" fmla="*/ 402151 h 1611657"/>
              <a:gd name="connsiteX233" fmla="*/ 1392618 w 1636280"/>
              <a:gd name="connsiteY233" fmla="*/ 399105 h 1611657"/>
              <a:gd name="connsiteX234" fmla="*/ 1023894 w 1636280"/>
              <a:gd name="connsiteY234" fmla="*/ 426524 h 1611657"/>
              <a:gd name="connsiteX235" fmla="*/ 972090 w 1636280"/>
              <a:gd name="connsiteY235" fmla="*/ 426524 h 1611657"/>
              <a:gd name="connsiteX236" fmla="*/ 978184 w 1636280"/>
              <a:gd name="connsiteY236" fmla="*/ 435664 h 1611657"/>
              <a:gd name="connsiteX237" fmla="*/ 956853 w 1636280"/>
              <a:gd name="connsiteY237" fmla="*/ 438710 h 1611657"/>
              <a:gd name="connsiteX238" fmla="*/ 965995 w 1636280"/>
              <a:gd name="connsiteY238" fmla="*/ 429571 h 1611657"/>
              <a:gd name="connsiteX239" fmla="*/ 862387 w 1636280"/>
              <a:gd name="connsiteY239" fmla="*/ 481363 h 1611657"/>
              <a:gd name="connsiteX240" fmla="*/ 859340 w 1636280"/>
              <a:gd name="connsiteY240" fmla="*/ 484409 h 1611657"/>
              <a:gd name="connsiteX241" fmla="*/ 841056 w 1636280"/>
              <a:gd name="connsiteY241" fmla="*/ 505735 h 1611657"/>
              <a:gd name="connsiteX242" fmla="*/ 847150 w 1636280"/>
              <a:gd name="connsiteY242" fmla="*/ 505735 h 1611657"/>
              <a:gd name="connsiteX243" fmla="*/ 844103 w 1636280"/>
              <a:gd name="connsiteY243" fmla="*/ 511829 h 1611657"/>
              <a:gd name="connsiteX244" fmla="*/ 850198 w 1636280"/>
              <a:gd name="connsiteY244" fmla="*/ 514875 h 1611657"/>
              <a:gd name="connsiteX245" fmla="*/ 850198 w 1636280"/>
              <a:gd name="connsiteY245" fmla="*/ 517922 h 1611657"/>
              <a:gd name="connsiteX246" fmla="*/ 819237 w 1636280"/>
              <a:gd name="connsiteY246" fmla="*/ 548388 h 1611657"/>
              <a:gd name="connsiteX247" fmla="*/ 828867 w 1636280"/>
              <a:gd name="connsiteY247" fmla="*/ 563621 h 1611657"/>
              <a:gd name="connsiteX248" fmla="*/ 813630 w 1636280"/>
              <a:gd name="connsiteY248" fmla="*/ 560574 h 1611657"/>
              <a:gd name="connsiteX249" fmla="*/ 816677 w 1636280"/>
              <a:gd name="connsiteY249" fmla="*/ 578854 h 1611657"/>
              <a:gd name="connsiteX250" fmla="*/ 805250 w 1636280"/>
              <a:gd name="connsiteY250" fmla="*/ 572761 h 1611657"/>
              <a:gd name="connsiteX251" fmla="*/ 805250 w 1636280"/>
              <a:gd name="connsiteY251" fmla="*/ 612336 h 1611657"/>
              <a:gd name="connsiteX252" fmla="*/ 801807 w 1636280"/>
              <a:gd name="connsiteY252" fmla="*/ 637013 h 1611657"/>
              <a:gd name="connsiteX253" fmla="*/ 810583 w 1636280"/>
              <a:gd name="connsiteY253" fmla="*/ 682438 h 1611657"/>
              <a:gd name="connsiteX254" fmla="*/ 816677 w 1636280"/>
              <a:gd name="connsiteY254" fmla="*/ 651972 h 1611657"/>
              <a:gd name="connsiteX255" fmla="*/ 814300 w 1636280"/>
              <a:gd name="connsiteY255" fmla="*/ 691578 h 1611657"/>
              <a:gd name="connsiteX256" fmla="*/ 816677 w 1636280"/>
              <a:gd name="connsiteY256" fmla="*/ 725091 h 1611657"/>
              <a:gd name="connsiteX257" fmla="*/ 825819 w 1636280"/>
              <a:gd name="connsiteY257" fmla="*/ 737277 h 1611657"/>
              <a:gd name="connsiteX258" fmla="*/ 813630 w 1636280"/>
              <a:gd name="connsiteY258" fmla="*/ 737277 h 1611657"/>
              <a:gd name="connsiteX259" fmla="*/ 819725 w 1636280"/>
              <a:gd name="connsiteY259" fmla="*/ 743370 h 1611657"/>
              <a:gd name="connsiteX260" fmla="*/ 813630 w 1636280"/>
              <a:gd name="connsiteY260" fmla="*/ 731184 h 1611657"/>
              <a:gd name="connsiteX261" fmla="*/ 739794 w 1636280"/>
              <a:gd name="connsiteY261" fmla="*/ 800890 h 1611657"/>
              <a:gd name="connsiteX262" fmla="*/ 608668 w 1636280"/>
              <a:gd name="connsiteY262" fmla="*/ 931802 h 1611657"/>
              <a:gd name="connsiteX263" fmla="*/ 533278 w 1636280"/>
              <a:gd name="connsiteY263" fmla="*/ 1005378 h 1611657"/>
              <a:gd name="connsiteX264" fmla="*/ 563751 w 1636280"/>
              <a:gd name="connsiteY264" fmla="*/ 1038890 h 1611657"/>
              <a:gd name="connsiteX265" fmla="*/ 682596 w 1636280"/>
              <a:gd name="connsiteY265" fmla="*/ 920073 h 1611657"/>
              <a:gd name="connsiteX266" fmla="*/ 740495 w 1636280"/>
              <a:gd name="connsiteY266" fmla="*/ 867519 h 1611657"/>
              <a:gd name="connsiteX267" fmla="*/ 764873 w 1636280"/>
              <a:gd name="connsiteY267" fmla="*/ 865234 h 1611657"/>
              <a:gd name="connsiteX268" fmla="*/ 773741 w 1636280"/>
              <a:gd name="connsiteY268" fmla="*/ 895700 h 1611657"/>
              <a:gd name="connsiteX269" fmla="*/ 743999 w 1636280"/>
              <a:gd name="connsiteY269" fmla="*/ 933387 h 1611657"/>
              <a:gd name="connsiteX270" fmla="*/ 658218 w 1636280"/>
              <a:gd name="connsiteY270" fmla="*/ 1017564 h 1611657"/>
              <a:gd name="connsiteX271" fmla="*/ 658218 w 1636280"/>
              <a:gd name="connsiteY271" fmla="*/ 1023475 h 1611657"/>
              <a:gd name="connsiteX272" fmla="*/ 673454 w 1636280"/>
              <a:gd name="connsiteY272" fmla="*/ 1023475 h 1611657"/>
              <a:gd name="connsiteX273" fmla="*/ 731353 w 1636280"/>
              <a:gd name="connsiteY273" fmla="*/ 968819 h 1611657"/>
              <a:gd name="connsiteX274" fmla="*/ 831914 w 1636280"/>
              <a:gd name="connsiteY274" fmla="*/ 868281 h 1611657"/>
              <a:gd name="connsiteX275" fmla="*/ 905049 w 1636280"/>
              <a:gd name="connsiteY275" fmla="*/ 801256 h 1611657"/>
              <a:gd name="connsiteX276" fmla="*/ 932475 w 1636280"/>
              <a:gd name="connsiteY276" fmla="*/ 792116 h 1611657"/>
              <a:gd name="connsiteX277" fmla="*/ 932475 w 1636280"/>
              <a:gd name="connsiteY277" fmla="*/ 798209 h 1611657"/>
              <a:gd name="connsiteX278" fmla="*/ 908096 w 1636280"/>
              <a:gd name="connsiteY278" fmla="*/ 801256 h 1611657"/>
              <a:gd name="connsiteX279" fmla="*/ 944664 w 1636280"/>
              <a:gd name="connsiteY279" fmla="*/ 810395 h 1611657"/>
              <a:gd name="connsiteX280" fmla="*/ 938570 w 1636280"/>
              <a:gd name="connsiteY280" fmla="*/ 810395 h 1611657"/>
              <a:gd name="connsiteX281" fmla="*/ 938570 w 1636280"/>
              <a:gd name="connsiteY281" fmla="*/ 813442 h 1611657"/>
              <a:gd name="connsiteX282" fmla="*/ 981232 w 1636280"/>
              <a:gd name="connsiteY282" fmla="*/ 819535 h 1611657"/>
              <a:gd name="connsiteX283" fmla="*/ 987326 w 1636280"/>
              <a:gd name="connsiteY283" fmla="*/ 807349 h 1611657"/>
              <a:gd name="connsiteX284" fmla="*/ 984279 w 1636280"/>
              <a:gd name="connsiteY284" fmla="*/ 819535 h 1611657"/>
              <a:gd name="connsiteX285" fmla="*/ 1002563 w 1636280"/>
              <a:gd name="connsiteY285" fmla="*/ 816489 h 1611657"/>
              <a:gd name="connsiteX286" fmla="*/ 987326 w 1636280"/>
              <a:gd name="connsiteY286" fmla="*/ 813442 h 1611657"/>
              <a:gd name="connsiteX287" fmla="*/ 1057414 w 1636280"/>
              <a:gd name="connsiteY287" fmla="*/ 807349 h 1611657"/>
              <a:gd name="connsiteX288" fmla="*/ 1124455 w 1636280"/>
              <a:gd name="connsiteY288" fmla="*/ 776883 h 1611657"/>
              <a:gd name="connsiteX289" fmla="*/ 1127502 w 1636280"/>
              <a:gd name="connsiteY289" fmla="*/ 770790 h 1611657"/>
              <a:gd name="connsiteX290" fmla="*/ 1148833 w 1636280"/>
              <a:gd name="connsiteY290" fmla="*/ 749463 h 1611657"/>
              <a:gd name="connsiteX291" fmla="*/ 1148833 w 1636280"/>
              <a:gd name="connsiteY291" fmla="*/ 737277 h 1611657"/>
              <a:gd name="connsiteX292" fmla="*/ 1154928 w 1636280"/>
              <a:gd name="connsiteY292" fmla="*/ 746417 h 1611657"/>
              <a:gd name="connsiteX293" fmla="*/ 1173212 w 1636280"/>
              <a:gd name="connsiteY293" fmla="*/ 703764 h 1611657"/>
              <a:gd name="connsiteX294" fmla="*/ 1194543 w 1636280"/>
              <a:gd name="connsiteY294" fmla="*/ 615413 h 1611657"/>
              <a:gd name="connsiteX295" fmla="*/ 1185401 w 1636280"/>
              <a:gd name="connsiteY295" fmla="*/ 581900 h 1611657"/>
              <a:gd name="connsiteX296" fmla="*/ 1188448 w 1636280"/>
              <a:gd name="connsiteY296" fmla="*/ 566667 h 1611657"/>
              <a:gd name="connsiteX297" fmla="*/ 1176259 w 1636280"/>
              <a:gd name="connsiteY297" fmla="*/ 563621 h 1611657"/>
              <a:gd name="connsiteX298" fmla="*/ 1185401 w 1636280"/>
              <a:gd name="connsiteY298" fmla="*/ 566667 h 1611657"/>
              <a:gd name="connsiteX299" fmla="*/ 1106171 w 1636280"/>
              <a:gd name="connsiteY299" fmla="*/ 460037 h 1611657"/>
              <a:gd name="connsiteX300" fmla="*/ 1090935 w 1636280"/>
              <a:gd name="connsiteY300" fmla="*/ 456990 h 1611657"/>
              <a:gd name="connsiteX301" fmla="*/ 1100077 w 1636280"/>
              <a:gd name="connsiteY301" fmla="*/ 453943 h 1611657"/>
              <a:gd name="connsiteX302" fmla="*/ 1029989 w 1636280"/>
              <a:gd name="connsiteY302" fmla="*/ 432617 h 1611657"/>
              <a:gd name="connsiteX303" fmla="*/ 1036083 w 1636280"/>
              <a:gd name="connsiteY303" fmla="*/ 435664 h 1611657"/>
              <a:gd name="connsiteX304" fmla="*/ 981232 w 1636280"/>
              <a:gd name="connsiteY304" fmla="*/ 438710 h 1611657"/>
              <a:gd name="connsiteX305" fmla="*/ 981232 w 1636280"/>
              <a:gd name="connsiteY305" fmla="*/ 432617 h 1611657"/>
              <a:gd name="connsiteX306" fmla="*/ 1023894 w 1636280"/>
              <a:gd name="connsiteY306" fmla="*/ 426524 h 1611657"/>
              <a:gd name="connsiteX307" fmla="*/ 615555 w 1636280"/>
              <a:gd name="connsiteY307" fmla="*/ 444804 h 1611657"/>
              <a:gd name="connsiteX308" fmla="*/ 612508 w 1636280"/>
              <a:gd name="connsiteY308" fmla="*/ 444804 h 1611657"/>
              <a:gd name="connsiteX309" fmla="*/ 615555 w 1636280"/>
              <a:gd name="connsiteY309" fmla="*/ 447850 h 1611657"/>
              <a:gd name="connsiteX310" fmla="*/ 615555 w 1636280"/>
              <a:gd name="connsiteY310" fmla="*/ 444804 h 1611657"/>
              <a:gd name="connsiteX311" fmla="*/ 978184 w 1636280"/>
              <a:gd name="connsiteY311" fmla="*/ 627599 h 1611657"/>
              <a:gd name="connsiteX312" fmla="*/ 1005610 w 1636280"/>
              <a:gd name="connsiteY312" fmla="*/ 498210 h 1611657"/>
              <a:gd name="connsiteX313" fmla="*/ 1060462 w 1636280"/>
              <a:gd name="connsiteY313" fmla="*/ 484409 h 1611657"/>
              <a:gd name="connsiteX314" fmla="*/ 1081793 w 1636280"/>
              <a:gd name="connsiteY314" fmla="*/ 490502 h 1611657"/>
              <a:gd name="connsiteX315" fmla="*/ 1110377 w 1636280"/>
              <a:gd name="connsiteY315" fmla="*/ 515393 h 1611657"/>
              <a:gd name="connsiteX316" fmla="*/ 1127502 w 1636280"/>
              <a:gd name="connsiteY316" fmla="*/ 603227 h 1611657"/>
              <a:gd name="connsiteX317" fmla="*/ 1133597 w 1636280"/>
              <a:gd name="connsiteY317" fmla="*/ 618460 h 1611657"/>
              <a:gd name="connsiteX318" fmla="*/ 1121408 w 1636280"/>
              <a:gd name="connsiteY318" fmla="*/ 615413 h 1611657"/>
              <a:gd name="connsiteX319" fmla="*/ 1084840 w 1636280"/>
              <a:gd name="connsiteY319" fmla="*/ 648926 h 1611657"/>
              <a:gd name="connsiteX320" fmla="*/ 1087887 w 1636280"/>
              <a:gd name="connsiteY320" fmla="*/ 664159 h 1611657"/>
              <a:gd name="connsiteX321" fmla="*/ 1084840 w 1636280"/>
              <a:gd name="connsiteY321" fmla="*/ 664159 h 1611657"/>
              <a:gd name="connsiteX322" fmla="*/ 1081793 w 1636280"/>
              <a:gd name="connsiteY322" fmla="*/ 670252 h 1611657"/>
              <a:gd name="connsiteX323" fmla="*/ 1093982 w 1636280"/>
              <a:gd name="connsiteY323" fmla="*/ 667205 h 1611657"/>
              <a:gd name="connsiteX324" fmla="*/ 1078745 w 1636280"/>
              <a:gd name="connsiteY324" fmla="*/ 673298 h 1611657"/>
              <a:gd name="connsiteX325" fmla="*/ 1081793 w 1636280"/>
              <a:gd name="connsiteY325" fmla="*/ 658065 h 1611657"/>
              <a:gd name="connsiteX326" fmla="*/ 1042178 w 1636280"/>
              <a:gd name="connsiteY326" fmla="*/ 660777 h 1611657"/>
              <a:gd name="connsiteX327" fmla="*/ 981232 w 1636280"/>
              <a:gd name="connsiteY327" fmla="*/ 630646 h 1611657"/>
              <a:gd name="connsiteX328" fmla="*/ 978184 w 1636280"/>
              <a:gd name="connsiteY328" fmla="*/ 627599 h 1611657"/>
              <a:gd name="connsiteX329" fmla="*/ 841056 w 1636280"/>
              <a:gd name="connsiteY329" fmla="*/ 508782 h 1611657"/>
              <a:gd name="connsiteX330" fmla="*/ 838008 w 1636280"/>
              <a:gd name="connsiteY330" fmla="*/ 508782 h 1611657"/>
              <a:gd name="connsiteX331" fmla="*/ 841056 w 1636280"/>
              <a:gd name="connsiteY331" fmla="*/ 511829 h 1611657"/>
              <a:gd name="connsiteX332" fmla="*/ 841056 w 1636280"/>
              <a:gd name="connsiteY332" fmla="*/ 508782 h 1611657"/>
              <a:gd name="connsiteX333" fmla="*/ 838008 w 1636280"/>
              <a:gd name="connsiteY333" fmla="*/ 511829 h 1611657"/>
              <a:gd name="connsiteX334" fmla="*/ 834961 w 1636280"/>
              <a:gd name="connsiteY334" fmla="*/ 511829 h 1611657"/>
              <a:gd name="connsiteX335" fmla="*/ 838008 w 1636280"/>
              <a:gd name="connsiteY335" fmla="*/ 514875 h 1611657"/>
              <a:gd name="connsiteX336" fmla="*/ 838008 w 1636280"/>
              <a:gd name="connsiteY336" fmla="*/ 511829 h 1611657"/>
              <a:gd name="connsiteX337" fmla="*/ 594224 w 1636280"/>
              <a:gd name="connsiteY337" fmla="*/ 514875 h 1611657"/>
              <a:gd name="connsiteX338" fmla="*/ 591177 w 1636280"/>
              <a:gd name="connsiteY338" fmla="*/ 514875 h 1611657"/>
              <a:gd name="connsiteX339" fmla="*/ 594224 w 1636280"/>
              <a:gd name="connsiteY339" fmla="*/ 517922 h 1611657"/>
              <a:gd name="connsiteX340" fmla="*/ 594224 w 1636280"/>
              <a:gd name="connsiteY340" fmla="*/ 514875 h 1611657"/>
              <a:gd name="connsiteX341" fmla="*/ 1039131 w 1636280"/>
              <a:gd name="connsiteY341" fmla="*/ 543605 h 1611657"/>
              <a:gd name="connsiteX342" fmla="*/ 1016093 w 1636280"/>
              <a:gd name="connsiteY342" fmla="*/ 566667 h 1611657"/>
              <a:gd name="connsiteX343" fmla="*/ 1054367 w 1636280"/>
              <a:gd name="connsiteY343" fmla="*/ 604933 h 1611657"/>
              <a:gd name="connsiteX344" fmla="*/ 1039131 w 1636280"/>
              <a:gd name="connsiteY344" fmla="*/ 543605 h 1611657"/>
              <a:gd name="connsiteX345" fmla="*/ 1444422 w 1636280"/>
              <a:gd name="connsiteY345" fmla="*/ 563621 h 1611657"/>
              <a:gd name="connsiteX346" fmla="*/ 1444422 w 1636280"/>
              <a:gd name="connsiteY346" fmla="*/ 600180 h 1611657"/>
              <a:gd name="connsiteX347" fmla="*/ 1444422 w 1636280"/>
              <a:gd name="connsiteY347" fmla="*/ 563621 h 1611657"/>
              <a:gd name="connsiteX348" fmla="*/ 1127502 w 1636280"/>
              <a:gd name="connsiteY348" fmla="*/ 609320 h 1611657"/>
              <a:gd name="connsiteX349" fmla="*/ 1124455 w 1636280"/>
              <a:gd name="connsiteY349" fmla="*/ 609320 h 1611657"/>
              <a:gd name="connsiteX350" fmla="*/ 1127502 w 1636280"/>
              <a:gd name="connsiteY350" fmla="*/ 612366 h 1611657"/>
              <a:gd name="connsiteX351" fmla="*/ 1127502 w 1636280"/>
              <a:gd name="connsiteY351" fmla="*/ 609320 h 1611657"/>
              <a:gd name="connsiteX352" fmla="*/ 1444422 w 1636280"/>
              <a:gd name="connsiteY352" fmla="*/ 655019 h 1611657"/>
              <a:gd name="connsiteX353" fmla="*/ 1441375 w 1636280"/>
              <a:gd name="connsiteY353" fmla="*/ 655019 h 1611657"/>
              <a:gd name="connsiteX354" fmla="*/ 1444422 w 1636280"/>
              <a:gd name="connsiteY354" fmla="*/ 658065 h 1611657"/>
              <a:gd name="connsiteX355" fmla="*/ 1444422 w 1636280"/>
              <a:gd name="connsiteY355" fmla="*/ 655019 h 1611657"/>
              <a:gd name="connsiteX356" fmla="*/ 813630 w 1636280"/>
              <a:gd name="connsiteY356" fmla="*/ 685485 h 1611657"/>
              <a:gd name="connsiteX357" fmla="*/ 810583 w 1636280"/>
              <a:gd name="connsiteY357" fmla="*/ 685485 h 1611657"/>
              <a:gd name="connsiteX358" fmla="*/ 813630 w 1636280"/>
              <a:gd name="connsiteY358" fmla="*/ 688531 h 1611657"/>
              <a:gd name="connsiteX359" fmla="*/ 813630 w 1636280"/>
              <a:gd name="connsiteY359" fmla="*/ 685485 h 1611657"/>
              <a:gd name="connsiteX360" fmla="*/ 816677 w 1636280"/>
              <a:gd name="connsiteY360" fmla="*/ 728137 h 1611657"/>
              <a:gd name="connsiteX361" fmla="*/ 813630 w 1636280"/>
              <a:gd name="connsiteY361" fmla="*/ 728137 h 1611657"/>
              <a:gd name="connsiteX362" fmla="*/ 816677 w 1636280"/>
              <a:gd name="connsiteY362" fmla="*/ 731184 h 1611657"/>
              <a:gd name="connsiteX363" fmla="*/ 816677 w 1636280"/>
              <a:gd name="connsiteY363" fmla="*/ 728137 h 1611657"/>
              <a:gd name="connsiteX364" fmla="*/ 822772 w 1636280"/>
              <a:gd name="connsiteY364" fmla="*/ 728137 h 1611657"/>
              <a:gd name="connsiteX365" fmla="*/ 819725 w 1636280"/>
              <a:gd name="connsiteY365" fmla="*/ 728137 h 1611657"/>
              <a:gd name="connsiteX366" fmla="*/ 822772 w 1636280"/>
              <a:gd name="connsiteY366" fmla="*/ 731184 h 1611657"/>
              <a:gd name="connsiteX367" fmla="*/ 822772 w 1636280"/>
              <a:gd name="connsiteY367" fmla="*/ 728137 h 1611657"/>
              <a:gd name="connsiteX368" fmla="*/ 1200638 w 1636280"/>
              <a:gd name="connsiteY368" fmla="*/ 993191 h 1611657"/>
              <a:gd name="connsiteX369" fmla="*/ 1197590 w 1636280"/>
              <a:gd name="connsiteY369" fmla="*/ 993191 h 1611657"/>
              <a:gd name="connsiteX370" fmla="*/ 1200638 w 1636280"/>
              <a:gd name="connsiteY370" fmla="*/ 996238 h 1611657"/>
              <a:gd name="connsiteX371" fmla="*/ 1200638 w 1636280"/>
              <a:gd name="connsiteY371" fmla="*/ 993191 h 1611657"/>
              <a:gd name="connsiteX372" fmla="*/ 518042 w 1636280"/>
              <a:gd name="connsiteY372" fmla="*/ 1602511 h 1611657"/>
              <a:gd name="connsiteX373" fmla="*/ 514994 w 1636280"/>
              <a:gd name="connsiteY373" fmla="*/ 1602511 h 1611657"/>
              <a:gd name="connsiteX374" fmla="*/ 518042 w 1636280"/>
              <a:gd name="connsiteY374" fmla="*/ 1605558 h 1611657"/>
              <a:gd name="connsiteX375" fmla="*/ 518042 w 1636280"/>
              <a:gd name="connsiteY375" fmla="*/ 1602511 h 1611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Lst>
            <a:rect l="l" t="t" r="r" b="b"/>
            <a:pathLst>
              <a:path w="1636280" h="1611657">
                <a:moveTo>
                  <a:pt x="1279868" y="33513"/>
                </a:moveTo>
                <a:cubicBezTo>
                  <a:pt x="1290624" y="36772"/>
                  <a:pt x="1298791" y="27023"/>
                  <a:pt x="1307293" y="21052"/>
                </a:cubicBezTo>
                <a:cubicBezTo>
                  <a:pt x="1320336" y="11912"/>
                  <a:pt x="1334628" y="4357"/>
                  <a:pt x="1349956" y="0"/>
                </a:cubicBezTo>
                <a:cubicBezTo>
                  <a:pt x="1335176" y="37229"/>
                  <a:pt x="1343800" y="26841"/>
                  <a:pt x="1349956" y="60932"/>
                </a:cubicBezTo>
                <a:cubicBezTo>
                  <a:pt x="1339107" y="67787"/>
                  <a:pt x="1327192" y="76013"/>
                  <a:pt x="1317989" y="84970"/>
                </a:cubicBezTo>
                <a:cubicBezTo>
                  <a:pt x="1295317" y="107058"/>
                  <a:pt x="1268288" y="153274"/>
                  <a:pt x="1276820" y="185843"/>
                </a:cubicBezTo>
                <a:cubicBezTo>
                  <a:pt x="1288766" y="161135"/>
                  <a:pt x="1317441" y="150015"/>
                  <a:pt x="1343861" y="152848"/>
                </a:cubicBezTo>
                <a:cubicBezTo>
                  <a:pt x="1343861" y="152848"/>
                  <a:pt x="1374334" y="158423"/>
                  <a:pt x="1374334" y="158423"/>
                </a:cubicBezTo>
                <a:cubicBezTo>
                  <a:pt x="1407032" y="196353"/>
                  <a:pt x="1446921" y="222036"/>
                  <a:pt x="1468800" y="268101"/>
                </a:cubicBezTo>
                <a:cubicBezTo>
                  <a:pt x="1468709" y="260058"/>
                  <a:pt x="1470872" y="253081"/>
                  <a:pt x="1462706" y="249821"/>
                </a:cubicBezTo>
                <a:cubicBezTo>
                  <a:pt x="1462706" y="249821"/>
                  <a:pt x="1471848" y="240681"/>
                  <a:pt x="1471848" y="240681"/>
                </a:cubicBezTo>
                <a:cubicBezTo>
                  <a:pt x="1483427" y="277362"/>
                  <a:pt x="1474194" y="290889"/>
                  <a:pt x="1474895" y="313800"/>
                </a:cubicBezTo>
                <a:cubicBezTo>
                  <a:pt x="1474895" y="313800"/>
                  <a:pt x="1465753" y="298567"/>
                  <a:pt x="1465753" y="298567"/>
                </a:cubicBezTo>
                <a:cubicBezTo>
                  <a:pt x="1462828" y="325864"/>
                  <a:pt x="1449877" y="330251"/>
                  <a:pt x="1435280" y="350359"/>
                </a:cubicBezTo>
                <a:cubicBezTo>
                  <a:pt x="1435280" y="350359"/>
                  <a:pt x="1480990" y="341219"/>
                  <a:pt x="1480990" y="341219"/>
                </a:cubicBezTo>
                <a:cubicBezTo>
                  <a:pt x="1480990" y="341219"/>
                  <a:pt x="1474895" y="335126"/>
                  <a:pt x="1474895" y="335126"/>
                </a:cubicBezTo>
                <a:cubicBezTo>
                  <a:pt x="1474895" y="335126"/>
                  <a:pt x="1474895" y="332079"/>
                  <a:pt x="1474895" y="332079"/>
                </a:cubicBezTo>
                <a:cubicBezTo>
                  <a:pt x="1474895" y="332079"/>
                  <a:pt x="1505368" y="322940"/>
                  <a:pt x="1505368" y="322940"/>
                </a:cubicBezTo>
                <a:cubicBezTo>
                  <a:pt x="1531727" y="318552"/>
                  <a:pt x="1552845" y="282603"/>
                  <a:pt x="1566314" y="262008"/>
                </a:cubicBezTo>
                <a:cubicBezTo>
                  <a:pt x="1555648" y="257468"/>
                  <a:pt x="1557903" y="252594"/>
                  <a:pt x="1566314" y="246775"/>
                </a:cubicBezTo>
                <a:cubicBezTo>
                  <a:pt x="1566314" y="246775"/>
                  <a:pt x="1569361" y="258961"/>
                  <a:pt x="1569361" y="258961"/>
                </a:cubicBezTo>
                <a:cubicBezTo>
                  <a:pt x="1569361" y="258961"/>
                  <a:pt x="1581033" y="210215"/>
                  <a:pt x="1581033" y="210215"/>
                </a:cubicBezTo>
                <a:cubicBezTo>
                  <a:pt x="1581033" y="210215"/>
                  <a:pt x="1578503" y="155377"/>
                  <a:pt x="1578503" y="155377"/>
                </a:cubicBezTo>
                <a:cubicBezTo>
                  <a:pt x="1578503" y="155377"/>
                  <a:pt x="1569361" y="149283"/>
                  <a:pt x="1569361" y="149283"/>
                </a:cubicBezTo>
                <a:cubicBezTo>
                  <a:pt x="1569361" y="149283"/>
                  <a:pt x="1575456" y="152330"/>
                  <a:pt x="1575456" y="152330"/>
                </a:cubicBezTo>
                <a:cubicBezTo>
                  <a:pt x="1575456" y="152330"/>
                  <a:pt x="1569361" y="134050"/>
                  <a:pt x="1569361" y="134050"/>
                </a:cubicBezTo>
                <a:cubicBezTo>
                  <a:pt x="1569361" y="134050"/>
                  <a:pt x="1551078" y="140144"/>
                  <a:pt x="1551078" y="140144"/>
                </a:cubicBezTo>
                <a:cubicBezTo>
                  <a:pt x="1551078" y="140144"/>
                  <a:pt x="1563267" y="134050"/>
                  <a:pt x="1563267" y="134050"/>
                </a:cubicBezTo>
                <a:cubicBezTo>
                  <a:pt x="1563267" y="134050"/>
                  <a:pt x="1566314" y="127957"/>
                  <a:pt x="1566314" y="127957"/>
                </a:cubicBezTo>
                <a:cubicBezTo>
                  <a:pt x="1566314" y="127957"/>
                  <a:pt x="1554429" y="100538"/>
                  <a:pt x="1554429" y="100538"/>
                </a:cubicBezTo>
                <a:cubicBezTo>
                  <a:pt x="1554429" y="100538"/>
                  <a:pt x="1566345" y="79212"/>
                  <a:pt x="1566345" y="79212"/>
                </a:cubicBezTo>
                <a:cubicBezTo>
                  <a:pt x="1566345" y="79212"/>
                  <a:pt x="1575456" y="48746"/>
                  <a:pt x="1575456" y="48746"/>
                </a:cubicBezTo>
                <a:cubicBezTo>
                  <a:pt x="1575456" y="48746"/>
                  <a:pt x="1596787" y="63979"/>
                  <a:pt x="1596787" y="63979"/>
                </a:cubicBezTo>
                <a:cubicBezTo>
                  <a:pt x="1596787" y="63979"/>
                  <a:pt x="1627260" y="118817"/>
                  <a:pt x="1627260" y="118817"/>
                </a:cubicBezTo>
                <a:cubicBezTo>
                  <a:pt x="1627260" y="118817"/>
                  <a:pt x="1624213" y="127957"/>
                  <a:pt x="1624213" y="127957"/>
                </a:cubicBezTo>
                <a:cubicBezTo>
                  <a:pt x="1624213" y="127957"/>
                  <a:pt x="1630307" y="124911"/>
                  <a:pt x="1630307" y="124911"/>
                </a:cubicBezTo>
                <a:cubicBezTo>
                  <a:pt x="1630307" y="124911"/>
                  <a:pt x="1636280" y="176703"/>
                  <a:pt x="1636280" y="176703"/>
                </a:cubicBezTo>
                <a:cubicBezTo>
                  <a:pt x="1636280" y="176703"/>
                  <a:pt x="1636280" y="240681"/>
                  <a:pt x="1636280" y="240681"/>
                </a:cubicBezTo>
                <a:cubicBezTo>
                  <a:pt x="1636280" y="240681"/>
                  <a:pt x="1615071" y="286380"/>
                  <a:pt x="1615071" y="286380"/>
                </a:cubicBezTo>
                <a:cubicBezTo>
                  <a:pt x="1625736" y="290920"/>
                  <a:pt x="1623481" y="295794"/>
                  <a:pt x="1615071" y="301613"/>
                </a:cubicBezTo>
                <a:cubicBezTo>
                  <a:pt x="1615071" y="301613"/>
                  <a:pt x="1612024" y="289427"/>
                  <a:pt x="1612024" y="289427"/>
                </a:cubicBezTo>
                <a:cubicBezTo>
                  <a:pt x="1612024" y="289427"/>
                  <a:pt x="1587645" y="341219"/>
                  <a:pt x="1587645" y="341219"/>
                </a:cubicBezTo>
                <a:cubicBezTo>
                  <a:pt x="1587645" y="341219"/>
                  <a:pt x="1529746" y="374732"/>
                  <a:pt x="1529746" y="374732"/>
                </a:cubicBezTo>
                <a:cubicBezTo>
                  <a:pt x="1529746" y="374732"/>
                  <a:pt x="1535841" y="380825"/>
                  <a:pt x="1535841" y="380825"/>
                </a:cubicBezTo>
                <a:cubicBezTo>
                  <a:pt x="1535841" y="380825"/>
                  <a:pt x="1523652" y="383872"/>
                  <a:pt x="1523652" y="383872"/>
                </a:cubicBezTo>
                <a:cubicBezTo>
                  <a:pt x="1523652" y="383872"/>
                  <a:pt x="1535841" y="386918"/>
                  <a:pt x="1535841" y="386918"/>
                </a:cubicBezTo>
                <a:cubicBezTo>
                  <a:pt x="1524536" y="391823"/>
                  <a:pt x="1526516" y="391183"/>
                  <a:pt x="1514510" y="390452"/>
                </a:cubicBezTo>
                <a:cubicBezTo>
                  <a:pt x="1501071" y="389660"/>
                  <a:pt x="1478491" y="398282"/>
                  <a:pt x="1462706" y="401481"/>
                </a:cubicBezTo>
                <a:cubicBezTo>
                  <a:pt x="1416722" y="408214"/>
                  <a:pt x="1429063" y="402943"/>
                  <a:pt x="1392618" y="401481"/>
                </a:cubicBezTo>
                <a:cubicBezTo>
                  <a:pt x="1406666" y="434780"/>
                  <a:pt x="1420958" y="456777"/>
                  <a:pt x="1426138" y="493549"/>
                </a:cubicBezTo>
                <a:cubicBezTo>
                  <a:pt x="1426138" y="493549"/>
                  <a:pt x="1441375" y="487456"/>
                  <a:pt x="1441375" y="487456"/>
                </a:cubicBezTo>
                <a:cubicBezTo>
                  <a:pt x="1441375" y="487456"/>
                  <a:pt x="1429185" y="493549"/>
                  <a:pt x="1429185" y="493549"/>
                </a:cubicBezTo>
                <a:cubicBezTo>
                  <a:pt x="1429185" y="493549"/>
                  <a:pt x="1444422" y="557528"/>
                  <a:pt x="1444422" y="557528"/>
                </a:cubicBezTo>
                <a:cubicBezTo>
                  <a:pt x="1443112" y="545585"/>
                  <a:pt x="1440217" y="538243"/>
                  <a:pt x="1450517" y="530108"/>
                </a:cubicBezTo>
                <a:cubicBezTo>
                  <a:pt x="1450517" y="530108"/>
                  <a:pt x="1448018" y="566667"/>
                  <a:pt x="1448018" y="566667"/>
                </a:cubicBezTo>
                <a:cubicBezTo>
                  <a:pt x="1448018" y="566667"/>
                  <a:pt x="1450395" y="587994"/>
                  <a:pt x="1450395" y="587994"/>
                </a:cubicBezTo>
                <a:cubicBezTo>
                  <a:pt x="1450395" y="587994"/>
                  <a:pt x="1450395" y="627599"/>
                  <a:pt x="1450395" y="627599"/>
                </a:cubicBezTo>
                <a:cubicBezTo>
                  <a:pt x="1450395" y="627599"/>
                  <a:pt x="1444422" y="627599"/>
                  <a:pt x="1444422" y="627599"/>
                </a:cubicBezTo>
                <a:cubicBezTo>
                  <a:pt x="1444422" y="627599"/>
                  <a:pt x="1441375" y="615413"/>
                  <a:pt x="1441375" y="615413"/>
                </a:cubicBezTo>
                <a:cubicBezTo>
                  <a:pt x="1441375" y="615413"/>
                  <a:pt x="1444422" y="651972"/>
                  <a:pt x="1444422" y="651972"/>
                </a:cubicBezTo>
                <a:cubicBezTo>
                  <a:pt x="1444422" y="651972"/>
                  <a:pt x="1444422" y="636739"/>
                  <a:pt x="1444422" y="636739"/>
                </a:cubicBezTo>
                <a:cubicBezTo>
                  <a:pt x="1444422" y="636739"/>
                  <a:pt x="1450517" y="636739"/>
                  <a:pt x="1450517" y="636739"/>
                </a:cubicBezTo>
                <a:cubicBezTo>
                  <a:pt x="1450517" y="651820"/>
                  <a:pt x="1452254" y="662849"/>
                  <a:pt x="1444422" y="676345"/>
                </a:cubicBezTo>
                <a:cubicBezTo>
                  <a:pt x="1444422" y="676345"/>
                  <a:pt x="1444422" y="661112"/>
                  <a:pt x="1444422" y="661112"/>
                </a:cubicBezTo>
                <a:cubicBezTo>
                  <a:pt x="1444422" y="661112"/>
                  <a:pt x="1438327" y="661112"/>
                  <a:pt x="1438327" y="661112"/>
                </a:cubicBezTo>
                <a:cubicBezTo>
                  <a:pt x="1439668" y="688044"/>
                  <a:pt x="1427723" y="723202"/>
                  <a:pt x="1420043" y="749463"/>
                </a:cubicBezTo>
                <a:cubicBezTo>
                  <a:pt x="1432568" y="754795"/>
                  <a:pt x="1426839" y="761162"/>
                  <a:pt x="1416996" y="764696"/>
                </a:cubicBezTo>
                <a:cubicBezTo>
                  <a:pt x="1416996" y="764696"/>
                  <a:pt x="1416996" y="752510"/>
                  <a:pt x="1416996" y="752510"/>
                </a:cubicBezTo>
                <a:cubicBezTo>
                  <a:pt x="1416996" y="752510"/>
                  <a:pt x="1401760" y="801256"/>
                  <a:pt x="1401760" y="801256"/>
                </a:cubicBezTo>
                <a:cubicBezTo>
                  <a:pt x="1401760" y="801256"/>
                  <a:pt x="1351449" y="874374"/>
                  <a:pt x="1351449" y="874374"/>
                </a:cubicBezTo>
                <a:cubicBezTo>
                  <a:pt x="1351449" y="874374"/>
                  <a:pt x="1316435" y="913005"/>
                  <a:pt x="1316435" y="913005"/>
                </a:cubicBezTo>
                <a:cubicBezTo>
                  <a:pt x="1316435" y="913005"/>
                  <a:pt x="1276820" y="950539"/>
                  <a:pt x="1276820" y="950539"/>
                </a:cubicBezTo>
                <a:cubicBezTo>
                  <a:pt x="1276820" y="950539"/>
                  <a:pt x="1249394" y="966686"/>
                  <a:pt x="1249394" y="966686"/>
                </a:cubicBezTo>
                <a:cubicBezTo>
                  <a:pt x="1249394" y="966686"/>
                  <a:pt x="1203685" y="993191"/>
                  <a:pt x="1203685" y="993191"/>
                </a:cubicBezTo>
                <a:cubicBezTo>
                  <a:pt x="1203685" y="993191"/>
                  <a:pt x="1218921" y="996238"/>
                  <a:pt x="1218921" y="996238"/>
                </a:cubicBezTo>
                <a:cubicBezTo>
                  <a:pt x="1207037" y="1001417"/>
                  <a:pt x="1209962" y="1000229"/>
                  <a:pt x="1197590" y="1000320"/>
                </a:cubicBezTo>
                <a:cubicBezTo>
                  <a:pt x="1182872" y="1000473"/>
                  <a:pt x="1158036" y="1012172"/>
                  <a:pt x="1142739" y="1017016"/>
                </a:cubicBezTo>
                <a:cubicBezTo>
                  <a:pt x="1131037" y="1020733"/>
                  <a:pt x="1116441" y="1022896"/>
                  <a:pt x="1106171" y="1029263"/>
                </a:cubicBezTo>
                <a:cubicBezTo>
                  <a:pt x="1095902" y="1035630"/>
                  <a:pt x="1070487" y="1062380"/>
                  <a:pt x="1060462" y="1072403"/>
                </a:cubicBezTo>
                <a:cubicBezTo>
                  <a:pt x="1060462" y="1072403"/>
                  <a:pt x="975137" y="1157708"/>
                  <a:pt x="975137" y="1157708"/>
                </a:cubicBezTo>
                <a:cubicBezTo>
                  <a:pt x="975137" y="1157708"/>
                  <a:pt x="682596" y="1450181"/>
                  <a:pt x="682596" y="1450181"/>
                </a:cubicBezTo>
                <a:cubicBezTo>
                  <a:pt x="644170" y="1488599"/>
                  <a:pt x="561801" y="1577194"/>
                  <a:pt x="521089" y="1602511"/>
                </a:cubicBezTo>
                <a:cubicBezTo>
                  <a:pt x="521089" y="1602511"/>
                  <a:pt x="536325" y="1605558"/>
                  <a:pt x="536325" y="1605558"/>
                </a:cubicBezTo>
                <a:cubicBezTo>
                  <a:pt x="516396" y="1614180"/>
                  <a:pt x="519870" y="1606441"/>
                  <a:pt x="502805" y="1607965"/>
                </a:cubicBezTo>
                <a:cubicBezTo>
                  <a:pt x="502805" y="1607965"/>
                  <a:pt x="475379" y="1611621"/>
                  <a:pt x="475379" y="1611621"/>
                </a:cubicBezTo>
                <a:cubicBezTo>
                  <a:pt x="446278" y="1612291"/>
                  <a:pt x="419522" y="1603943"/>
                  <a:pt x="397003" y="1584963"/>
                </a:cubicBezTo>
                <a:cubicBezTo>
                  <a:pt x="397003" y="1584963"/>
                  <a:pt x="332156" y="1520466"/>
                  <a:pt x="332156" y="1520466"/>
                </a:cubicBezTo>
                <a:cubicBezTo>
                  <a:pt x="332156" y="1520466"/>
                  <a:pt x="188720" y="1377063"/>
                  <a:pt x="188720" y="1377063"/>
                </a:cubicBezTo>
                <a:cubicBezTo>
                  <a:pt x="188720" y="1377063"/>
                  <a:pt x="30473" y="1215593"/>
                  <a:pt x="30473" y="1215593"/>
                </a:cubicBezTo>
                <a:cubicBezTo>
                  <a:pt x="30473" y="1215593"/>
                  <a:pt x="27426" y="1224733"/>
                  <a:pt x="27426" y="1224733"/>
                </a:cubicBezTo>
                <a:cubicBezTo>
                  <a:pt x="27426" y="1224733"/>
                  <a:pt x="21331" y="1212547"/>
                  <a:pt x="21331" y="1212547"/>
                </a:cubicBezTo>
                <a:cubicBezTo>
                  <a:pt x="21331" y="1212547"/>
                  <a:pt x="27426" y="1212547"/>
                  <a:pt x="27426" y="1212547"/>
                </a:cubicBezTo>
                <a:cubicBezTo>
                  <a:pt x="640" y="1165294"/>
                  <a:pt x="14597" y="1160176"/>
                  <a:pt x="6034" y="1130288"/>
                </a:cubicBezTo>
                <a:cubicBezTo>
                  <a:pt x="6034" y="1130288"/>
                  <a:pt x="6034" y="1181197"/>
                  <a:pt x="6034" y="1181197"/>
                </a:cubicBezTo>
                <a:cubicBezTo>
                  <a:pt x="6034" y="1181197"/>
                  <a:pt x="0" y="1188174"/>
                  <a:pt x="0" y="1188174"/>
                </a:cubicBezTo>
                <a:cubicBezTo>
                  <a:pt x="0" y="1188174"/>
                  <a:pt x="3047" y="1121149"/>
                  <a:pt x="3047" y="1121149"/>
                </a:cubicBezTo>
                <a:cubicBezTo>
                  <a:pt x="3047" y="1121149"/>
                  <a:pt x="12189" y="1127242"/>
                  <a:pt x="12189" y="1127242"/>
                </a:cubicBezTo>
                <a:cubicBezTo>
                  <a:pt x="18558" y="1086052"/>
                  <a:pt x="42083" y="1066889"/>
                  <a:pt x="70088" y="1038890"/>
                </a:cubicBezTo>
                <a:cubicBezTo>
                  <a:pt x="70088" y="1038890"/>
                  <a:pt x="158460" y="950539"/>
                  <a:pt x="158460" y="950539"/>
                </a:cubicBezTo>
                <a:cubicBezTo>
                  <a:pt x="158460" y="950539"/>
                  <a:pt x="444906" y="664159"/>
                  <a:pt x="444906" y="664159"/>
                </a:cubicBezTo>
                <a:cubicBezTo>
                  <a:pt x="444906" y="664159"/>
                  <a:pt x="536325" y="572761"/>
                  <a:pt x="536325" y="572761"/>
                </a:cubicBezTo>
                <a:cubicBezTo>
                  <a:pt x="552446" y="556644"/>
                  <a:pt x="573289" y="533795"/>
                  <a:pt x="591177" y="520968"/>
                </a:cubicBezTo>
                <a:cubicBezTo>
                  <a:pt x="591177" y="520968"/>
                  <a:pt x="585082" y="511829"/>
                  <a:pt x="585082" y="511829"/>
                </a:cubicBezTo>
                <a:cubicBezTo>
                  <a:pt x="585082" y="511829"/>
                  <a:pt x="588130" y="508782"/>
                  <a:pt x="588130" y="508782"/>
                </a:cubicBezTo>
                <a:cubicBezTo>
                  <a:pt x="588130" y="508782"/>
                  <a:pt x="594224" y="511829"/>
                  <a:pt x="594224" y="511829"/>
                </a:cubicBezTo>
                <a:cubicBezTo>
                  <a:pt x="594224" y="511829"/>
                  <a:pt x="600319" y="478316"/>
                  <a:pt x="600319" y="478316"/>
                </a:cubicBezTo>
                <a:cubicBezTo>
                  <a:pt x="608607" y="468110"/>
                  <a:pt x="610832" y="460950"/>
                  <a:pt x="609461" y="447850"/>
                </a:cubicBezTo>
                <a:cubicBezTo>
                  <a:pt x="609461" y="447850"/>
                  <a:pt x="609461" y="453943"/>
                  <a:pt x="609461" y="453943"/>
                </a:cubicBezTo>
                <a:cubicBezTo>
                  <a:pt x="609461" y="453943"/>
                  <a:pt x="606413" y="453943"/>
                  <a:pt x="606413" y="453943"/>
                </a:cubicBezTo>
                <a:cubicBezTo>
                  <a:pt x="606413" y="453943"/>
                  <a:pt x="603366" y="435664"/>
                  <a:pt x="603366" y="435664"/>
                </a:cubicBezTo>
                <a:cubicBezTo>
                  <a:pt x="603366" y="435664"/>
                  <a:pt x="618603" y="441757"/>
                  <a:pt x="618603" y="441757"/>
                </a:cubicBezTo>
                <a:cubicBezTo>
                  <a:pt x="623387" y="425001"/>
                  <a:pt x="636886" y="396088"/>
                  <a:pt x="649076" y="383872"/>
                </a:cubicBezTo>
                <a:cubicBezTo>
                  <a:pt x="649076" y="383872"/>
                  <a:pt x="642981" y="377778"/>
                  <a:pt x="642981" y="377778"/>
                </a:cubicBezTo>
                <a:cubicBezTo>
                  <a:pt x="642981" y="377778"/>
                  <a:pt x="661265" y="359499"/>
                  <a:pt x="661265" y="359499"/>
                </a:cubicBezTo>
                <a:cubicBezTo>
                  <a:pt x="649137" y="354441"/>
                  <a:pt x="655475" y="350328"/>
                  <a:pt x="664312" y="347312"/>
                </a:cubicBezTo>
                <a:cubicBezTo>
                  <a:pt x="664312" y="347312"/>
                  <a:pt x="667359" y="356452"/>
                  <a:pt x="667359" y="356452"/>
                </a:cubicBezTo>
                <a:cubicBezTo>
                  <a:pt x="677537" y="333877"/>
                  <a:pt x="706578" y="305604"/>
                  <a:pt x="725258" y="288939"/>
                </a:cubicBezTo>
                <a:cubicBezTo>
                  <a:pt x="738270" y="277301"/>
                  <a:pt x="741988" y="271635"/>
                  <a:pt x="758779" y="265054"/>
                </a:cubicBezTo>
                <a:cubicBezTo>
                  <a:pt x="758779" y="265054"/>
                  <a:pt x="755731" y="246775"/>
                  <a:pt x="755731" y="246775"/>
                </a:cubicBezTo>
                <a:cubicBezTo>
                  <a:pt x="755731" y="246775"/>
                  <a:pt x="761826" y="258961"/>
                  <a:pt x="761826" y="258961"/>
                </a:cubicBezTo>
                <a:cubicBezTo>
                  <a:pt x="761826" y="258961"/>
                  <a:pt x="825819" y="220330"/>
                  <a:pt x="825819" y="220330"/>
                </a:cubicBezTo>
                <a:cubicBezTo>
                  <a:pt x="825819" y="220330"/>
                  <a:pt x="868482" y="198029"/>
                  <a:pt x="868482" y="198029"/>
                </a:cubicBezTo>
                <a:cubicBezTo>
                  <a:pt x="868482" y="198029"/>
                  <a:pt x="914191" y="188889"/>
                  <a:pt x="914191" y="188889"/>
                </a:cubicBezTo>
                <a:cubicBezTo>
                  <a:pt x="914191" y="188889"/>
                  <a:pt x="883718" y="185843"/>
                  <a:pt x="883718" y="185843"/>
                </a:cubicBezTo>
                <a:cubicBezTo>
                  <a:pt x="895085" y="183801"/>
                  <a:pt x="905720" y="179475"/>
                  <a:pt x="914191" y="188889"/>
                </a:cubicBezTo>
                <a:cubicBezTo>
                  <a:pt x="914191" y="188889"/>
                  <a:pt x="987326" y="178835"/>
                  <a:pt x="987326" y="178835"/>
                </a:cubicBezTo>
                <a:cubicBezTo>
                  <a:pt x="987326" y="178835"/>
                  <a:pt x="1020847" y="173656"/>
                  <a:pt x="1020847" y="173656"/>
                </a:cubicBezTo>
                <a:cubicBezTo>
                  <a:pt x="1020847" y="173656"/>
                  <a:pt x="1029989" y="179749"/>
                  <a:pt x="1029989" y="179749"/>
                </a:cubicBezTo>
                <a:cubicBezTo>
                  <a:pt x="1029989" y="179749"/>
                  <a:pt x="1029989" y="170610"/>
                  <a:pt x="1029989" y="170610"/>
                </a:cubicBezTo>
                <a:cubicBezTo>
                  <a:pt x="1029989" y="170610"/>
                  <a:pt x="1048272" y="173656"/>
                  <a:pt x="1048272" y="173656"/>
                </a:cubicBezTo>
                <a:cubicBezTo>
                  <a:pt x="1055525" y="166801"/>
                  <a:pt x="1064179" y="170031"/>
                  <a:pt x="1072651" y="173656"/>
                </a:cubicBezTo>
                <a:cubicBezTo>
                  <a:pt x="1072651" y="173656"/>
                  <a:pt x="1057414" y="179749"/>
                  <a:pt x="1057414" y="179749"/>
                </a:cubicBezTo>
                <a:cubicBezTo>
                  <a:pt x="1057414" y="179749"/>
                  <a:pt x="1103124" y="185843"/>
                  <a:pt x="1103124" y="185843"/>
                </a:cubicBezTo>
                <a:cubicBezTo>
                  <a:pt x="1104129" y="175332"/>
                  <a:pt x="1103642" y="171219"/>
                  <a:pt x="1112266" y="164516"/>
                </a:cubicBezTo>
                <a:cubicBezTo>
                  <a:pt x="1112266" y="164516"/>
                  <a:pt x="1106171" y="182796"/>
                  <a:pt x="1106171" y="182796"/>
                </a:cubicBezTo>
                <a:cubicBezTo>
                  <a:pt x="1117781" y="180633"/>
                  <a:pt x="1119122" y="180359"/>
                  <a:pt x="1127502" y="188889"/>
                </a:cubicBezTo>
                <a:cubicBezTo>
                  <a:pt x="1127502" y="188889"/>
                  <a:pt x="1118360" y="191936"/>
                  <a:pt x="1118360" y="191936"/>
                </a:cubicBezTo>
                <a:cubicBezTo>
                  <a:pt x="1135639" y="194373"/>
                  <a:pt x="1161815" y="200558"/>
                  <a:pt x="1176259" y="210215"/>
                </a:cubicBezTo>
                <a:cubicBezTo>
                  <a:pt x="1178788" y="203757"/>
                  <a:pt x="1178301" y="202538"/>
                  <a:pt x="1185401" y="204122"/>
                </a:cubicBezTo>
                <a:cubicBezTo>
                  <a:pt x="1185401" y="204122"/>
                  <a:pt x="1182354" y="204122"/>
                  <a:pt x="1182354" y="204122"/>
                </a:cubicBezTo>
                <a:cubicBezTo>
                  <a:pt x="1182354" y="204122"/>
                  <a:pt x="1179307" y="210215"/>
                  <a:pt x="1179307" y="210215"/>
                </a:cubicBezTo>
                <a:cubicBezTo>
                  <a:pt x="1179307" y="210215"/>
                  <a:pt x="1191496" y="207169"/>
                  <a:pt x="1191496" y="207169"/>
                </a:cubicBezTo>
                <a:cubicBezTo>
                  <a:pt x="1191496" y="207169"/>
                  <a:pt x="1188448" y="216309"/>
                  <a:pt x="1188448" y="216309"/>
                </a:cubicBezTo>
                <a:cubicBezTo>
                  <a:pt x="1188448" y="216309"/>
                  <a:pt x="1212827" y="222402"/>
                  <a:pt x="1212827" y="222402"/>
                </a:cubicBezTo>
                <a:cubicBezTo>
                  <a:pt x="1212827" y="222402"/>
                  <a:pt x="1212827" y="225448"/>
                  <a:pt x="1212827" y="225448"/>
                </a:cubicBezTo>
                <a:cubicBezTo>
                  <a:pt x="1212827" y="225448"/>
                  <a:pt x="1218921" y="228495"/>
                  <a:pt x="1218921" y="228495"/>
                </a:cubicBezTo>
                <a:cubicBezTo>
                  <a:pt x="1218129" y="192119"/>
                  <a:pt x="1212187" y="178988"/>
                  <a:pt x="1225016" y="140144"/>
                </a:cubicBezTo>
                <a:cubicBezTo>
                  <a:pt x="1213193" y="135239"/>
                  <a:pt x="1215905" y="127500"/>
                  <a:pt x="1215874" y="115771"/>
                </a:cubicBezTo>
                <a:cubicBezTo>
                  <a:pt x="1215874" y="115771"/>
                  <a:pt x="1225016" y="115771"/>
                  <a:pt x="1225016" y="115771"/>
                </a:cubicBezTo>
                <a:cubicBezTo>
                  <a:pt x="1225016" y="115771"/>
                  <a:pt x="1228063" y="134050"/>
                  <a:pt x="1228063" y="134050"/>
                </a:cubicBezTo>
                <a:cubicBezTo>
                  <a:pt x="1228063" y="134050"/>
                  <a:pt x="1237205" y="94445"/>
                  <a:pt x="1237205" y="94445"/>
                </a:cubicBezTo>
                <a:cubicBezTo>
                  <a:pt x="1250949" y="82471"/>
                  <a:pt x="1273224" y="50604"/>
                  <a:pt x="1279868" y="33513"/>
                </a:cubicBezTo>
                <a:close/>
                <a:moveTo>
                  <a:pt x="1054367" y="176703"/>
                </a:moveTo>
                <a:cubicBezTo>
                  <a:pt x="1054367" y="176703"/>
                  <a:pt x="1033036" y="173656"/>
                  <a:pt x="1033036" y="173656"/>
                </a:cubicBezTo>
                <a:cubicBezTo>
                  <a:pt x="1033036" y="173656"/>
                  <a:pt x="1033036" y="179749"/>
                  <a:pt x="1033036" y="179749"/>
                </a:cubicBezTo>
                <a:cubicBezTo>
                  <a:pt x="1033036" y="179749"/>
                  <a:pt x="1054367" y="176703"/>
                  <a:pt x="1054367" y="176703"/>
                </a:cubicBezTo>
                <a:close/>
                <a:moveTo>
                  <a:pt x="1115313" y="185843"/>
                </a:moveTo>
                <a:cubicBezTo>
                  <a:pt x="1115313" y="185843"/>
                  <a:pt x="1112266" y="185843"/>
                  <a:pt x="1112266" y="185843"/>
                </a:cubicBezTo>
                <a:cubicBezTo>
                  <a:pt x="1112266" y="185843"/>
                  <a:pt x="1115313" y="188889"/>
                  <a:pt x="1115313" y="188889"/>
                </a:cubicBezTo>
                <a:cubicBezTo>
                  <a:pt x="1115313" y="188889"/>
                  <a:pt x="1115313" y="185843"/>
                  <a:pt x="1115313" y="185843"/>
                </a:cubicBezTo>
                <a:close/>
                <a:moveTo>
                  <a:pt x="1356050" y="350359"/>
                </a:moveTo>
                <a:cubicBezTo>
                  <a:pt x="1356050" y="350359"/>
                  <a:pt x="1399291" y="307950"/>
                  <a:pt x="1399291" y="307950"/>
                </a:cubicBezTo>
                <a:cubicBezTo>
                  <a:pt x="1404868" y="302101"/>
                  <a:pt x="1412212" y="294911"/>
                  <a:pt x="1412669" y="286350"/>
                </a:cubicBezTo>
                <a:cubicBezTo>
                  <a:pt x="1413187" y="276966"/>
                  <a:pt x="1405904" y="269228"/>
                  <a:pt x="1399962" y="262861"/>
                </a:cubicBezTo>
                <a:cubicBezTo>
                  <a:pt x="1399962" y="262861"/>
                  <a:pt x="1356538" y="219629"/>
                  <a:pt x="1356538" y="219629"/>
                </a:cubicBezTo>
                <a:cubicBezTo>
                  <a:pt x="1349255" y="212561"/>
                  <a:pt x="1342947" y="206042"/>
                  <a:pt x="1331763" y="208844"/>
                </a:cubicBezTo>
                <a:cubicBezTo>
                  <a:pt x="1323261" y="211007"/>
                  <a:pt x="1316313" y="219203"/>
                  <a:pt x="1310127" y="225052"/>
                </a:cubicBezTo>
                <a:cubicBezTo>
                  <a:pt x="1310127" y="225052"/>
                  <a:pt x="1270726" y="265054"/>
                  <a:pt x="1270726" y="265054"/>
                </a:cubicBezTo>
                <a:cubicBezTo>
                  <a:pt x="1306440" y="294058"/>
                  <a:pt x="1327923" y="313038"/>
                  <a:pt x="1356050" y="350359"/>
                </a:cubicBezTo>
                <a:close/>
                <a:moveTo>
                  <a:pt x="1185401" y="210215"/>
                </a:moveTo>
                <a:cubicBezTo>
                  <a:pt x="1185401" y="210215"/>
                  <a:pt x="1182354" y="210215"/>
                  <a:pt x="1182354" y="210215"/>
                </a:cubicBezTo>
                <a:cubicBezTo>
                  <a:pt x="1182354" y="210215"/>
                  <a:pt x="1185401" y="213262"/>
                  <a:pt x="1185401" y="213262"/>
                </a:cubicBezTo>
                <a:cubicBezTo>
                  <a:pt x="1185401" y="213262"/>
                  <a:pt x="1185401" y="210215"/>
                  <a:pt x="1185401" y="210215"/>
                </a:cubicBezTo>
                <a:close/>
                <a:moveTo>
                  <a:pt x="1221969" y="228495"/>
                </a:moveTo>
                <a:cubicBezTo>
                  <a:pt x="1221969" y="228495"/>
                  <a:pt x="1218921" y="228495"/>
                  <a:pt x="1218921" y="228495"/>
                </a:cubicBezTo>
                <a:cubicBezTo>
                  <a:pt x="1218921" y="228495"/>
                  <a:pt x="1221969" y="231542"/>
                  <a:pt x="1221969" y="231542"/>
                </a:cubicBezTo>
                <a:cubicBezTo>
                  <a:pt x="1221969" y="231542"/>
                  <a:pt x="1221969" y="228495"/>
                  <a:pt x="1221969" y="228495"/>
                </a:cubicBezTo>
                <a:close/>
                <a:moveTo>
                  <a:pt x="996468" y="232395"/>
                </a:moveTo>
                <a:cubicBezTo>
                  <a:pt x="956975" y="238092"/>
                  <a:pt x="939880" y="237208"/>
                  <a:pt x="898955" y="249882"/>
                </a:cubicBezTo>
                <a:cubicBezTo>
                  <a:pt x="814758" y="275991"/>
                  <a:pt x="738666" y="335522"/>
                  <a:pt x="693566" y="411291"/>
                </a:cubicBezTo>
                <a:cubicBezTo>
                  <a:pt x="678177" y="437187"/>
                  <a:pt x="665409" y="464850"/>
                  <a:pt x="656206" y="493549"/>
                </a:cubicBezTo>
                <a:cubicBezTo>
                  <a:pt x="651392" y="508630"/>
                  <a:pt x="647887" y="533642"/>
                  <a:pt x="638989" y="545341"/>
                </a:cubicBezTo>
                <a:cubicBezTo>
                  <a:pt x="638989" y="545341"/>
                  <a:pt x="530231" y="655019"/>
                  <a:pt x="530231" y="655019"/>
                </a:cubicBezTo>
                <a:cubicBezTo>
                  <a:pt x="530231" y="655019"/>
                  <a:pt x="307778" y="877421"/>
                  <a:pt x="307778" y="877421"/>
                </a:cubicBezTo>
                <a:cubicBezTo>
                  <a:pt x="307778" y="877421"/>
                  <a:pt x="137129" y="1048030"/>
                  <a:pt x="137129" y="1048030"/>
                </a:cubicBezTo>
                <a:cubicBezTo>
                  <a:pt x="117870" y="1067285"/>
                  <a:pt x="73775" y="1105916"/>
                  <a:pt x="66431" y="1130288"/>
                </a:cubicBezTo>
                <a:cubicBezTo>
                  <a:pt x="55339" y="1167061"/>
                  <a:pt x="76701" y="1188661"/>
                  <a:pt x="100561" y="1212547"/>
                </a:cubicBezTo>
                <a:cubicBezTo>
                  <a:pt x="100561" y="1212547"/>
                  <a:pt x="134081" y="1246059"/>
                  <a:pt x="134081" y="1246059"/>
                </a:cubicBezTo>
                <a:cubicBezTo>
                  <a:pt x="134081" y="1246059"/>
                  <a:pt x="365676" y="1477601"/>
                  <a:pt x="365676" y="1477601"/>
                </a:cubicBezTo>
                <a:cubicBezTo>
                  <a:pt x="389506" y="1501425"/>
                  <a:pt x="432565" y="1554923"/>
                  <a:pt x="466237" y="1556690"/>
                </a:cubicBezTo>
                <a:cubicBezTo>
                  <a:pt x="506370" y="1558762"/>
                  <a:pt x="525629" y="1530947"/>
                  <a:pt x="551562" y="1505020"/>
                </a:cubicBezTo>
                <a:cubicBezTo>
                  <a:pt x="551562" y="1505020"/>
                  <a:pt x="694785" y="1361830"/>
                  <a:pt x="694785" y="1361830"/>
                </a:cubicBezTo>
                <a:cubicBezTo>
                  <a:pt x="694785" y="1361830"/>
                  <a:pt x="947711" y="1108962"/>
                  <a:pt x="947711" y="1108962"/>
                </a:cubicBezTo>
                <a:cubicBezTo>
                  <a:pt x="947711" y="1108962"/>
                  <a:pt x="1075698" y="981949"/>
                  <a:pt x="1075698" y="981949"/>
                </a:cubicBezTo>
                <a:cubicBezTo>
                  <a:pt x="1087461" y="972992"/>
                  <a:pt x="1109706" y="970281"/>
                  <a:pt x="1124455" y="965711"/>
                </a:cubicBezTo>
                <a:cubicBezTo>
                  <a:pt x="1152216" y="957089"/>
                  <a:pt x="1171932" y="947797"/>
                  <a:pt x="1197590" y="934514"/>
                </a:cubicBezTo>
                <a:cubicBezTo>
                  <a:pt x="1277917" y="892989"/>
                  <a:pt x="1344562" y="807989"/>
                  <a:pt x="1371226" y="722044"/>
                </a:cubicBezTo>
                <a:cubicBezTo>
                  <a:pt x="1414101" y="583698"/>
                  <a:pt x="1376650" y="427590"/>
                  <a:pt x="1267678" y="329551"/>
                </a:cubicBezTo>
                <a:cubicBezTo>
                  <a:pt x="1225656" y="291712"/>
                  <a:pt x="1180861" y="267430"/>
                  <a:pt x="1127502" y="249821"/>
                </a:cubicBezTo>
                <a:cubicBezTo>
                  <a:pt x="1092093" y="238122"/>
                  <a:pt x="1033463" y="228982"/>
                  <a:pt x="996468" y="232395"/>
                </a:cubicBezTo>
                <a:close/>
                <a:moveTo>
                  <a:pt x="972090" y="372325"/>
                </a:moveTo>
                <a:cubicBezTo>
                  <a:pt x="972090" y="372325"/>
                  <a:pt x="1002563" y="372325"/>
                  <a:pt x="1002563" y="372325"/>
                </a:cubicBezTo>
                <a:cubicBezTo>
                  <a:pt x="1028587" y="371807"/>
                  <a:pt x="1054123" y="377230"/>
                  <a:pt x="1078745" y="385425"/>
                </a:cubicBezTo>
                <a:cubicBezTo>
                  <a:pt x="1235468" y="437614"/>
                  <a:pt x="1299553" y="628544"/>
                  <a:pt x="1206641" y="764696"/>
                </a:cubicBezTo>
                <a:cubicBezTo>
                  <a:pt x="1165045" y="825659"/>
                  <a:pt x="1090295" y="874008"/>
                  <a:pt x="1014752" y="874374"/>
                </a:cubicBezTo>
                <a:cubicBezTo>
                  <a:pt x="1014752" y="874374"/>
                  <a:pt x="984279" y="874374"/>
                  <a:pt x="984279" y="874374"/>
                </a:cubicBezTo>
                <a:cubicBezTo>
                  <a:pt x="965020" y="874344"/>
                  <a:pt x="960449" y="873643"/>
                  <a:pt x="941617" y="869347"/>
                </a:cubicBezTo>
                <a:cubicBezTo>
                  <a:pt x="933359" y="867458"/>
                  <a:pt x="922723" y="863772"/>
                  <a:pt x="914465" y="866544"/>
                </a:cubicBezTo>
                <a:cubicBezTo>
                  <a:pt x="904348" y="869956"/>
                  <a:pt x="867293" y="909989"/>
                  <a:pt x="857176" y="920073"/>
                </a:cubicBezTo>
                <a:cubicBezTo>
                  <a:pt x="857176" y="920073"/>
                  <a:pt x="746224" y="1030878"/>
                  <a:pt x="746224" y="1030878"/>
                </a:cubicBezTo>
                <a:cubicBezTo>
                  <a:pt x="735345" y="1041846"/>
                  <a:pt x="698777" y="1080446"/>
                  <a:pt x="688569" y="1085503"/>
                </a:cubicBezTo>
                <a:cubicBezTo>
                  <a:pt x="670498" y="1094460"/>
                  <a:pt x="652306" y="1080537"/>
                  <a:pt x="636886" y="1071976"/>
                </a:cubicBezTo>
                <a:cubicBezTo>
                  <a:pt x="631889" y="1069174"/>
                  <a:pt x="623174" y="1063507"/>
                  <a:pt x="617323" y="1065030"/>
                </a:cubicBezTo>
                <a:cubicBezTo>
                  <a:pt x="604219" y="1068351"/>
                  <a:pt x="583894" y="1103783"/>
                  <a:pt x="563751" y="1104666"/>
                </a:cubicBezTo>
                <a:cubicBezTo>
                  <a:pt x="551440" y="1105184"/>
                  <a:pt x="541445" y="1095435"/>
                  <a:pt x="533278" y="1087575"/>
                </a:cubicBezTo>
                <a:cubicBezTo>
                  <a:pt x="533278" y="1087575"/>
                  <a:pt x="481596" y="1035844"/>
                  <a:pt x="481596" y="1035844"/>
                </a:cubicBezTo>
                <a:cubicBezTo>
                  <a:pt x="471205" y="1024754"/>
                  <a:pt x="463129" y="1015096"/>
                  <a:pt x="469315" y="999285"/>
                </a:cubicBezTo>
                <a:cubicBezTo>
                  <a:pt x="474008" y="987281"/>
                  <a:pt x="483942" y="979329"/>
                  <a:pt x="492810" y="970586"/>
                </a:cubicBezTo>
                <a:cubicBezTo>
                  <a:pt x="492810" y="970586"/>
                  <a:pt x="538885" y="924399"/>
                  <a:pt x="538885" y="924399"/>
                </a:cubicBezTo>
                <a:cubicBezTo>
                  <a:pt x="538885" y="924399"/>
                  <a:pt x="682383" y="780782"/>
                  <a:pt x="682383" y="780782"/>
                </a:cubicBezTo>
                <a:cubicBezTo>
                  <a:pt x="682383" y="780782"/>
                  <a:pt x="728306" y="734718"/>
                  <a:pt x="728306" y="734718"/>
                </a:cubicBezTo>
                <a:cubicBezTo>
                  <a:pt x="736046" y="727162"/>
                  <a:pt x="751069" y="713971"/>
                  <a:pt x="754269" y="703764"/>
                </a:cubicBezTo>
                <a:cubicBezTo>
                  <a:pt x="757499" y="693436"/>
                  <a:pt x="746894" y="669155"/>
                  <a:pt x="746589" y="642832"/>
                </a:cubicBezTo>
                <a:cubicBezTo>
                  <a:pt x="746132" y="603379"/>
                  <a:pt x="745370" y="580865"/>
                  <a:pt x="758017" y="542295"/>
                </a:cubicBezTo>
                <a:cubicBezTo>
                  <a:pt x="781268" y="471370"/>
                  <a:pt x="840995" y="411413"/>
                  <a:pt x="911144" y="386492"/>
                </a:cubicBezTo>
                <a:cubicBezTo>
                  <a:pt x="934791" y="378113"/>
                  <a:pt x="948016" y="376621"/>
                  <a:pt x="972090" y="372325"/>
                </a:cubicBezTo>
                <a:close/>
                <a:moveTo>
                  <a:pt x="1517557" y="383872"/>
                </a:moveTo>
                <a:cubicBezTo>
                  <a:pt x="1517557" y="383872"/>
                  <a:pt x="1514510" y="383872"/>
                  <a:pt x="1514510" y="383872"/>
                </a:cubicBezTo>
                <a:cubicBezTo>
                  <a:pt x="1514510" y="383872"/>
                  <a:pt x="1517557" y="386918"/>
                  <a:pt x="1517557" y="386918"/>
                </a:cubicBezTo>
                <a:cubicBezTo>
                  <a:pt x="1517557" y="386918"/>
                  <a:pt x="1517557" y="383872"/>
                  <a:pt x="1517557" y="383872"/>
                </a:cubicBezTo>
                <a:close/>
                <a:moveTo>
                  <a:pt x="1392618" y="399105"/>
                </a:moveTo>
                <a:cubicBezTo>
                  <a:pt x="1392618" y="399105"/>
                  <a:pt x="1389570" y="399105"/>
                  <a:pt x="1389570" y="399105"/>
                </a:cubicBezTo>
                <a:cubicBezTo>
                  <a:pt x="1389570" y="399105"/>
                  <a:pt x="1392618" y="402151"/>
                  <a:pt x="1392618" y="402151"/>
                </a:cubicBezTo>
                <a:cubicBezTo>
                  <a:pt x="1392618" y="402151"/>
                  <a:pt x="1392618" y="399105"/>
                  <a:pt x="1392618" y="399105"/>
                </a:cubicBezTo>
                <a:close/>
                <a:moveTo>
                  <a:pt x="1023894" y="426524"/>
                </a:moveTo>
                <a:cubicBezTo>
                  <a:pt x="1023894" y="426524"/>
                  <a:pt x="972090" y="426524"/>
                  <a:pt x="972090" y="426524"/>
                </a:cubicBezTo>
                <a:cubicBezTo>
                  <a:pt x="972090" y="426524"/>
                  <a:pt x="978184" y="435664"/>
                  <a:pt x="978184" y="435664"/>
                </a:cubicBezTo>
                <a:cubicBezTo>
                  <a:pt x="978184" y="435664"/>
                  <a:pt x="956853" y="438710"/>
                  <a:pt x="956853" y="438710"/>
                </a:cubicBezTo>
                <a:cubicBezTo>
                  <a:pt x="956853" y="438710"/>
                  <a:pt x="965995" y="429571"/>
                  <a:pt x="965995" y="429571"/>
                </a:cubicBezTo>
                <a:cubicBezTo>
                  <a:pt x="933785" y="431155"/>
                  <a:pt x="882286" y="456076"/>
                  <a:pt x="862387" y="481363"/>
                </a:cubicBezTo>
                <a:cubicBezTo>
                  <a:pt x="870523" y="487669"/>
                  <a:pt x="865648" y="492544"/>
                  <a:pt x="859340" y="484409"/>
                </a:cubicBezTo>
                <a:cubicBezTo>
                  <a:pt x="859340" y="484409"/>
                  <a:pt x="841056" y="505735"/>
                  <a:pt x="841056" y="505735"/>
                </a:cubicBezTo>
                <a:cubicBezTo>
                  <a:pt x="841056" y="505735"/>
                  <a:pt x="847150" y="505735"/>
                  <a:pt x="847150" y="505735"/>
                </a:cubicBezTo>
                <a:cubicBezTo>
                  <a:pt x="847150" y="505735"/>
                  <a:pt x="844103" y="511829"/>
                  <a:pt x="844103" y="511829"/>
                </a:cubicBezTo>
                <a:cubicBezTo>
                  <a:pt x="844103" y="511829"/>
                  <a:pt x="850198" y="514875"/>
                  <a:pt x="850198" y="514875"/>
                </a:cubicBezTo>
                <a:cubicBezTo>
                  <a:pt x="850198" y="514875"/>
                  <a:pt x="850198" y="517922"/>
                  <a:pt x="850198" y="517922"/>
                </a:cubicBezTo>
                <a:cubicBezTo>
                  <a:pt x="826154" y="513139"/>
                  <a:pt x="815184" y="533947"/>
                  <a:pt x="819237" y="548388"/>
                </a:cubicBezTo>
                <a:cubicBezTo>
                  <a:pt x="820913" y="554390"/>
                  <a:pt x="825149" y="558868"/>
                  <a:pt x="828867" y="563621"/>
                </a:cubicBezTo>
                <a:cubicBezTo>
                  <a:pt x="828867" y="563621"/>
                  <a:pt x="813630" y="560574"/>
                  <a:pt x="813630" y="560574"/>
                </a:cubicBezTo>
                <a:cubicBezTo>
                  <a:pt x="813630" y="560574"/>
                  <a:pt x="816677" y="578854"/>
                  <a:pt x="816677" y="578854"/>
                </a:cubicBezTo>
                <a:cubicBezTo>
                  <a:pt x="816677" y="578854"/>
                  <a:pt x="805250" y="572761"/>
                  <a:pt x="805250" y="572761"/>
                </a:cubicBezTo>
                <a:cubicBezTo>
                  <a:pt x="802386" y="598840"/>
                  <a:pt x="802355" y="587506"/>
                  <a:pt x="805250" y="612336"/>
                </a:cubicBezTo>
                <a:cubicBezTo>
                  <a:pt x="807596" y="623334"/>
                  <a:pt x="802934" y="626411"/>
                  <a:pt x="801807" y="637013"/>
                </a:cubicBezTo>
                <a:cubicBezTo>
                  <a:pt x="800222" y="651393"/>
                  <a:pt x="803300" y="669978"/>
                  <a:pt x="810583" y="682438"/>
                </a:cubicBezTo>
                <a:cubicBezTo>
                  <a:pt x="810278" y="669003"/>
                  <a:pt x="807962" y="663092"/>
                  <a:pt x="816677" y="651972"/>
                </a:cubicBezTo>
                <a:cubicBezTo>
                  <a:pt x="816677" y="651972"/>
                  <a:pt x="814300" y="691578"/>
                  <a:pt x="814300" y="691578"/>
                </a:cubicBezTo>
                <a:cubicBezTo>
                  <a:pt x="814300" y="691578"/>
                  <a:pt x="816677" y="725091"/>
                  <a:pt x="816677" y="725091"/>
                </a:cubicBezTo>
                <a:cubicBezTo>
                  <a:pt x="816677" y="725091"/>
                  <a:pt x="825819" y="737277"/>
                  <a:pt x="825819" y="737277"/>
                </a:cubicBezTo>
                <a:cubicBezTo>
                  <a:pt x="825819" y="737277"/>
                  <a:pt x="813630" y="737277"/>
                  <a:pt x="813630" y="737277"/>
                </a:cubicBezTo>
                <a:cubicBezTo>
                  <a:pt x="813630" y="737277"/>
                  <a:pt x="819725" y="743370"/>
                  <a:pt x="819725" y="743370"/>
                </a:cubicBezTo>
                <a:cubicBezTo>
                  <a:pt x="819725" y="743370"/>
                  <a:pt x="813630" y="731184"/>
                  <a:pt x="813630" y="731184"/>
                </a:cubicBezTo>
                <a:cubicBezTo>
                  <a:pt x="813630" y="731184"/>
                  <a:pt x="739794" y="800890"/>
                  <a:pt x="739794" y="800890"/>
                </a:cubicBezTo>
                <a:cubicBezTo>
                  <a:pt x="739794" y="800890"/>
                  <a:pt x="608668" y="931802"/>
                  <a:pt x="608668" y="931802"/>
                </a:cubicBezTo>
                <a:cubicBezTo>
                  <a:pt x="608668" y="931802"/>
                  <a:pt x="533278" y="1005378"/>
                  <a:pt x="533278" y="1005378"/>
                </a:cubicBezTo>
                <a:cubicBezTo>
                  <a:pt x="539891" y="1021464"/>
                  <a:pt x="549825" y="1029019"/>
                  <a:pt x="563751" y="1038890"/>
                </a:cubicBezTo>
                <a:cubicBezTo>
                  <a:pt x="563751" y="1038890"/>
                  <a:pt x="682596" y="920073"/>
                  <a:pt x="682596" y="920073"/>
                </a:cubicBezTo>
                <a:cubicBezTo>
                  <a:pt x="694206" y="908465"/>
                  <a:pt x="727513" y="872211"/>
                  <a:pt x="740495" y="867519"/>
                </a:cubicBezTo>
                <a:cubicBezTo>
                  <a:pt x="746711" y="865265"/>
                  <a:pt x="757529" y="866026"/>
                  <a:pt x="764873" y="865234"/>
                </a:cubicBezTo>
                <a:cubicBezTo>
                  <a:pt x="768652" y="874039"/>
                  <a:pt x="775722" y="886103"/>
                  <a:pt x="773741" y="895700"/>
                </a:cubicBezTo>
                <a:cubicBezTo>
                  <a:pt x="771059" y="908770"/>
                  <a:pt x="753324" y="923912"/>
                  <a:pt x="743999" y="933387"/>
                </a:cubicBezTo>
                <a:cubicBezTo>
                  <a:pt x="743999" y="933387"/>
                  <a:pt x="658218" y="1017564"/>
                  <a:pt x="658218" y="1017564"/>
                </a:cubicBezTo>
                <a:cubicBezTo>
                  <a:pt x="658218" y="1017564"/>
                  <a:pt x="658218" y="1023475"/>
                  <a:pt x="658218" y="1023475"/>
                </a:cubicBezTo>
                <a:cubicBezTo>
                  <a:pt x="658218" y="1023475"/>
                  <a:pt x="673454" y="1023475"/>
                  <a:pt x="673454" y="1023475"/>
                </a:cubicBezTo>
                <a:cubicBezTo>
                  <a:pt x="673454" y="1023475"/>
                  <a:pt x="731353" y="968819"/>
                  <a:pt x="731353" y="968819"/>
                </a:cubicBezTo>
                <a:cubicBezTo>
                  <a:pt x="731353" y="968819"/>
                  <a:pt x="831914" y="868281"/>
                  <a:pt x="831914" y="868281"/>
                </a:cubicBezTo>
                <a:cubicBezTo>
                  <a:pt x="831914" y="868281"/>
                  <a:pt x="905049" y="801256"/>
                  <a:pt x="905049" y="801256"/>
                </a:cubicBezTo>
                <a:cubicBezTo>
                  <a:pt x="894810" y="787363"/>
                  <a:pt x="916233" y="792055"/>
                  <a:pt x="932475" y="792116"/>
                </a:cubicBezTo>
                <a:cubicBezTo>
                  <a:pt x="932475" y="792116"/>
                  <a:pt x="932475" y="798209"/>
                  <a:pt x="932475" y="798209"/>
                </a:cubicBezTo>
                <a:cubicBezTo>
                  <a:pt x="932475" y="798209"/>
                  <a:pt x="908096" y="801256"/>
                  <a:pt x="908096" y="801256"/>
                </a:cubicBezTo>
                <a:cubicBezTo>
                  <a:pt x="908096" y="801256"/>
                  <a:pt x="944664" y="810395"/>
                  <a:pt x="944664" y="810395"/>
                </a:cubicBezTo>
                <a:cubicBezTo>
                  <a:pt x="944664" y="810395"/>
                  <a:pt x="938570" y="810395"/>
                  <a:pt x="938570" y="810395"/>
                </a:cubicBezTo>
                <a:cubicBezTo>
                  <a:pt x="938570" y="810395"/>
                  <a:pt x="938570" y="813442"/>
                  <a:pt x="938570" y="813442"/>
                </a:cubicBezTo>
                <a:cubicBezTo>
                  <a:pt x="938570" y="813442"/>
                  <a:pt x="981232" y="819535"/>
                  <a:pt x="981232" y="819535"/>
                </a:cubicBezTo>
                <a:cubicBezTo>
                  <a:pt x="981232" y="819535"/>
                  <a:pt x="987326" y="807349"/>
                  <a:pt x="987326" y="807349"/>
                </a:cubicBezTo>
                <a:cubicBezTo>
                  <a:pt x="987326" y="807349"/>
                  <a:pt x="984279" y="819535"/>
                  <a:pt x="984279" y="819535"/>
                </a:cubicBezTo>
                <a:cubicBezTo>
                  <a:pt x="984279" y="819535"/>
                  <a:pt x="1002563" y="816489"/>
                  <a:pt x="1002563" y="816489"/>
                </a:cubicBezTo>
                <a:cubicBezTo>
                  <a:pt x="1002563" y="816489"/>
                  <a:pt x="987326" y="813442"/>
                  <a:pt x="987326" y="813442"/>
                </a:cubicBezTo>
                <a:cubicBezTo>
                  <a:pt x="1002441" y="813533"/>
                  <a:pt x="1038887" y="829894"/>
                  <a:pt x="1057414" y="807349"/>
                </a:cubicBezTo>
                <a:cubicBezTo>
                  <a:pt x="1081732" y="809847"/>
                  <a:pt x="1105623" y="790227"/>
                  <a:pt x="1124455" y="776883"/>
                </a:cubicBezTo>
                <a:cubicBezTo>
                  <a:pt x="1116654" y="767652"/>
                  <a:pt x="1120341" y="761558"/>
                  <a:pt x="1127502" y="770790"/>
                </a:cubicBezTo>
                <a:cubicBezTo>
                  <a:pt x="1127502" y="770790"/>
                  <a:pt x="1148833" y="749463"/>
                  <a:pt x="1148833" y="749463"/>
                </a:cubicBezTo>
                <a:cubicBezTo>
                  <a:pt x="1148833" y="749463"/>
                  <a:pt x="1148833" y="737277"/>
                  <a:pt x="1148833" y="737277"/>
                </a:cubicBezTo>
                <a:cubicBezTo>
                  <a:pt x="1148833" y="737277"/>
                  <a:pt x="1154928" y="746417"/>
                  <a:pt x="1154928" y="746417"/>
                </a:cubicBezTo>
                <a:cubicBezTo>
                  <a:pt x="1163186" y="731641"/>
                  <a:pt x="1173181" y="721161"/>
                  <a:pt x="1173212" y="703764"/>
                </a:cubicBezTo>
                <a:cubicBezTo>
                  <a:pt x="1192867" y="689049"/>
                  <a:pt x="1194817" y="638598"/>
                  <a:pt x="1194543" y="615413"/>
                </a:cubicBezTo>
                <a:cubicBezTo>
                  <a:pt x="1194391" y="603623"/>
                  <a:pt x="1194817" y="590004"/>
                  <a:pt x="1185401" y="581900"/>
                </a:cubicBezTo>
                <a:cubicBezTo>
                  <a:pt x="1185401" y="581900"/>
                  <a:pt x="1188448" y="566667"/>
                  <a:pt x="1188448" y="566667"/>
                </a:cubicBezTo>
                <a:cubicBezTo>
                  <a:pt x="1188448" y="566667"/>
                  <a:pt x="1176259" y="563621"/>
                  <a:pt x="1176259" y="563621"/>
                </a:cubicBezTo>
                <a:cubicBezTo>
                  <a:pt x="1176259" y="563621"/>
                  <a:pt x="1185401" y="566667"/>
                  <a:pt x="1185401" y="566667"/>
                </a:cubicBezTo>
                <a:cubicBezTo>
                  <a:pt x="1171383" y="522705"/>
                  <a:pt x="1148925" y="482033"/>
                  <a:pt x="1106171" y="460037"/>
                </a:cubicBezTo>
                <a:cubicBezTo>
                  <a:pt x="1097700" y="466770"/>
                  <a:pt x="1096481" y="466099"/>
                  <a:pt x="1090935" y="456990"/>
                </a:cubicBezTo>
                <a:cubicBezTo>
                  <a:pt x="1090935" y="456990"/>
                  <a:pt x="1100077" y="453943"/>
                  <a:pt x="1100077" y="453943"/>
                </a:cubicBezTo>
                <a:cubicBezTo>
                  <a:pt x="1085693" y="445778"/>
                  <a:pt x="1045774" y="427621"/>
                  <a:pt x="1029989" y="432617"/>
                </a:cubicBezTo>
                <a:cubicBezTo>
                  <a:pt x="1029989" y="432617"/>
                  <a:pt x="1036083" y="435664"/>
                  <a:pt x="1036083" y="435664"/>
                </a:cubicBezTo>
                <a:cubicBezTo>
                  <a:pt x="1036083" y="435664"/>
                  <a:pt x="981232" y="438710"/>
                  <a:pt x="981232" y="438710"/>
                </a:cubicBezTo>
                <a:cubicBezTo>
                  <a:pt x="981232" y="438710"/>
                  <a:pt x="981232" y="432617"/>
                  <a:pt x="981232" y="432617"/>
                </a:cubicBezTo>
                <a:cubicBezTo>
                  <a:pt x="995676" y="432617"/>
                  <a:pt x="1011827" y="435390"/>
                  <a:pt x="1023894" y="426524"/>
                </a:cubicBezTo>
                <a:close/>
                <a:moveTo>
                  <a:pt x="615555" y="444804"/>
                </a:moveTo>
                <a:cubicBezTo>
                  <a:pt x="615555" y="444804"/>
                  <a:pt x="612508" y="444804"/>
                  <a:pt x="612508" y="444804"/>
                </a:cubicBezTo>
                <a:cubicBezTo>
                  <a:pt x="612508" y="444804"/>
                  <a:pt x="615555" y="447850"/>
                  <a:pt x="615555" y="447850"/>
                </a:cubicBezTo>
                <a:cubicBezTo>
                  <a:pt x="615555" y="447850"/>
                  <a:pt x="615555" y="444804"/>
                  <a:pt x="615555" y="444804"/>
                </a:cubicBezTo>
                <a:close/>
                <a:moveTo>
                  <a:pt x="978184" y="627599"/>
                </a:moveTo>
                <a:cubicBezTo>
                  <a:pt x="948534" y="581413"/>
                  <a:pt x="954873" y="526970"/>
                  <a:pt x="1005610" y="498210"/>
                </a:cubicBezTo>
                <a:cubicBezTo>
                  <a:pt x="1020024" y="490046"/>
                  <a:pt x="1043762" y="487456"/>
                  <a:pt x="1060462" y="484409"/>
                </a:cubicBezTo>
                <a:cubicBezTo>
                  <a:pt x="1060462" y="484409"/>
                  <a:pt x="1081793" y="490502"/>
                  <a:pt x="1081793" y="490502"/>
                </a:cubicBezTo>
                <a:cubicBezTo>
                  <a:pt x="1081793" y="490502"/>
                  <a:pt x="1110377" y="515393"/>
                  <a:pt x="1110377" y="515393"/>
                </a:cubicBezTo>
                <a:cubicBezTo>
                  <a:pt x="1134024" y="541381"/>
                  <a:pt x="1138290" y="570598"/>
                  <a:pt x="1127502" y="603227"/>
                </a:cubicBezTo>
                <a:cubicBezTo>
                  <a:pt x="1136797" y="607218"/>
                  <a:pt x="1135273" y="609015"/>
                  <a:pt x="1133597" y="618460"/>
                </a:cubicBezTo>
                <a:cubicBezTo>
                  <a:pt x="1133597" y="618460"/>
                  <a:pt x="1121408" y="615413"/>
                  <a:pt x="1121408" y="615413"/>
                </a:cubicBezTo>
                <a:cubicBezTo>
                  <a:pt x="1113789" y="631530"/>
                  <a:pt x="1102210" y="643838"/>
                  <a:pt x="1084840" y="648926"/>
                </a:cubicBezTo>
                <a:cubicBezTo>
                  <a:pt x="1084840" y="648926"/>
                  <a:pt x="1087887" y="664159"/>
                  <a:pt x="1087887" y="664159"/>
                </a:cubicBezTo>
                <a:cubicBezTo>
                  <a:pt x="1087887" y="664159"/>
                  <a:pt x="1084840" y="664159"/>
                  <a:pt x="1084840" y="664159"/>
                </a:cubicBezTo>
                <a:cubicBezTo>
                  <a:pt x="1084840" y="664159"/>
                  <a:pt x="1081793" y="670252"/>
                  <a:pt x="1081793" y="670252"/>
                </a:cubicBezTo>
                <a:cubicBezTo>
                  <a:pt x="1081793" y="670252"/>
                  <a:pt x="1093982" y="667205"/>
                  <a:pt x="1093982" y="667205"/>
                </a:cubicBezTo>
                <a:cubicBezTo>
                  <a:pt x="1093982" y="667205"/>
                  <a:pt x="1078745" y="673298"/>
                  <a:pt x="1078745" y="673298"/>
                </a:cubicBezTo>
                <a:cubicBezTo>
                  <a:pt x="1078745" y="673298"/>
                  <a:pt x="1081793" y="658065"/>
                  <a:pt x="1081793" y="658065"/>
                </a:cubicBezTo>
                <a:cubicBezTo>
                  <a:pt x="1081793" y="658065"/>
                  <a:pt x="1042178" y="660777"/>
                  <a:pt x="1042178" y="660777"/>
                </a:cubicBezTo>
                <a:cubicBezTo>
                  <a:pt x="1018470" y="659467"/>
                  <a:pt x="997931" y="646427"/>
                  <a:pt x="981232" y="630646"/>
                </a:cubicBezTo>
                <a:cubicBezTo>
                  <a:pt x="975655" y="644021"/>
                  <a:pt x="964807" y="633175"/>
                  <a:pt x="978184" y="627599"/>
                </a:cubicBezTo>
                <a:close/>
                <a:moveTo>
                  <a:pt x="841056" y="508782"/>
                </a:moveTo>
                <a:cubicBezTo>
                  <a:pt x="841056" y="508782"/>
                  <a:pt x="838008" y="508782"/>
                  <a:pt x="838008" y="508782"/>
                </a:cubicBezTo>
                <a:cubicBezTo>
                  <a:pt x="838008" y="508782"/>
                  <a:pt x="841056" y="511829"/>
                  <a:pt x="841056" y="511829"/>
                </a:cubicBezTo>
                <a:cubicBezTo>
                  <a:pt x="841056" y="511829"/>
                  <a:pt x="841056" y="508782"/>
                  <a:pt x="841056" y="508782"/>
                </a:cubicBezTo>
                <a:close/>
                <a:moveTo>
                  <a:pt x="838008" y="511829"/>
                </a:moveTo>
                <a:cubicBezTo>
                  <a:pt x="838008" y="511829"/>
                  <a:pt x="834961" y="511829"/>
                  <a:pt x="834961" y="511829"/>
                </a:cubicBezTo>
                <a:cubicBezTo>
                  <a:pt x="834961" y="511829"/>
                  <a:pt x="838008" y="514875"/>
                  <a:pt x="838008" y="514875"/>
                </a:cubicBezTo>
                <a:cubicBezTo>
                  <a:pt x="838008" y="514875"/>
                  <a:pt x="838008" y="511829"/>
                  <a:pt x="838008" y="511829"/>
                </a:cubicBezTo>
                <a:close/>
                <a:moveTo>
                  <a:pt x="594224" y="514875"/>
                </a:moveTo>
                <a:cubicBezTo>
                  <a:pt x="594224" y="514875"/>
                  <a:pt x="591177" y="514875"/>
                  <a:pt x="591177" y="514875"/>
                </a:cubicBezTo>
                <a:cubicBezTo>
                  <a:pt x="591177" y="514875"/>
                  <a:pt x="594224" y="517922"/>
                  <a:pt x="594224" y="517922"/>
                </a:cubicBezTo>
                <a:cubicBezTo>
                  <a:pt x="594224" y="517922"/>
                  <a:pt x="594224" y="514875"/>
                  <a:pt x="594224" y="514875"/>
                </a:cubicBezTo>
                <a:close/>
                <a:moveTo>
                  <a:pt x="1039131" y="543605"/>
                </a:moveTo>
                <a:cubicBezTo>
                  <a:pt x="1027795" y="548114"/>
                  <a:pt x="1019262" y="553994"/>
                  <a:pt x="1016093" y="566667"/>
                </a:cubicBezTo>
                <a:cubicBezTo>
                  <a:pt x="1010608" y="588908"/>
                  <a:pt x="1032122" y="610417"/>
                  <a:pt x="1054367" y="604933"/>
                </a:cubicBezTo>
                <a:cubicBezTo>
                  <a:pt x="1090356" y="596006"/>
                  <a:pt x="1085724" y="537694"/>
                  <a:pt x="1039131" y="543605"/>
                </a:cubicBezTo>
                <a:close/>
                <a:moveTo>
                  <a:pt x="1444422" y="563621"/>
                </a:moveTo>
                <a:cubicBezTo>
                  <a:pt x="1439973" y="574863"/>
                  <a:pt x="1439973" y="588938"/>
                  <a:pt x="1444422" y="600180"/>
                </a:cubicBezTo>
                <a:cubicBezTo>
                  <a:pt x="1444422" y="600180"/>
                  <a:pt x="1444422" y="563621"/>
                  <a:pt x="1444422" y="563621"/>
                </a:cubicBezTo>
                <a:close/>
                <a:moveTo>
                  <a:pt x="1127502" y="609320"/>
                </a:moveTo>
                <a:cubicBezTo>
                  <a:pt x="1127502" y="609320"/>
                  <a:pt x="1124455" y="609320"/>
                  <a:pt x="1124455" y="609320"/>
                </a:cubicBezTo>
                <a:cubicBezTo>
                  <a:pt x="1124455" y="609320"/>
                  <a:pt x="1127502" y="612366"/>
                  <a:pt x="1127502" y="612366"/>
                </a:cubicBezTo>
                <a:cubicBezTo>
                  <a:pt x="1127502" y="612366"/>
                  <a:pt x="1127502" y="609320"/>
                  <a:pt x="1127502" y="609320"/>
                </a:cubicBezTo>
                <a:close/>
                <a:moveTo>
                  <a:pt x="1444422" y="655019"/>
                </a:moveTo>
                <a:cubicBezTo>
                  <a:pt x="1444422" y="655019"/>
                  <a:pt x="1441375" y="655019"/>
                  <a:pt x="1441375" y="655019"/>
                </a:cubicBezTo>
                <a:cubicBezTo>
                  <a:pt x="1441375" y="655019"/>
                  <a:pt x="1444422" y="658065"/>
                  <a:pt x="1444422" y="658065"/>
                </a:cubicBezTo>
                <a:cubicBezTo>
                  <a:pt x="1444422" y="658065"/>
                  <a:pt x="1444422" y="655019"/>
                  <a:pt x="1444422" y="655019"/>
                </a:cubicBezTo>
                <a:close/>
                <a:moveTo>
                  <a:pt x="813630" y="685485"/>
                </a:moveTo>
                <a:cubicBezTo>
                  <a:pt x="813630" y="685485"/>
                  <a:pt x="810583" y="685485"/>
                  <a:pt x="810583" y="685485"/>
                </a:cubicBezTo>
                <a:cubicBezTo>
                  <a:pt x="810583" y="685485"/>
                  <a:pt x="813630" y="688531"/>
                  <a:pt x="813630" y="688531"/>
                </a:cubicBezTo>
                <a:cubicBezTo>
                  <a:pt x="813630" y="688531"/>
                  <a:pt x="813630" y="685485"/>
                  <a:pt x="813630" y="685485"/>
                </a:cubicBezTo>
                <a:close/>
                <a:moveTo>
                  <a:pt x="816677" y="728137"/>
                </a:moveTo>
                <a:cubicBezTo>
                  <a:pt x="816677" y="728137"/>
                  <a:pt x="813630" y="728137"/>
                  <a:pt x="813630" y="728137"/>
                </a:cubicBezTo>
                <a:cubicBezTo>
                  <a:pt x="813630" y="728137"/>
                  <a:pt x="816677" y="731184"/>
                  <a:pt x="816677" y="731184"/>
                </a:cubicBezTo>
                <a:cubicBezTo>
                  <a:pt x="816677" y="731184"/>
                  <a:pt x="816677" y="728137"/>
                  <a:pt x="816677" y="728137"/>
                </a:cubicBezTo>
                <a:close/>
                <a:moveTo>
                  <a:pt x="822772" y="728137"/>
                </a:moveTo>
                <a:cubicBezTo>
                  <a:pt x="822772" y="728137"/>
                  <a:pt x="819725" y="728137"/>
                  <a:pt x="819725" y="728137"/>
                </a:cubicBezTo>
                <a:cubicBezTo>
                  <a:pt x="819725" y="728137"/>
                  <a:pt x="822772" y="731184"/>
                  <a:pt x="822772" y="731184"/>
                </a:cubicBezTo>
                <a:cubicBezTo>
                  <a:pt x="822772" y="731184"/>
                  <a:pt x="822772" y="728137"/>
                  <a:pt x="822772" y="728137"/>
                </a:cubicBezTo>
                <a:close/>
                <a:moveTo>
                  <a:pt x="1200638" y="993191"/>
                </a:moveTo>
                <a:cubicBezTo>
                  <a:pt x="1200638" y="993191"/>
                  <a:pt x="1197590" y="993191"/>
                  <a:pt x="1197590" y="993191"/>
                </a:cubicBezTo>
                <a:cubicBezTo>
                  <a:pt x="1197590" y="993191"/>
                  <a:pt x="1200638" y="996238"/>
                  <a:pt x="1200638" y="996238"/>
                </a:cubicBezTo>
                <a:cubicBezTo>
                  <a:pt x="1200638" y="996238"/>
                  <a:pt x="1200638" y="993191"/>
                  <a:pt x="1200638" y="993191"/>
                </a:cubicBezTo>
                <a:close/>
                <a:moveTo>
                  <a:pt x="518042" y="1602511"/>
                </a:moveTo>
                <a:cubicBezTo>
                  <a:pt x="518042" y="1602511"/>
                  <a:pt x="514994" y="1602511"/>
                  <a:pt x="514994" y="1602511"/>
                </a:cubicBezTo>
                <a:cubicBezTo>
                  <a:pt x="514994" y="1602511"/>
                  <a:pt x="518042" y="1605558"/>
                  <a:pt x="518042" y="1605558"/>
                </a:cubicBezTo>
                <a:cubicBezTo>
                  <a:pt x="518042" y="1605558"/>
                  <a:pt x="518042" y="1602511"/>
                  <a:pt x="518042" y="1602511"/>
                </a:cubicBezTo>
                <a:close/>
              </a:path>
            </a:pathLst>
          </a:custGeom>
          <a:solidFill>
            <a:srgbClr val="E65012">
              <a:alpha val="10000"/>
            </a:srgbClr>
          </a:solidFill>
          <a:ln w="38100" cap="flat">
            <a:solidFill>
              <a:srgbClr val="E65012">
                <a:alpha val="10000"/>
              </a:srgbClr>
            </a:solidFill>
            <a:prstDash val="solid"/>
            <a:miter/>
          </a:ln>
        </p:spPr>
        <p:txBody>
          <a:bodyPr rtlCol="0" anchor="ctr"/>
          <a:lstStyle/>
          <a:p>
            <a:endParaRPr lang="fr-FR"/>
          </a:p>
        </p:txBody>
      </p:sp>
    </p:spTree>
    <p:extLst>
      <p:ext uri="{BB962C8B-B14F-4D97-AF65-F5344CB8AC3E}">
        <p14:creationId xmlns:p14="http://schemas.microsoft.com/office/powerpoint/2010/main" val="2434673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9B865-84AE-3CAF-7E23-F77F3606F88A}"/>
            </a:ext>
          </a:extLst>
        </p:cNvPr>
        <p:cNvGrpSpPr/>
        <p:nvPr/>
      </p:nvGrpSpPr>
      <p:grpSpPr>
        <a:xfrm>
          <a:off x="0" y="0"/>
          <a:ext cx="0" cy="0"/>
          <a:chOff x="0" y="0"/>
          <a:chExt cx="0" cy="0"/>
        </a:xfrm>
      </p:grpSpPr>
      <p:sp>
        <p:nvSpPr>
          <p:cNvPr id="48" name="Rectangle : coins arrondis 47">
            <a:extLst>
              <a:ext uri="{FF2B5EF4-FFF2-40B4-BE49-F238E27FC236}">
                <a16:creationId xmlns:a16="http://schemas.microsoft.com/office/drawing/2014/main" id="{2DB29A5C-AC47-5B2D-E47E-14151522872F}"/>
              </a:ext>
            </a:extLst>
          </p:cNvPr>
          <p:cNvSpPr/>
          <p:nvPr/>
        </p:nvSpPr>
        <p:spPr>
          <a:xfrm>
            <a:off x="9671949" y="1233300"/>
            <a:ext cx="2240888" cy="4702619"/>
          </a:xfrm>
          <a:prstGeom prst="roundRect">
            <a:avLst>
              <a:gd name="adj" fmla="val 2553"/>
            </a:avLst>
          </a:prstGeom>
          <a:solidFill>
            <a:schemeClr val="bg1"/>
          </a:solidFill>
          <a:ln>
            <a:solidFill>
              <a:schemeClr val="accent6">
                <a:lumMod val="75000"/>
              </a:schemeClr>
            </a:solidFill>
            <a:prstDash val="sys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70000"/>
              </a:lnSpc>
            </a:pPr>
            <a:r>
              <a:rPr lang="fr-FR" sz="1200" dirty="0">
                <a:ln>
                  <a:solidFill>
                    <a:schemeClr val="accent6">
                      <a:lumMod val="75000"/>
                    </a:schemeClr>
                  </a:solidFill>
                </a:ln>
                <a:solidFill>
                  <a:schemeClr val="accent6">
                    <a:lumMod val="75000"/>
                  </a:schemeClr>
                </a:solidFill>
              </a:rPr>
              <a:t>Autres</a:t>
            </a:r>
          </a:p>
        </p:txBody>
      </p:sp>
      <p:sp>
        <p:nvSpPr>
          <p:cNvPr id="45" name="Rectangle : coins arrondis 44">
            <a:extLst>
              <a:ext uri="{FF2B5EF4-FFF2-40B4-BE49-F238E27FC236}">
                <a16:creationId xmlns:a16="http://schemas.microsoft.com/office/drawing/2014/main" id="{46221709-A36A-97E2-0994-78A8D0B81FEB}"/>
              </a:ext>
            </a:extLst>
          </p:cNvPr>
          <p:cNvSpPr/>
          <p:nvPr/>
        </p:nvSpPr>
        <p:spPr>
          <a:xfrm>
            <a:off x="7373551" y="1233300"/>
            <a:ext cx="2240888" cy="4702619"/>
          </a:xfrm>
          <a:prstGeom prst="roundRect">
            <a:avLst>
              <a:gd name="adj" fmla="val 2553"/>
            </a:avLst>
          </a:prstGeom>
          <a:solidFill>
            <a:schemeClr val="bg1"/>
          </a:solidFill>
          <a:ln>
            <a:solidFill>
              <a:schemeClr val="accent6">
                <a:lumMod val="75000"/>
              </a:schemeClr>
            </a:solidFill>
            <a:prstDash val="sys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70000"/>
              </a:lnSpc>
            </a:pPr>
            <a:r>
              <a:rPr lang="fr-FR" sz="1200" dirty="0">
                <a:ln>
                  <a:solidFill>
                    <a:schemeClr val="accent6">
                      <a:lumMod val="75000"/>
                    </a:schemeClr>
                  </a:solidFill>
                </a:ln>
                <a:solidFill>
                  <a:schemeClr val="accent6">
                    <a:lumMod val="75000"/>
                  </a:schemeClr>
                </a:solidFill>
              </a:rPr>
              <a:t>Stratégie d’entreprise</a:t>
            </a:r>
          </a:p>
        </p:txBody>
      </p:sp>
      <p:sp>
        <p:nvSpPr>
          <p:cNvPr id="41" name="Rectangle : coins arrondis 40">
            <a:extLst>
              <a:ext uri="{FF2B5EF4-FFF2-40B4-BE49-F238E27FC236}">
                <a16:creationId xmlns:a16="http://schemas.microsoft.com/office/drawing/2014/main" id="{A09D07F5-F5D9-BDEB-BA0F-7B19A299FE6E}"/>
              </a:ext>
            </a:extLst>
          </p:cNvPr>
          <p:cNvSpPr/>
          <p:nvPr/>
        </p:nvSpPr>
        <p:spPr>
          <a:xfrm>
            <a:off x="5075153" y="1230597"/>
            <a:ext cx="2240888" cy="4702619"/>
          </a:xfrm>
          <a:prstGeom prst="roundRect">
            <a:avLst>
              <a:gd name="adj" fmla="val 2553"/>
            </a:avLst>
          </a:prstGeom>
          <a:solidFill>
            <a:schemeClr val="bg1"/>
          </a:solidFill>
          <a:ln>
            <a:solidFill>
              <a:schemeClr val="accent6">
                <a:lumMod val="75000"/>
              </a:schemeClr>
            </a:solidFill>
            <a:prstDash val="sys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70000"/>
              </a:lnSpc>
            </a:pPr>
            <a:r>
              <a:rPr lang="fr-FR" sz="1200" dirty="0">
                <a:ln>
                  <a:solidFill>
                    <a:schemeClr val="accent6">
                      <a:lumMod val="75000"/>
                    </a:schemeClr>
                  </a:solidFill>
                </a:ln>
                <a:solidFill>
                  <a:schemeClr val="accent6">
                    <a:lumMod val="75000"/>
                  </a:schemeClr>
                </a:solidFill>
              </a:rPr>
              <a:t>Communication interne, </a:t>
            </a:r>
          </a:p>
          <a:p>
            <a:pPr algn="ctr">
              <a:lnSpc>
                <a:spcPct val="70000"/>
              </a:lnSpc>
            </a:pPr>
            <a:r>
              <a:rPr lang="fr-FR" sz="1200" dirty="0">
                <a:ln>
                  <a:solidFill>
                    <a:schemeClr val="accent6">
                      <a:lumMod val="75000"/>
                    </a:schemeClr>
                  </a:solidFill>
                </a:ln>
                <a:solidFill>
                  <a:schemeClr val="accent6">
                    <a:lumMod val="75000"/>
                  </a:schemeClr>
                </a:solidFill>
              </a:rPr>
              <a:t>message du président, </a:t>
            </a:r>
          </a:p>
          <a:p>
            <a:pPr algn="ctr">
              <a:lnSpc>
                <a:spcPct val="70000"/>
              </a:lnSpc>
            </a:pPr>
            <a:r>
              <a:rPr lang="fr-FR" sz="1200" dirty="0">
                <a:ln>
                  <a:solidFill>
                    <a:schemeClr val="accent6">
                      <a:lumMod val="75000"/>
                    </a:schemeClr>
                  </a:solidFill>
                </a:ln>
                <a:solidFill>
                  <a:schemeClr val="accent6">
                    <a:lumMod val="75000"/>
                  </a:schemeClr>
                </a:solidFill>
              </a:rPr>
              <a:t>stratégie d’entreprise</a:t>
            </a:r>
          </a:p>
        </p:txBody>
      </p:sp>
      <p:sp>
        <p:nvSpPr>
          <p:cNvPr id="40" name="Rectangle : coins arrondis 39">
            <a:extLst>
              <a:ext uri="{FF2B5EF4-FFF2-40B4-BE49-F238E27FC236}">
                <a16:creationId xmlns:a16="http://schemas.microsoft.com/office/drawing/2014/main" id="{E2F98EB4-5F56-6467-D690-6521C433D27B}"/>
              </a:ext>
            </a:extLst>
          </p:cNvPr>
          <p:cNvSpPr/>
          <p:nvPr/>
        </p:nvSpPr>
        <p:spPr>
          <a:xfrm>
            <a:off x="2776755" y="1230597"/>
            <a:ext cx="2240888" cy="4702619"/>
          </a:xfrm>
          <a:prstGeom prst="roundRect">
            <a:avLst>
              <a:gd name="adj" fmla="val 2553"/>
            </a:avLst>
          </a:prstGeom>
          <a:solidFill>
            <a:schemeClr val="bg1"/>
          </a:solidFill>
          <a:ln>
            <a:solidFill>
              <a:schemeClr val="accent6">
                <a:lumMod val="75000"/>
              </a:schemeClr>
            </a:solidFill>
            <a:prstDash val="sys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70000"/>
              </a:lnSpc>
            </a:pPr>
            <a:r>
              <a:rPr lang="fr-FR" sz="1200" dirty="0">
                <a:ln>
                  <a:solidFill>
                    <a:schemeClr val="accent6">
                      <a:lumMod val="75000"/>
                    </a:schemeClr>
                  </a:solidFill>
                </a:ln>
                <a:solidFill>
                  <a:schemeClr val="accent6">
                    <a:lumMod val="75000"/>
                  </a:schemeClr>
                </a:solidFill>
              </a:rPr>
              <a:t>Procédures de l’entreprise, </a:t>
            </a:r>
          </a:p>
          <a:p>
            <a:pPr algn="ctr">
              <a:lnSpc>
                <a:spcPct val="70000"/>
              </a:lnSpc>
            </a:pPr>
            <a:r>
              <a:rPr lang="fr-FR" sz="1200" dirty="0">
                <a:ln>
                  <a:solidFill>
                    <a:schemeClr val="accent6">
                      <a:lumMod val="75000"/>
                    </a:schemeClr>
                  </a:solidFill>
                </a:ln>
                <a:solidFill>
                  <a:schemeClr val="accent6">
                    <a:lumMod val="75000"/>
                  </a:schemeClr>
                </a:solidFill>
              </a:rPr>
              <a:t>modes opératoires, formation, consignes de sécurité,</a:t>
            </a:r>
          </a:p>
          <a:p>
            <a:pPr algn="ctr">
              <a:lnSpc>
                <a:spcPct val="70000"/>
              </a:lnSpc>
            </a:pPr>
            <a:r>
              <a:rPr lang="fr-FR" sz="1200" dirty="0">
                <a:ln>
                  <a:solidFill>
                    <a:schemeClr val="accent6">
                      <a:lumMod val="75000"/>
                    </a:schemeClr>
                  </a:solidFill>
                </a:ln>
                <a:solidFill>
                  <a:schemeClr val="accent6">
                    <a:lumMod val="75000"/>
                  </a:schemeClr>
                </a:solidFill>
              </a:rPr>
              <a:t>Annuaire d’entreprise, </a:t>
            </a:r>
          </a:p>
          <a:p>
            <a:pPr algn="ctr">
              <a:lnSpc>
                <a:spcPct val="70000"/>
              </a:lnSpc>
            </a:pPr>
            <a:r>
              <a:rPr lang="fr-FR" sz="1200" dirty="0">
                <a:ln>
                  <a:solidFill>
                    <a:schemeClr val="accent6">
                      <a:lumMod val="75000"/>
                    </a:schemeClr>
                  </a:solidFill>
                </a:ln>
                <a:solidFill>
                  <a:schemeClr val="accent6">
                    <a:lumMod val="75000"/>
                  </a:schemeClr>
                </a:solidFill>
              </a:rPr>
              <a:t>affichage règlementaire</a:t>
            </a:r>
          </a:p>
        </p:txBody>
      </p:sp>
      <p:sp>
        <p:nvSpPr>
          <p:cNvPr id="5" name="Titre 4">
            <a:extLst>
              <a:ext uri="{FF2B5EF4-FFF2-40B4-BE49-F238E27FC236}">
                <a16:creationId xmlns:a16="http://schemas.microsoft.com/office/drawing/2014/main" id="{00214632-0848-23DB-33EC-CFC09B33EEE4}"/>
              </a:ext>
            </a:extLst>
          </p:cNvPr>
          <p:cNvSpPr>
            <a:spLocks noGrp="1"/>
          </p:cNvSpPr>
          <p:nvPr>
            <p:ph type="title"/>
          </p:nvPr>
        </p:nvSpPr>
        <p:spPr>
          <a:noFill/>
        </p:spPr>
        <p:txBody>
          <a:bodyPr wrap="square" rtlCol="0">
            <a:spAutoFit/>
          </a:bodyPr>
          <a:lstStyle/>
          <a:p>
            <a:r>
              <a:rPr lang="fr-FR" dirty="0"/>
              <a:t>POPULATIONS </a:t>
            </a:r>
          </a:p>
        </p:txBody>
      </p:sp>
      <p:sp>
        <p:nvSpPr>
          <p:cNvPr id="6" name="Espace réservé du texte 5">
            <a:extLst>
              <a:ext uri="{FF2B5EF4-FFF2-40B4-BE49-F238E27FC236}">
                <a16:creationId xmlns:a16="http://schemas.microsoft.com/office/drawing/2014/main" id="{310C4464-2D1F-2CC7-A9C8-816982811A79}"/>
              </a:ext>
            </a:extLst>
          </p:cNvPr>
          <p:cNvSpPr>
            <a:spLocks noGrp="1"/>
          </p:cNvSpPr>
          <p:nvPr>
            <p:ph type="body" sz="quarter" idx="10"/>
          </p:nvPr>
        </p:nvSpPr>
        <p:spPr>
          <a:xfrm>
            <a:off x="924539" y="790043"/>
            <a:ext cx="3855543" cy="286232"/>
          </a:xfrm>
          <a:noFill/>
        </p:spPr>
        <p:txBody>
          <a:bodyPr wrap="none" rtlCol="0">
            <a:spAutoFit/>
          </a:bodyPr>
          <a:lstStyle/>
          <a:p>
            <a:r>
              <a:rPr lang="fr-FR" dirty="0"/>
              <a:t>Quelles populations gérées dans le MVP de l’IAM ?</a:t>
            </a:r>
          </a:p>
        </p:txBody>
      </p:sp>
      <p:sp>
        <p:nvSpPr>
          <p:cNvPr id="7" name="Espace réservé du texte 6">
            <a:extLst>
              <a:ext uri="{FF2B5EF4-FFF2-40B4-BE49-F238E27FC236}">
                <a16:creationId xmlns:a16="http://schemas.microsoft.com/office/drawing/2014/main" id="{5D4047B8-70A6-2B24-21E8-35689BA73447}"/>
              </a:ext>
            </a:extLst>
          </p:cNvPr>
          <p:cNvSpPr>
            <a:spLocks noGrp="1"/>
          </p:cNvSpPr>
          <p:nvPr>
            <p:ph type="body" sz="quarter" idx="11"/>
          </p:nvPr>
        </p:nvSpPr>
        <p:spPr>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fr-FR" dirty="0">
                <a:solidFill>
                  <a:srgbClr val="6B8DE7"/>
                </a:solidFill>
              </a:rPr>
              <a:t>04</a:t>
            </a:r>
          </a:p>
        </p:txBody>
      </p:sp>
      <p:sp>
        <p:nvSpPr>
          <p:cNvPr id="25" name="Flèche : pentagone 24">
            <a:extLst>
              <a:ext uri="{FF2B5EF4-FFF2-40B4-BE49-F238E27FC236}">
                <a16:creationId xmlns:a16="http://schemas.microsoft.com/office/drawing/2014/main" id="{1C5553B3-7FF0-DD73-BBD5-14A832E994B6}"/>
              </a:ext>
            </a:extLst>
          </p:cNvPr>
          <p:cNvSpPr/>
          <p:nvPr/>
        </p:nvSpPr>
        <p:spPr>
          <a:xfrm>
            <a:off x="405340" y="2395450"/>
            <a:ext cx="3967992" cy="788565"/>
          </a:xfrm>
          <a:prstGeom prst="homePlate">
            <a:avLst/>
          </a:prstGeom>
          <a:solidFill>
            <a:srgbClr val="E75113">
              <a:alpha val="90000"/>
            </a:srgbClr>
          </a:solidFill>
          <a:effectLst>
            <a:outerShdw blurRad="50800" dist="38100" dir="2700000" algn="tl" rotWithShape="0">
              <a:prstClr val="black">
                <a:alpha val="40000"/>
              </a:prstClr>
            </a:outerShdw>
          </a:effectLst>
        </p:spPr>
        <p:txBody>
          <a:bodyPr vert="horz" lIns="252000" tIns="0" rIns="0" bIns="0" rtlCol="0" anchor="ctr" anchorCtr="0">
            <a:normAutofit/>
          </a:bodyPr>
          <a:lstStyle/>
          <a:p>
            <a:pPr marL="0" marR="0" lvl="0" indent="0" defTabSz="914400" rtl="0" eaLnBrk="1" fontAlgn="auto" latinLnBrk="0" hangingPunct="1">
              <a:lnSpc>
                <a:spcPct val="80000"/>
              </a:lnSpc>
              <a:spcBef>
                <a:spcPts val="0"/>
              </a:spcBef>
              <a:spcAft>
                <a:spcPts val="0"/>
              </a:spcAft>
              <a:buClr>
                <a:srgbClr val="000000"/>
              </a:buClr>
              <a:buSzPct val="120000"/>
              <a:buFont typeface="Arial" panose="020B0604020202020204" pitchFamily="34" charset="0"/>
              <a:buNone/>
              <a:tabLst/>
              <a:defRPr/>
            </a:pPr>
            <a:r>
              <a:rPr kumimoji="0" lang="fr-FR" sz="1400" b="0" i="0" u="none" strike="noStrike" kern="1200" cap="none" spc="0" normalizeH="0" baseline="0" noProof="0" dirty="0">
                <a:ln w="19050">
                  <a:solidFill>
                    <a:schemeClr val="bg1">
                      <a:alpha val="85000"/>
                    </a:schemeClr>
                  </a:solidFill>
                </a:ln>
                <a:solidFill>
                  <a:sysClr val="window" lastClr="FFFFFF">
                    <a:alpha val="75000"/>
                  </a:sysClr>
                </a:solidFill>
                <a:effectLst/>
                <a:uLnTx/>
                <a:uFillTx/>
                <a:latin typeface="Avenir LT 45 Book" panose="02000503020000020003" pitchFamily="2" charset="0"/>
              </a:rPr>
              <a:t>Collaborateurs, </a:t>
            </a:r>
          </a:p>
          <a:p>
            <a:pPr marL="0" marR="0" lvl="0" indent="0" defTabSz="914400" rtl="0" eaLnBrk="1" fontAlgn="auto" latinLnBrk="0" hangingPunct="1">
              <a:lnSpc>
                <a:spcPct val="80000"/>
              </a:lnSpc>
              <a:spcBef>
                <a:spcPts val="0"/>
              </a:spcBef>
              <a:spcAft>
                <a:spcPts val="0"/>
              </a:spcAft>
              <a:buClr>
                <a:srgbClr val="000000"/>
              </a:buClr>
              <a:buSzPct val="120000"/>
              <a:buFont typeface="Arial" panose="020B0604020202020204" pitchFamily="34" charset="0"/>
              <a:buNone/>
              <a:tabLst/>
              <a:defRPr/>
            </a:pPr>
            <a:r>
              <a:rPr kumimoji="0" lang="fr-FR" sz="1400" b="0" i="0" u="none" strike="noStrike" kern="1200" cap="none" spc="0" normalizeH="0" baseline="0" noProof="0" dirty="0">
                <a:ln w="19050">
                  <a:solidFill>
                    <a:schemeClr val="bg1">
                      <a:alpha val="85000"/>
                    </a:schemeClr>
                  </a:solidFill>
                </a:ln>
                <a:solidFill>
                  <a:sysClr val="window" lastClr="FFFFFF">
                    <a:alpha val="75000"/>
                  </a:sysClr>
                </a:solidFill>
                <a:effectLst/>
                <a:uLnTx/>
                <a:uFillTx/>
                <a:latin typeface="Avenir LT 45 Book" panose="02000503020000020003" pitchFamily="2" charset="0"/>
              </a:rPr>
              <a:t>intérimaires, </a:t>
            </a:r>
          </a:p>
          <a:p>
            <a:pPr marL="0" marR="0" lvl="0" indent="0" defTabSz="914400" rtl="0" eaLnBrk="1" fontAlgn="auto" latinLnBrk="0" hangingPunct="1">
              <a:lnSpc>
                <a:spcPct val="80000"/>
              </a:lnSpc>
              <a:spcBef>
                <a:spcPts val="0"/>
              </a:spcBef>
              <a:spcAft>
                <a:spcPts val="0"/>
              </a:spcAft>
              <a:buClr>
                <a:srgbClr val="000000"/>
              </a:buClr>
              <a:buSzPct val="120000"/>
              <a:buFont typeface="Arial" panose="020B0604020202020204" pitchFamily="34" charset="0"/>
              <a:buNone/>
              <a:tabLst/>
              <a:defRPr/>
            </a:pPr>
            <a:r>
              <a:rPr kumimoji="0" lang="fr-FR" sz="1400" b="0" i="0" u="none" strike="noStrike" kern="1200" cap="none" spc="0" normalizeH="0" baseline="0" noProof="0" dirty="0">
                <a:ln w="19050">
                  <a:solidFill>
                    <a:schemeClr val="bg1">
                      <a:alpha val="85000"/>
                    </a:schemeClr>
                  </a:solidFill>
                </a:ln>
                <a:solidFill>
                  <a:sysClr val="window" lastClr="FFFFFF">
                    <a:alpha val="75000"/>
                  </a:sysClr>
                </a:solidFill>
                <a:effectLst/>
                <a:uLnTx/>
                <a:uFillTx/>
                <a:latin typeface="Avenir LT 45 Book" panose="02000503020000020003" pitchFamily="2" charset="0"/>
              </a:rPr>
              <a:t>des prestaires </a:t>
            </a:r>
            <a:r>
              <a:rPr kumimoji="0" lang="fr-FR" sz="1050" b="0" i="0" u="none" strike="noStrike" kern="1200" cap="none" spc="0" normalizeH="0" baseline="0" noProof="0" dirty="0">
                <a:ln w="19050">
                  <a:solidFill>
                    <a:schemeClr val="bg1">
                      <a:alpha val="85000"/>
                    </a:schemeClr>
                  </a:solidFill>
                </a:ln>
                <a:solidFill>
                  <a:sysClr val="window" lastClr="FFFFFF">
                    <a:alpha val="75000"/>
                  </a:sysClr>
                </a:solidFill>
                <a:effectLst/>
                <a:uLnTx/>
                <a:uFillTx/>
                <a:latin typeface="Avenir LT 45 Book" panose="02000503020000020003" pitchFamily="2" charset="0"/>
              </a:rPr>
              <a:t>« en régie »</a:t>
            </a:r>
            <a:r>
              <a:rPr kumimoji="0" lang="fr-FR" sz="1400" b="0" i="0" u="none" strike="noStrike" kern="1200" cap="none" spc="0" normalizeH="0" baseline="0" noProof="0" dirty="0">
                <a:ln w="19050">
                  <a:solidFill>
                    <a:schemeClr val="bg1">
                      <a:alpha val="85000"/>
                    </a:schemeClr>
                  </a:solidFill>
                </a:ln>
                <a:solidFill>
                  <a:sysClr val="window" lastClr="FFFFFF">
                    <a:alpha val="75000"/>
                  </a:sysClr>
                </a:solidFill>
                <a:effectLst/>
                <a:uLnTx/>
                <a:uFillTx/>
                <a:latin typeface="Avenir LT 45 Book" panose="02000503020000020003" pitchFamily="2" charset="0"/>
              </a:rPr>
              <a:t>…</a:t>
            </a:r>
          </a:p>
        </p:txBody>
      </p:sp>
      <p:sp>
        <p:nvSpPr>
          <p:cNvPr id="37" name="Flèche : pentagone 36">
            <a:extLst>
              <a:ext uri="{FF2B5EF4-FFF2-40B4-BE49-F238E27FC236}">
                <a16:creationId xmlns:a16="http://schemas.microsoft.com/office/drawing/2014/main" id="{A8FE2C40-7489-F6FF-2A6A-2AAB190BDA7C}"/>
              </a:ext>
            </a:extLst>
          </p:cNvPr>
          <p:cNvSpPr/>
          <p:nvPr/>
        </p:nvSpPr>
        <p:spPr>
          <a:xfrm>
            <a:off x="405338" y="3242738"/>
            <a:ext cx="6226201" cy="788565"/>
          </a:xfrm>
          <a:prstGeom prst="homePlate">
            <a:avLst/>
          </a:prstGeom>
          <a:solidFill>
            <a:srgbClr val="309BB2">
              <a:alpha val="90000"/>
            </a:srgbClr>
          </a:solidFill>
          <a:effectLst>
            <a:outerShdw blurRad="50800" dist="38100" dir="2700000" algn="tl" rotWithShape="0">
              <a:prstClr val="black">
                <a:alpha val="40000"/>
              </a:prstClr>
            </a:outerShdw>
          </a:effectLst>
        </p:spPr>
        <p:txBody>
          <a:bodyPr vert="horz" lIns="252000" tIns="0" rIns="0" bIns="0" rtlCol="0" anchor="ctr" anchorCtr="0">
            <a:normAutofit/>
          </a:bodyPr>
          <a:lstStyle/>
          <a:p>
            <a:pPr marL="0" marR="0" lvl="0" indent="0" defTabSz="914400" rtl="0" eaLnBrk="1" fontAlgn="auto" latinLnBrk="0" hangingPunct="1">
              <a:lnSpc>
                <a:spcPct val="80000"/>
              </a:lnSpc>
              <a:spcBef>
                <a:spcPts val="0"/>
              </a:spcBef>
              <a:spcAft>
                <a:spcPts val="0"/>
              </a:spcAft>
              <a:buClr>
                <a:srgbClr val="000000"/>
              </a:buClr>
              <a:buSzPct val="120000"/>
              <a:buFont typeface="Arial" panose="020B0604020202020204" pitchFamily="34" charset="0"/>
              <a:buNone/>
              <a:tabLst/>
              <a:defRPr/>
            </a:pPr>
            <a:r>
              <a:rPr kumimoji="0" lang="fr-FR" sz="1400" b="0" i="0" u="none" strike="noStrike" kern="1200" cap="none" spc="0" normalizeH="0" baseline="0" noProof="0" dirty="0">
                <a:ln w="19050">
                  <a:solidFill>
                    <a:schemeClr val="bg1">
                      <a:alpha val="85000"/>
                    </a:schemeClr>
                  </a:solidFill>
                </a:ln>
                <a:solidFill>
                  <a:sysClr val="window" lastClr="FFFFFF">
                    <a:alpha val="75000"/>
                  </a:sysClr>
                </a:solidFill>
                <a:effectLst/>
                <a:uLnTx/>
                <a:uFillTx/>
                <a:latin typeface="Avenir LT 45 Book" panose="02000503020000020003" pitchFamily="2" charset="0"/>
              </a:rPr>
              <a:t>Collaborateurs </a:t>
            </a:r>
          </a:p>
          <a:p>
            <a:pPr marL="0" marR="0" lvl="0" indent="0" defTabSz="914400" rtl="0" eaLnBrk="1" fontAlgn="auto" latinLnBrk="0" hangingPunct="1">
              <a:lnSpc>
                <a:spcPct val="80000"/>
              </a:lnSpc>
              <a:spcBef>
                <a:spcPts val="0"/>
              </a:spcBef>
              <a:spcAft>
                <a:spcPts val="0"/>
              </a:spcAft>
              <a:buClr>
                <a:srgbClr val="000000"/>
              </a:buClr>
              <a:buSzPct val="120000"/>
              <a:buFont typeface="Arial" panose="020B0604020202020204" pitchFamily="34" charset="0"/>
              <a:buNone/>
              <a:tabLst/>
              <a:defRPr/>
            </a:pPr>
            <a:r>
              <a:rPr kumimoji="0" lang="fr-FR" sz="1100" b="0" i="0" u="none" strike="noStrike" kern="1200" cap="none" spc="0" normalizeH="0" baseline="0" noProof="0" dirty="0">
                <a:ln w="19050">
                  <a:solidFill>
                    <a:schemeClr val="bg1">
                      <a:alpha val="85000"/>
                    </a:schemeClr>
                  </a:solidFill>
                </a:ln>
                <a:solidFill>
                  <a:sysClr val="window" lastClr="FFFFFF">
                    <a:alpha val="75000"/>
                  </a:sysClr>
                </a:solidFill>
                <a:effectLst/>
                <a:uLnTx/>
                <a:uFillTx/>
                <a:latin typeface="Avenir LT 45 Book" panose="02000503020000020003" pitchFamily="2" charset="0"/>
              </a:rPr>
              <a:t>(sans les intérimaires)</a:t>
            </a:r>
          </a:p>
        </p:txBody>
      </p:sp>
      <p:sp>
        <p:nvSpPr>
          <p:cNvPr id="38" name="Flèche : pentagone 37">
            <a:extLst>
              <a:ext uri="{FF2B5EF4-FFF2-40B4-BE49-F238E27FC236}">
                <a16:creationId xmlns:a16="http://schemas.microsoft.com/office/drawing/2014/main" id="{2DCEF502-398D-CD8E-E9FC-7F96DF60F4F6}"/>
              </a:ext>
            </a:extLst>
          </p:cNvPr>
          <p:cNvSpPr/>
          <p:nvPr/>
        </p:nvSpPr>
        <p:spPr>
          <a:xfrm>
            <a:off x="405338" y="4090026"/>
            <a:ext cx="8573549" cy="788565"/>
          </a:xfrm>
          <a:prstGeom prst="homePlate">
            <a:avLst/>
          </a:prstGeom>
          <a:solidFill>
            <a:srgbClr val="102031">
              <a:alpha val="90000"/>
            </a:srgbClr>
          </a:solidFill>
          <a:effectLst>
            <a:outerShdw blurRad="50800" dist="38100" dir="2700000" algn="tl" rotWithShape="0">
              <a:prstClr val="black">
                <a:alpha val="40000"/>
              </a:prstClr>
            </a:outerShdw>
          </a:effectLst>
        </p:spPr>
        <p:txBody>
          <a:bodyPr vert="horz" lIns="252000" tIns="0" rIns="0" bIns="0" rtlCol="0" anchor="ctr" anchorCtr="0">
            <a:normAutofit/>
          </a:bodyPr>
          <a:lstStyle/>
          <a:p>
            <a:pPr marL="0" marR="0" lvl="0" indent="0" defTabSz="914400" rtl="0" eaLnBrk="1" fontAlgn="auto" latinLnBrk="0" hangingPunct="1">
              <a:lnSpc>
                <a:spcPct val="80000"/>
              </a:lnSpc>
              <a:spcBef>
                <a:spcPts val="0"/>
              </a:spcBef>
              <a:spcAft>
                <a:spcPts val="0"/>
              </a:spcAft>
              <a:buClr>
                <a:srgbClr val="000000"/>
              </a:buClr>
              <a:buSzPct val="120000"/>
              <a:buFont typeface="Arial" panose="020B0604020202020204" pitchFamily="34" charset="0"/>
              <a:buNone/>
              <a:tabLst/>
              <a:defRPr/>
            </a:pPr>
            <a:endParaRPr kumimoji="0" lang="fr-FR" sz="1100" b="0" i="0" u="none" strike="noStrike" kern="1200" cap="none" spc="0" normalizeH="0" baseline="0" noProof="0" dirty="0">
              <a:ln w="19050">
                <a:solidFill>
                  <a:schemeClr val="bg1">
                    <a:alpha val="85000"/>
                  </a:schemeClr>
                </a:solidFill>
              </a:ln>
              <a:solidFill>
                <a:sysClr val="window" lastClr="FFFFFF">
                  <a:alpha val="75000"/>
                </a:sysClr>
              </a:solidFill>
              <a:effectLst/>
              <a:uLnTx/>
              <a:uFillTx/>
              <a:latin typeface="Avenir LT 45 Book" panose="02000503020000020003" pitchFamily="2" charset="0"/>
            </a:endParaRPr>
          </a:p>
        </p:txBody>
      </p:sp>
      <p:sp>
        <p:nvSpPr>
          <p:cNvPr id="39" name="Flèche : pentagone 38">
            <a:extLst>
              <a:ext uri="{FF2B5EF4-FFF2-40B4-BE49-F238E27FC236}">
                <a16:creationId xmlns:a16="http://schemas.microsoft.com/office/drawing/2014/main" id="{B3E9493D-5C29-C278-77C1-EC91B751D5F6}"/>
              </a:ext>
            </a:extLst>
          </p:cNvPr>
          <p:cNvSpPr/>
          <p:nvPr/>
        </p:nvSpPr>
        <p:spPr>
          <a:xfrm>
            <a:off x="405338" y="4937314"/>
            <a:ext cx="10490549" cy="788565"/>
          </a:xfrm>
          <a:prstGeom prst="homePlate">
            <a:avLst/>
          </a:prstGeom>
          <a:solidFill>
            <a:srgbClr val="F5C56F">
              <a:alpha val="90000"/>
            </a:srgbClr>
          </a:solidFill>
          <a:effectLst>
            <a:outerShdw blurRad="50800" dist="38100" dir="2700000" algn="tl" rotWithShape="0">
              <a:prstClr val="black">
                <a:alpha val="40000"/>
              </a:prstClr>
            </a:outerShdw>
          </a:effectLst>
        </p:spPr>
        <p:txBody>
          <a:bodyPr vert="horz" lIns="252000" tIns="0" rIns="0" bIns="0" rtlCol="0" anchor="ctr" anchorCtr="0">
            <a:normAutofit/>
          </a:bodyPr>
          <a:lstStyle/>
          <a:p>
            <a:pPr marL="0" marR="0" lvl="0" indent="0" defTabSz="914400" rtl="0" eaLnBrk="1" fontAlgn="auto" latinLnBrk="0" hangingPunct="1">
              <a:lnSpc>
                <a:spcPct val="80000"/>
              </a:lnSpc>
              <a:spcBef>
                <a:spcPts val="0"/>
              </a:spcBef>
              <a:spcAft>
                <a:spcPts val="0"/>
              </a:spcAft>
              <a:buClr>
                <a:srgbClr val="000000"/>
              </a:buClr>
              <a:buSzPct val="120000"/>
              <a:buFont typeface="Arial" panose="020B0604020202020204" pitchFamily="34" charset="0"/>
              <a:buNone/>
              <a:tabLst/>
              <a:defRPr/>
            </a:pPr>
            <a:endParaRPr kumimoji="0" lang="fr-FR" sz="1100" b="0" i="0" u="none" strike="noStrike" kern="1200" cap="none" spc="0" normalizeH="0" baseline="0" noProof="0" dirty="0">
              <a:ln w="19050">
                <a:solidFill>
                  <a:schemeClr val="bg1">
                    <a:alpha val="85000"/>
                  </a:schemeClr>
                </a:solidFill>
              </a:ln>
              <a:solidFill>
                <a:sysClr val="window" lastClr="FFFFFF">
                  <a:alpha val="75000"/>
                </a:sysClr>
              </a:solidFill>
              <a:effectLst/>
              <a:uLnTx/>
              <a:uFillTx/>
              <a:latin typeface="Avenir LT 45 Book" panose="02000503020000020003" pitchFamily="2" charset="0"/>
            </a:endParaRPr>
          </a:p>
        </p:txBody>
      </p:sp>
      <p:cxnSp>
        <p:nvCxnSpPr>
          <p:cNvPr id="43" name="Connecteur droit 42">
            <a:extLst>
              <a:ext uri="{FF2B5EF4-FFF2-40B4-BE49-F238E27FC236}">
                <a16:creationId xmlns:a16="http://schemas.microsoft.com/office/drawing/2014/main" id="{322F9D7B-DF02-102F-8830-77CFC480FDBA}"/>
              </a:ext>
            </a:extLst>
          </p:cNvPr>
          <p:cNvCxnSpPr/>
          <p:nvPr/>
        </p:nvCxnSpPr>
        <p:spPr>
          <a:xfrm>
            <a:off x="2922221" y="2096624"/>
            <a:ext cx="1955120" cy="0"/>
          </a:xfrm>
          <a:prstGeom prst="line">
            <a:avLst/>
          </a:prstGeom>
          <a:ln w="6350">
            <a:solidFill>
              <a:srgbClr val="102031">
                <a:alpha val="50000"/>
              </a:srgbClr>
            </a:solidFill>
            <a:prstDash val="sysDash"/>
          </a:ln>
        </p:spPr>
        <p:style>
          <a:lnRef idx="2">
            <a:schemeClr val="accent1"/>
          </a:lnRef>
          <a:fillRef idx="0">
            <a:schemeClr val="accent1"/>
          </a:fillRef>
          <a:effectRef idx="1">
            <a:schemeClr val="accent1"/>
          </a:effectRef>
          <a:fontRef idx="minor">
            <a:schemeClr val="tx1"/>
          </a:fontRef>
        </p:style>
      </p:cxnSp>
      <p:cxnSp>
        <p:nvCxnSpPr>
          <p:cNvPr id="44" name="Connecteur droit 43">
            <a:extLst>
              <a:ext uri="{FF2B5EF4-FFF2-40B4-BE49-F238E27FC236}">
                <a16:creationId xmlns:a16="http://schemas.microsoft.com/office/drawing/2014/main" id="{728DA2D8-5E98-26F5-F60C-3261425A7B5A}"/>
              </a:ext>
            </a:extLst>
          </p:cNvPr>
          <p:cNvCxnSpPr/>
          <p:nvPr/>
        </p:nvCxnSpPr>
        <p:spPr>
          <a:xfrm>
            <a:off x="5236429" y="2082434"/>
            <a:ext cx="1955120" cy="0"/>
          </a:xfrm>
          <a:prstGeom prst="line">
            <a:avLst/>
          </a:prstGeom>
          <a:ln w="6350">
            <a:solidFill>
              <a:srgbClr val="102031">
                <a:alpha val="50000"/>
              </a:srgbClr>
            </a:solidFill>
            <a:prstDash val="sysDash"/>
          </a:ln>
        </p:spPr>
        <p:style>
          <a:lnRef idx="2">
            <a:schemeClr val="accent1"/>
          </a:lnRef>
          <a:fillRef idx="0">
            <a:schemeClr val="accent1"/>
          </a:fillRef>
          <a:effectRef idx="1">
            <a:schemeClr val="accent1"/>
          </a:effectRef>
          <a:fontRef idx="minor">
            <a:schemeClr val="tx1"/>
          </a:fontRef>
        </p:style>
      </p:cxnSp>
      <p:cxnSp>
        <p:nvCxnSpPr>
          <p:cNvPr id="47" name="Connecteur droit 46">
            <a:extLst>
              <a:ext uri="{FF2B5EF4-FFF2-40B4-BE49-F238E27FC236}">
                <a16:creationId xmlns:a16="http://schemas.microsoft.com/office/drawing/2014/main" id="{B91AAAEC-5311-9700-972C-129B81B6C890}"/>
              </a:ext>
            </a:extLst>
          </p:cNvPr>
          <p:cNvCxnSpPr/>
          <p:nvPr/>
        </p:nvCxnSpPr>
        <p:spPr>
          <a:xfrm>
            <a:off x="7552079" y="2062400"/>
            <a:ext cx="1955120" cy="0"/>
          </a:xfrm>
          <a:prstGeom prst="line">
            <a:avLst/>
          </a:prstGeom>
          <a:ln w="6350">
            <a:solidFill>
              <a:srgbClr val="102031">
                <a:alpha val="50000"/>
              </a:srgbClr>
            </a:solidFill>
            <a:prstDash val="sysDash"/>
          </a:ln>
        </p:spPr>
        <p:style>
          <a:lnRef idx="2">
            <a:schemeClr val="accent1"/>
          </a:lnRef>
          <a:fillRef idx="0">
            <a:schemeClr val="accent1"/>
          </a:fillRef>
          <a:effectRef idx="1">
            <a:schemeClr val="accent1"/>
          </a:effectRef>
          <a:fontRef idx="minor">
            <a:schemeClr val="tx1"/>
          </a:fontRef>
        </p:style>
      </p:cxnSp>
      <p:cxnSp>
        <p:nvCxnSpPr>
          <p:cNvPr id="49" name="Connecteur droit 48">
            <a:extLst>
              <a:ext uri="{FF2B5EF4-FFF2-40B4-BE49-F238E27FC236}">
                <a16:creationId xmlns:a16="http://schemas.microsoft.com/office/drawing/2014/main" id="{74C9658B-8EBC-E2CD-BCC0-819075471019}"/>
              </a:ext>
            </a:extLst>
          </p:cNvPr>
          <p:cNvCxnSpPr/>
          <p:nvPr/>
        </p:nvCxnSpPr>
        <p:spPr>
          <a:xfrm>
            <a:off x="9820490" y="2062400"/>
            <a:ext cx="1955120" cy="0"/>
          </a:xfrm>
          <a:prstGeom prst="line">
            <a:avLst/>
          </a:prstGeom>
          <a:ln w="6350">
            <a:solidFill>
              <a:srgbClr val="102031">
                <a:alpha val="50000"/>
              </a:srgbClr>
            </a:solidFill>
            <a:prstDash val="sysDash"/>
          </a:ln>
        </p:spPr>
        <p:style>
          <a:lnRef idx="2">
            <a:schemeClr val="accent1"/>
          </a:lnRef>
          <a:fillRef idx="0">
            <a:schemeClr val="accent1"/>
          </a:fillRef>
          <a:effectRef idx="1">
            <a:schemeClr val="accent1"/>
          </a:effectRef>
          <a:fontRef idx="minor">
            <a:schemeClr val="tx1"/>
          </a:fontRef>
        </p:style>
      </p:cxnSp>
      <p:sp>
        <p:nvSpPr>
          <p:cNvPr id="53" name="Flèche : double flèche horizontale 52">
            <a:extLst>
              <a:ext uri="{FF2B5EF4-FFF2-40B4-BE49-F238E27FC236}">
                <a16:creationId xmlns:a16="http://schemas.microsoft.com/office/drawing/2014/main" id="{0A25CCB0-7919-FEA6-821E-FE9D3E56BE73}"/>
              </a:ext>
            </a:extLst>
          </p:cNvPr>
          <p:cNvSpPr/>
          <p:nvPr/>
        </p:nvSpPr>
        <p:spPr>
          <a:xfrm>
            <a:off x="3213221" y="5747447"/>
            <a:ext cx="8024499" cy="849906"/>
          </a:xfrm>
          <a:prstGeom prst="leftRightArrow">
            <a:avLst>
              <a:gd name="adj1" fmla="val 50000"/>
              <a:gd name="adj2" fmla="val 19593"/>
            </a:avLst>
          </a:prstGeom>
          <a:solidFill>
            <a:srgbClr val="FFFDF7"/>
          </a:solidFill>
          <a:ln w="6350">
            <a:solidFill>
              <a:schemeClr val="accent6">
                <a:lumMod val="60000"/>
                <a:lumOff val="40000"/>
              </a:schemeClr>
            </a:solidFill>
            <a:prstDash val="sys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ZoneTexte 51">
            <a:extLst>
              <a:ext uri="{FF2B5EF4-FFF2-40B4-BE49-F238E27FC236}">
                <a16:creationId xmlns:a16="http://schemas.microsoft.com/office/drawing/2014/main" id="{253B96F3-7A08-47DD-4604-499D1EEBFACE}"/>
              </a:ext>
            </a:extLst>
          </p:cNvPr>
          <p:cNvSpPr txBox="1"/>
          <p:nvPr/>
        </p:nvSpPr>
        <p:spPr>
          <a:xfrm>
            <a:off x="3192941" y="6078494"/>
            <a:ext cx="1139776" cy="217367"/>
          </a:xfrm>
          <a:prstGeom prst="rect">
            <a:avLst/>
          </a:prstGeom>
          <a:noFill/>
        </p:spPr>
        <p:txBody>
          <a:bodyPr wrap="square">
            <a:spAutoFit/>
          </a:bodyPr>
          <a:lstStyle/>
          <a:p>
            <a:pPr algn="ctr">
              <a:lnSpc>
                <a:spcPct val="70000"/>
              </a:lnSpc>
            </a:pPr>
            <a:r>
              <a:rPr lang="fr-FR" sz="1100" dirty="0">
                <a:ln>
                  <a:solidFill>
                    <a:schemeClr val="accent6">
                      <a:lumMod val="75000"/>
                    </a:schemeClr>
                  </a:solidFill>
                </a:ln>
                <a:solidFill>
                  <a:schemeClr val="accent6">
                    <a:lumMod val="75000"/>
                  </a:schemeClr>
                </a:solidFill>
              </a:rPr>
              <a:t>Plus restrictif</a:t>
            </a:r>
          </a:p>
        </p:txBody>
      </p:sp>
      <p:sp>
        <p:nvSpPr>
          <p:cNvPr id="54" name="ZoneTexte 53">
            <a:extLst>
              <a:ext uri="{FF2B5EF4-FFF2-40B4-BE49-F238E27FC236}">
                <a16:creationId xmlns:a16="http://schemas.microsoft.com/office/drawing/2014/main" id="{9AA3C83A-E966-9782-EAA2-E3AE7ABBF6C5}"/>
              </a:ext>
            </a:extLst>
          </p:cNvPr>
          <p:cNvSpPr txBox="1"/>
          <p:nvPr/>
        </p:nvSpPr>
        <p:spPr>
          <a:xfrm>
            <a:off x="10130702" y="6085615"/>
            <a:ext cx="1139776" cy="217367"/>
          </a:xfrm>
          <a:prstGeom prst="rect">
            <a:avLst/>
          </a:prstGeom>
          <a:noFill/>
        </p:spPr>
        <p:txBody>
          <a:bodyPr wrap="square">
            <a:spAutoFit/>
          </a:bodyPr>
          <a:lstStyle/>
          <a:p>
            <a:pPr algn="ctr">
              <a:lnSpc>
                <a:spcPct val="70000"/>
              </a:lnSpc>
            </a:pPr>
            <a:r>
              <a:rPr lang="fr-FR" sz="1100" dirty="0">
                <a:ln>
                  <a:solidFill>
                    <a:schemeClr val="accent6">
                      <a:lumMod val="75000"/>
                    </a:schemeClr>
                  </a:solidFill>
                </a:ln>
                <a:solidFill>
                  <a:schemeClr val="accent6">
                    <a:lumMod val="75000"/>
                  </a:schemeClr>
                </a:solidFill>
              </a:rPr>
              <a:t>Moins restrictif</a:t>
            </a:r>
          </a:p>
        </p:txBody>
      </p:sp>
      <p:sp>
        <p:nvSpPr>
          <p:cNvPr id="2" name="ZoneTexte 1">
            <a:extLst>
              <a:ext uri="{FF2B5EF4-FFF2-40B4-BE49-F238E27FC236}">
                <a16:creationId xmlns:a16="http://schemas.microsoft.com/office/drawing/2014/main" id="{364E8F65-4D51-7C60-33E1-D68E7232CEE3}"/>
              </a:ext>
            </a:extLst>
          </p:cNvPr>
          <p:cNvSpPr txBox="1"/>
          <p:nvPr>
            <p:custDataLst>
              <p:tags r:id="rId1"/>
            </p:custDataLst>
          </p:nvPr>
        </p:nvSpPr>
        <p:spPr>
          <a:xfrm>
            <a:off x="8971729" y="0"/>
            <a:ext cx="918841" cy="454355"/>
          </a:xfrm>
          <a:prstGeom prst="rect">
            <a:avLst/>
          </a:prstGeom>
          <a:noFill/>
        </p:spPr>
        <p:txBody>
          <a:bodyPr wrap="none" rtlCol="0">
            <a:spAutoFit/>
          </a:bodyPr>
          <a:lstStyle/>
          <a:p>
            <a:pPr algn="ctr">
              <a:lnSpc>
                <a:spcPct val="70000"/>
              </a:lnSpc>
            </a:pPr>
            <a:r>
              <a:rPr lang="fr-FR" sz="1100" b="1" dirty="0">
                <a:latin typeface="Avenir Book" panose="02000503020000020003" pitchFamily="2" charset="0"/>
              </a:rPr>
              <a:t>Populations </a:t>
            </a:r>
          </a:p>
          <a:p>
            <a:pPr algn="ctr">
              <a:lnSpc>
                <a:spcPct val="70000"/>
              </a:lnSpc>
            </a:pPr>
            <a:r>
              <a:rPr lang="fr-FR" sz="1100" b="1" dirty="0">
                <a:latin typeface="Avenir Book" panose="02000503020000020003" pitchFamily="2" charset="0"/>
              </a:rPr>
              <a:t>gérées</a:t>
            </a:r>
          </a:p>
          <a:p>
            <a:pPr algn="ctr">
              <a:lnSpc>
                <a:spcPct val="70000"/>
              </a:lnSpc>
            </a:pPr>
            <a:r>
              <a:rPr lang="fr-FR" sz="1100" b="1" dirty="0">
                <a:latin typeface="Avenir Book" panose="02000503020000020003" pitchFamily="2" charset="0"/>
              </a:rPr>
              <a:t>dans l’IAM</a:t>
            </a:r>
          </a:p>
        </p:txBody>
      </p:sp>
    </p:spTree>
    <p:extLst>
      <p:ext uri="{BB962C8B-B14F-4D97-AF65-F5344CB8AC3E}">
        <p14:creationId xmlns:p14="http://schemas.microsoft.com/office/powerpoint/2010/main" val="2620321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34E94-1C1F-3B97-0870-59D0924ED638}"/>
            </a:ext>
          </a:extLst>
        </p:cNvPr>
        <p:cNvGrpSpPr/>
        <p:nvPr/>
      </p:nvGrpSpPr>
      <p:grpSpPr>
        <a:xfrm>
          <a:off x="0" y="0"/>
          <a:ext cx="0" cy="0"/>
          <a:chOff x="0" y="0"/>
          <a:chExt cx="0" cy="0"/>
        </a:xfrm>
      </p:grpSpPr>
      <p:sp>
        <p:nvSpPr>
          <p:cNvPr id="5" name="Titre 4">
            <a:extLst>
              <a:ext uri="{FF2B5EF4-FFF2-40B4-BE49-F238E27FC236}">
                <a16:creationId xmlns:a16="http://schemas.microsoft.com/office/drawing/2014/main" id="{91021CF1-4C3E-D07D-3FDB-116A32454F6D}"/>
              </a:ext>
            </a:extLst>
          </p:cNvPr>
          <p:cNvSpPr>
            <a:spLocks noGrp="1"/>
          </p:cNvSpPr>
          <p:nvPr>
            <p:ph type="title"/>
          </p:nvPr>
        </p:nvSpPr>
        <p:spPr>
          <a:noFill/>
        </p:spPr>
        <p:txBody>
          <a:bodyPr wrap="square" rtlCol="0">
            <a:spAutoFit/>
          </a:bodyPr>
          <a:lstStyle/>
          <a:p>
            <a:r>
              <a:rPr lang="fr-FR" dirty="0"/>
              <a:t>POPULATIONS </a:t>
            </a:r>
          </a:p>
        </p:txBody>
      </p:sp>
      <p:sp>
        <p:nvSpPr>
          <p:cNvPr id="6" name="Espace réservé du texte 5">
            <a:extLst>
              <a:ext uri="{FF2B5EF4-FFF2-40B4-BE49-F238E27FC236}">
                <a16:creationId xmlns:a16="http://schemas.microsoft.com/office/drawing/2014/main" id="{76397E7D-492A-112C-58A2-A0BE45197C33}"/>
              </a:ext>
            </a:extLst>
          </p:cNvPr>
          <p:cNvSpPr>
            <a:spLocks noGrp="1"/>
          </p:cNvSpPr>
          <p:nvPr>
            <p:ph type="body" sz="quarter" idx="10"/>
          </p:nvPr>
        </p:nvSpPr>
        <p:spPr>
          <a:xfrm>
            <a:off x="924539" y="790043"/>
            <a:ext cx="3855543" cy="286232"/>
          </a:xfrm>
          <a:noFill/>
        </p:spPr>
        <p:txBody>
          <a:bodyPr wrap="none" rtlCol="0">
            <a:spAutoFit/>
          </a:bodyPr>
          <a:lstStyle/>
          <a:p>
            <a:r>
              <a:rPr lang="fr-FR" dirty="0"/>
              <a:t>Quelles populations gérées dans le MVP de l’IAM ?</a:t>
            </a:r>
          </a:p>
        </p:txBody>
      </p:sp>
      <p:sp>
        <p:nvSpPr>
          <p:cNvPr id="7" name="Espace réservé du texte 6">
            <a:extLst>
              <a:ext uri="{FF2B5EF4-FFF2-40B4-BE49-F238E27FC236}">
                <a16:creationId xmlns:a16="http://schemas.microsoft.com/office/drawing/2014/main" id="{790063A5-65EA-36EC-B31F-0B6768B6A876}"/>
              </a:ext>
            </a:extLst>
          </p:cNvPr>
          <p:cNvSpPr>
            <a:spLocks noGrp="1"/>
          </p:cNvSpPr>
          <p:nvPr>
            <p:ph type="body" sz="quarter" idx="11"/>
          </p:nvPr>
        </p:nvSpPr>
        <p:spPr>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fr-FR" dirty="0">
                <a:solidFill>
                  <a:srgbClr val="6B8DE7"/>
                </a:solidFill>
              </a:rPr>
              <a:t>04</a:t>
            </a:r>
          </a:p>
        </p:txBody>
      </p:sp>
      <p:graphicFrame>
        <p:nvGraphicFramePr>
          <p:cNvPr id="2" name="Tableau 1">
            <a:extLst>
              <a:ext uri="{FF2B5EF4-FFF2-40B4-BE49-F238E27FC236}">
                <a16:creationId xmlns:a16="http://schemas.microsoft.com/office/drawing/2014/main" id="{BA3409A4-8BD6-0283-FF41-425DD2973A9D}"/>
              </a:ext>
            </a:extLst>
          </p:cNvPr>
          <p:cNvGraphicFramePr>
            <a:graphicFrameLocks noGrp="1"/>
          </p:cNvGraphicFramePr>
          <p:nvPr>
            <p:extLst>
              <p:ext uri="{D42A27DB-BD31-4B8C-83A1-F6EECF244321}">
                <p14:modId xmlns:p14="http://schemas.microsoft.com/office/powerpoint/2010/main" val="3055884918"/>
              </p:ext>
            </p:extLst>
          </p:nvPr>
        </p:nvGraphicFramePr>
        <p:xfrm>
          <a:off x="443756" y="1248172"/>
          <a:ext cx="11304488" cy="3126018"/>
        </p:xfrm>
        <a:graphic>
          <a:graphicData uri="http://schemas.openxmlformats.org/drawingml/2006/table">
            <a:tbl>
              <a:tblPr firstRow="1" bandRow="1">
                <a:tableStyleId>{5C22544A-7EE6-4342-B048-85BDC9FD1C3A}</a:tableStyleId>
              </a:tblPr>
              <a:tblGrid>
                <a:gridCol w="583360">
                  <a:extLst>
                    <a:ext uri="{9D8B030D-6E8A-4147-A177-3AD203B41FA5}">
                      <a16:colId xmlns:a16="http://schemas.microsoft.com/office/drawing/2014/main" val="2432006057"/>
                    </a:ext>
                  </a:extLst>
                </a:gridCol>
                <a:gridCol w="1340141">
                  <a:extLst>
                    <a:ext uri="{9D8B030D-6E8A-4147-A177-3AD203B41FA5}">
                      <a16:colId xmlns:a16="http://schemas.microsoft.com/office/drawing/2014/main" val="2658504124"/>
                    </a:ext>
                  </a:extLst>
                </a:gridCol>
                <a:gridCol w="1340141">
                  <a:extLst>
                    <a:ext uri="{9D8B030D-6E8A-4147-A177-3AD203B41FA5}">
                      <a16:colId xmlns:a16="http://schemas.microsoft.com/office/drawing/2014/main" val="1688635582"/>
                    </a:ext>
                  </a:extLst>
                </a:gridCol>
                <a:gridCol w="1340141">
                  <a:extLst>
                    <a:ext uri="{9D8B030D-6E8A-4147-A177-3AD203B41FA5}">
                      <a16:colId xmlns:a16="http://schemas.microsoft.com/office/drawing/2014/main" val="1586042082"/>
                    </a:ext>
                  </a:extLst>
                </a:gridCol>
                <a:gridCol w="1340141">
                  <a:extLst>
                    <a:ext uri="{9D8B030D-6E8A-4147-A177-3AD203B41FA5}">
                      <a16:colId xmlns:a16="http://schemas.microsoft.com/office/drawing/2014/main" val="4139209029"/>
                    </a:ext>
                  </a:extLst>
                </a:gridCol>
                <a:gridCol w="1340141">
                  <a:extLst>
                    <a:ext uri="{9D8B030D-6E8A-4147-A177-3AD203B41FA5}">
                      <a16:colId xmlns:a16="http://schemas.microsoft.com/office/drawing/2014/main" val="2485703703"/>
                    </a:ext>
                  </a:extLst>
                </a:gridCol>
                <a:gridCol w="1340141">
                  <a:extLst>
                    <a:ext uri="{9D8B030D-6E8A-4147-A177-3AD203B41FA5}">
                      <a16:colId xmlns:a16="http://schemas.microsoft.com/office/drawing/2014/main" val="1669480079"/>
                    </a:ext>
                  </a:extLst>
                </a:gridCol>
                <a:gridCol w="1340141">
                  <a:extLst>
                    <a:ext uri="{9D8B030D-6E8A-4147-A177-3AD203B41FA5}">
                      <a16:colId xmlns:a16="http://schemas.microsoft.com/office/drawing/2014/main" val="1985871889"/>
                    </a:ext>
                  </a:extLst>
                </a:gridCol>
                <a:gridCol w="1340141">
                  <a:extLst>
                    <a:ext uri="{9D8B030D-6E8A-4147-A177-3AD203B41FA5}">
                      <a16:colId xmlns:a16="http://schemas.microsoft.com/office/drawing/2014/main" val="32154854"/>
                    </a:ext>
                  </a:extLst>
                </a:gridCol>
              </a:tblGrid>
              <a:tr h="253457">
                <a:tc>
                  <a:txBody>
                    <a:bodyPr/>
                    <a:lstStyle/>
                    <a:p>
                      <a:endParaRPr lang="fr-FR" sz="900" dirty="0"/>
                    </a:p>
                  </a:txBody>
                  <a:tcPr marL="72000" marR="72000" marT="72000" marB="72000">
                    <a:noFill/>
                  </a:tcPr>
                </a:tc>
                <a:tc>
                  <a:txBody>
                    <a:bodyPr/>
                    <a:lstStyle/>
                    <a:p>
                      <a:pPr algn="ctr" fontAlgn="ctr"/>
                      <a:r>
                        <a:rPr lang="fr-FR" sz="1100" b="1" i="0" u="none" strike="noStrike" dirty="0">
                          <a:solidFill>
                            <a:srgbClr val="FFFFFF"/>
                          </a:solidFill>
                          <a:effectLst/>
                          <a:latin typeface="Avenir Book (Corps)"/>
                        </a:rPr>
                        <a:t>Collaborateur</a:t>
                      </a:r>
                    </a:p>
                  </a:txBody>
                  <a:tcPr marL="9525" marR="9525" marT="9525" marB="0" anchor="ctr">
                    <a:solidFill>
                      <a:schemeClr val="bg2">
                        <a:lumMod val="75000"/>
                      </a:schemeClr>
                    </a:solidFill>
                  </a:tcPr>
                </a:tc>
                <a:tc>
                  <a:txBody>
                    <a:bodyPr/>
                    <a:lstStyle/>
                    <a:p>
                      <a:pPr algn="ctr" fontAlgn="ctr"/>
                      <a:r>
                        <a:rPr lang="fr-FR" sz="1100" b="1" i="0" u="none" strike="noStrike" dirty="0">
                          <a:solidFill>
                            <a:srgbClr val="FFFFFF"/>
                          </a:solidFill>
                          <a:effectLst/>
                          <a:latin typeface="Avenir Book (Corps)"/>
                        </a:rPr>
                        <a:t>Collaborateur prêté</a:t>
                      </a:r>
                    </a:p>
                  </a:txBody>
                  <a:tcPr marL="9525" marR="9525" marT="9525" marB="0" anchor="ctr">
                    <a:solidFill>
                      <a:schemeClr val="bg2">
                        <a:lumMod val="75000"/>
                      </a:schemeClr>
                    </a:solidFill>
                  </a:tcPr>
                </a:tc>
                <a:tc>
                  <a:txBody>
                    <a:bodyPr/>
                    <a:lstStyle/>
                    <a:p>
                      <a:pPr algn="ctr" fontAlgn="ctr"/>
                      <a:r>
                        <a:rPr lang="fr-FR" sz="1100" b="1" i="0" u="none" strike="noStrike" dirty="0">
                          <a:solidFill>
                            <a:srgbClr val="FFFFFF"/>
                          </a:solidFill>
                          <a:effectLst/>
                          <a:latin typeface="Avenir Book (Corps)"/>
                        </a:rPr>
                        <a:t>Ancien collaborateur</a:t>
                      </a:r>
                    </a:p>
                  </a:txBody>
                  <a:tcPr marL="9525" marR="9525" marT="9525" marB="0" anchor="ctr">
                    <a:solidFill>
                      <a:schemeClr val="bg2">
                        <a:lumMod val="75000"/>
                      </a:schemeClr>
                    </a:solidFill>
                  </a:tcPr>
                </a:tc>
                <a:tc>
                  <a:txBody>
                    <a:bodyPr/>
                    <a:lstStyle/>
                    <a:p>
                      <a:pPr algn="ctr" fontAlgn="ctr"/>
                      <a:r>
                        <a:rPr lang="fr-FR" sz="1100" b="1" i="0" u="none" strike="noStrike" dirty="0">
                          <a:solidFill>
                            <a:srgbClr val="FFFFFF"/>
                          </a:solidFill>
                          <a:effectLst/>
                          <a:latin typeface="Avenir Book (Corps)"/>
                        </a:rPr>
                        <a:t>Collaborateur M&amp;A</a:t>
                      </a:r>
                    </a:p>
                  </a:txBody>
                  <a:tcPr marL="9525" marR="9525" marT="9525" marB="0" anchor="ctr">
                    <a:solidFill>
                      <a:schemeClr val="bg2">
                        <a:lumMod val="75000"/>
                      </a:schemeClr>
                    </a:solidFill>
                  </a:tcPr>
                </a:tc>
                <a:tc>
                  <a:txBody>
                    <a:bodyPr/>
                    <a:lstStyle/>
                    <a:p>
                      <a:pPr algn="ctr" fontAlgn="ctr"/>
                      <a:r>
                        <a:rPr lang="en-US" sz="1100" b="1" i="0" u="none" strike="noStrike" noProof="0" dirty="0">
                          <a:solidFill>
                            <a:srgbClr val="FFFFFF"/>
                          </a:solidFill>
                          <a:effectLst/>
                          <a:latin typeface="Avenir Book (Corps)"/>
                        </a:rPr>
                        <a:t>Frontliner</a:t>
                      </a:r>
                    </a:p>
                  </a:txBody>
                  <a:tcPr marL="9525" marR="9525" marT="9525" marB="0" anchor="ctr">
                    <a:solidFill>
                      <a:schemeClr val="bg2">
                        <a:lumMod val="75000"/>
                      </a:schemeClr>
                    </a:solidFill>
                  </a:tcPr>
                </a:tc>
                <a:tc>
                  <a:txBody>
                    <a:bodyPr/>
                    <a:lstStyle/>
                    <a:p>
                      <a:pPr algn="ctr" fontAlgn="ctr"/>
                      <a:r>
                        <a:rPr lang="fr-FR" sz="1100" b="1" i="0" u="none" strike="noStrike" dirty="0">
                          <a:solidFill>
                            <a:srgbClr val="FFFFFF"/>
                          </a:solidFill>
                          <a:effectLst/>
                          <a:latin typeface="Avenir Book (Corps)"/>
                        </a:rPr>
                        <a:t>Intérimaire</a:t>
                      </a:r>
                    </a:p>
                  </a:txBody>
                  <a:tcPr marL="9525" marR="9525" marT="9525" marB="0" anchor="ctr">
                    <a:solidFill>
                      <a:srgbClr val="E65012"/>
                    </a:solidFill>
                  </a:tcPr>
                </a:tc>
                <a:tc>
                  <a:txBody>
                    <a:bodyPr/>
                    <a:lstStyle/>
                    <a:p>
                      <a:pPr algn="ctr" fontAlgn="ctr"/>
                      <a:r>
                        <a:rPr lang="fr-FR" sz="1100" b="1" i="0" u="none" strike="noStrike" dirty="0">
                          <a:solidFill>
                            <a:srgbClr val="FFFFFF"/>
                          </a:solidFill>
                          <a:effectLst/>
                          <a:latin typeface="Avenir Book (Corps)"/>
                        </a:rPr>
                        <a:t>Prestataire en régie</a:t>
                      </a:r>
                    </a:p>
                  </a:txBody>
                  <a:tcPr marL="9525" marR="9525" marT="9525" marB="0" anchor="ctr">
                    <a:solidFill>
                      <a:srgbClr val="E65012"/>
                    </a:solidFill>
                  </a:tcPr>
                </a:tc>
                <a:tc>
                  <a:txBody>
                    <a:bodyPr/>
                    <a:lstStyle/>
                    <a:p>
                      <a:pPr algn="ctr" fontAlgn="ctr"/>
                      <a:r>
                        <a:rPr lang="fr-FR" sz="1100" b="1" i="0" u="none" strike="noStrike" dirty="0">
                          <a:solidFill>
                            <a:srgbClr val="FFFFFF"/>
                          </a:solidFill>
                          <a:effectLst/>
                          <a:latin typeface="Avenir Book (Corps)"/>
                        </a:rPr>
                        <a:t>JV/SEP</a:t>
                      </a:r>
                    </a:p>
                  </a:txBody>
                  <a:tcPr marL="9525" marR="9525" marT="9525" marB="0" anchor="ctr">
                    <a:solidFill>
                      <a:srgbClr val="0F6FC6"/>
                    </a:solidFill>
                  </a:tcPr>
                </a:tc>
                <a:extLst>
                  <a:ext uri="{0D108BD9-81ED-4DB2-BD59-A6C34878D82A}">
                    <a16:rowId xmlns:a16="http://schemas.microsoft.com/office/drawing/2014/main" val="2358478675"/>
                  </a:ext>
                </a:extLst>
              </a:tr>
              <a:tr h="735696">
                <a:tc>
                  <a:txBody>
                    <a:bodyPr/>
                    <a:lstStyle/>
                    <a:p>
                      <a:r>
                        <a:rPr lang="fr-FR" sz="1050" dirty="0">
                          <a:ln>
                            <a:solidFill>
                              <a:schemeClr val="accent6">
                                <a:lumMod val="75000"/>
                              </a:schemeClr>
                            </a:solidFill>
                          </a:ln>
                        </a:rPr>
                        <a:t>Profil</a:t>
                      </a:r>
                    </a:p>
                  </a:txBody>
                  <a:tcPr marL="72000" marR="72000" marT="72000" marB="72000" anchor="ctr">
                    <a:solidFill>
                      <a:schemeClr val="bg1">
                        <a:lumMod val="95000"/>
                      </a:schemeClr>
                    </a:solidFill>
                  </a:tcPr>
                </a:tc>
                <a:tc>
                  <a:txBody>
                    <a:bodyPr/>
                    <a:lstStyle/>
                    <a:p>
                      <a:pPr algn="l" fontAlgn="ctr">
                        <a:lnSpc>
                          <a:spcPct val="80000"/>
                        </a:lnSpc>
                      </a:pPr>
                      <a:r>
                        <a:rPr lang="fr-FR" sz="10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Collaborateur BYCN interne classique</a:t>
                      </a:r>
                      <a:br>
                        <a:rPr lang="fr-FR" sz="10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br>
                      <a:r>
                        <a:rPr lang="fr-FR" sz="900" b="0" i="1" u="none" strike="noStrike" dirty="0">
                          <a:ln w="3175">
                            <a:solidFill>
                              <a:schemeClr val="accent6">
                                <a:lumMod val="75000"/>
                                <a:alpha val="20000"/>
                              </a:schemeClr>
                            </a:solidFill>
                          </a:ln>
                          <a:solidFill>
                            <a:schemeClr val="accent6">
                              <a:lumMod val="75000"/>
                            </a:schemeClr>
                          </a:solidFill>
                          <a:effectLst/>
                          <a:latin typeface="Avenir Book" panose="02000503020000020003"/>
                        </a:rPr>
                        <a:t>"Charles ORIOT"</a:t>
                      </a:r>
                      <a:endParaRPr lang="fr-FR" sz="1000" b="0" i="1" u="none" strike="noStrike" dirty="0">
                        <a:ln w="3175">
                          <a:solidFill>
                            <a:schemeClr val="accent6">
                              <a:lumMod val="75000"/>
                              <a:alpha val="20000"/>
                            </a:schemeClr>
                          </a:solidFill>
                        </a:ln>
                        <a:solidFill>
                          <a:schemeClr val="accent6">
                            <a:lumMod val="75000"/>
                          </a:schemeClr>
                        </a:solidFill>
                        <a:effectLst/>
                        <a:latin typeface="Avenir Book" panose="02000503020000020003"/>
                      </a:endParaRPr>
                    </a:p>
                  </a:txBody>
                  <a:tcPr marL="72000" marR="72000" marT="72000" marB="72000">
                    <a:solidFill>
                      <a:schemeClr val="bg2">
                        <a:lumMod val="20000"/>
                        <a:lumOff val="80000"/>
                      </a:schemeClr>
                    </a:solidFill>
                  </a:tcPr>
                </a:tc>
                <a:tc>
                  <a:txBody>
                    <a:bodyPr/>
                    <a:lstStyle/>
                    <a:p>
                      <a:pPr algn="l" fontAlgn="ctr">
                        <a:lnSpc>
                          <a:spcPct val="80000"/>
                        </a:lnSpc>
                      </a:pPr>
                      <a:r>
                        <a:rPr lang="fr-FR" sz="10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Collaborateur BYCN prêté</a:t>
                      </a:r>
                      <a:br>
                        <a:rPr lang="fr-FR" sz="10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br>
                      <a:r>
                        <a:rPr lang="fr-FR" sz="900" b="0" i="1" u="none" strike="noStrike" dirty="0">
                          <a:ln w="3175">
                            <a:solidFill>
                              <a:schemeClr val="accent6">
                                <a:lumMod val="75000"/>
                                <a:alpha val="20000"/>
                              </a:schemeClr>
                            </a:solidFill>
                          </a:ln>
                          <a:solidFill>
                            <a:schemeClr val="accent6">
                              <a:lumMod val="75000"/>
                            </a:schemeClr>
                          </a:solidFill>
                          <a:effectLst/>
                          <a:latin typeface="Avenir Book" panose="02000503020000020003"/>
                        </a:rPr>
                        <a:t>"Franck MERIAU"</a:t>
                      </a:r>
                      <a:endParaRPr lang="fr-FR" sz="1000" b="0" i="1" u="none" strike="noStrike" dirty="0">
                        <a:ln w="3175">
                          <a:solidFill>
                            <a:schemeClr val="accent6">
                              <a:lumMod val="75000"/>
                              <a:alpha val="20000"/>
                            </a:schemeClr>
                          </a:solidFill>
                        </a:ln>
                        <a:solidFill>
                          <a:schemeClr val="accent6">
                            <a:lumMod val="75000"/>
                          </a:schemeClr>
                        </a:solidFill>
                        <a:effectLst/>
                        <a:latin typeface="Avenir Book" panose="02000503020000020003"/>
                      </a:endParaRPr>
                    </a:p>
                  </a:txBody>
                  <a:tcPr marL="72000" marR="72000" marT="72000" marB="72000">
                    <a:solidFill>
                      <a:schemeClr val="bg2">
                        <a:lumMod val="20000"/>
                        <a:lumOff val="80000"/>
                      </a:schemeClr>
                    </a:solidFill>
                  </a:tcPr>
                </a:tc>
                <a:tc>
                  <a:txBody>
                    <a:bodyPr/>
                    <a:lstStyle/>
                    <a:p>
                      <a:pPr algn="l" fontAlgn="ctr">
                        <a:lnSpc>
                          <a:spcPct val="80000"/>
                        </a:lnSpc>
                      </a:pPr>
                      <a:r>
                        <a:rPr lang="fr-FR" sz="10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Ancien collaborateur BYCN, à la retraite ou en cours de mutation dans le groupe BY</a:t>
                      </a:r>
                      <a:br>
                        <a:rPr lang="fr-FR" sz="10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br>
                      <a:r>
                        <a:rPr lang="fr-FR" sz="800" b="0" i="1" u="none" strike="noStrike" dirty="0">
                          <a:ln w="3175">
                            <a:solidFill>
                              <a:schemeClr val="accent6">
                                <a:lumMod val="75000"/>
                                <a:alpha val="20000"/>
                              </a:schemeClr>
                            </a:solidFill>
                          </a:ln>
                          <a:solidFill>
                            <a:schemeClr val="accent6">
                              <a:lumMod val="75000"/>
                            </a:schemeClr>
                          </a:solidFill>
                          <a:effectLst/>
                          <a:latin typeface="Avenir Book" panose="02000503020000020003"/>
                        </a:rPr>
                        <a:t>"Marie-Luce GODINOT'</a:t>
                      </a:r>
                      <a:endParaRPr lang="fr-FR" sz="1000" b="0" i="1" u="none" strike="noStrike" dirty="0">
                        <a:ln w="3175">
                          <a:solidFill>
                            <a:schemeClr val="accent6">
                              <a:lumMod val="75000"/>
                              <a:alpha val="20000"/>
                            </a:schemeClr>
                          </a:solidFill>
                        </a:ln>
                        <a:solidFill>
                          <a:schemeClr val="accent6">
                            <a:lumMod val="75000"/>
                          </a:schemeClr>
                        </a:solidFill>
                        <a:effectLst/>
                        <a:latin typeface="Avenir Book" panose="02000503020000020003"/>
                      </a:endParaRPr>
                    </a:p>
                  </a:txBody>
                  <a:tcPr marL="72000" marR="72000" marT="72000" marB="72000">
                    <a:solidFill>
                      <a:schemeClr val="bg2">
                        <a:lumMod val="20000"/>
                        <a:lumOff val="80000"/>
                      </a:schemeClr>
                    </a:solidFill>
                  </a:tcPr>
                </a:tc>
                <a:tc>
                  <a:txBody>
                    <a:bodyPr/>
                    <a:lstStyle/>
                    <a:p>
                      <a:pPr algn="l" fontAlgn="ctr">
                        <a:lnSpc>
                          <a:spcPct val="80000"/>
                        </a:lnSpc>
                      </a:pPr>
                      <a:r>
                        <a:rPr lang="fr-FR" sz="10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Collaborateur BYCN dans une société en cours d'acquisition ou de cession</a:t>
                      </a:r>
                    </a:p>
                  </a:txBody>
                  <a:tcPr marL="72000" marR="72000" marT="72000" marB="72000">
                    <a:solidFill>
                      <a:schemeClr val="bg2">
                        <a:lumMod val="20000"/>
                        <a:lumOff val="80000"/>
                      </a:schemeClr>
                    </a:solidFill>
                  </a:tcPr>
                </a:tc>
                <a:tc>
                  <a:txBody>
                    <a:bodyPr/>
                    <a:lstStyle/>
                    <a:p>
                      <a:pPr algn="l" fontAlgn="ctr">
                        <a:lnSpc>
                          <a:spcPct val="80000"/>
                        </a:lnSpc>
                      </a:pPr>
                      <a:r>
                        <a:rPr lang="fr-FR" sz="10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Collaborateur BYCN </a:t>
                      </a:r>
                      <a:r>
                        <a:rPr lang="en-US" sz="1000" b="0" i="1" u="none" strike="noStrike" noProof="0" dirty="0">
                          <a:ln w="3175">
                            <a:solidFill>
                              <a:schemeClr val="accent6">
                                <a:lumMod val="75000"/>
                                <a:alpha val="20000"/>
                              </a:schemeClr>
                            </a:solidFill>
                          </a:ln>
                          <a:solidFill>
                            <a:schemeClr val="accent6">
                              <a:lumMod val="75000"/>
                            </a:schemeClr>
                          </a:solidFill>
                          <a:effectLst/>
                          <a:latin typeface="Avenir Book" panose="02000503020000020003"/>
                        </a:rPr>
                        <a:t>Frontliner</a:t>
                      </a:r>
                      <a:endParaRPr lang="fr-FR" sz="1000" b="0" i="0" u="none" strike="noStrike" dirty="0">
                        <a:ln w="3175">
                          <a:solidFill>
                            <a:schemeClr val="accent6">
                              <a:lumMod val="75000"/>
                              <a:alpha val="20000"/>
                            </a:schemeClr>
                          </a:solidFill>
                        </a:ln>
                        <a:solidFill>
                          <a:schemeClr val="accent6">
                            <a:lumMod val="75000"/>
                          </a:schemeClr>
                        </a:solidFill>
                        <a:effectLst/>
                        <a:latin typeface="Avenir Book" panose="02000503020000020003"/>
                      </a:endParaRPr>
                    </a:p>
                  </a:txBody>
                  <a:tcPr marL="72000" marR="72000" marT="72000" marB="72000">
                    <a:solidFill>
                      <a:schemeClr val="bg2">
                        <a:lumMod val="20000"/>
                        <a:lumOff val="80000"/>
                      </a:schemeClr>
                    </a:solidFill>
                  </a:tcPr>
                </a:tc>
                <a:tc>
                  <a:txBody>
                    <a:bodyPr/>
                    <a:lstStyle/>
                    <a:p>
                      <a:pPr algn="l" fontAlgn="ctr">
                        <a:lnSpc>
                          <a:spcPct val="80000"/>
                        </a:lnSpc>
                      </a:pPr>
                      <a:r>
                        <a:rPr lang="fr-FR" sz="10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Intérimaire pour BYCN</a:t>
                      </a:r>
                    </a:p>
                  </a:txBody>
                  <a:tcPr marL="72000" marR="72000" marT="72000" marB="72000">
                    <a:solidFill>
                      <a:schemeClr val="accent2">
                        <a:lumMod val="20000"/>
                        <a:lumOff val="80000"/>
                      </a:schemeClr>
                    </a:solidFill>
                  </a:tcPr>
                </a:tc>
                <a:tc>
                  <a:txBody>
                    <a:bodyPr/>
                    <a:lstStyle/>
                    <a:p>
                      <a:pPr algn="l" fontAlgn="ctr">
                        <a:lnSpc>
                          <a:spcPct val="80000"/>
                        </a:lnSpc>
                      </a:pPr>
                      <a:r>
                        <a:rPr lang="fr-FR" sz="10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Prestataire remplaçant un collaborateur BYCN</a:t>
                      </a:r>
                    </a:p>
                  </a:txBody>
                  <a:tcPr marL="72000" marR="72000" marT="72000" marB="72000">
                    <a:solidFill>
                      <a:schemeClr val="accent2">
                        <a:lumMod val="20000"/>
                        <a:lumOff val="80000"/>
                      </a:schemeClr>
                    </a:solidFill>
                  </a:tcPr>
                </a:tc>
                <a:tc>
                  <a:txBody>
                    <a:bodyPr/>
                    <a:lstStyle/>
                    <a:p>
                      <a:pPr algn="l" fontAlgn="ctr">
                        <a:lnSpc>
                          <a:spcPct val="80000"/>
                        </a:lnSpc>
                      </a:pPr>
                      <a:r>
                        <a:rPr lang="fr-FR" sz="10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Collaborateur Vinci dans une JV (co-traitance)</a:t>
                      </a:r>
                    </a:p>
                  </a:txBody>
                  <a:tcPr marL="72000" marR="72000" marT="72000" marB="72000">
                    <a:solidFill>
                      <a:schemeClr val="tx1">
                        <a:lumMod val="10000"/>
                        <a:lumOff val="90000"/>
                      </a:schemeClr>
                    </a:solidFill>
                  </a:tcPr>
                </a:tc>
                <a:extLst>
                  <a:ext uri="{0D108BD9-81ED-4DB2-BD59-A6C34878D82A}">
                    <a16:rowId xmlns:a16="http://schemas.microsoft.com/office/drawing/2014/main" val="446045155"/>
                  </a:ext>
                </a:extLst>
              </a:tr>
              <a:tr h="391895">
                <a:tc>
                  <a:txBody>
                    <a:bodyPr/>
                    <a:lstStyle/>
                    <a:p>
                      <a:r>
                        <a:rPr lang="fr-FR" sz="900" dirty="0">
                          <a:ln>
                            <a:solidFill>
                              <a:schemeClr val="accent6">
                                <a:lumMod val="75000"/>
                              </a:schemeClr>
                            </a:solidFill>
                          </a:ln>
                        </a:rPr>
                        <a:t>Source</a:t>
                      </a:r>
                    </a:p>
                  </a:txBody>
                  <a:tcPr marL="72000" marR="72000" marT="72000" marB="72000" anchor="ctr">
                    <a:solidFill>
                      <a:schemeClr val="bg1">
                        <a:lumMod val="95000"/>
                      </a:schemeClr>
                    </a:solidFill>
                  </a:tcPr>
                </a:tc>
                <a:tc>
                  <a:txBody>
                    <a:bodyPr/>
                    <a:lstStyle/>
                    <a:p>
                      <a:pPr algn="ctr" fontAlgn="ctr">
                        <a:lnSpc>
                          <a:spcPct val="80000"/>
                        </a:lnSpc>
                      </a:pPr>
                      <a:r>
                        <a:rPr lang="fr-FR" sz="8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SI RH </a:t>
                      </a:r>
                      <a:r>
                        <a:rPr lang="fr-FR" sz="800" b="0" i="0" u="none" strike="noStrike" dirty="0">
                          <a:ln w="3175">
                            <a:solidFill>
                              <a:schemeClr val="accent6">
                                <a:lumMod val="75000"/>
                                <a:alpha val="20000"/>
                              </a:schemeClr>
                            </a:solidFill>
                          </a:ln>
                          <a:solidFill>
                            <a:schemeClr val="accent6">
                              <a:lumMod val="75000"/>
                            </a:schemeClr>
                          </a:solidFill>
                          <a:effectLst/>
                          <a:latin typeface="+mn-lt"/>
                        </a:rPr>
                        <a:t>➜</a:t>
                      </a:r>
                      <a:r>
                        <a:rPr lang="fr-FR" sz="8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 MDM</a:t>
                      </a:r>
                    </a:p>
                  </a:txBody>
                  <a:tcPr marL="72000" marR="72000" marT="72000" marB="72000" anchor="ctr">
                    <a:solidFill>
                      <a:schemeClr val="bg2">
                        <a:lumMod val="60000"/>
                        <a:lumOff val="40000"/>
                      </a:schemeClr>
                    </a:solidFill>
                  </a:tcPr>
                </a:tc>
                <a:tc>
                  <a:txBody>
                    <a:bodyPr/>
                    <a:lstStyle/>
                    <a:p>
                      <a:pPr algn="ctr" fontAlgn="ctr">
                        <a:lnSpc>
                          <a:spcPct val="80000"/>
                        </a:lnSpc>
                      </a:pPr>
                      <a:r>
                        <a:rPr lang="fr-FR" sz="8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SI RH </a:t>
                      </a:r>
                      <a:r>
                        <a:rPr lang="fr-FR" sz="800" b="0" i="0" u="none" strike="noStrike" dirty="0">
                          <a:ln w="3175">
                            <a:solidFill>
                              <a:schemeClr val="accent6">
                                <a:lumMod val="75000"/>
                                <a:alpha val="20000"/>
                              </a:schemeClr>
                            </a:solidFill>
                          </a:ln>
                          <a:solidFill>
                            <a:schemeClr val="accent6">
                              <a:lumMod val="75000"/>
                            </a:schemeClr>
                          </a:solidFill>
                          <a:effectLst/>
                          <a:latin typeface="+mn-lt"/>
                        </a:rPr>
                        <a:t>➜</a:t>
                      </a:r>
                      <a:r>
                        <a:rPr lang="fr-FR" sz="8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 MDM</a:t>
                      </a:r>
                    </a:p>
                  </a:txBody>
                  <a:tcPr marL="72000" marR="72000" marT="72000" marB="72000" anchor="ctr">
                    <a:solidFill>
                      <a:schemeClr val="bg2">
                        <a:lumMod val="60000"/>
                        <a:lumOff val="40000"/>
                      </a:schemeClr>
                    </a:solidFill>
                  </a:tcPr>
                </a:tc>
                <a:tc>
                  <a:txBody>
                    <a:bodyPr/>
                    <a:lstStyle/>
                    <a:p>
                      <a:pPr algn="ctr" fontAlgn="ctr">
                        <a:lnSpc>
                          <a:spcPct val="80000"/>
                        </a:lnSpc>
                      </a:pPr>
                      <a:r>
                        <a:rPr lang="fr-FR" sz="8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IAM </a:t>
                      </a:r>
                    </a:p>
                    <a:p>
                      <a:pPr algn="ctr" fontAlgn="ctr">
                        <a:lnSpc>
                          <a:spcPct val="80000"/>
                        </a:lnSpc>
                      </a:pPr>
                      <a:r>
                        <a:rPr lang="fr-FR" sz="8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ou maintien dans le MDM ? </a:t>
                      </a:r>
                    </a:p>
                    <a:p>
                      <a:pPr algn="ctr" fontAlgn="ctr">
                        <a:lnSpc>
                          <a:spcPct val="80000"/>
                        </a:lnSpc>
                      </a:pPr>
                      <a:r>
                        <a:rPr lang="fr-FR" sz="600" b="0" i="1" u="none" strike="noStrike" dirty="0">
                          <a:ln w="3175">
                            <a:solidFill>
                              <a:schemeClr val="accent6">
                                <a:lumMod val="75000"/>
                                <a:alpha val="20000"/>
                              </a:schemeClr>
                            </a:solidFill>
                          </a:ln>
                          <a:solidFill>
                            <a:schemeClr val="accent6">
                              <a:lumMod val="75000"/>
                            </a:schemeClr>
                          </a:solidFill>
                          <a:effectLst/>
                          <a:latin typeface="Avenir Book" panose="02000503020000020003"/>
                        </a:rPr>
                        <a:t>Plutôt IAM…</a:t>
                      </a:r>
                      <a:endParaRPr lang="fr-FR" sz="800" b="0" i="1" u="none" strike="noStrike" dirty="0">
                        <a:ln w="3175">
                          <a:solidFill>
                            <a:schemeClr val="accent6">
                              <a:lumMod val="75000"/>
                              <a:alpha val="20000"/>
                            </a:schemeClr>
                          </a:solidFill>
                        </a:ln>
                        <a:solidFill>
                          <a:schemeClr val="accent6">
                            <a:lumMod val="75000"/>
                          </a:schemeClr>
                        </a:solidFill>
                        <a:effectLst/>
                        <a:latin typeface="Avenir Book" panose="02000503020000020003"/>
                      </a:endParaRPr>
                    </a:p>
                  </a:txBody>
                  <a:tcPr marL="72000" marR="72000" marT="72000" marB="72000" anchor="ctr">
                    <a:solidFill>
                      <a:schemeClr val="bg2">
                        <a:lumMod val="60000"/>
                        <a:lumOff val="40000"/>
                      </a:schemeClr>
                    </a:solidFill>
                  </a:tcPr>
                </a:tc>
                <a:tc>
                  <a:txBody>
                    <a:bodyPr/>
                    <a:lstStyle/>
                    <a:p>
                      <a:pPr algn="ctr" fontAlgn="ctr">
                        <a:lnSpc>
                          <a:spcPct val="80000"/>
                        </a:lnSpc>
                      </a:pPr>
                      <a:r>
                        <a:rPr lang="fr-FR" sz="8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MDM ou </a:t>
                      </a:r>
                    </a:p>
                    <a:p>
                      <a:pPr algn="ctr" fontAlgn="ctr">
                        <a:lnSpc>
                          <a:spcPct val="80000"/>
                        </a:lnSpc>
                      </a:pPr>
                      <a:r>
                        <a:rPr lang="fr-FR" sz="8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SI RH </a:t>
                      </a:r>
                      <a:r>
                        <a:rPr lang="fr-FR" sz="800" b="0" i="0" u="none" strike="noStrike" dirty="0">
                          <a:ln w="3175">
                            <a:solidFill>
                              <a:schemeClr val="accent6">
                                <a:lumMod val="75000"/>
                                <a:alpha val="20000"/>
                              </a:schemeClr>
                            </a:solidFill>
                          </a:ln>
                          <a:solidFill>
                            <a:schemeClr val="accent6">
                              <a:lumMod val="75000"/>
                            </a:schemeClr>
                          </a:solidFill>
                          <a:effectLst/>
                          <a:latin typeface="+mn-lt"/>
                        </a:rPr>
                        <a:t>➜</a:t>
                      </a:r>
                      <a:r>
                        <a:rPr lang="fr-FR" sz="8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 MDM</a:t>
                      </a:r>
                    </a:p>
                  </a:txBody>
                  <a:tcPr marL="72000" marR="72000" marT="72000" marB="72000" anchor="ctr">
                    <a:solidFill>
                      <a:schemeClr val="bg2">
                        <a:lumMod val="60000"/>
                        <a:lumOff val="40000"/>
                      </a:schemeClr>
                    </a:solidFill>
                  </a:tcPr>
                </a:tc>
                <a:tc>
                  <a:txBody>
                    <a:bodyPr/>
                    <a:lstStyle/>
                    <a:p>
                      <a:pPr algn="ctr" fontAlgn="ctr">
                        <a:lnSpc>
                          <a:spcPct val="80000"/>
                        </a:lnSpc>
                      </a:pPr>
                      <a:r>
                        <a:rPr lang="fr-FR" sz="8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SI RH </a:t>
                      </a:r>
                      <a:r>
                        <a:rPr lang="fr-FR" sz="800" b="0" i="0" u="none" strike="noStrike" dirty="0">
                          <a:ln w="3175">
                            <a:solidFill>
                              <a:schemeClr val="accent6">
                                <a:lumMod val="75000"/>
                                <a:alpha val="20000"/>
                              </a:schemeClr>
                            </a:solidFill>
                          </a:ln>
                          <a:solidFill>
                            <a:schemeClr val="accent6">
                              <a:lumMod val="75000"/>
                            </a:schemeClr>
                          </a:solidFill>
                          <a:effectLst/>
                          <a:latin typeface="+mn-lt"/>
                        </a:rPr>
                        <a:t>➜</a:t>
                      </a:r>
                      <a:r>
                        <a:rPr lang="fr-FR" sz="8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 MDM</a:t>
                      </a:r>
                    </a:p>
                  </a:txBody>
                  <a:tcPr marL="72000" marR="72000" marT="72000" marB="72000" anchor="ctr">
                    <a:solidFill>
                      <a:schemeClr val="bg2">
                        <a:lumMod val="60000"/>
                        <a:lumOff val="40000"/>
                      </a:schemeClr>
                    </a:solidFill>
                  </a:tcPr>
                </a:tc>
                <a:tc>
                  <a:txBody>
                    <a:bodyPr/>
                    <a:lstStyle/>
                    <a:p>
                      <a:pPr algn="ctr" fontAlgn="ctr">
                        <a:lnSpc>
                          <a:spcPct val="80000"/>
                        </a:lnSpc>
                      </a:pPr>
                      <a:r>
                        <a:rPr lang="fr-FR" sz="8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SI RH </a:t>
                      </a:r>
                      <a:r>
                        <a:rPr lang="fr-FR" sz="800" b="0" i="0" u="none" strike="noStrike" dirty="0">
                          <a:ln w="3175">
                            <a:solidFill>
                              <a:schemeClr val="accent6">
                                <a:lumMod val="75000"/>
                                <a:alpha val="20000"/>
                              </a:schemeClr>
                            </a:solidFill>
                          </a:ln>
                          <a:solidFill>
                            <a:schemeClr val="accent6">
                              <a:lumMod val="75000"/>
                            </a:schemeClr>
                          </a:solidFill>
                          <a:effectLst/>
                          <a:latin typeface="+mn-lt"/>
                        </a:rPr>
                        <a:t>➜ </a:t>
                      </a:r>
                      <a:r>
                        <a:rPr lang="fr-FR" sz="8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MDM (France)</a:t>
                      </a:r>
                    </a:p>
                  </a:txBody>
                  <a:tcPr marL="72000" marR="72000" marT="72000" marB="72000" anchor="ctr">
                    <a:solidFill>
                      <a:schemeClr val="accent2">
                        <a:lumMod val="60000"/>
                        <a:lumOff val="40000"/>
                      </a:schemeClr>
                    </a:solidFill>
                  </a:tcPr>
                </a:tc>
                <a:tc>
                  <a:txBody>
                    <a:bodyPr/>
                    <a:lstStyle/>
                    <a:p>
                      <a:pPr algn="ctr" fontAlgn="ctr">
                        <a:lnSpc>
                          <a:spcPct val="80000"/>
                        </a:lnSpc>
                      </a:pPr>
                      <a:r>
                        <a:rPr lang="fr-FR" sz="8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MDM</a:t>
                      </a:r>
                    </a:p>
                  </a:txBody>
                  <a:tcPr marL="72000" marR="72000" marT="72000" marB="72000" anchor="ctr">
                    <a:solidFill>
                      <a:schemeClr val="accent2">
                        <a:lumMod val="60000"/>
                        <a:lumOff val="40000"/>
                      </a:schemeClr>
                    </a:solidFill>
                  </a:tcPr>
                </a:tc>
                <a:tc>
                  <a:txBody>
                    <a:bodyPr/>
                    <a:lstStyle/>
                    <a:p>
                      <a:pPr algn="ctr" fontAlgn="ctr">
                        <a:lnSpc>
                          <a:spcPct val="80000"/>
                        </a:lnSpc>
                      </a:pPr>
                      <a:r>
                        <a:rPr lang="fr-FR" sz="8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a:t>
                      </a:r>
                    </a:p>
                  </a:txBody>
                  <a:tcPr marL="72000" marR="72000" marT="72000" marB="72000" anchor="ctr">
                    <a:solidFill>
                      <a:schemeClr val="tx1">
                        <a:lumMod val="50000"/>
                        <a:lumOff val="50000"/>
                      </a:schemeClr>
                    </a:solidFill>
                  </a:tcPr>
                </a:tc>
                <a:extLst>
                  <a:ext uri="{0D108BD9-81ED-4DB2-BD59-A6C34878D82A}">
                    <a16:rowId xmlns:a16="http://schemas.microsoft.com/office/drawing/2014/main" val="926214812"/>
                  </a:ext>
                </a:extLst>
              </a:tr>
              <a:tr h="648514">
                <a:tc>
                  <a:txBody>
                    <a:bodyPr/>
                    <a:lstStyle/>
                    <a:p>
                      <a:r>
                        <a:rPr lang="fr-FR" sz="1050" dirty="0">
                          <a:ln>
                            <a:solidFill>
                              <a:schemeClr val="accent6">
                                <a:lumMod val="75000"/>
                              </a:schemeClr>
                            </a:solidFill>
                          </a:ln>
                        </a:rPr>
                        <a:t>Objectif</a:t>
                      </a:r>
                    </a:p>
                  </a:txBody>
                  <a:tcPr marL="72000" marR="72000" marT="72000" marB="72000" anchor="ctr">
                    <a:solidFill>
                      <a:schemeClr val="bg1">
                        <a:lumMod val="95000"/>
                      </a:schemeClr>
                    </a:solidFill>
                  </a:tcPr>
                </a:tc>
                <a:tc>
                  <a:txBody>
                    <a:bodyPr/>
                    <a:lstStyle/>
                    <a:p>
                      <a:pPr algn="l" fontAlgn="ctr">
                        <a:lnSpc>
                          <a:spcPct val="80000"/>
                        </a:lnSpc>
                      </a:pPr>
                      <a:r>
                        <a:rPr lang="fr-FR" sz="900" b="0" i="1" u="none" strike="noStrike" dirty="0">
                          <a:ln w="3175">
                            <a:solidFill>
                              <a:schemeClr val="accent6">
                                <a:lumMod val="75000"/>
                                <a:alpha val="20000"/>
                              </a:schemeClr>
                            </a:solidFill>
                          </a:ln>
                          <a:solidFill>
                            <a:schemeClr val="accent6">
                              <a:lumMod val="75000"/>
                            </a:schemeClr>
                          </a:solidFill>
                          <a:effectLst/>
                          <a:latin typeface="Avenir Book" panose="02000503020000020003"/>
                        </a:rPr>
                        <a:t>Participer à la vie de l'entreprise, respecter les procédures, faire son métier</a:t>
                      </a:r>
                    </a:p>
                  </a:txBody>
                  <a:tcPr marL="72000" marR="72000" marT="72000" marB="72000">
                    <a:solidFill>
                      <a:schemeClr val="bg2">
                        <a:lumMod val="20000"/>
                        <a:lumOff val="80000"/>
                      </a:schemeClr>
                    </a:solidFill>
                  </a:tcPr>
                </a:tc>
                <a:tc>
                  <a:txBody>
                    <a:bodyPr/>
                    <a:lstStyle/>
                    <a:p>
                      <a:pPr algn="l" fontAlgn="ctr">
                        <a:lnSpc>
                          <a:spcPct val="80000"/>
                        </a:lnSpc>
                      </a:pPr>
                      <a:r>
                        <a:rPr lang="fr-FR" sz="900" b="0" i="1" u="none" strike="noStrike" dirty="0">
                          <a:ln w="3175">
                            <a:solidFill>
                              <a:schemeClr val="accent6">
                                <a:lumMod val="75000"/>
                                <a:alpha val="20000"/>
                              </a:schemeClr>
                            </a:solidFill>
                          </a:ln>
                          <a:solidFill>
                            <a:schemeClr val="accent6">
                              <a:lumMod val="75000"/>
                            </a:schemeClr>
                          </a:solidFill>
                          <a:effectLst/>
                          <a:latin typeface="Avenir Book" panose="02000503020000020003"/>
                        </a:rPr>
                        <a:t>Participer à la vie de l'entreprise de sa structure d'origine et sa structure de prêt, respecter les procédures des deux structures, faire son métier</a:t>
                      </a:r>
                    </a:p>
                  </a:txBody>
                  <a:tcPr marL="72000" marR="72000" marT="72000" marB="72000">
                    <a:solidFill>
                      <a:schemeClr val="bg2">
                        <a:lumMod val="20000"/>
                        <a:lumOff val="80000"/>
                      </a:schemeClr>
                    </a:solidFill>
                  </a:tcPr>
                </a:tc>
                <a:tc>
                  <a:txBody>
                    <a:bodyPr/>
                    <a:lstStyle/>
                    <a:p>
                      <a:pPr algn="l" fontAlgn="ctr">
                        <a:lnSpc>
                          <a:spcPct val="80000"/>
                        </a:lnSpc>
                      </a:pPr>
                      <a:r>
                        <a:rPr lang="fr-FR" sz="900" b="0" i="1" u="none" strike="noStrike" dirty="0">
                          <a:ln w="3175">
                            <a:solidFill>
                              <a:schemeClr val="accent6">
                                <a:lumMod val="75000"/>
                                <a:alpha val="20000"/>
                              </a:schemeClr>
                            </a:solidFill>
                          </a:ln>
                          <a:solidFill>
                            <a:schemeClr val="accent6">
                              <a:lumMod val="75000"/>
                            </a:schemeClr>
                          </a:solidFill>
                          <a:effectLst/>
                          <a:latin typeface="Avenir Book" panose="02000503020000020003"/>
                        </a:rPr>
                        <a:t>Finaliser certains dossiers</a:t>
                      </a:r>
                      <a:br>
                        <a:rPr lang="fr-FR" sz="900" b="0" i="1" u="none" strike="noStrike" dirty="0">
                          <a:ln w="3175">
                            <a:solidFill>
                              <a:schemeClr val="accent6">
                                <a:lumMod val="75000"/>
                                <a:alpha val="20000"/>
                              </a:schemeClr>
                            </a:solidFill>
                          </a:ln>
                          <a:solidFill>
                            <a:schemeClr val="accent6">
                              <a:lumMod val="75000"/>
                            </a:schemeClr>
                          </a:solidFill>
                          <a:effectLst/>
                          <a:latin typeface="Avenir Book" panose="02000503020000020003"/>
                        </a:rPr>
                      </a:br>
                      <a:r>
                        <a:rPr lang="fr-FR" sz="900" b="0" i="1" u="none" strike="noStrike" dirty="0">
                          <a:ln w="3175">
                            <a:solidFill>
                              <a:schemeClr val="accent6">
                                <a:lumMod val="75000"/>
                                <a:alpha val="20000"/>
                              </a:schemeClr>
                            </a:solidFill>
                          </a:ln>
                          <a:solidFill>
                            <a:schemeClr val="accent6">
                              <a:lumMod val="75000"/>
                            </a:schemeClr>
                          </a:solidFill>
                          <a:effectLst/>
                          <a:latin typeface="Avenir Book" panose="02000503020000020003"/>
                        </a:rPr>
                        <a:t>Assurer la transition vers sa nouvelle identité</a:t>
                      </a:r>
                    </a:p>
                  </a:txBody>
                  <a:tcPr marL="72000" marR="72000" marT="72000" marB="72000">
                    <a:solidFill>
                      <a:schemeClr val="bg2">
                        <a:lumMod val="20000"/>
                        <a:lumOff val="80000"/>
                      </a:schemeClr>
                    </a:solidFill>
                  </a:tcPr>
                </a:tc>
                <a:tc>
                  <a:txBody>
                    <a:bodyPr/>
                    <a:lstStyle/>
                    <a:p>
                      <a:pPr algn="l" fontAlgn="ctr">
                        <a:lnSpc>
                          <a:spcPct val="80000"/>
                        </a:lnSpc>
                      </a:pPr>
                      <a:r>
                        <a:rPr lang="fr-FR" sz="900" b="0" i="1" u="none" strike="noStrike" dirty="0">
                          <a:ln w="3175">
                            <a:solidFill>
                              <a:schemeClr val="accent6">
                                <a:lumMod val="75000"/>
                                <a:alpha val="20000"/>
                              </a:schemeClr>
                            </a:solidFill>
                          </a:ln>
                          <a:solidFill>
                            <a:schemeClr val="accent6">
                              <a:lumMod val="75000"/>
                            </a:schemeClr>
                          </a:solidFill>
                          <a:effectLst/>
                          <a:latin typeface="Avenir Book" panose="02000503020000020003"/>
                        </a:rPr>
                        <a:t>Travailler dans son SI non intégré et dans le SI BYCN</a:t>
                      </a:r>
                    </a:p>
                  </a:txBody>
                  <a:tcPr marL="72000" marR="72000" marT="72000" marB="72000">
                    <a:solidFill>
                      <a:schemeClr val="bg2">
                        <a:lumMod val="20000"/>
                        <a:lumOff val="80000"/>
                      </a:schemeClr>
                    </a:solidFill>
                  </a:tcPr>
                </a:tc>
                <a:tc>
                  <a:txBody>
                    <a:bodyPr/>
                    <a:lstStyle/>
                    <a:p>
                      <a:pPr algn="l" fontAlgn="ctr">
                        <a:lnSpc>
                          <a:spcPct val="80000"/>
                        </a:lnSpc>
                      </a:pPr>
                      <a:r>
                        <a:rPr lang="fr-FR" sz="900" b="0" i="1" u="none" strike="noStrike" dirty="0">
                          <a:ln w="3175">
                            <a:solidFill>
                              <a:schemeClr val="accent6">
                                <a:lumMod val="75000"/>
                                <a:alpha val="20000"/>
                              </a:schemeClr>
                            </a:solidFill>
                          </a:ln>
                          <a:solidFill>
                            <a:schemeClr val="accent6">
                              <a:lumMod val="75000"/>
                            </a:schemeClr>
                          </a:solidFill>
                          <a:effectLst/>
                          <a:latin typeface="Avenir Book" panose="02000503020000020003"/>
                        </a:rPr>
                        <a:t>Participer à la vie de l'entreprise, respecter les procédures, faire son métier</a:t>
                      </a:r>
                    </a:p>
                  </a:txBody>
                  <a:tcPr marL="72000" marR="72000" marT="72000" marB="72000">
                    <a:solidFill>
                      <a:schemeClr val="bg2">
                        <a:lumMod val="20000"/>
                        <a:lumOff val="80000"/>
                      </a:schemeClr>
                    </a:solidFill>
                  </a:tcPr>
                </a:tc>
                <a:tc>
                  <a:txBody>
                    <a:bodyPr/>
                    <a:lstStyle/>
                    <a:p>
                      <a:pPr algn="l" fontAlgn="ctr">
                        <a:lnSpc>
                          <a:spcPct val="80000"/>
                        </a:lnSpc>
                      </a:pPr>
                      <a:r>
                        <a:rPr lang="fr-FR" sz="900" b="0" i="1" u="none" strike="noStrike" dirty="0">
                          <a:ln w="3175">
                            <a:solidFill>
                              <a:schemeClr val="accent6">
                                <a:lumMod val="75000"/>
                                <a:alpha val="20000"/>
                              </a:schemeClr>
                            </a:solidFill>
                          </a:ln>
                          <a:solidFill>
                            <a:schemeClr val="accent6">
                              <a:lumMod val="75000"/>
                            </a:schemeClr>
                          </a:solidFill>
                          <a:effectLst/>
                          <a:latin typeface="Avenir Book" panose="02000503020000020003"/>
                        </a:rPr>
                        <a:t>Participer à la vie de l'entreprise, respecter les procédures, faire son métier</a:t>
                      </a:r>
                    </a:p>
                  </a:txBody>
                  <a:tcPr marL="72000" marR="72000" marT="72000" marB="72000">
                    <a:solidFill>
                      <a:schemeClr val="accent2">
                        <a:lumMod val="20000"/>
                        <a:lumOff val="80000"/>
                      </a:schemeClr>
                    </a:solidFill>
                  </a:tcPr>
                </a:tc>
                <a:tc>
                  <a:txBody>
                    <a:bodyPr/>
                    <a:lstStyle/>
                    <a:p>
                      <a:pPr algn="l" fontAlgn="ctr">
                        <a:lnSpc>
                          <a:spcPct val="80000"/>
                        </a:lnSpc>
                      </a:pPr>
                      <a:r>
                        <a:rPr lang="fr-FR" sz="900" b="0" i="1" u="none" strike="noStrike" dirty="0">
                          <a:ln w="3175">
                            <a:solidFill>
                              <a:schemeClr val="accent6">
                                <a:lumMod val="75000"/>
                                <a:alpha val="20000"/>
                              </a:schemeClr>
                            </a:solidFill>
                          </a:ln>
                          <a:solidFill>
                            <a:schemeClr val="accent6">
                              <a:lumMod val="75000"/>
                            </a:schemeClr>
                          </a:solidFill>
                          <a:effectLst/>
                          <a:latin typeface="Avenir Book" panose="02000503020000020003"/>
                        </a:rPr>
                        <a:t>Faire tout ce que fait un collaborateur</a:t>
                      </a:r>
                    </a:p>
                  </a:txBody>
                  <a:tcPr marL="72000" marR="72000" marT="72000" marB="72000">
                    <a:solidFill>
                      <a:schemeClr val="accent2">
                        <a:lumMod val="20000"/>
                        <a:lumOff val="80000"/>
                      </a:schemeClr>
                    </a:solidFill>
                  </a:tcPr>
                </a:tc>
                <a:tc>
                  <a:txBody>
                    <a:bodyPr/>
                    <a:lstStyle/>
                    <a:p>
                      <a:pPr algn="l" fontAlgn="ctr">
                        <a:lnSpc>
                          <a:spcPct val="80000"/>
                        </a:lnSpc>
                      </a:pPr>
                      <a:r>
                        <a:rPr lang="fr-FR" sz="900" b="0" i="1" u="none" strike="noStrike" dirty="0">
                          <a:ln w="3175">
                            <a:solidFill>
                              <a:schemeClr val="accent6">
                                <a:lumMod val="75000"/>
                                <a:alpha val="20000"/>
                              </a:schemeClr>
                            </a:solidFill>
                          </a:ln>
                          <a:solidFill>
                            <a:schemeClr val="accent6">
                              <a:lumMod val="75000"/>
                            </a:schemeClr>
                          </a:solidFill>
                          <a:effectLst/>
                          <a:latin typeface="Avenir Book" panose="02000503020000020003"/>
                        </a:rPr>
                        <a:t>Agir sur le SI de la JV, masquer sa société d'appartenance pour apparaître avec l'identité de le JV</a:t>
                      </a:r>
                    </a:p>
                  </a:txBody>
                  <a:tcPr marL="72000" marR="72000" marT="72000" marB="72000">
                    <a:solidFill>
                      <a:schemeClr val="tx1">
                        <a:lumMod val="10000"/>
                        <a:lumOff val="90000"/>
                      </a:schemeClr>
                    </a:solidFill>
                  </a:tcPr>
                </a:tc>
                <a:extLst>
                  <a:ext uri="{0D108BD9-81ED-4DB2-BD59-A6C34878D82A}">
                    <a16:rowId xmlns:a16="http://schemas.microsoft.com/office/drawing/2014/main" val="2262728887"/>
                  </a:ext>
                </a:extLst>
              </a:tr>
              <a:tr h="656994">
                <a:tc>
                  <a:txBody>
                    <a:bodyPr/>
                    <a:lstStyle/>
                    <a:p>
                      <a:r>
                        <a:rPr lang="fr-FR" sz="1050" dirty="0">
                          <a:ln>
                            <a:solidFill>
                              <a:schemeClr val="accent6">
                                <a:lumMod val="75000"/>
                              </a:schemeClr>
                            </a:solidFill>
                          </a:ln>
                        </a:rPr>
                        <a:t>Droit / Accès</a:t>
                      </a:r>
                    </a:p>
                  </a:txBody>
                  <a:tcPr marL="72000" marR="72000" marT="72000" marB="72000" anchor="ctr">
                    <a:solidFill>
                      <a:schemeClr val="bg1">
                        <a:lumMod val="95000"/>
                      </a:schemeClr>
                    </a:solidFill>
                  </a:tcPr>
                </a:tc>
                <a:tc>
                  <a:txBody>
                    <a:bodyPr/>
                    <a:lstStyle/>
                    <a:p>
                      <a:pPr algn="l" fontAlgn="ctr">
                        <a:lnSpc>
                          <a:spcPct val="80000"/>
                        </a:lnSpc>
                      </a:pPr>
                      <a:r>
                        <a:rPr lang="fr-FR" sz="10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Accès aux informations générales de sa structure, du groupe BYCN, du groupe BY</a:t>
                      </a:r>
                    </a:p>
                  </a:txBody>
                  <a:tcPr marL="72000" marR="72000" marT="72000" marB="72000">
                    <a:solidFill>
                      <a:schemeClr val="bg2">
                        <a:lumMod val="60000"/>
                        <a:lumOff val="40000"/>
                      </a:schemeClr>
                    </a:solidFill>
                  </a:tcPr>
                </a:tc>
                <a:tc>
                  <a:txBody>
                    <a:bodyPr/>
                    <a:lstStyle/>
                    <a:p>
                      <a:pPr algn="l" fontAlgn="ctr">
                        <a:lnSpc>
                          <a:spcPct val="80000"/>
                        </a:lnSpc>
                      </a:pPr>
                      <a:r>
                        <a:rPr lang="fr-FR" sz="10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Accès aux informations générales de sa structure d'origine et sa structure de prêt, du groupe BYCN, du groupe BY</a:t>
                      </a:r>
                    </a:p>
                  </a:txBody>
                  <a:tcPr marL="72000" marR="72000" marT="72000" marB="72000">
                    <a:solidFill>
                      <a:schemeClr val="bg2">
                        <a:lumMod val="60000"/>
                        <a:lumOff val="40000"/>
                      </a:schemeClr>
                    </a:solidFill>
                  </a:tcPr>
                </a:tc>
                <a:tc>
                  <a:txBody>
                    <a:bodyPr/>
                    <a:lstStyle/>
                    <a:p>
                      <a:pPr algn="l" fontAlgn="ctr">
                        <a:lnSpc>
                          <a:spcPct val="80000"/>
                        </a:lnSpc>
                      </a:pPr>
                      <a:r>
                        <a:rPr lang="fr-FR" sz="10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Accès aux informations générales de son ancienne structure, du groupe BYCN, du groupe BY</a:t>
                      </a:r>
                    </a:p>
                  </a:txBody>
                  <a:tcPr marL="72000" marR="72000" marT="72000" marB="72000">
                    <a:solidFill>
                      <a:schemeClr val="bg2">
                        <a:lumMod val="60000"/>
                        <a:lumOff val="40000"/>
                      </a:schemeClr>
                    </a:solidFill>
                  </a:tcPr>
                </a:tc>
                <a:tc>
                  <a:txBody>
                    <a:bodyPr/>
                    <a:lstStyle/>
                    <a:p>
                      <a:pPr algn="l" fontAlgn="ctr">
                        <a:lnSpc>
                          <a:spcPct val="80000"/>
                        </a:lnSpc>
                      </a:pPr>
                      <a:r>
                        <a:rPr lang="fr-FR" sz="10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Accès aux informations générales de sa structure, du groupe BYCN, du groupe BY</a:t>
                      </a:r>
                    </a:p>
                  </a:txBody>
                  <a:tcPr marL="72000" marR="72000" marT="72000" marB="72000">
                    <a:solidFill>
                      <a:schemeClr val="bg2">
                        <a:lumMod val="60000"/>
                        <a:lumOff val="40000"/>
                      </a:schemeClr>
                    </a:solidFill>
                  </a:tcPr>
                </a:tc>
                <a:tc>
                  <a:txBody>
                    <a:bodyPr/>
                    <a:lstStyle/>
                    <a:p>
                      <a:pPr algn="l" fontAlgn="ctr">
                        <a:lnSpc>
                          <a:spcPct val="80000"/>
                        </a:lnSpc>
                      </a:pPr>
                      <a:r>
                        <a:rPr lang="fr-FR" sz="10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Accès aux informations générales de sa structure, du groupe BYCN, du groupe BY</a:t>
                      </a:r>
                    </a:p>
                  </a:txBody>
                  <a:tcPr marL="72000" marR="72000" marT="72000" marB="72000">
                    <a:solidFill>
                      <a:schemeClr val="bg2">
                        <a:lumMod val="60000"/>
                        <a:lumOff val="40000"/>
                      </a:schemeClr>
                    </a:solidFill>
                  </a:tcPr>
                </a:tc>
                <a:tc>
                  <a:txBody>
                    <a:bodyPr/>
                    <a:lstStyle/>
                    <a:p>
                      <a:pPr algn="l" fontAlgn="ctr">
                        <a:lnSpc>
                          <a:spcPct val="80000"/>
                        </a:lnSpc>
                      </a:pPr>
                      <a:r>
                        <a:rPr lang="fr-FR" sz="10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Accès aux applications d'entreprise nécessaires à sa ou ses missions</a:t>
                      </a:r>
                      <a:br>
                        <a:rPr lang="fr-FR" sz="10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br>
                      <a:r>
                        <a:rPr lang="fr-FR" sz="800" b="0" i="1" u="none" strike="noStrike" dirty="0">
                          <a:ln w="3175">
                            <a:solidFill>
                              <a:schemeClr val="accent6">
                                <a:lumMod val="75000"/>
                                <a:alpha val="20000"/>
                              </a:schemeClr>
                            </a:solidFill>
                          </a:ln>
                          <a:solidFill>
                            <a:schemeClr val="accent6">
                              <a:lumMod val="75000"/>
                            </a:schemeClr>
                          </a:solidFill>
                          <a:effectLst/>
                          <a:latin typeface="Avenir Book" panose="02000503020000020003"/>
                        </a:rPr>
                        <a:t>Exemple basique : disponibilité dans les agendas</a:t>
                      </a:r>
                      <a:endParaRPr lang="fr-FR" sz="1000" b="0" i="1" u="none" strike="noStrike" dirty="0">
                        <a:ln w="3175">
                          <a:solidFill>
                            <a:schemeClr val="accent6">
                              <a:lumMod val="75000"/>
                              <a:alpha val="20000"/>
                            </a:schemeClr>
                          </a:solidFill>
                        </a:ln>
                        <a:solidFill>
                          <a:schemeClr val="accent6">
                            <a:lumMod val="75000"/>
                          </a:schemeClr>
                        </a:solidFill>
                        <a:effectLst/>
                        <a:latin typeface="Avenir Book" panose="02000503020000020003"/>
                      </a:endParaRPr>
                    </a:p>
                  </a:txBody>
                  <a:tcPr marL="72000" marR="72000" marT="72000" marB="72000">
                    <a:solidFill>
                      <a:schemeClr val="accent2">
                        <a:lumMod val="60000"/>
                        <a:lumOff val="40000"/>
                      </a:schemeClr>
                    </a:solidFill>
                  </a:tcPr>
                </a:tc>
                <a:tc>
                  <a:txBody>
                    <a:bodyPr/>
                    <a:lstStyle/>
                    <a:p>
                      <a:pPr algn="l" fontAlgn="ctr">
                        <a:lnSpc>
                          <a:spcPct val="80000"/>
                        </a:lnSpc>
                      </a:pPr>
                      <a:r>
                        <a:rPr lang="fr-FR" sz="10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Accès aux applications d'entreprise nécessaires à sa ou ses missions</a:t>
                      </a:r>
                      <a:br>
                        <a:rPr lang="fr-FR" sz="10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br>
                      <a:r>
                        <a:rPr lang="fr-FR" sz="800" b="0" i="1" u="none" strike="noStrike" dirty="0">
                          <a:ln w="3175">
                            <a:solidFill>
                              <a:schemeClr val="accent6">
                                <a:lumMod val="75000"/>
                                <a:alpha val="20000"/>
                              </a:schemeClr>
                            </a:solidFill>
                          </a:ln>
                          <a:solidFill>
                            <a:schemeClr val="accent6">
                              <a:lumMod val="75000"/>
                            </a:schemeClr>
                          </a:solidFill>
                          <a:effectLst/>
                          <a:latin typeface="Avenir Book" panose="02000503020000020003"/>
                        </a:rPr>
                        <a:t>Exemple basique : disponibilité dans les agendas</a:t>
                      </a:r>
                      <a:endParaRPr lang="fr-FR" sz="1000" b="0" i="1" u="none" strike="noStrike" dirty="0">
                        <a:ln w="3175">
                          <a:solidFill>
                            <a:schemeClr val="accent6">
                              <a:lumMod val="75000"/>
                              <a:alpha val="20000"/>
                            </a:schemeClr>
                          </a:solidFill>
                        </a:ln>
                        <a:solidFill>
                          <a:schemeClr val="accent6">
                            <a:lumMod val="75000"/>
                          </a:schemeClr>
                        </a:solidFill>
                        <a:effectLst/>
                        <a:latin typeface="Avenir Book" panose="02000503020000020003"/>
                      </a:endParaRPr>
                    </a:p>
                  </a:txBody>
                  <a:tcPr marL="72000" marR="72000" marT="72000" marB="72000">
                    <a:solidFill>
                      <a:schemeClr val="accent2">
                        <a:lumMod val="60000"/>
                        <a:lumOff val="40000"/>
                      </a:schemeClr>
                    </a:solidFill>
                  </a:tcPr>
                </a:tc>
                <a:tc>
                  <a:txBody>
                    <a:bodyPr/>
                    <a:lstStyle/>
                    <a:p>
                      <a:pPr algn="l" fontAlgn="ctr">
                        <a:lnSpc>
                          <a:spcPct val="80000"/>
                        </a:lnSpc>
                      </a:pPr>
                      <a:r>
                        <a:rPr lang="fr-FR" sz="1000" b="0" i="0" u="none" strike="noStrike" dirty="0">
                          <a:ln w="3175">
                            <a:solidFill>
                              <a:schemeClr val="accent6">
                                <a:lumMod val="75000"/>
                                <a:alpha val="20000"/>
                              </a:schemeClr>
                            </a:solidFill>
                          </a:ln>
                          <a:solidFill>
                            <a:schemeClr val="accent6">
                              <a:lumMod val="75000"/>
                            </a:schemeClr>
                          </a:solidFill>
                          <a:effectLst/>
                          <a:latin typeface="Avenir Book" panose="02000503020000020003"/>
                        </a:rPr>
                        <a:t>Accès uniquement aux SI de la JV</a:t>
                      </a:r>
                    </a:p>
                  </a:txBody>
                  <a:tcPr marL="72000" marR="72000" marT="72000" marB="72000">
                    <a:solidFill>
                      <a:schemeClr val="tx1">
                        <a:lumMod val="50000"/>
                        <a:lumOff val="50000"/>
                      </a:schemeClr>
                    </a:solidFill>
                  </a:tcPr>
                </a:tc>
                <a:extLst>
                  <a:ext uri="{0D108BD9-81ED-4DB2-BD59-A6C34878D82A}">
                    <a16:rowId xmlns:a16="http://schemas.microsoft.com/office/drawing/2014/main" val="3848839961"/>
                  </a:ext>
                </a:extLst>
              </a:tr>
            </a:tbl>
          </a:graphicData>
        </a:graphic>
      </p:graphicFrame>
      <p:sp>
        <p:nvSpPr>
          <p:cNvPr id="4" name="ZoneTexte 3">
            <a:extLst>
              <a:ext uri="{FF2B5EF4-FFF2-40B4-BE49-F238E27FC236}">
                <a16:creationId xmlns:a16="http://schemas.microsoft.com/office/drawing/2014/main" id="{333A5E07-4407-BC28-E7E0-C329919790E7}"/>
              </a:ext>
            </a:extLst>
          </p:cNvPr>
          <p:cNvSpPr txBox="1"/>
          <p:nvPr>
            <p:custDataLst>
              <p:tags r:id="rId1"/>
            </p:custDataLst>
          </p:nvPr>
        </p:nvSpPr>
        <p:spPr>
          <a:xfrm>
            <a:off x="8971729" y="0"/>
            <a:ext cx="918841" cy="454355"/>
          </a:xfrm>
          <a:prstGeom prst="rect">
            <a:avLst/>
          </a:prstGeom>
          <a:noFill/>
        </p:spPr>
        <p:txBody>
          <a:bodyPr wrap="none" rtlCol="0">
            <a:spAutoFit/>
          </a:bodyPr>
          <a:lstStyle/>
          <a:p>
            <a:pPr algn="ctr">
              <a:lnSpc>
                <a:spcPct val="70000"/>
              </a:lnSpc>
            </a:pPr>
            <a:r>
              <a:rPr lang="fr-FR" sz="1100" b="1" dirty="0">
                <a:latin typeface="Avenir Book" panose="02000503020000020003" pitchFamily="2" charset="0"/>
              </a:rPr>
              <a:t>Populations </a:t>
            </a:r>
          </a:p>
          <a:p>
            <a:pPr algn="ctr">
              <a:lnSpc>
                <a:spcPct val="70000"/>
              </a:lnSpc>
            </a:pPr>
            <a:r>
              <a:rPr lang="fr-FR" sz="1100" b="1" dirty="0">
                <a:latin typeface="Avenir Book" panose="02000503020000020003" pitchFamily="2" charset="0"/>
              </a:rPr>
              <a:t>gérées</a:t>
            </a:r>
          </a:p>
          <a:p>
            <a:pPr algn="ctr">
              <a:lnSpc>
                <a:spcPct val="70000"/>
              </a:lnSpc>
            </a:pPr>
            <a:r>
              <a:rPr lang="fr-FR" sz="1100" b="1" dirty="0">
                <a:latin typeface="Avenir Book" panose="02000503020000020003" pitchFamily="2" charset="0"/>
              </a:rPr>
              <a:t>dans l’IAM</a:t>
            </a:r>
          </a:p>
        </p:txBody>
      </p:sp>
      <p:sp>
        <p:nvSpPr>
          <p:cNvPr id="8" name="ZoneTexte 7">
            <a:extLst>
              <a:ext uri="{FF2B5EF4-FFF2-40B4-BE49-F238E27FC236}">
                <a16:creationId xmlns:a16="http://schemas.microsoft.com/office/drawing/2014/main" id="{5987DD9D-3422-18C0-43CA-20A6D5EDA3C2}"/>
              </a:ext>
            </a:extLst>
          </p:cNvPr>
          <p:cNvSpPr txBox="1"/>
          <p:nvPr/>
        </p:nvSpPr>
        <p:spPr>
          <a:xfrm>
            <a:off x="924539" y="4943340"/>
            <a:ext cx="5171461" cy="242631"/>
          </a:xfrm>
          <a:prstGeom prst="rect">
            <a:avLst/>
          </a:prstGeom>
          <a:noFill/>
        </p:spPr>
        <p:txBody>
          <a:bodyPr wrap="square">
            <a:spAutoFit/>
          </a:bodyPr>
          <a:lstStyle/>
          <a:p>
            <a:pPr>
              <a:lnSpc>
                <a:spcPct val="80000"/>
              </a:lnSpc>
            </a:pPr>
            <a:r>
              <a:rPr lang="fr-FR" sz="1200" dirty="0">
                <a:solidFill>
                  <a:schemeClr val="accent6">
                    <a:lumMod val="75000"/>
                  </a:schemeClr>
                </a:solidFill>
              </a:rPr>
              <a:t>Cas des externes traités dans un second temps, dans une version post MVP</a:t>
            </a:r>
            <a:endParaRPr lang="fr-FR" sz="1100" dirty="0">
              <a:solidFill>
                <a:schemeClr val="accent6">
                  <a:lumMod val="75000"/>
                </a:schemeClr>
              </a:solidFill>
            </a:endParaRPr>
          </a:p>
        </p:txBody>
      </p:sp>
      <p:sp>
        <p:nvSpPr>
          <p:cNvPr id="9" name="Espace réservé du texte 5">
            <a:extLst>
              <a:ext uri="{FF2B5EF4-FFF2-40B4-BE49-F238E27FC236}">
                <a16:creationId xmlns:a16="http://schemas.microsoft.com/office/drawing/2014/main" id="{39BBFAB6-FBAD-511E-C827-E5B01B87A486}"/>
              </a:ext>
            </a:extLst>
          </p:cNvPr>
          <p:cNvSpPr txBox="1">
            <a:spLocks/>
          </p:cNvSpPr>
          <p:nvPr/>
        </p:nvSpPr>
        <p:spPr>
          <a:xfrm>
            <a:off x="948122" y="4653334"/>
            <a:ext cx="1402820" cy="286232"/>
          </a:xfrm>
          <a:prstGeom prst="rect">
            <a:avLst/>
          </a:prstGeom>
          <a:noFill/>
        </p:spPr>
        <p:txBody>
          <a:bodyPr wrap="none" rtlCol="0">
            <a:spAutoFit/>
          </a:bodyPr>
          <a:lstStyle>
            <a:lvl1pPr marL="0" indent="0" algn="l" defTabSz="914400" rtl="0" eaLnBrk="1" latinLnBrk="0" hangingPunct="1">
              <a:lnSpc>
                <a:spcPct val="90000"/>
              </a:lnSpc>
              <a:spcBef>
                <a:spcPts val="1000"/>
              </a:spcBef>
              <a:buFont typeface="Arial" panose="020B0604020202020204" pitchFamily="34" charset="0"/>
              <a:buNone/>
              <a:defRPr lang="fr-FR" sz="1400" kern="1200" dirty="0" smtClean="0">
                <a:solidFill>
                  <a:srgbClr val="096D6D"/>
                </a:solidFill>
                <a:latin typeface="Avenir Book" panose="02000503020000020003"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Cas des externes</a:t>
            </a:r>
          </a:p>
        </p:txBody>
      </p:sp>
    </p:spTree>
    <p:extLst>
      <p:ext uri="{BB962C8B-B14F-4D97-AF65-F5344CB8AC3E}">
        <p14:creationId xmlns:p14="http://schemas.microsoft.com/office/powerpoint/2010/main" val="2461767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C6DA1-6A51-CD4B-2D33-4D826D1E21B1}"/>
            </a:ext>
          </a:extLst>
        </p:cNvPr>
        <p:cNvGrpSpPr/>
        <p:nvPr/>
      </p:nvGrpSpPr>
      <p:grpSpPr>
        <a:xfrm>
          <a:off x="0" y="0"/>
          <a:ext cx="0" cy="0"/>
          <a:chOff x="0" y="0"/>
          <a:chExt cx="0" cy="0"/>
        </a:xfrm>
      </p:grpSpPr>
      <p:sp>
        <p:nvSpPr>
          <p:cNvPr id="5" name="Titre 4">
            <a:extLst>
              <a:ext uri="{FF2B5EF4-FFF2-40B4-BE49-F238E27FC236}">
                <a16:creationId xmlns:a16="http://schemas.microsoft.com/office/drawing/2014/main" id="{01ECBC05-79EB-7916-3916-036B98B72E76}"/>
              </a:ext>
            </a:extLst>
          </p:cNvPr>
          <p:cNvSpPr>
            <a:spLocks noGrp="1"/>
          </p:cNvSpPr>
          <p:nvPr>
            <p:ph type="title"/>
          </p:nvPr>
        </p:nvSpPr>
        <p:spPr>
          <a:noFill/>
        </p:spPr>
        <p:txBody>
          <a:bodyPr wrap="square" rtlCol="0">
            <a:spAutoFit/>
          </a:bodyPr>
          <a:lstStyle/>
          <a:p>
            <a:r>
              <a:rPr lang="fr-FR" dirty="0"/>
              <a:t>POPULATIONS </a:t>
            </a:r>
          </a:p>
        </p:txBody>
      </p:sp>
      <p:sp>
        <p:nvSpPr>
          <p:cNvPr id="6" name="Espace réservé du texte 5">
            <a:extLst>
              <a:ext uri="{FF2B5EF4-FFF2-40B4-BE49-F238E27FC236}">
                <a16:creationId xmlns:a16="http://schemas.microsoft.com/office/drawing/2014/main" id="{94F6371F-7546-8F2B-79FE-F5026400BBF2}"/>
              </a:ext>
            </a:extLst>
          </p:cNvPr>
          <p:cNvSpPr>
            <a:spLocks noGrp="1"/>
          </p:cNvSpPr>
          <p:nvPr>
            <p:ph type="body" sz="quarter" idx="10"/>
          </p:nvPr>
        </p:nvSpPr>
        <p:spPr>
          <a:xfrm>
            <a:off x="924539" y="790043"/>
            <a:ext cx="3855543" cy="286232"/>
          </a:xfrm>
          <a:noFill/>
        </p:spPr>
        <p:txBody>
          <a:bodyPr wrap="none" rtlCol="0">
            <a:spAutoFit/>
          </a:bodyPr>
          <a:lstStyle/>
          <a:p>
            <a:r>
              <a:rPr lang="fr-FR" dirty="0"/>
              <a:t>Quelles populations gérées dans le MVP de l’IAM ?</a:t>
            </a:r>
          </a:p>
        </p:txBody>
      </p:sp>
      <p:sp>
        <p:nvSpPr>
          <p:cNvPr id="7" name="Espace réservé du texte 6">
            <a:extLst>
              <a:ext uri="{FF2B5EF4-FFF2-40B4-BE49-F238E27FC236}">
                <a16:creationId xmlns:a16="http://schemas.microsoft.com/office/drawing/2014/main" id="{105B64D1-0850-35E6-C788-828A7B100731}"/>
              </a:ext>
            </a:extLst>
          </p:cNvPr>
          <p:cNvSpPr>
            <a:spLocks noGrp="1"/>
          </p:cNvSpPr>
          <p:nvPr>
            <p:ph type="body" sz="quarter" idx="11"/>
          </p:nvPr>
        </p:nvSpPr>
        <p:spPr>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fr-FR" dirty="0">
                <a:solidFill>
                  <a:srgbClr val="6B8DE7"/>
                </a:solidFill>
              </a:rPr>
              <a:t>04</a:t>
            </a:r>
          </a:p>
        </p:txBody>
      </p:sp>
      <p:sp>
        <p:nvSpPr>
          <p:cNvPr id="4" name="ZoneTexte 3">
            <a:extLst>
              <a:ext uri="{FF2B5EF4-FFF2-40B4-BE49-F238E27FC236}">
                <a16:creationId xmlns:a16="http://schemas.microsoft.com/office/drawing/2014/main" id="{1D20D153-F384-60D9-6F1B-D521004C42C3}"/>
              </a:ext>
            </a:extLst>
          </p:cNvPr>
          <p:cNvSpPr txBox="1"/>
          <p:nvPr>
            <p:custDataLst>
              <p:tags r:id="rId1"/>
            </p:custDataLst>
          </p:nvPr>
        </p:nvSpPr>
        <p:spPr>
          <a:xfrm>
            <a:off x="8971729" y="0"/>
            <a:ext cx="918841" cy="454355"/>
          </a:xfrm>
          <a:prstGeom prst="rect">
            <a:avLst/>
          </a:prstGeom>
          <a:noFill/>
        </p:spPr>
        <p:txBody>
          <a:bodyPr wrap="none" rtlCol="0">
            <a:spAutoFit/>
          </a:bodyPr>
          <a:lstStyle/>
          <a:p>
            <a:pPr algn="ctr">
              <a:lnSpc>
                <a:spcPct val="70000"/>
              </a:lnSpc>
            </a:pPr>
            <a:r>
              <a:rPr lang="fr-FR" sz="1100" b="1" dirty="0">
                <a:latin typeface="Avenir Book" panose="02000503020000020003" pitchFamily="2" charset="0"/>
              </a:rPr>
              <a:t>Populations </a:t>
            </a:r>
          </a:p>
          <a:p>
            <a:pPr algn="ctr">
              <a:lnSpc>
                <a:spcPct val="70000"/>
              </a:lnSpc>
            </a:pPr>
            <a:r>
              <a:rPr lang="fr-FR" sz="1100" b="1" dirty="0">
                <a:latin typeface="Avenir Book" panose="02000503020000020003" pitchFamily="2" charset="0"/>
              </a:rPr>
              <a:t>gérées</a:t>
            </a:r>
          </a:p>
          <a:p>
            <a:pPr algn="ctr">
              <a:lnSpc>
                <a:spcPct val="70000"/>
              </a:lnSpc>
            </a:pPr>
            <a:r>
              <a:rPr lang="fr-FR" sz="1100" b="1" dirty="0">
                <a:latin typeface="Avenir Book" panose="02000503020000020003" pitchFamily="2" charset="0"/>
              </a:rPr>
              <a:t>dans l’IAM</a:t>
            </a:r>
          </a:p>
        </p:txBody>
      </p:sp>
      <p:sp>
        <p:nvSpPr>
          <p:cNvPr id="3" name="Espace réservé du texte 3">
            <a:extLst>
              <a:ext uri="{FF2B5EF4-FFF2-40B4-BE49-F238E27FC236}">
                <a16:creationId xmlns:a16="http://schemas.microsoft.com/office/drawing/2014/main" id="{8529C575-E940-202C-3110-2FF9F3306AC6}"/>
              </a:ext>
            </a:extLst>
          </p:cNvPr>
          <p:cNvSpPr txBox="1">
            <a:spLocks/>
          </p:cNvSpPr>
          <p:nvPr/>
        </p:nvSpPr>
        <p:spPr>
          <a:xfrm>
            <a:off x="924539" y="933159"/>
            <a:ext cx="9991330" cy="489191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fr-FR" sz="1400" b="1" dirty="0">
              <a:ln w="3175">
                <a:solidFill>
                  <a:srgbClr val="102031"/>
                </a:solidFill>
              </a:ln>
            </a:endParaRPr>
          </a:p>
          <a:p>
            <a:pPr marL="0" indent="0">
              <a:buNone/>
            </a:pPr>
            <a:r>
              <a:rPr lang="fr-FR" sz="1800" b="1" dirty="0">
                <a:ln w="3175">
                  <a:solidFill>
                    <a:srgbClr val="84A0EB"/>
                  </a:solidFill>
                </a:ln>
                <a:solidFill>
                  <a:srgbClr val="84A0EB"/>
                </a:solidFill>
              </a:rPr>
              <a:t>Orientations à la suite des ateliers d’Octobre</a:t>
            </a:r>
            <a:endParaRPr lang="fr-FR" sz="1400" b="1" dirty="0">
              <a:ln w="3175">
                <a:solidFill>
                  <a:srgbClr val="84A0EB"/>
                </a:solidFill>
              </a:ln>
              <a:solidFill>
                <a:srgbClr val="84A0EB"/>
              </a:solidFill>
            </a:endParaRPr>
          </a:p>
          <a:p>
            <a:pPr>
              <a:buSzPct val="150000"/>
              <a:buBlip>
                <a:blip r:embed="rId3"/>
              </a:buBlip>
            </a:pPr>
            <a:r>
              <a:rPr lang="fr-FR" sz="1600" dirty="0">
                <a:ln w="12700">
                  <a:solidFill>
                    <a:schemeClr val="accent6">
                      <a:lumMod val="75000"/>
                      <a:alpha val="75000"/>
                    </a:schemeClr>
                  </a:solidFill>
                </a:ln>
                <a:solidFill>
                  <a:schemeClr val="accent6">
                    <a:lumMod val="75000"/>
                  </a:schemeClr>
                </a:solidFill>
              </a:rPr>
              <a:t>Collaborateurs BYCN ou anciens collaborateurs BYCN : </a:t>
            </a:r>
            <a:endParaRPr lang="fr-FR" sz="1400" dirty="0">
              <a:ln w="12700">
                <a:solidFill>
                  <a:schemeClr val="accent6">
                    <a:lumMod val="75000"/>
                    <a:alpha val="75000"/>
                  </a:schemeClr>
                </a:solidFill>
              </a:ln>
              <a:solidFill>
                <a:schemeClr val="accent6">
                  <a:lumMod val="75000"/>
                </a:schemeClr>
              </a:solidFill>
            </a:endParaRPr>
          </a:p>
          <a:p>
            <a:pPr marL="230400" indent="0">
              <a:spcBef>
                <a:spcPts val="500"/>
              </a:spcBef>
              <a:buSzPct val="150000"/>
              <a:buNone/>
            </a:pPr>
            <a:r>
              <a:rPr lang="fr-FR" sz="1400" dirty="0">
                <a:ln w="3175">
                  <a:solidFill>
                    <a:schemeClr val="accent6">
                      <a:lumMod val="75000"/>
                      <a:alpha val="50000"/>
                    </a:schemeClr>
                  </a:solidFill>
                </a:ln>
                <a:solidFill>
                  <a:schemeClr val="accent6">
                    <a:lumMod val="75000"/>
                  </a:schemeClr>
                </a:solidFill>
              </a:rPr>
              <a:t>Une seule identité, quelle que soit la forme du contrat de travail </a:t>
            </a:r>
            <a:r>
              <a:rPr lang="fr-FR" sz="1100" i="1" dirty="0">
                <a:ln w="3175">
                  <a:solidFill>
                    <a:schemeClr val="accent6">
                      <a:lumMod val="75000"/>
                      <a:alpha val="50000"/>
                    </a:schemeClr>
                  </a:solidFill>
                </a:ln>
                <a:solidFill>
                  <a:schemeClr val="accent6">
                    <a:lumMod val="75000"/>
                  </a:schemeClr>
                </a:solidFill>
              </a:rPr>
              <a:t>(stagiaire </a:t>
            </a:r>
            <a:r>
              <a:rPr lang="fr-FR" sz="1000" i="1" dirty="0">
                <a:ln w="3175">
                  <a:solidFill>
                    <a:schemeClr val="accent6">
                      <a:lumMod val="75000"/>
                      <a:alpha val="50000"/>
                    </a:schemeClr>
                  </a:solidFill>
                </a:ln>
                <a:solidFill>
                  <a:schemeClr val="accent6">
                    <a:lumMod val="75000"/>
                  </a:schemeClr>
                </a:solidFill>
              </a:rPr>
              <a:t>➜</a:t>
            </a:r>
            <a:r>
              <a:rPr lang="fr-FR" sz="1100" i="1" dirty="0">
                <a:ln w="3175">
                  <a:solidFill>
                    <a:schemeClr val="accent6">
                      <a:lumMod val="75000"/>
                      <a:alpha val="50000"/>
                    </a:schemeClr>
                  </a:solidFill>
                </a:ln>
                <a:solidFill>
                  <a:schemeClr val="accent6">
                    <a:lumMod val="75000"/>
                  </a:schemeClr>
                </a:solidFill>
              </a:rPr>
              <a:t> collaborateur </a:t>
            </a:r>
            <a:r>
              <a:rPr lang="fr-FR" sz="1000" i="1" dirty="0">
                <a:ln w="3175">
                  <a:solidFill>
                    <a:schemeClr val="accent6">
                      <a:lumMod val="75000"/>
                      <a:alpha val="50000"/>
                    </a:schemeClr>
                  </a:solidFill>
                </a:ln>
                <a:solidFill>
                  <a:schemeClr val="accent6">
                    <a:lumMod val="75000"/>
                  </a:schemeClr>
                </a:solidFill>
              </a:rPr>
              <a:t>➜</a:t>
            </a:r>
            <a:r>
              <a:rPr lang="fr-FR" sz="1100" i="1" dirty="0">
                <a:ln w="3175">
                  <a:solidFill>
                    <a:schemeClr val="accent6">
                      <a:lumMod val="75000"/>
                      <a:alpha val="50000"/>
                    </a:schemeClr>
                  </a:solidFill>
                </a:ln>
                <a:solidFill>
                  <a:schemeClr val="accent6">
                    <a:lumMod val="75000"/>
                  </a:schemeClr>
                </a:solidFill>
              </a:rPr>
              <a:t> mutation chez TF1…)</a:t>
            </a:r>
            <a:r>
              <a:rPr lang="fr-FR" sz="1400" dirty="0">
                <a:ln w="3175">
                  <a:solidFill>
                    <a:schemeClr val="accent6">
                      <a:lumMod val="75000"/>
                      <a:alpha val="50000"/>
                    </a:schemeClr>
                  </a:solidFill>
                </a:ln>
                <a:solidFill>
                  <a:schemeClr val="accent6">
                    <a:lumMod val="75000"/>
                  </a:schemeClr>
                </a:solidFill>
              </a:rPr>
              <a:t> </a:t>
            </a:r>
          </a:p>
          <a:p>
            <a:pPr marL="230400" indent="0">
              <a:spcBef>
                <a:spcPts val="500"/>
              </a:spcBef>
              <a:buSzPct val="150000"/>
              <a:buNone/>
            </a:pPr>
            <a:r>
              <a:rPr lang="fr-FR" sz="1400" dirty="0">
                <a:ln w="3175">
                  <a:solidFill>
                    <a:schemeClr val="accent6">
                      <a:lumMod val="75000"/>
                      <a:alpha val="50000"/>
                    </a:schemeClr>
                  </a:solidFill>
                </a:ln>
                <a:solidFill>
                  <a:schemeClr val="accent6">
                    <a:lumMod val="75000"/>
                  </a:schemeClr>
                </a:solidFill>
              </a:rPr>
              <a:t>En cas d’interruption du contrat de travail, </a:t>
            </a:r>
            <a:r>
              <a:rPr lang="fr-FR" sz="1600" dirty="0">
                <a:ln w="3175">
                  <a:solidFill>
                    <a:schemeClr val="accent6">
                      <a:lumMod val="75000"/>
                      <a:alpha val="50000"/>
                    </a:schemeClr>
                  </a:solidFill>
                </a:ln>
                <a:solidFill>
                  <a:schemeClr val="accent6">
                    <a:lumMod val="75000"/>
                  </a:schemeClr>
                </a:solidFill>
              </a:rPr>
              <a:t>l’identité préexistante est réutilisée : —</a:t>
            </a:r>
            <a:r>
              <a:rPr lang="fr-FR" sz="1400" dirty="0">
                <a:ln w="3175">
                  <a:solidFill>
                    <a:schemeClr val="accent6">
                      <a:lumMod val="75000"/>
                      <a:alpha val="50000"/>
                    </a:schemeClr>
                  </a:solidFill>
                </a:ln>
                <a:solidFill>
                  <a:schemeClr val="accent6">
                    <a:lumMod val="75000"/>
                  </a:schemeClr>
                </a:solidFill>
              </a:rPr>
              <a:t> si l’intervalle est inférieur à 45 jours </a:t>
            </a:r>
            <a:r>
              <a:rPr lang="fr-FR" sz="1100" i="1" dirty="0">
                <a:ln w="3175">
                  <a:solidFill>
                    <a:schemeClr val="accent6">
                      <a:lumMod val="75000"/>
                      <a:alpha val="50000"/>
                    </a:schemeClr>
                  </a:solidFill>
                </a:ln>
                <a:solidFill>
                  <a:schemeClr val="accent6">
                    <a:lumMod val="75000"/>
                  </a:schemeClr>
                </a:solidFill>
              </a:rPr>
              <a:t>(durée arbitraire fixée en fonction des contraintes de mise en quarantaine des comptes dans l’AD positionnée à 90 j)</a:t>
            </a:r>
            <a:endParaRPr lang="fr-FR" sz="1400" dirty="0">
              <a:ln w="3175">
                <a:solidFill>
                  <a:srgbClr val="102031"/>
                </a:solidFill>
              </a:ln>
            </a:endParaRPr>
          </a:p>
          <a:p>
            <a:pPr>
              <a:lnSpc>
                <a:spcPct val="80000"/>
              </a:lnSpc>
              <a:buSzPct val="150000"/>
              <a:buBlip>
                <a:blip r:embed="rId3"/>
              </a:buBlip>
            </a:pPr>
            <a:r>
              <a:rPr lang="fr-FR" sz="1600" dirty="0">
                <a:ln w="12700">
                  <a:solidFill>
                    <a:schemeClr val="accent6">
                      <a:lumMod val="75000"/>
                      <a:alpha val="75000"/>
                    </a:schemeClr>
                  </a:solidFill>
                </a:ln>
                <a:solidFill>
                  <a:schemeClr val="accent6">
                    <a:lumMod val="75000"/>
                  </a:schemeClr>
                </a:solidFill>
              </a:rPr>
              <a:t>Les changements entre les statuts « Interne i.e. collaborateur BYCN », « Intérimaire », « Prestataire en régie », « JV/SEP », « Autres externes » donne lieu à la création d’une nouvelle identité, donc des nouveaux comptes, un nouvel e-mail … </a:t>
            </a:r>
          </a:p>
          <a:p>
            <a:pPr marL="0" indent="0">
              <a:buNone/>
            </a:pPr>
            <a:r>
              <a:rPr lang="fr-FR" sz="1800" b="1" dirty="0">
                <a:ln w="3175">
                  <a:solidFill>
                    <a:srgbClr val="84A0EB"/>
                  </a:solidFill>
                </a:ln>
                <a:solidFill>
                  <a:srgbClr val="84A0EB"/>
                </a:solidFill>
              </a:rPr>
              <a:t>Récapitulatif des points non adressés</a:t>
            </a:r>
          </a:p>
          <a:p>
            <a:pPr>
              <a:buSzPct val="150000"/>
              <a:buBlip>
                <a:blip r:embed="rId4"/>
              </a:buBlip>
            </a:pPr>
            <a:r>
              <a:rPr lang="fr-FR" sz="1400" dirty="0">
                <a:ln w="3175">
                  <a:solidFill>
                    <a:schemeClr val="accent6">
                      <a:lumMod val="75000"/>
                      <a:alpha val="50000"/>
                    </a:schemeClr>
                  </a:solidFill>
                </a:ln>
                <a:solidFill>
                  <a:schemeClr val="accent6">
                    <a:lumMod val="75000"/>
                  </a:schemeClr>
                </a:solidFill>
              </a:rPr>
              <a:t>Doit-on gérer l’identité des externes ?  — et si oui, comment ?</a:t>
            </a:r>
          </a:p>
          <a:p>
            <a:pPr>
              <a:buSzPct val="150000"/>
              <a:buBlip>
                <a:blip r:embed="rId4"/>
              </a:buBlip>
            </a:pPr>
            <a:r>
              <a:rPr lang="fr-FR" sz="1400" dirty="0">
                <a:ln w="3175">
                  <a:solidFill>
                    <a:schemeClr val="accent6">
                      <a:lumMod val="75000"/>
                      <a:alpha val="50000"/>
                    </a:schemeClr>
                  </a:solidFill>
                </a:ln>
                <a:solidFill>
                  <a:schemeClr val="accent6">
                    <a:lumMod val="75000"/>
                  </a:schemeClr>
                </a:solidFill>
              </a:rPr>
              <a:t>SEP / JV : sera revu spécifiquement dans le programme SEP/JV — A organiser</a:t>
            </a:r>
          </a:p>
          <a:p>
            <a:pPr>
              <a:buSzPct val="150000"/>
              <a:buBlip>
                <a:blip r:embed="rId4"/>
              </a:buBlip>
            </a:pPr>
            <a:r>
              <a:rPr lang="fr-FR" sz="1400" dirty="0">
                <a:ln w="3175">
                  <a:solidFill>
                    <a:schemeClr val="accent6">
                      <a:lumMod val="75000"/>
                      <a:alpha val="50000"/>
                    </a:schemeClr>
                  </a:solidFill>
                </a:ln>
                <a:solidFill>
                  <a:schemeClr val="accent6">
                    <a:lumMod val="75000"/>
                  </a:schemeClr>
                </a:solidFill>
              </a:rPr>
              <a:t>Pour les collaborateurs sur « chantier sécurisé » ou administrateur ayant des droits très élevés : — faut-il créer une 2e identités, ou s’agit-il de comptes différents liés à des rôles particulier (tous deux associés à la même identités) ?</a:t>
            </a:r>
          </a:p>
          <a:p>
            <a:pPr>
              <a:buSzPct val="150000"/>
              <a:buBlip>
                <a:blip r:embed="rId4"/>
              </a:buBlip>
            </a:pPr>
            <a:r>
              <a:rPr lang="fr-FR" sz="1400" dirty="0">
                <a:ln w="3175">
                  <a:solidFill>
                    <a:schemeClr val="accent6">
                      <a:lumMod val="75000"/>
                      <a:alpha val="50000"/>
                    </a:schemeClr>
                  </a:solidFill>
                </a:ln>
                <a:solidFill>
                  <a:schemeClr val="accent6">
                    <a:lumMod val="75000"/>
                  </a:schemeClr>
                </a:solidFill>
              </a:rPr>
              <a:t>Pour un collaborateur standard, a-t-il un compte AD via son identité ou a-t-il un rôle par défaut qui lui crée son compte AD. E.g. : « Accès au SI BYCN » ? </a:t>
            </a:r>
            <a:r>
              <a:rPr lang="fr-FR" sz="1400" i="1" dirty="0">
                <a:ln w="3175">
                  <a:solidFill>
                    <a:schemeClr val="accent6">
                      <a:lumMod val="75000"/>
                      <a:alpha val="50000"/>
                    </a:schemeClr>
                  </a:solidFill>
                </a:ln>
                <a:solidFill>
                  <a:schemeClr val="accent6">
                    <a:lumMod val="75000"/>
                  </a:schemeClr>
                </a:solidFill>
              </a:rPr>
              <a:t>➜</a:t>
            </a:r>
            <a:r>
              <a:rPr lang="fr-FR" sz="1400" dirty="0">
                <a:ln w="3175">
                  <a:solidFill>
                    <a:schemeClr val="accent6">
                      <a:lumMod val="75000"/>
                      <a:alpha val="50000"/>
                    </a:schemeClr>
                  </a:solidFill>
                </a:ln>
                <a:solidFill>
                  <a:schemeClr val="accent6">
                    <a:lumMod val="75000"/>
                  </a:schemeClr>
                </a:solidFill>
                <a:sym typeface="Wingdings" panose="05000000000000000000" pitchFamily="2" charset="2"/>
              </a:rPr>
              <a:t> lié au rôle particulier « Accès au SI BYCN »</a:t>
            </a:r>
            <a:endParaRPr lang="fr-FR" sz="1400" dirty="0">
              <a:ln w="3175">
                <a:solidFill>
                  <a:schemeClr val="accent6">
                    <a:lumMod val="75000"/>
                    <a:alpha val="50000"/>
                  </a:schemeClr>
                </a:solidFill>
              </a:ln>
              <a:solidFill>
                <a:schemeClr val="accent6">
                  <a:lumMod val="75000"/>
                </a:schemeClr>
              </a:solidFill>
            </a:endParaRPr>
          </a:p>
          <a:p>
            <a:pPr marL="0" indent="0">
              <a:buNone/>
            </a:pPr>
            <a:endParaRPr lang="fr-FR" sz="1400" dirty="0">
              <a:ln w="3175">
                <a:solidFill>
                  <a:srgbClr val="102031"/>
                </a:solidFill>
              </a:ln>
            </a:endParaRPr>
          </a:p>
          <a:p>
            <a:pPr marL="0" indent="0">
              <a:buNone/>
            </a:pPr>
            <a:endParaRPr lang="fr-FR" sz="1400" dirty="0">
              <a:ln w="3175">
                <a:solidFill>
                  <a:srgbClr val="102031"/>
                </a:solidFill>
              </a:ln>
            </a:endParaRPr>
          </a:p>
        </p:txBody>
      </p:sp>
      <p:sp>
        <p:nvSpPr>
          <p:cNvPr id="12" name="Graphique 10">
            <a:extLst>
              <a:ext uri="{FF2B5EF4-FFF2-40B4-BE49-F238E27FC236}">
                <a16:creationId xmlns:a16="http://schemas.microsoft.com/office/drawing/2014/main" id="{050E71B9-A691-4BFF-6A96-B02082C6081D}"/>
              </a:ext>
            </a:extLst>
          </p:cNvPr>
          <p:cNvSpPr>
            <a:spLocks noChangeAspect="1"/>
          </p:cNvSpPr>
          <p:nvPr/>
        </p:nvSpPr>
        <p:spPr>
          <a:xfrm>
            <a:off x="343672" y="1144972"/>
            <a:ext cx="1656578" cy="2105815"/>
          </a:xfrm>
          <a:custGeom>
            <a:avLst/>
            <a:gdLst>
              <a:gd name="connsiteX0" fmla="*/ 1688379 w 3652736"/>
              <a:gd name="connsiteY0" fmla="*/ 87 h 4643300"/>
              <a:gd name="connsiteX1" fmla="*/ 1871347 w 3652736"/>
              <a:gd name="connsiteY1" fmla="*/ 87 h 4643300"/>
              <a:gd name="connsiteX2" fmla="*/ 2328766 w 3652736"/>
              <a:gd name="connsiteY2" fmla="*/ 67684 h 4643300"/>
              <a:gd name="connsiteX3" fmla="*/ 3019978 w 3652736"/>
              <a:gd name="connsiteY3" fmla="*/ 437990 h 4643300"/>
              <a:gd name="connsiteX4" fmla="*/ 3555260 w 3652736"/>
              <a:gd name="connsiteY4" fmla="*/ 2417193 h 4643300"/>
              <a:gd name="connsiteX5" fmla="*/ 3169605 w 3652736"/>
              <a:gd name="connsiteY5" fmla="*/ 3067745 h 4643300"/>
              <a:gd name="connsiteX6" fmla="*/ 2842600 w 3652736"/>
              <a:gd name="connsiteY6" fmla="*/ 3423516 h 4643300"/>
              <a:gd name="connsiteX7" fmla="*/ 2826845 w 3652736"/>
              <a:gd name="connsiteY7" fmla="*/ 3616649 h 4643300"/>
              <a:gd name="connsiteX8" fmla="*/ 2450745 w 3652736"/>
              <a:gd name="connsiteY8" fmla="*/ 3982584 h 4643300"/>
              <a:gd name="connsiteX9" fmla="*/ 1444422 w 3652736"/>
              <a:gd name="connsiteY9" fmla="*/ 3982584 h 4643300"/>
              <a:gd name="connsiteX10" fmla="*/ 976838 w 3652736"/>
              <a:gd name="connsiteY10" fmla="*/ 3926169 h 4643300"/>
              <a:gd name="connsiteX11" fmla="*/ 824364 w 3652736"/>
              <a:gd name="connsiteY11" fmla="*/ 3525165 h 4643300"/>
              <a:gd name="connsiteX12" fmla="*/ 519520 w 3652736"/>
              <a:gd name="connsiteY12" fmla="*/ 3108405 h 4643300"/>
              <a:gd name="connsiteX13" fmla="*/ 137727 w 3652736"/>
              <a:gd name="connsiteY13" fmla="*/ 2529007 h 4643300"/>
              <a:gd name="connsiteX14" fmla="*/ 773540 w 3652736"/>
              <a:gd name="connsiteY14" fmla="*/ 330548 h 4643300"/>
              <a:gd name="connsiteX15" fmla="*/ 1464752 w 3652736"/>
              <a:gd name="connsiteY15" fmla="*/ 33022 h 4643300"/>
              <a:gd name="connsiteX16" fmla="*/ 1688379 w 3652736"/>
              <a:gd name="connsiteY16" fmla="*/ 87 h 4643300"/>
              <a:gd name="connsiteX17" fmla="*/ 2481239 w 3652736"/>
              <a:gd name="connsiteY17" fmla="*/ 3636978 h 4643300"/>
              <a:gd name="connsiteX18" fmla="*/ 2555646 w 3652736"/>
              <a:gd name="connsiteY18" fmla="*/ 3220218 h 4643300"/>
              <a:gd name="connsiteX19" fmla="*/ 3018351 w 3652736"/>
              <a:gd name="connsiteY19" fmla="*/ 2711975 h 4643300"/>
              <a:gd name="connsiteX20" fmla="*/ 3305814 w 3652736"/>
              <a:gd name="connsiteY20" fmla="*/ 1980104 h 4643300"/>
              <a:gd name="connsiteX21" fmla="*/ 3305814 w 3652736"/>
              <a:gd name="connsiteY21" fmla="*/ 1837795 h 4643300"/>
              <a:gd name="connsiteX22" fmla="*/ 3305814 w 3652736"/>
              <a:gd name="connsiteY22" fmla="*/ 1756476 h 4643300"/>
              <a:gd name="connsiteX23" fmla="*/ 3211077 w 3652736"/>
              <a:gd name="connsiteY23" fmla="*/ 1288892 h 4643300"/>
              <a:gd name="connsiteX24" fmla="*/ 2877263 w 3652736"/>
              <a:gd name="connsiteY24" fmla="*/ 770890 h 4643300"/>
              <a:gd name="connsiteX25" fmla="*/ 875189 w 3652736"/>
              <a:gd name="connsiteY25" fmla="*/ 683472 h 4643300"/>
              <a:gd name="connsiteX26" fmla="*/ 544119 w 3652736"/>
              <a:gd name="connsiteY26" fmla="*/ 1075430 h 4643300"/>
              <a:gd name="connsiteX27" fmla="*/ 604295 w 3652736"/>
              <a:gd name="connsiteY27" fmla="*/ 2671315 h 4643300"/>
              <a:gd name="connsiteX28" fmla="*/ 824364 w 3652736"/>
              <a:gd name="connsiteY28" fmla="*/ 2923709 h 4643300"/>
              <a:gd name="connsiteX29" fmla="*/ 1052871 w 3652736"/>
              <a:gd name="connsiteY29" fmla="*/ 3149064 h 4643300"/>
              <a:gd name="connsiteX30" fmla="*/ 1169970 w 3652736"/>
              <a:gd name="connsiteY30" fmla="*/ 3636978 h 4643300"/>
              <a:gd name="connsiteX31" fmla="*/ 1657884 w 3652736"/>
              <a:gd name="connsiteY31" fmla="*/ 3636978 h 4643300"/>
              <a:gd name="connsiteX32" fmla="*/ 1657884 w 3652736"/>
              <a:gd name="connsiteY32" fmla="*/ 2803459 h 4643300"/>
              <a:gd name="connsiteX33" fmla="*/ 1651785 w 3652736"/>
              <a:gd name="connsiteY33" fmla="*/ 2732304 h 4643300"/>
              <a:gd name="connsiteX34" fmla="*/ 1495246 w 3652736"/>
              <a:gd name="connsiteY34" fmla="*/ 2559502 h 4643300"/>
              <a:gd name="connsiteX35" fmla="*/ 1169970 w 3652736"/>
              <a:gd name="connsiteY35" fmla="*/ 2234226 h 4643300"/>
              <a:gd name="connsiteX36" fmla="*/ 1011906 w 3652736"/>
              <a:gd name="connsiteY36" fmla="*/ 2061423 h 4643300"/>
              <a:gd name="connsiteX37" fmla="*/ 1149640 w 3652736"/>
              <a:gd name="connsiteY37" fmla="*/ 1821227 h 4643300"/>
              <a:gd name="connsiteX38" fmla="*/ 1312279 w 3652736"/>
              <a:gd name="connsiteY38" fmla="*/ 1898988 h 4643300"/>
              <a:gd name="connsiteX39" fmla="*/ 1535906 w 3652736"/>
              <a:gd name="connsiteY39" fmla="*/ 2122412 h 4643300"/>
              <a:gd name="connsiteX40" fmla="*/ 1830687 w 3652736"/>
              <a:gd name="connsiteY40" fmla="*/ 2407028 h 4643300"/>
              <a:gd name="connsiteX41" fmla="*/ 2257612 w 3652736"/>
              <a:gd name="connsiteY41" fmla="*/ 1980104 h 4643300"/>
              <a:gd name="connsiteX42" fmla="*/ 2471074 w 3652736"/>
              <a:gd name="connsiteY42" fmla="*/ 1821227 h 4643300"/>
              <a:gd name="connsiteX43" fmla="*/ 2639303 w 3652736"/>
              <a:gd name="connsiteY43" fmla="*/ 2061423 h 4643300"/>
              <a:gd name="connsiteX44" fmla="*/ 2481239 w 3652736"/>
              <a:gd name="connsiteY44" fmla="*/ 2234226 h 4643300"/>
              <a:gd name="connsiteX45" fmla="*/ 2155963 w 3652736"/>
              <a:gd name="connsiteY45" fmla="*/ 2559502 h 4643300"/>
              <a:gd name="connsiteX46" fmla="*/ 1999424 w 3652736"/>
              <a:gd name="connsiteY46" fmla="*/ 2732304 h 4643300"/>
              <a:gd name="connsiteX47" fmla="*/ 1993325 w 3652736"/>
              <a:gd name="connsiteY47" fmla="*/ 2803459 h 4643300"/>
              <a:gd name="connsiteX48" fmla="*/ 1993325 w 3652736"/>
              <a:gd name="connsiteY48" fmla="*/ 3636978 h 4643300"/>
              <a:gd name="connsiteX49" fmla="*/ 2481239 w 3652736"/>
              <a:gd name="connsiteY49" fmla="*/ 3636978 h 4643300"/>
              <a:gd name="connsiteX50" fmla="*/ 976838 w 3652736"/>
              <a:gd name="connsiteY50" fmla="*/ 4299322 h 4643300"/>
              <a:gd name="connsiteX51" fmla="*/ 1525741 w 3652736"/>
              <a:gd name="connsiteY51" fmla="*/ 4299322 h 4643300"/>
              <a:gd name="connsiteX52" fmla="*/ 2593053 w 3652736"/>
              <a:gd name="connsiteY52" fmla="*/ 4299322 h 4643300"/>
              <a:gd name="connsiteX53" fmla="*/ 2764839 w 3652736"/>
              <a:gd name="connsiteY53" fmla="*/ 4342319 h 4643300"/>
              <a:gd name="connsiteX54" fmla="*/ 2745526 w 3652736"/>
              <a:gd name="connsiteY54" fmla="*/ 4615856 h 4643300"/>
              <a:gd name="connsiteX55" fmla="*/ 2613383 w 3652736"/>
              <a:gd name="connsiteY55" fmla="*/ 4643301 h 4643300"/>
              <a:gd name="connsiteX56" fmla="*/ 1251289 w 3652736"/>
              <a:gd name="connsiteY56" fmla="*/ 4643301 h 4643300"/>
              <a:gd name="connsiteX57" fmla="*/ 1088651 w 3652736"/>
              <a:gd name="connsiteY57" fmla="*/ 4643301 h 4643300"/>
              <a:gd name="connsiteX58" fmla="*/ 827820 w 3652736"/>
              <a:gd name="connsiteY58" fmla="*/ 4490828 h 4643300"/>
              <a:gd name="connsiteX59" fmla="*/ 976838 w 3652736"/>
              <a:gd name="connsiteY59" fmla="*/ 4299322 h 4643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652736" h="4643300">
                <a:moveTo>
                  <a:pt x="1688379" y="87"/>
                </a:moveTo>
                <a:cubicBezTo>
                  <a:pt x="1688379" y="87"/>
                  <a:pt x="1871347" y="87"/>
                  <a:pt x="1871347" y="87"/>
                </a:cubicBezTo>
                <a:cubicBezTo>
                  <a:pt x="2014671" y="-1844"/>
                  <a:pt x="2190727" y="28447"/>
                  <a:pt x="2328766" y="67684"/>
                </a:cubicBezTo>
                <a:cubicBezTo>
                  <a:pt x="2581871" y="139753"/>
                  <a:pt x="2820848" y="265086"/>
                  <a:pt x="3019978" y="437990"/>
                </a:cubicBezTo>
                <a:cubicBezTo>
                  <a:pt x="3577419" y="922143"/>
                  <a:pt x="3797286" y="1717443"/>
                  <a:pt x="3555260" y="2417193"/>
                </a:cubicBezTo>
                <a:cubicBezTo>
                  <a:pt x="3465911" y="2675381"/>
                  <a:pt x="3349828" y="2862923"/>
                  <a:pt x="3169605" y="3067745"/>
                </a:cubicBezTo>
                <a:cubicBezTo>
                  <a:pt x="3067448" y="3183727"/>
                  <a:pt x="2892612" y="3281614"/>
                  <a:pt x="2842600" y="3423516"/>
                </a:cubicBezTo>
                <a:cubicBezTo>
                  <a:pt x="2820543" y="3485928"/>
                  <a:pt x="2827557" y="3551593"/>
                  <a:pt x="2826845" y="3616649"/>
                </a:cubicBezTo>
                <a:cubicBezTo>
                  <a:pt x="2823999" y="3852575"/>
                  <a:pt x="2683419" y="3982177"/>
                  <a:pt x="2450745" y="3982584"/>
                </a:cubicBezTo>
                <a:cubicBezTo>
                  <a:pt x="2450745" y="3982584"/>
                  <a:pt x="1444422" y="3982584"/>
                  <a:pt x="1444422" y="3982584"/>
                </a:cubicBezTo>
                <a:cubicBezTo>
                  <a:pt x="1300589" y="3982584"/>
                  <a:pt x="1098816" y="4005150"/>
                  <a:pt x="976838" y="3926169"/>
                </a:cubicBezTo>
                <a:cubicBezTo>
                  <a:pt x="821823" y="3825842"/>
                  <a:pt x="826194" y="3686990"/>
                  <a:pt x="824364" y="3525165"/>
                </a:cubicBezTo>
                <a:cubicBezTo>
                  <a:pt x="821925" y="3317090"/>
                  <a:pt x="648410" y="3239837"/>
                  <a:pt x="519520" y="3108405"/>
                </a:cubicBezTo>
                <a:cubicBezTo>
                  <a:pt x="361964" y="2947596"/>
                  <a:pt x="222705" y="2737794"/>
                  <a:pt x="137727" y="2529007"/>
                </a:cubicBezTo>
                <a:cubicBezTo>
                  <a:pt x="-184093" y="1738180"/>
                  <a:pt x="70232" y="825069"/>
                  <a:pt x="773540" y="330548"/>
                </a:cubicBezTo>
                <a:cubicBezTo>
                  <a:pt x="978159" y="186715"/>
                  <a:pt x="1219372" y="82321"/>
                  <a:pt x="1464752" y="33022"/>
                </a:cubicBezTo>
                <a:cubicBezTo>
                  <a:pt x="1464752" y="33022"/>
                  <a:pt x="1688379" y="87"/>
                  <a:pt x="1688379" y="87"/>
                </a:cubicBezTo>
                <a:close/>
                <a:moveTo>
                  <a:pt x="2481239" y="3636978"/>
                </a:moveTo>
                <a:cubicBezTo>
                  <a:pt x="2481239" y="3488063"/>
                  <a:pt x="2483171" y="3356529"/>
                  <a:pt x="2555646" y="3220218"/>
                </a:cubicBezTo>
                <a:cubicBezTo>
                  <a:pt x="2674067" y="2997709"/>
                  <a:pt x="2826947" y="2971891"/>
                  <a:pt x="3018351" y="2711975"/>
                </a:cubicBezTo>
                <a:cubicBezTo>
                  <a:pt x="3172959" y="2502070"/>
                  <a:pt x="3277962" y="2240325"/>
                  <a:pt x="3305814" y="1980104"/>
                </a:cubicBezTo>
                <a:cubicBezTo>
                  <a:pt x="3305814" y="1980104"/>
                  <a:pt x="3305814" y="1837795"/>
                  <a:pt x="3305814" y="1837795"/>
                </a:cubicBezTo>
                <a:cubicBezTo>
                  <a:pt x="3305814" y="1837795"/>
                  <a:pt x="3305814" y="1756476"/>
                  <a:pt x="3305814" y="1756476"/>
                </a:cubicBezTo>
                <a:cubicBezTo>
                  <a:pt x="3298088" y="1592619"/>
                  <a:pt x="3271761" y="1442280"/>
                  <a:pt x="3211077" y="1288892"/>
                </a:cubicBezTo>
                <a:cubicBezTo>
                  <a:pt x="3135450" y="1097894"/>
                  <a:pt x="3023129" y="916654"/>
                  <a:pt x="2877263" y="770890"/>
                </a:cubicBezTo>
                <a:cubicBezTo>
                  <a:pt x="2340252" y="233778"/>
                  <a:pt x="1456111" y="194135"/>
                  <a:pt x="875189" y="683472"/>
                </a:cubicBezTo>
                <a:cubicBezTo>
                  <a:pt x="749754" y="789085"/>
                  <a:pt x="625743" y="932816"/>
                  <a:pt x="544119" y="1075430"/>
                </a:cubicBezTo>
                <a:cubicBezTo>
                  <a:pt x="256351" y="1577981"/>
                  <a:pt x="275258" y="2192143"/>
                  <a:pt x="604295" y="2671315"/>
                </a:cubicBezTo>
                <a:cubicBezTo>
                  <a:pt x="663556" y="2757717"/>
                  <a:pt x="746603" y="2853775"/>
                  <a:pt x="824364" y="2923709"/>
                </a:cubicBezTo>
                <a:cubicBezTo>
                  <a:pt x="911884" y="3002487"/>
                  <a:pt x="982733" y="3045179"/>
                  <a:pt x="1052871" y="3149064"/>
                </a:cubicBezTo>
                <a:cubicBezTo>
                  <a:pt x="1163363" y="3312719"/>
                  <a:pt x="1169970" y="3447912"/>
                  <a:pt x="1169970" y="3636978"/>
                </a:cubicBezTo>
                <a:cubicBezTo>
                  <a:pt x="1169970" y="3636978"/>
                  <a:pt x="1657884" y="3636978"/>
                  <a:pt x="1657884" y="3636978"/>
                </a:cubicBezTo>
                <a:cubicBezTo>
                  <a:pt x="1657884" y="3636978"/>
                  <a:pt x="1657884" y="2803459"/>
                  <a:pt x="1657884" y="2803459"/>
                </a:cubicBezTo>
                <a:cubicBezTo>
                  <a:pt x="1657884" y="2782214"/>
                  <a:pt x="1659104" y="2752024"/>
                  <a:pt x="1651785" y="2732304"/>
                </a:cubicBezTo>
                <a:cubicBezTo>
                  <a:pt x="1636843" y="2691645"/>
                  <a:pt x="1531027" y="2595282"/>
                  <a:pt x="1495246" y="2559502"/>
                </a:cubicBezTo>
                <a:cubicBezTo>
                  <a:pt x="1495246" y="2559502"/>
                  <a:pt x="1169970" y="2234226"/>
                  <a:pt x="1169970" y="2234226"/>
                </a:cubicBezTo>
                <a:cubicBezTo>
                  <a:pt x="1130937" y="2195192"/>
                  <a:pt x="1033761" y="2105030"/>
                  <a:pt x="1011906" y="2061423"/>
                </a:cubicBezTo>
                <a:cubicBezTo>
                  <a:pt x="960066" y="1957639"/>
                  <a:pt x="1038945" y="1835254"/>
                  <a:pt x="1149640" y="1821227"/>
                </a:cubicBezTo>
                <a:cubicBezTo>
                  <a:pt x="1214797" y="1812891"/>
                  <a:pt x="1268773" y="1856702"/>
                  <a:pt x="1312279" y="1898988"/>
                </a:cubicBezTo>
                <a:cubicBezTo>
                  <a:pt x="1312279" y="1898988"/>
                  <a:pt x="1535906" y="2122412"/>
                  <a:pt x="1535906" y="2122412"/>
                </a:cubicBezTo>
                <a:cubicBezTo>
                  <a:pt x="1603197" y="2189703"/>
                  <a:pt x="1764819" y="2359863"/>
                  <a:pt x="1830687" y="2407028"/>
                </a:cubicBezTo>
                <a:cubicBezTo>
                  <a:pt x="1830687" y="2407028"/>
                  <a:pt x="2257612" y="1980104"/>
                  <a:pt x="2257612" y="1980104"/>
                </a:cubicBezTo>
                <a:cubicBezTo>
                  <a:pt x="2314129" y="1923587"/>
                  <a:pt x="2388332" y="1831696"/>
                  <a:pt x="2471074" y="1821227"/>
                </a:cubicBezTo>
                <a:cubicBezTo>
                  <a:pt x="2594781" y="1805471"/>
                  <a:pt x="2694092" y="1951744"/>
                  <a:pt x="2639303" y="2061423"/>
                </a:cubicBezTo>
                <a:cubicBezTo>
                  <a:pt x="2617448" y="2105030"/>
                  <a:pt x="2520272" y="2195192"/>
                  <a:pt x="2481239" y="2234226"/>
                </a:cubicBezTo>
                <a:cubicBezTo>
                  <a:pt x="2481239" y="2234226"/>
                  <a:pt x="2155963" y="2559502"/>
                  <a:pt x="2155963" y="2559502"/>
                </a:cubicBezTo>
                <a:cubicBezTo>
                  <a:pt x="2120183" y="2595282"/>
                  <a:pt x="2014367" y="2691645"/>
                  <a:pt x="1999424" y="2732304"/>
                </a:cubicBezTo>
                <a:cubicBezTo>
                  <a:pt x="1992105" y="2752024"/>
                  <a:pt x="1993325" y="2782214"/>
                  <a:pt x="1993325" y="2803459"/>
                </a:cubicBezTo>
                <a:cubicBezTo>
                  <a:pt x="1993325" y="2803459"/>
                  <a:pt x="1993325" y="3636978"/>
                  <a:pt x="1993325" y="3636978"/>
                </a:cubicBezTo>
                <a:cubicBezTo>
                  <a:pt x="1993325" y="3636978"/>
                  <a:pt x="2481239" y="3636978"/>
                  <a:pt x="2481239" y="3636978"/>
                </a:cubicBezTo>
                <a:close/>
                <a:moveTo>
                  <a:pt x="976838" y="4299322"/>
                </a:moveTo>
                <a:cubicBezTo>
                  <a:pt x="976838" y="4299322"/>
                  <a:pt x="1525741" y="4299322"/>
                  <a:pt x="1525741" y="4299322"/>
                </a:cubicBezTo>
                <a:cubicBezTo>
                  <a:pt x="1525741" y="4299322"/>
                  <a:pt x="2593053" y="4299322"/>
                  <a:pt x="2593053" y="4299322"/>
                </a:cubicBezTo>
                <a:cubicBezTo>
                  <a:pt x="2654042" y="4297797"/>
                  <a:pt x="2715844" y="4300338"/>
                  <a:pt x="2764839" y="4342319"/>
                </a:cubicBezTo>
                <a:cubicBezTo>
                  <a:pt x="2851850" y="4416929"/>
                  <a:pt x="2838636" y="4553139"/>
                  <a:pt x="2745526" y="4615856"/>
                </a:cubicBezTo>
                <a:cubicBezTo>
                  <a:pt x="2702732" y="4644623"/>
                  <a:pt x="2662377" y="4643199"/>
                  <a:pt x="2613383" y="4643301"/>
                </a:cubicBezTo>
                <a:cubicBezTo>
                  <a:pt x="2613383" y="4643301"/>
                  <a:pt x="1251289" y="4643301"/>
                  <a:pt x="1251289" y="4643301"/>
                </a:cubicBezTo>
                <a:cubicBezTo>
                  <a:pt x="1251289" y="4643301"/>
                  <a:pt x="1088651" y="4643301"/>
                  <a:pt x="1088651" y="4643301"/>
                </a:cubicBezTo>
                <a:cubicBezTo>
                  <a:pt x="973788" y="4643301"/>
                  <a:pt x="843373" y="4640455"/>
                  <a:pt x="827820" y="4490828"/>
                </a:cubicBezTo>
                <a:cubicBezTo>
                  <a:pt x="817249" y="4389281"/>
                  <a:pt x="884134" y="4324531"/>
                  <a:pt x="976838" y="4299322"/>
                </a:cubicBezTo>
                <a:close/>
              </a:path>
            </a:pathLst>
          </a:custGeom>
          <a:solidFill>
            <a:srgbClr val="84A0EB">
              <a:alpha val="15000"/>
            </a:srgbClr>
          </a:solidFill>
          <a:ln w="10165" cap="flat">
            <a:noFill/>
            <a:prstDash val="solid"/>
            <a:miter/>
          </a:ln>
        </p:spPr>
        <p:txBody>
          <a:bodyPr rtlCol="0" anchor="ctr"/>
          <a:lstStyle/>
          <a:p>
            <a:endParaRPr lang="fr-FR"/>
          </a:p>
        </p:txBody>
      </p:sp>
      <p:sp>
        <p:nvSpPr>
          <p:cNvPr id="15" name="Graphique 13">
            <a:extLst>
              <a:ext uri="{FF2B5EF4-FFF2-40B4-BE49-F238E27FC236}">
                <a16:creationId xmlns:a16="http://schemas.microsoft.com/office/drawing/2014/main" id="{39A8D0A3-9B4B-41D6-9AE6-54180622C4DD}"/>
              </a:ext>
            </a:extLst>
          </p:cNvPr>
          <p:cNvSpPr>
            <a:spLocks noChangeAspect="1"/>
          </p:cNvSpPr>
          <p:nvPr/>
        </p:nvSpPr>
        <p:spPr>
          <a:xfrm>
            <a:off x="154508" y="3319484"/>
            <a:ext cx="2243245" cy="2243056"/>
          </a:xfrm>
          <a:custGeom>
            <a:avLst/>
            <a:gdLst>
              <a:gd name="connsiteX0" fmla="*/ 4206180 w 4303255"/>
              <a:gd name="connsiteY0" fmla="*/ 1352233 h 4302893"/>
              <a:gd name="connsiteX1" fmla="*/ 2950716 w 4303255"/>
              <a:gd name="connsiteY1" fmla="*/ 96973 h 4302893"/>
              <a:gd name="connsiteX2" fmla="*/ 2843273 w 4303255"/>
              <a:gd name="connsiteY2" fmla="*/ 25209 h 4302893"/>
              <a:gd name="connsiteX3" fmla="*/ 2716619 w 4303255"/>
              <a:gd name="connsiteY3" fmla="*/ 0 h 4302893"/>
              <a:gd name="connsiteX4" fmla="*/ 2589965 w 4303255"/>
              <a:gd name="connsiteY4" fmla="*/ 25209 h 4302893"/>
              <a:gd name="connsiteX5" fmla="*/ 2482522 w 4303255"/>
              <a:gd name="connsiteY5" fmla="*/ 96973 h 4302893"/>
              <a:gd name="connsiteX6" fmla="*/ 1373127 w 4303255"/>
              <a:gd name="connsiteY6" fmla="*/ 1209925 h 4302893"/>
              <a:gd name="connsiteX7" fmla="*/ 123559 w 4303255"/>
              <a:gd name="connsiteY7" fmla="*/ 1481734 h 4302893"/>
              <a:gd name="connsiteX8" fmla="*/ 36548 w 4303255"/>
              <a:gd name="connsiteY8" fmla="*/ 1588668 h 4302893"/>
              <a:gd name="connsiteX9" fmla="*/ 463 w 4303255"/>
              <a:gd name="connsiteY9" fmla="*/ 1721828 h 4302893"/>
              <a:gd name="connsiteX10" fmla="*/ 21910 w 4303255"/>
              <a:gd name="connsiteY10" fmla="*/ 1858038 h 4302893"/>
              <a:gd name="connsiteX11" fmla="*/ 96927 w 4303255"/>
              <a:gd name="connsiteY11" fmla="*/ 1973714 h 4302893"/>
              <a:gd name="connsiteX12" fmla="*/ 1096541 w 4303255"/>
              <a:gd name="connsiteY12" fmla="*/ 2972921 h 4302893"/>
              <a:gd name="connsiteX13" fmla="*/ 214027 w 4303255"/>
              <a:gd name="connsiteY13" fmla="*/ 3854826 h 4302893"/>
              <a:gd name="connsiteX14" fmla="*/ 165540 w 4303255"/>
              <a:gd name="connsiteY14" fmla="*/ 3971925 h 4302893"/>
              <a:gd name="connsiteX15" fmla="*/ 214027 w 4303255"/>
              <a:gd name="connsiteY15" fmla="*/ 4088923 h 4302893"/>
              <a:gd name="connsiteX16" fmla="*/ 331126 w 4303255"/>
              <a:gd name="connsiteY16" fmla="*/ 4137511 h 4302893"/>
              <a:gd name="connsiteX17" fmla="*/ 448225 w 4303255"/>
              <a:gd name="connsiteY17" fmla="*/ 4088923 h 4302893"/>
              <a:gd name="connsiteX18" fmla="*/ 1330028 w 4303255"/>
              <a:gd name="connsiteY18" fmla="*/ 3206408 h 4302893"/>
              <a:gd name="connsiteX19" fmla="*/ 2329032 w 4303255"/>
              <a:gd name="connsiteY19" fmla="*/ 4205413 h 4302893"/>
              <a:gd name="connsiteX20" fmla="*/ 2436475 w 4303255"/>
              <a:gd name="connsiteY20" fmla="*/ 4277481 h 4302893"/>
              <a:gd name="connsiteX21" fmla="*/ 2563231 w 4303255"/>
              <a:gd name="connsiteY21" fmla="*/ 4302894 h 4302893"/>
              <a:gd name="connsiteX22" fmla="*/ 2586610 w 4303255"/>
              <a:gd name="connsiteY22" fmla="*/ 4302894 h 4302893"/>
              <a:gd name="connsiteX23" fmla="*/ 2721295 w 4303255"/>
              <a:gd name="connsiteY23" fmla="*/ 4263657 h 4302893"/>
              <a:gd name="connsiteX24" fmla="*/ 2827416 w 4303255"/>
              <a:gd name="connsiteY24" fmla="*/ 4171868 h 4302893"/>
              <a:gd name="connsiteX25" fmla="*/ 3100241 w 4303255"/>
              <a:gd name="connsiteY25" fmla="*/ 2930737 h 4302893"/>
              <a:gd name="connsiteX26" fmla="*/ 4206383 w 4303255"/>
              <a:gd name="connsiteY26" fmla="*/ 1820428 h 4302893"/>
              <a:gd name="connsiteX27" fmla="*/ 4278147 w 4303255"/>
              <a:gd name="connsiteY27" fmla="*/ 1712985 h 4302893"/>
              <a:gd name="connsiteX28" fmla="*/ 4303254 w 4303255"/>
              <a:gd name="connsiteY28" fmla="*/ 1586331 h 4302893"/>
              <a:gd name="connsiteX29" fmla="*/ 4278046 w 4303255"/>
              <a:gd name="connsiteY29" fmla="*/ 1459575 h 4302893"/>
              <a:gd name="connsiteX30" fmla="*/ 4206180 w 4303255"/>
              <a:gd name="connsiteY30" fmla="*/ 1352233 h 4302893"/>
              <a:gd name="connsiteX31" fmla="*/ 3972083 w 4303255"/>
              <a:gd name="connsiteY31" fmla="*/ 1586432 h 4302893"/>
              <a:gd name="connsiteX32" fmla="*/ 2787265 w 4303255"/>
              <a:gd name="connsiteY32" fmla="*/ 2775113 h 4302893"/>
              <a:gd name="connsiteX33" fmla="*/ 2741116 w 4303255"/>
              <a:gd name="connsiteY33" fmla="*/ 2865580 h 4302893"/>
              <a:gd name="connsiteX34" fmla="*/ 2756465 w 4303255"/>
              <a:gd name="connsiteY34" fmla="*/ 2965907 h 4302893"/>
              <a:gd name="connsiteX35" fmla="*/ 2563231 w 4303255"/>
              <a:gd name="connsiteY35" fmla="*/ 3971620 h 4302893"/>
              <a:gd name="connsiteX36" fmla="*/ 331126 w 4303255"/>
              <a:gd name="connsiteY36" fmla="*/ 1739312 h 4302893"/>
              <a:gd name="connsiteX37" fmla="*/ 1003024 w 4303255"/>
              <a:gd name="connsiteY37" fmla="*/ 1484682 h 4302893"/>
              <a:gd name="connsiteX38" fmla="*/ 1340803 w 4303255"/>
              <a:gd name="connsiteY38" fmla="*/ 1551465 h 4302893"/>
              <a:gd name="connsiteX39" fmla="*/ 1441537 w 4303255"/>
              <a:gd name="connsiteY39" fmla="*/ 1566814 h 4302893"/>
              <a:gd name="connsiteX40" fmla="*/ 1532208 w 4303255"/>
              <a:gd name="connsiteY40" fmla="*/ 1520259 h 4302893"/>
              <a:gd name="connsiteX41" fmla="*/ 2716721 w 4303255"/>
              <a:gd name="connsiteY41" fmla="*/ 330968 h 4302893"/>
              <a:gd name="connsiteX42" fmla="*/ 3972083 w 4303255"/>
              <a:gd name="connsiteY42" fmla="*/ 1586229 h 4302893"/>
              <a:gd name="connsiteX43" fmla="*/ 3972083 w 4303255"/>
              <a:gd name="connsiteY43" fmla="*/ 1586432 h 430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303255" h="4302893">
                <a:moveTo>
                  <a:pt x="4206180" y="1352233"/>
                </a:moveTo>
                <a:cubicBezTo>
                  <a:pt x="4206180" y="1352233"/>
                  <a:pt x="2950716" y="96973"/>
                  <a:pt x="2950716" y="96973"/>
                </a:cubicBezTo>
                <a:cubicBezTo>
                  <a:pt x="2920018" y="66275"/>
                  <a:pt x="2883526" y="41879"/>
                  <a:pt x="2843273" y="25209"/>
                </a:cubicBezTo>
                <a:cubicBezTo>
                  <a:pt x="2803122" y="8538"/>
                  <a:pt x="2760125" y="0"/>
                  <a:pt x="2716619" y="0"/>
                </a:cubicBezTo>
                <a:cubicBezTo>
                  <a:pt x="2673113" y="0"/>
                  <a:pt x="2630116" y="8538"/>
                  <a:pt x="2589965" y="25209"/>
                </a:cubicBezTo>
                <a:cubicBezTo>
                  <a:pt x="2549813" y="41879"/>
                  <a:pt x="2513322" y="66275"/>
                  <a:pt x="2482522" y="96973"/>
                </a:cubicBezTo>
                <a:cubicBezTo>
                  <a:pt x="2482522" y="96973"/>
                  <a:pt x="1373127" y="1209925"/>
                  <a:pt x="1373127" y="1209925"/>
                </a:cubicBezTo>
                <a:cubicBezTo>
                  <a:pt x="1152550" y="1140804"/>
                  <a:pt x="649083" y="1057452"/>
                  <a:pt x="123559" y="1481734"/>
                </a:cubicBezTo>
                <a:cubicBezTo>
                  <a:pt x="87372" y="1510907"/>
                  <a:pt x="57691" y="1547297"/>
                  <a:pt x="36548" y="1588668"/>
                </a:cubicBezTo>
                <a:cubicBezTo>
                  <a:pt x="15303" y="1630039"/>
                  <a:pt x="3004" y="1675375"/>
                  <a:pt x="463" y="1721828"/>
                </a:cubicBezTo>
                <a:cubicBezTo>
                  <a:pt x="-1977" y="1768180"/>
                  <a:pt x="5240" y="1814634"/>
                  <a:pt x="21910" y="1858038"/>
                </a:cubicBezTo>
                <a:cubicBezTo>
                  <a:pt x="38479" y="1901442"/>
                  <a:pt x="64095" y="1940881"/>
                  <a:pt x="96927" y="1973714"/>
                </a:cubicBezTo>
                <a:cubicBezTo>
                  <a:pt x="96927" y="1973714"/>
                  <a:pt x="1096541" y="2972921"/>
                  <a:pt x="1096541" y="2972921"/>
                </a:cubicBezTo>
                <a:cubicBezTo>
                  <a:pt x="1096541" y="2972921"/>
                  <a:pt x="214027" y="3854826"/>
                  <a:pt x="214027" y="3854826"/>
                </a:cubicBezTo>
                <a:cubicBezTo>
                  <a:pt x="182922" y="3885829"/>
                  <a:pt x="165540" y="3927911"/>
                  <a:pt x="165540" y="3971925"/>
                </a:cubicBezTo>
                <a:cubicBezTo>
                  <a:pt x="165540" y="4015838"/>
                  <a:pt x="182922" y="4057920"/>
                  <a:pt x="214027" y="4088923"/>
                </a:cubicBezTo>
                <a:cubicBezTo>
                  <a:pt x="245030" y="4120028"/>
                  <a:pt x="287214" y="4137511"/>
                  <a:pt x="331126" y="4137511"/>
                </a:cubicBezTo>
                <a:cubicBezTo>
                  <a:pt x="375038" y="4137511"/>
                  <a:pt x="417121" y="4120028"/>
                  <a:pt x="448225" y="4088923"/>
                </a:cubicBezTo>
                <a:cubicBezTo>
                  <a:pt x="448225" y="4088923"/>
                  <a:pt x="1330028" y="3206408"/>
                  <a:pt x="1330028" y="3206408"/>
                </a:cubicBezTo>
                <a:cubicBezTo>
                  <a:pt x="1330028" y="3206408"/>
                  <a:pt x="2329032" y="4205413"/>
                  <a:pt x="2329032" y="4205413"/>
                </a:cubicBezTo>
                <a:cubicBezTo>
                  <a:pt x="2359730" y="4236314"/>
                  <a:pt x="2396222" y="4260709"/>
                  <a:pt x="2436475" y="4277481"/>
                </a:cubicBezTo>
                <a:cubicBezTo>
                  <a:pt x="2476626" y="4294253"/>
                  <a:pt x="2519725" y="4302792"/>
                  <a:pt x="2563231" y="4302894"/>
                </a:cubicBezTo>
                <a:cubicBezTo>
                  <a:pt x="2571058" y="4302894"/>
                  <a:pt x="2578783" y="4302894"/>
                  <a:pt x="2586610" y="4302894"/>
                </a:cubicBezTo>
                <a:cubicBezTo>
                  <a:pt x="2633775" y="4299641"/>
                  <a:pt x="2679720" y="4286223"/>
                  <a:pt x="2721295" y="4263657"/>
                </a:cubicBezTo>
                <a:cubicBezTo>
                  <a:pt x="2762869" y="4240990"/>
                  <a:pt x="2799056" y="4209783"/>
                  <a:pt x="2827416" y="4171868"/>
                </a:cubicBezTo>
                <a:cubicBezTo>
                  <a:pt x="3233706" y="3632012"/>
                  <a:pt x="3194572" y="3192991"/>
                  <a:pt x="3100241" y="2930737"/>
                </a:cubicBezTo>
                <a:cubicBezTo>
                  <a:pt x="3100241" y="2930737"/>
                  <a:pt x="4206383" y="1820428"/>
                  <a:pt x="4206383" y="1820428"/>
                </a:cubicBezTo>
                <a:cubicBezTo>
                  <a:pt x="4237183" y="1789628"/>
                  <a:pt x="4261477" y="1753136"/>
                  <a:pt x="4278147" y="1712985"/>
                </a:cubicBezTo>
                <a:cubicBezTo>
                  <a:pt x="4294716" y="1672834"/>
                  <a:pt x="4303356" y="1629734"/>
                  <a:pt x="4303254" y="1586331"/>
                </a:cubicBezTo>
                <a:cubicBezTo>
                  <a:pt x="4303254" y="1542825"/>
                  <a:pt x="4294716" y="1499827"/>
                  <a:pt x="4278046" y="1459575"/>
                </a:cubicBezTo>
                <a:cubicBezTo>
                  <a:pt x="4261375" y="1419423"/>
                  <a:pt x="4236980" y="1383033"/>
                  <a:pt x="4206180" y="1352233"/>
                </a:cubicBezTo>
                <a:close/>
                <a:moveTo>
                  <a:pt x="3972083" y="1586432"/>
                </a:moveTo>
                <a:cubicBezTo>
                  <a:pt x="3972083" y="1586432"/>
                  <a:pt x="2787265" y="2775113"/>
                  <a:pt x="2787265" y="2775113"/>
                </a:cubicBezTo>
                <a:cubicBezTo>
                  <a:pt x="2762768" y="2799712"/>
                  <a:pt x="2746707" y="2831324"/>
                  <a:pt x="2741116" y="2865580"/>
                </a:cubicBezTo>
                <a:cubicBezTo>
                  <a:pt x="2735627" y="2899734"/>
                  <a:pt x="2741015" y="2934803"/>
                  <a:pt x="2756465" y="2965907"/>
                </a:cubicBezTo>
                <a:cubicBezTo>
                  <a:pt x="2952139" y="3357458"/>
                  <a:pt x="2719262" y="3764155"/>
                  <a:pt x="2563231" y="3971620"/>
                </a:cubicBezTo>
                <a:cubicBezTo>
                  <a:pt x="2563231" y="3971620"/>
                  <a:pt x="331126" y="1739312"/>
                  <a:pt x="331126" y="1739312"/>
                </a:cubicBezTo>
                <a:cubicBezTo>
                  <a:pt x="580979" y="1537844"/>
                  <a:pt x="820158" y="1484682"/>
                  <a:pt x="1003024" y="1484682"/>
                </a:cubicBezTo>
                <a:cubicBezTo>
                  <a:pt x="1119006" y="1483055"/>
                  <a:pt x="1234174" y="1505825"/>
                  <a:pt x="1340803" y="1551465"/>
                </a:cubicBezTo>
                <a:cubicBezTo>
                  <a:pt x="1372009" y="1567017"/>
                  <a:pt x="1407180" y="1572405"/>
                  <a:pt x="1441537" y="1566814"/>
                </a:cubicBezTo>
                <a:cubicBezTo>
                  <a:pt x="1475894" y="1561223"/>
                  <a:pt x="1507609" y="1544959"/>
                  <a:pt x="1532208" y="1520259"/>
                </a:cubicBezTo>
                <a:cubicBezTo>
                  <a:pt x="1532208" y="1520259"/>
                  <a:pt x="2716721" y="330968"/>
                  <a:pt x="2716721" y="330968"/>
                </a:cubicBezTo>
                <a:cubicBezTo>
                  <a:pt x="2716721" y="330968"/>
                  <a:pt x="3972083" y="1586229"/>
                  <a:pt x="3972083" y="1586229"/>
                </a:cubicBezTo>
                <a:cubicBezTo>
                  <a:pt x="3972083" y="1586229"/>
                  <a:pt x="3972083" y="1586432"/>
                  <a:pt x="3972083" y="1586432"/>
                </a:cubicBezTo>
                <a:close/>
              </a:path>
            </a:pathLst>
          </a:custGeom>
          <a:solidFill>
            <a:srgbClr val="84A0EB">
              <a:alpha val="15000"/>
            </a:srgbClr>
          </a:solidFill>
          <a:ln w="10165" cap="flat">
            <a:noFill/>
            <a:prstDash val="solid"/>
            <a:miter/>
          </a:ln>
        </p:spPr>
        <p:txBody>
          <a:bodyPr rtlCol="0" anchor="ctr"/>
          <a:lstStyle/>
          <a:p>
            <a:endParaRPr lang="fr-FR"/>
          </a:p>
        </p:txBody>
      </p:sp>
    </p:spTree>
    <p:extLst>
      <p:ext uri="{BB962C8B-B14F-4D97-AF65-F5344CB8AC3E}">
        <p14:creationId xmlns:p14="http://schemas.microsoft.com/office/powerpoint/2010/main" val="20872339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699FD-CD33-B091-9589-12E75E895C81}"/>
            </a:ext>
          </a:extLst>
        </p:cNvPr>
        <p:cNvGrpSpPr/>
        <p:nvPr/>
      </p:nvGrpSpPr>
      <p:grpSpPr>
        <a:xfrm>
          <a:off x="0" y="0"/>
          <a:ext cx="0" cy="0"/>
          <a:chOff x="0" y="0"/>
          <a:chExt cx="0" cy="0"/>
        </a:xfrm>
      </p:grpSpPr>
      <p:sp>
        <p:nvSpPr>
          <p:cNvPr id="5" name="Titre 4">
            <a:extLst>
              <a:ext uri="{FF2B5EF4-FFF2-40B4-BE49-F238E27FC236}">
                <a16:creationId xmlns:a16="http://schemas.microsoft.com/office/drawing/2014/main" id="{007822C1-E13C-5DB9-C43D-F13100DD8223}"/>
              </a:ext>
            </a:extLst>
          </p:cNvPr>
          <p:cNvSpPr>
            <a:spLocks noGrp="1"/>
          </p:cNvSpPr>
          <p:nvPr>
            <p:ph type="title"/>
          </p:nvPr>
        </p:nvSpPr>
        <p:spPr>
          <a:noFill/>
        </p:spPr>
        <p:txBody>
          <a:bodyPr wrap="square" rtlCol="0">
            <a:spAutoFit/>
          </a:bodyPr>
          <a:lstStyle/>
          <a:p>
            <a:r>
              <a:rPr lang="fr-FR" dirty="0"/>
              <a:t>Prochaines étapes</a:t>
            </a:r>
          </a:p>
        </p:txBody>
      </p:sp>
      <p:sp>
        <p:nvSpPr>
          <p:cNvPr id="6" name="Espace réservé du texte 5">
            <a:extLst>
              <a:ext uri="{FF2B5EF4-FFF2-40B4-BE49-F238E27FC236}">
                <a16:creationId xmlns:a16="http://schemas.microsoft.com/office/drawing/2014/main" id="{805909FA-47DF-3FDB-84BE-A0BAADBFD38B}"/>
              </a:ext>
            </a:extLst>
          </p:cNvPr>
          <p:cNvSpPr>
            <a:spLocks noGrp="1"/>
          </p:cNvSpPr>
          <p:nvPr>
            <p:ph type="body" sz="quarter" idx="10"/>
          </p:nvPr>
        </p:nvSpPr>
        <p:spPr>
          <a:xfrm>
            <a:off x="924539" y="790043"/>
            <a:ext cx="7009226" cy="286232"/>
          </a:xfrm>
          <a:noFill/>
        </p:spPr>
        <p:txBody>
          <a:bodyPr wrap="square" rtlCol="0">
            <a:spAutoFit/>
          </a:bodyPr>
          <a:lstStyle/>
          <a:p>
            <a:r>
              <a:rPr lang="fr-FR" dirty="0"/>
              <a:t>En repartant des éléments partagés pendant l’atelier du 12 décembre 2024</a:t>
            </a:r>
          </a:p>
        </p:txBody>
      </p:sp>
      <p:sp>
        <p:nvSpPr>
          <p:cNvPr id="7" name="Espace réservé du texte 6">
            <a:extLst>
              <a:ext uri="{FF2B5EF4-FFF2-40B4-BE49-F238E27FC236}">
                <a16:creationId xmlns:a16="http://schemas.microsoft.com/office/drawing/2014/main" id="{1F424193-113E-C6DA-CD56-2D211EE2E045}"/>
              </a:ext>
            </a:extLst>
          </p:cNvPr>
          <p:cNvSpPr>
            <a:spLocks noGrp="1"/>
          </p:cNvSpPr>
          <p:nvPr>
            <p:ph type="body" sz="quarter" idx="11"/>
          </p:nvPr>
        </p:nvSpPr>
        <p:spPr>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fr-FR" dirty="0">
                <a:solidFill>
                  <a:srgbClr val="2F99B0"/>
                </a:solidFill>
              </a:rPr>
              <a:t>05</a:t>
            </a:r>
          </a:p>
        </p:txBody>
      </p:sp>
      <p:sp>
        <p:nvSpPr>
          <p:cNvPr id="4" name="ZoneTexte 3">
            <a:extLst>
              <a:ext uri="{FF2B5EF4-FFF2-40B4-BE49-F238E27FC236}">
                <a16:creationId xmlns:a16="http://schemas.microsoft.com/office/drawing/2014/main" id="{27493071-9686-7890-009F-F53B587509FA}"/>
              </a:ext>
            </a:extLst>
          </p:cNvPr>
          <p:cNvSpPr txBox="1"/>
          <p:nvPr>
            <p:custDataLst>
              <p:tags r:id="rId1"/>
            </p:custDataLst>
          </p:nvPr>
        </p:nvSpPr>
        <p:spPr>
          <a:xfrm>
            <a:off x="10084216" y="66675"/>
            <a:ext cx="827471" cy="335861"/>
          </a:xfrm>
          <a:prstGeom prst="rect">
            <a:avLst/>
          </a:prstGeom>
          <a:noFill/>
        </p:spPr>
        <p:txBody>
          <a:bodyPr wrap="none" rtlCol="0">
            <a:spAutoFit/>
          </a:bodyPr>
          <a:lstStyle/>
          <a:p>
            <a:pPr algn="ctr">
              <a:lnSpc>
                <a:spcPct val="70000"/>
              </a:lnSpc>
            </a:pPr>
            <a:r>
              <a:rPr lang="fr-FR" sz="1100" b="1" dirty="0">
                <a:latin typeface="Avenir Book" panose="02000503020000020003" pitchFamily="2" charset="0"/>
              </a:rPr>
              <a:t>Prochaines</a:t>
            </a:r>
          </a:p>
          <a:p>
            <a:pPr algn="ctr">
              <a:lnSpc>
                <a:spcPct val="70000"/>
              </a:lnSpc>
            </a:pPr>
            <a:r>
              <a:rPr lang="fr-FR" sz="1100" b="1" dirty="0">
                <a:latin typeface="Avenir Book" panose="02000503020000020003" pitchFamily="2" charset="0"/>
              </a:rPr>
              <a:t>Etapes</a:t>
            </a:r>
          </a:p>
        </p:txBody>
      </p:sp>
      <p:pic>
        <p:nvPicPr>
          <p:cNvPr id="8" name="Image 7">
            <a:extLst>
              <a:ext uri="{FF2B5EF4-FFF2-40B4-BE49-F238E27FC236}">
                <a16:creationId xmlns:a16="http://schemas.microsoft.com/office/drawing/2014/main" id="{2D0A758B-21C5-7EFD-52F2-6D3379A530D4}"/>
              </a:ext>
            </a:extLst>
          </p:cNvPr>
          <p:cNvPicPr>
            <a:picLocks noGrp="1" noRot="1" noChangeAspect="1" noMove="1" noResize="1" noEditPoints="1" noAdjustHandles="1" noChangeArrowheads="1" noChangeShapeType="1" noCrop="1"/>
          </p:cNvPicPr>
          <p:nvPr/>
        </p:nvPicPr>
        <p:blipFill>
          <a:blip r:embed="rId3"/>
          <a:stretch>
            <a:fillRect/>
          </a:stretch>
        </p:blipFill>
        <p:spPr>
          <a:xfrm>
            <a:off x="456875" y="1158198"/>
            <a:ext cx="7829550" cy="4572000"/>
          </a:xfrm>
          <a:prstGeom prst="rect">
            <a:avLst/>
          </a:prstGeom>
        </p:spPr>
      </p:pic>
      <p:sp>
        <p:nvSpPr>
          <p:cNvPr id="10" name="Titre 4">
            <a:extLst>
              <a:ext uri="{FF2B5EF4-FFF2-40B4-BE49-F238E27FC236}">
                <a16:creationId xmlns:a16="http://schemas.microsoft.com/office/drawing/2014/main" id="{8E1E847A-8EFE-4717-FAC9-1EE24E0587ED}"/>
              </a:ext>
            </a:extLst>
          </p:cNvPr>
          <p:cNvSpPr txBox="1"/>
          <p:nvPr/>
        </p:nvSpPr>
        <p:spPr>
          <a:xfrm>
            <a:off x="8286425" y="3036740"/>
            <a:ext cx="2705660" cy="341888"/>
          </a:xfrm>
          <a:prstGeom prst="rect">
            <a:avLst/>
          </a:prstGeom>
        </p:spPr>
        <p:txBody>
          <a:bodyPr vert="horz" wrap="square" lIns="91440" tIns="45720" rIns="91440" bIns="45720" rtlCol="0" anchor="t" anchorCtr="0">
            <a:spAutoFit/>
          </a:bodyPr>
          <a:lstStyle>
            <a:lvl1pPr algn="l" defTabSz="914400" rtl="0" eaLnBrk="1" latinLnBrk="0" hangingPunct="1">
              <a:lnSpc>
                <a:spcPct val="90000"/>
              </a:lnSpc>
              <a:spcBef>
                <a:spcPct val="0"/>
              </a:spcBef>
              <a:buNone/>
              <a:defRPr sz="3600" b="0" kern="1200">
                <a:solidFill>
                  <a:schemeClr val="accent3"/>
                </a:solidFill>
                <a:latin typeface="+mj-lt"/>
                <a:ea typeface="+mj-ea"/>
                <a:cs typeface="+mj-cs"/>
              </a:defRPr>
            </a:lvl1pPr>
          </a:lstStyle>
          <a:p>
            <a:pPr marL="10800">
              <a:lnSpc>
                <a:spcPct val="65000"/>
              </a:lnSpc>
              <a:spcAft>
                <a:spcPts val="600"/>
              </a:spcAft>
            </a:pPr>
            <a:r>
              <a:rPr lang="fr-FR" sz="1200" dirty="0">
                <a:ln w="9525">
                  <a:solidFill>
                    <a:schemeClr val="accent6">
                      <a:lumMod val="60000"/>
                      <a:lumOff val="40000"/>
                    </a:schemeClr>
                  </a:solidFill>
                </a:ln>
                <a:solidFill>
                  <a:schemeClr val="accent6">
                    <a:lumMod val="75000"/>
                  </a:schemeClr>
                </a:solidFill>
                <a:latin typeface="Avenir Book"/>
              </a:rPr>
              <a:t>Modéliser des cas d’usage sous la forme de diagramme d’activité. </a:t>
            </a:r>
          </a:p>
        </p:txBody>
      </p:sp>
      <p:cxnSp>
        <p:nvCxnSpPr>
          <p:cNvPr id="13" name="Connecteur droit 12">
            <a:extLst>
              <a:ext uri="{FF2B5EF4-FFF2-40B4-BE49-F238E27FC236}">
                <a16:creationId xmlns:a16="http://schemas.microsoft.com/office/drawing/2014/main" id="{B0785C32-30F3-3AB6-9541-4C94638C76C6}"/>
              </a:ext>
            </a:extLst>
          </p:cNvPr>
          <p:cNvCxnSpPr/>
          <p:nvPr/>
        </p:nvCxnSpPr>
        <p:spPr>
          <a:xfrm>
            <a:off x="8267375" y="3068490"/>
            <a:ext cx="0" cy="216000"/>
          </a:xfrm>
          <a:prstGeom prst="line">
            <a:avLst/>
          </a:prstGeom>
          <a:ln w="63500" cap="rnd">
            <a:solidFill>
              <a:srgbClr val="F5C56F">
                <a:alpha val="48000"/>
              </a:srgbClr>
            </a:solidFill>
            <a:round/>
          </a:ln>
        </p:spPr>
        <p:style>
          <a:lnRef idx="2">
            <a:schemeClr val="accent1"/>
          </a:lnRef>
          <a:fillRef idx="0">
            <a:schemeClr val="accent1"/>
          </a:fillRef>
          <a:effectRef idx="1">
            <a:schemeClr val="accent1"/>
          </a:effectRef>
          <a:fontRef idx="minor">
            <a:schemeClr val="tx1"/>
          </a:fontRef>
        </p:style>
      </p:cxnSp>
      <p:sp>
        <p:nvSpPr>
          <p:cNvPr id="16" name="Forme libre : forme 15">
            <a:extLst>
              <a:ext uri="{FF2B5EF4-FFF2-40B4-BE49-F238E27FC236}">
                <a16:creationId xmlns:a16="http://schemas.microsoft.com/office/drawing/2014/main" id="{B66CE084-FEEA-4279-CEF1-399B0009AB79}"/>
              </a:ext>
            </a:extLst>
          </p:cNvPr>
          <p:cNvSpPr/>
          <p:nvPr/>
        </p:nvSpPr>
        <p:spPr>
          <a:xfrm>
            <a:off x="1264023" y="3684494"/>
            <a:ext cx="3931864" cy="329080"/>
          </a:xfrm>
          <a:custGeom>
            <a:avLst/>
            <a:gdLst>
              <a:gd name="connsiteX0" fmla="*/ 0 w 3931864"/>
              <a:gd name="connsiteY0" fmla="*/ 0 h 329080"/>
              <a:gd name="connsiteX1" fmla="*/ 3931864 w 3931864"/>
              <a:gd name="connsiteY1" fmla="*/ 0 h 329080"/>
              <a:gd name="connsiteX2" fmla="*/ 3931864 w 3931864"/>
              <a:gd name="connsiteY2" fmla="*/ 170330 h 329080"/>
              <a:gd name="connsiteX3" fmla="*/ 3092075 w 3931864"/>
              <a:gd name="connsiteY3" fmla="*/ 170330 h 329080"/>
              <a:gd name="connsiteX4" fmla="*/ 3092075 w 3931864"/>
              <a:gd name="connsiteY4" fmla="*/ 329080 h 329080"/>
              <a:gd name="connsiteX5" fmla="*/ 12700 w 3931864"/>
              <a:gd name="connsiteY5" fmla="*/ 329080 h 329080"/>
              <a:gd name="connsiteX6" fmla="*/ 12700 w 3931864"/>
              <a:gd name="connsiteY6" fmla="*/ 170330 h 329080"/>
              <a:gd name="connsiteX7" fmla="*/ 0 w 3931864"/>
              <a:gd name="connsiteY7" fmla="*/ 170330 h 329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31864" h="329080">
                <a:moveTo>
                  <a:pt x="0" y="0"/>
                </a:moveTo>
                <a:lnTo>
                  <a:pt x="3931864" y="0"/>
                </a:lnTo>
                <a:lnTo>
                  <a:pt x="3931864" y="170330"/>
                </a:lnTo>
                <a:lnTo>
                  <a:pt x="3092075" y="170330"/>
                </a:lnTo>
                <a:lnTo>
                  <a:pt x="3092075" y="329080"/>
                </a:lnTo>
                <a:lnTo>
                  <a:pt x="12700" y="329080"/>
                </a:lnTo>
                <a:lnTo>
                  <a:pt x="12700" y="170330"/>
                </a:lnTo>
                <a:lnTo>
                  <a:pt x="0" y="170330"/>
                </a:lnTo>
                <a:close/>
              </a:path>
            </a:pathLst>
          </a:custGeom>
          <a:solidFill>
            <a:schemeClr val="bg2">
              <a:lumMod val="20000"/>
              <a:lumOff val="80000"/>
              <a:alpha val="25000"/>
            </a:schemeClr>
          </a:solidFill>
          <a:ln w="15875">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7" name="Titre 4">
            <a:extLst>
              <a:ext uri="{FF2B5EF4-FFF2-40B4-BE49-F238E27FC236}">
                <a16:creationId xmlns:a16="http://schemas.microsoft.com/office/drawing/2014/main" id="{D744CE24-8923-AD3F-9476-F1D89E702266}"/>
              </a:ext>
            </a:extLst>
          </p:cNvPr>
          <p:cNvSpPr txBox="1"/>
          <p:nvPr/>
        </p:nvSpPr>
        <p:spPr>
          <a:xfrm>
            <a:off x="8286425" y="4635851"/>
            <a:ext cx="2705660" cy="341888"/>
          </a:xfrm>
          <a:prstGeom prst="rect">
            <a:avLst/>
          </a:prstGeom>
        </p:spPr>
        <p:txBody>
          <a:bodyPr vert="horz" wrap="square" lIns="91440" tIns="45720" rIns="91440" bIns="45720" rtlCol="0" anchor="t" anchorCtr="0">
            <a:spAutoFit/>
          </a:bodyPr>
          <a:lstStyle>
            <a:lvl1pPr algn="l" defTabSz="914400" rtl="0" eaLnBrk="1" latinLnBrk="0" hangingPunct="1">
              <a:lnSpc>
                <a:spcPct val="90000"/>
              </a:lnSpc>
              <a:spcBef>
                <a:spcPct val="0"/>
              </a:spcBef>
              <a:buNone/>
              <a:defRPr sz="3600" b="0" kern="1200">
                <a:solidFill>
                  <a:schemeClr val="accent3"/>
                </a:solidFill>
                <a:latin typeface="+mj-lt"/>
                <a:ea typeface="+mj-ea"/>
                <a:cs typeface="+mj-cs"/>
              </a:defRPr>
            </a:lvl1pPr>
          </a:lstStyle>
          <a:p>
            <a:pPr marL="10800">
              <a:lnSpc>
                <a:spcPct val="65000"/>
              </a:lnSpc>
              <a:spcAft>
                <a:spcPts val="600"/>
              </a:spcAft>
            </a:pPr>
            <a:r>
              <a:rPr lang="fr-FR" sz="1200" dirty="0">
                <a:ln w="9525">
                  <a:solidFill>
                    <a:schemeClr val="accent6">
                      <a:lumMod val="60000"/>
                      <a:lumOff val="40000"/>
                    </a:schemeClr>
                  </a:solidFill>
                </a:ln>
                <a:solidFill>
                  <a:schemeClr val="accent6">
                    <a:lumMod val="75000"/>
                  </a:schemeClr>
                </a:solidFill>
                <a:latin typeface="Avenir Book"/>
              </a:rPr>
              <a:t>Formaliser un modèle de données à la façon de celui proposé plus haut. </a:t>
            </a:r>
          </a:p>
        </p:txBody>
      </p:sp>
      <p:cxnSp>
        <p:nvCxnSpPr>
          <p:cNvPr id="18" name="Connecteur droit 17">
            <a:extLst>
              <a:ext uri="{FF2B5EF4-FFF2-40B4-BE49-F238E27FC236}">
                <a16:creationId xmlns:a16="http://schemas.microsoft.com/office/drawing/2014/main" id="{EE401F78-33B4-D34E-118B-8D8651A36B7A}"/>
              </a:ext>
            </a:extLst>
          </p:cNvPr>
          <p:cNvCxnSpPr/>
          <p:nvPr/>
        </p:nvCxnSpPr>
        <p:spPr>
          <a:xfrm>
            <a:off x="8267375" y="4667601"/>
            <a:ext cx="0" cy="216000"/>
          </a:xfrm>
          <a:prstGeom prst="line">
            <a:avLst/>
          </a:prstGeom>
          <a:ln w="63500" cap="rnd">
            <a:solidFill>
              <a:srgbClr val="F5C56F">
                <a:alpha val="48000"/>
              </a:srgbClr>
            </a:solidFill>
            <a:round/>
          </a:ln>
        </p:spPr>
        <p:style>
          <a:lnRef idx="2">
            <a:schemeClr val="accent1"/>
          </a:lnRef>
          <a:fillRef idx="0">
            <a:schemeClr val="accent1"/>
          </a:fillRef>
          <a:effectRef idx="1">
            <a:schemeClr val="accent1"/>
          </a:effectRef>
          <a:fontRef idx="minor">
            <a:schemeClr val="tx1"/>
          </a:fontRef>
        </p:style>
      </p:cxnSp>
      <p:pic>
        <p:nvPicPr>
          <p:cNvPr id="19" name="Image 18" descr="Une image contenant noir, obscurité&#10;&#10;Description générée automatiquement">
            <a:extLst>
              <a:ext uri="{FF2B5EF4-FFF2-40B4-BE49-F238E27FC236}">
                <a16:creationId xmlns:a16="http://schemas.microsoft.com/office/drawing/2014/main" id="{6D230B52-5324-00C3-EB37-44C8F9EE6390}"/>
              </a:ext>
            </a:extLst>
          </p:cNvPr>
          <p:cNvPicPr>
            <a:picLocks noChangeAspect="1"/>
          </p:cNvPicPr>
          <p:nvPr/>
        </p:nvPicPr>
        <p:blipFill>
          <a:blip r:embed="rId4"/>
          <a:stretch>
            <a:fillRect/>
          </a:stretch>
        </p:blipFill>
        <p:spPr>
          <a:xfrm>
            <a:off x="8429679" y="4979860"/>
            <a:ext cx="2218049" cy="686740"/>
          </a:xfrm>
          <a:prstGeom prst="rect">
            <a:avLst/>
          </a:prstGeom>
        </p:spPr>
      </p:pic>
      <p:sp>
        <p:nvSpPr>
          <p:cNvPr id="20" name="Rectangle 19">
            <a:extLst>
              <a:ext uri="{FF2B5EF4-FFF2-40B4-BE49-F238E27FC236}">
                <a16:creationId xmlns:a16="http://schemas.microsoft.com/office/drawing/2014/main" id="{E67464F2-F006-0AB6-A5A5-5F02206936DA}"/>
              </a:ext>
            </a:extLst>
          </p:cNvPr>
          <p:cNvSpPr/>
          <p:nvPr/>
        </p:nvSpPr>
        <p:spPr>
          <a:xfrm>
            <a:off x="1264023" y="3067050"/>
            <a:ext cx="3136527" cy="167366"/>
          </a:xfrm>
          <a:prstGeom prst="rect">
            <a:avLst/>
          </a:prstGeom>
          <a:solidFill>
            <a:schemeClr val="bg2">
              <a:lumMod val="20000"/>
              <a:lumOff val="80000"/>
              <a:alpha val="25000"/>
            </a:schemeClr>
          </a:solidFill>
          <a:ln w="15875">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1" name="Titre 4">
            <a:extLst>
              <a:ext uri="{FF2B5EF4-FFF2-40B4-BE49-F238E27FC236}">
                <a16:creationId xmlns:a16="http://schemas.microsoft.com/office/drawing/2014/main" id="{43D63E86-DA2B-A773-6D21-8A1A9D53BF05}"/>
              </a:ext>
            </a:extLst>
          </p:cNvPr>
          <p:cNvSpPr txBox="1"/>
          <p:nvPr/>
        </p:nvSpPr>
        <p:spPr>
          <a:xfrm>
            <a:off x="8138248" y="2303840"/>
            <a:ext cx="3425102" cy="745140"/>
          </a:xfrm>
          <a:prstGeom prst="rect">
            <a:avLst/>
          </a:prstGeom>
        </p:spPr>
        <p:txBody>
          <a:bodyPr vert="horz" wrap="square" lIns="91440" tIns="45720" rIns="91440" bIns="45720" rtlCol="0" anchor="t" anchorCtr="0">
            <a:spAutoFit/>
          </a:bodyPr>
          <a:lstStyle>
            <a:lvl1pPr algn="l" defTabSz="914400" rtl="0" eaLnBrk="1" latinLnBrk="0" hangingPunct="1">
              <a:lnSpc>
                <a:spcPct val="90000"/>
              </a:lnSpc>
              <a:spcBef>
                <a:spcPct val="0"/>
              </a:spcBef>
              <a:buNone/>
              <a:defRPr sz="3600" b="0" kern="1200">
                <a:solidFill>
                  <a:schemeClr val="accent3"/>
                </a:solidFill>
                <a:latin typeface="+mj-lt"/>
                <a:ea typeface="+mj-ea"/>
                <a:cs typeface="+mj-cs"/>
              </a:defRPr>
            </a:lvl1pPr>
          </a:lstStyle>
          <a:p>
            <a:pPr marL="10800">
              <a:lnSpc>
                <a:spcPct val="65000"/>
              </a:lnSpc>
              <a:spcAft>
                <a:spcPts val="600"/>
              </a:spcAft>
            </a:pPr>
            <a:r>
              <a:rPr lang="fr-FR" sz="1600" dirty="0">
                <a:ln w="9525">
                  <a:solidFill>
                    <a:srgbClr val="F5C56F"/>
                  </a:solidFill>
                </a:ln>
                <a:solidFill>
                  <a:srgbClr val="F5C56F"/>
                </a:solidFill>
                <a:latin typeface="Avenir Book"/>
              </a:rPr>
              <a:t>Au-delà des recommandations générales, les points suivants peuvent être travaillés rapidement, au travers d’outils de modélisation </a:t>
            </a:r>
          </a:p>
        </p:txBody>
      </p:sp>
      <p:pic>
        <p:nvPicPr>
          <p:cNvPr id="23" name="Image 22" descr="Une image contenant obscurité, noir, espace, objet astronomique&#10;&#10;Description générée automatiquement">
            <a:extLst>
              <a:ext uri="{FF2B5EF4-FFF2-40B4-BE49-F238E27FC236}">
                <a16:creationId xmlns:a16="http://schemas.microsoft.com/office/drawing/2014/main" id="{370E735C-62A5-CD02-F70E-858FD275FAA5}"/>
              </a:ext>
            </a:extLst>
          </p:cNvPr>
          <p:cNvPicPr>
            <a:picLocks noChangeAspect="1"/>
          </p:cNvPicPr>
          <p:nvPr/>
        </p:nvPicPr>
        <p:blipFill>
          <a:blip r:embed="rId5"/>
          <a:stretch>
            <a:fillRect/>
          </a:stretch>
        </p:blipFill>
        <p:spPr>
          <a:xfrm>
            <a:off x="8429679" y="3304257"/>
            <a:ext cx="2085921" cy="1291666"/>
          </a:xfrm>
          <a:prstGeom prst="rect">
            <a:avLst/>
          </a:prstGeom>
        </p:spPr>
      </p:pic>
    </p:spTree>
    <p:extLst>
      <p:ext uri="{BB962C8B-B14F-4D97-AF65-F5344CB8AC3E}">
        <p14:creationId xmlns:p14="http://schemas.microsoft.com/office/powerpoint/2010/main" val="5320075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041759-7813-FB16-5B80-940A2FEF0518}"/>
              </a:ext>
            </a:extLst>
          </p:cNvPr>
          <p:cNvSpPr>
            <a:spLocks noGrp="1"/>
          </p:cNvSpPr>
          <p:nvPr>
            <p:ph type="title" idx="4294967295"/>
          </p:nvPr>
        </p:nvSpPr>
        <p:spPr>
          <a:xfrm>
            <a:off x="4229868" y="3640931"/>
            <a:ext cx="5695950" cy="785813"/>
          </a:xfrm>
          <a:prstGeom prst="rect">
            <a:avLst/>
          </a:prstGeom>
        </p:spPr>
        <p:txBody>
          <a:bodyPr/>
          <a:lstStyle/>
          <a:p>
            <a:r>
              <a:rPr lang="fr-FR" dirty="0"/>
              <a:t>ANNEXES</a:t>
            </a:r>
          </a:p>
        </p:txBody>
      </p:sp>
    </p:spTree>
    <p:extLst>
      <p:ext uri="{BB962C8B-B14F-4D97-AF65-F5344CB8AC3E}">
        <p14:creationId xmlns:p14="http://schemas.microsoft.com/office/powerpoint/2010/main" val="9743483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2"/>
</p:tagLst>
</file>

<file path=ppt/tags/tag2.xml><?xml version="1.0" encoding="utf-8"?>
<p:tagLst xmlns:a="http://schemas.openxmlformats.org/drawingml/2006/main" xmlns:r="http://schemas.openxmlformats.org/officeDocument/2006/relationships" xmlns:p="http://schemas.openxmlformats.org/presentationml/2006/main">
  <p:tag name="NUM" val="56"/>
</p:tagLst>
</file>

<file path=ppt/tags/tag3.xml><?xml version="1.0" encoding="utf-8"?>
<p:tagLst xmlns:a="http://schemas.openxmlformats.org/drawingml/2006/main" xmlns:r="http://schemas.openxmlformats.org/officeDocument/2006/relationships" xmlns:p="http://schemas.openxmlformats.org/presentationml/2006/main">
  <p:tag name="NUM" val="57"/>
</p:tagLst>
</file>

<file path=ppt/tags/tag4.xml><?xml version="1.0" encoding="utf-8"?>
<p:tagLst xmlns:a="http://schemas.openxmlformats.org/drawingml/2006/main" xmlns:r="http://schemas.openxmlformats.org/officeDocument/2006/relationships" xmlns:p="http://schemas.openxmlformats.org/presentationml/2006/main">
  <p:tag name="NUM" val="58"/>
</p:tagLst>
</file>

<file path=ppt/tags/tag5.xml><?xml version="1.0" encoding="utf-8"?>
<p:tagLst xmlns:a="http://schemas.openxmlformats.org/drawingml/2006/main" xmlns:r="http://schemas.openxmlformats.org/officeDocument/2006/relationships" xmlns:p="http://schemas.openxmlformats.org/presentationml/2006/main">
  <p:tag name="NUM" val="59"/>
</p:tagLst>
</file>

<file path=ppt/tags/tag6.xml><?xml version="1.0" encoding="utf-8"?>
<p:tagLst xmlns:a="http://schemas.openxmlformats.org/drawingml/2006/main" xmlns:r="http://schemas.openxmlformats.org/officeDocument/2006/relationships" xmlns:p="http://schemas.openxmlformats.org/presentationml/2006/main">
  <p:tag name="NUM" val="60"/>
</p:tagLst>
</file>

<file path=ppt/tags/tag7.xml><?xml version="1.0" encoding="utf-8"?>
<p:tagLst xmlns:a="http://schemas.openxmlformats.org/drawingml/2006/main" xmlns:r="http://schemas.openxmlformats.org/officeDocument/2006/relationships" xmlns:p="http://schemas.openxmlformats.org/presentationml/2006/main">
  <p:tag name="NUM" val="2"/>
</p:tagLst>
</file>

<file path=ppt/tags/tag8.xml><?xml version="1.0" encoding="utf-8"?>
<p:tagLst xmlns:a="http://schemas.openxmlformats.org/drawingml/2006/main" xmlns:r="http://schemas.openxmlformats.org/officeDocument/2006/relationships" xmlns:p="http://schemas.openxmlformats.org/presentationml/2006/main">
  <p:tag name="NUM" val="19"/>
</p:tagLst>
</file>

<file path=ppt/tags/tag9.xml><?xml version="1.0" encoding="utf-8"?>
<p:tagLst xmlns:a="http://schemas.openxmlformats.org/drawingml/2006/main" xmlns:r="http://schemas.openxmlformats.org/officeDocument/2006/relationships" xmlns:p="http://schemas.openxmlformats.org/presentationml/2006/main">
  <p:tag name="NUM" val="24"/>
</p:tagLst>
</file>

<file path=ppt/tags/tag10.xml><?xml version="1.0" encoding="utf-8"?>
<p:tagLst xmlns:a="http://schemas.openxmlformats.org/drawingml/2006/main" xmlns:r="http://schemas.openxmlformats.org/officeDocument/2006/relationships" xmlns:p="http://schemas.openxmlformats.org/presentationml/2006/main">
  <p:tag name="NUM" val="7"/>
</p:tagLst>
</file>

<file path=ppt/tags/tag11.xml><?xml version="1.0" encoding="utf-8"?>
<p:tagLst xmlns:a="http://schemas.openxmlformats.org/drawingml/2006/main" xmlns:r="http://schemas.openxmlformats.org/officeDocument/2006/relationships" xmlns:p="http://schemas.openxmlformats.org/presentationml/2006/main">
  <p:tag name="NUM" val="33"/>
</p:tagLst>
</file>

<file path=ppt/tags/tag12.xml><?xml version="1.0" encoding="utf-8"?>
<p:tagLst xmlns:a="http://schemas.openxmlformats.org/drawingml/2006/main" xmlns:r="http://schemas.openxmlformats.org/officeDocument/2006/relationships" xmlns:p="http://schemas.openxmlformats.org/presentationml/2006/main">
  <p:tag name="NUM" val="13"/>
</p:tagLst>
</file>

<file path=ppt/tags/tag13.xml><?xml version="1.0" encoding="utf-8"?>
<p:tagLst xmlns:a="http://schemas.openxmlformats.org/drawingml/2006/main" xmlns:r="http://schemas.openxmlformats.org/officeDocument/2006/relationships" xmlns:p="http://schemas.openxmlformats.org/presentationml/2006/main">
  <p:tag name="NUM" val="19"/>
</p:tagLst>
</file>

<file path=ppt/tags/tag14.xml><?xml version="1.0" encoding="utf-8"?>
<p:tagLst xmlns:a="http://schemas.openxmlformats.org/drawingml/2006/main" xmlns:r="http://schemas.openxmlformats.org/officeDocument/2006/relationships" xmlns:p="http://schemas.openxmlformats.org/presentationml/2006/main">
  <p:tag name="NUM" val="16"/>
</p:tagLst>
</file>

<file path=ppt/tags/tag15.xml><?xml version="1.0" encoding="utf-8"?>
<p:tagLst xmlns:a="http://schemas.openxmlformats.org/drawingml/2006/main" xmlns:r="http://schemas.openxmlformats.org/officeDocument/2006/relationships" xmlns:p="http://schemas.openxmlformats.org/presentationml/2006/main">
  <p:tag name="NUM" val="11"/>
</p:tagLst>
</file>

<file path=ppt/tags/tag16.xml><?xml version="1.0" encoding="utf-8"?>
<p:tagLst xmlns:a="http://schemas.openxmlformats.org/drawingml/2006/main" xmlns:r="http://schemas.openxmlformats.org/officeDocument/2006/relationships" xmlns:p="http://schemas.openxmlformats.org/presentationml/2006/main">
  <p:tag name="NUM" val="24"/>
</p:tagLst>
</file>

<file path=ppt/tags/tag17.xml><?xml version="1.0" encoding="utf-8"?>
<p:tagLst xmlns:a="http://schemas.openxmlformats.org/drawingml/2006/main" xmlns:r="http://schemas.openxmlformats.org/officeDocument/2006/relationships" xmlns:p="http://schemas.openxmlformats.org/presentationml/2006/main">
  <p:tag name="NUM" val="7"/>
</p:tagLst>
</file>

<file path=ppt/tags/tag18.xml><?xml version="1.0" encoding="utf-8"?>
<p:tagLst xmlns:a="http://schemas.openxmlformats.org/drawingml/2006/main" xmlns:r="http://schemas.openxmlformats.org/officeDocument/2006/relationships" xmlns:p="http://schemas.openxmlformats.org/presentationml/2006/main">
  <p:tag name="NUM" val="19"/>
</p:tagLst>
</file>

<file path=ppt/tags/tag19.xml><?xml version="1.0" encoding="utf-8"?>
<p:tagLst xmlns:a="http://schemas.openxmlformats.org/drawingml/2006/main" xmlns:r="http://schemas.openxmlformats.org/officeDocument/2006/relationships" xmlns:p="http://schemas.openxmlformats.org/presentationml/2006/main">
  <p:tag name="NUM" val="24"/>
</p:tagLst>
</file>

<file path=ppt/tags/tag20.xml><?xml version="1.0" encoding="utf-8"?>
<p:tagLst xmlns:a="http://schemas.openxmlformats.org/drawingml/2006/main" xmlns:r="http://schemas.openxmlformats.org/officeDocument/2006/relationships" xmlns:p="http://schemas.openxmlformats.org/presentationml/2006/main">
  <p:tag name="NUM" val="7"/>
</p:tagLst>
</file>

<file path=ppt/tags/tag21.xml><?xml version="1.0" encoding="utf-8"?>
<p:tagLst xmlns:a="http://schemas.openxmlformats.org/drawingml/2006/main" xmlns:r="http://schemas.openxmlformats.org/officeDocument/2006/relationships" xmlns:p="http://schemas.openxmlformats.org/presentationml/2006/main">
  <p:tag name="NUM" val="60"/>
</p:tagLst>
</file>

<file path=ppt/tags/tag22.xml><?xml version="1.0" encoding="utf-8"?>
<p:tagLst xmlns:a="http://schemas.openxmlformats.org/drawingml/2006/main" xmlns:r="http://schemas.openxmlformats.org/officeDocument/2006/relationships" xmlns:p="http://schemas.openxmlformats.org/presentationml/2006/main">
  <p:tag name="NUM" val="51"/>
</p:tagLst>
</file>

<file path=ppt/tags/tag23.xml><?xml version="1.0" encoding="utf-8"?>
<p:tagLst xmlns:a="http://schemas.openxmlformats.org/drawingml/2006/main" xmlns:r="http://schemas.openxmlformats.org/officeDocument/2006/relationships" xmlns:p="http://schemas.openxmlformats.org/presentationml/2006/main">
  <p:tag name="NUM" val="19"/>
</p:tagLst>
</file>

<file path=ppt/tags/tag24.xml><?xml version="1.0" encoding="utf-8"?>
<p:tagLst xmlns:a="http://schemas.openxmlformats.org/drawingml/2006/main" xmlns:r="http://schemas.openxmlformats.org/officeDocument/2006/relationships" xmlns:p="http://schemas.openxmlformats.org/presentationml/2006/main">
  <p:tag name="NUM" val="24"/>
</p:tagLst>
</file>

<file path=ppt/tags/tag25.xml><?xml version="1.0" encoding="utf-8"?>
<p:tagLst xmlns:a="http://schemas.openxmlformats.org/drawingml/2006/main" xmlns:r="http://schemas.openxmlformats.org/officeDocument/2006/relationships" xmlns:p="http://schemas.openxmlformats.org/presentationml/2006/main">
  <p:tag name="NUM" val="7"/>
</p:tagLst>
</file>

<file path=ppt/tags/tag26.xml><?xml version="1.0" encoding="utf-8"?>
<p:tagLst xmlns:a="http://schemas.openxmlformats.org/drawingml/2006/main" xmlns:r="http://schemas.openxmlformats.org/officeDocument/2006/relationships" xmlns:p="http://schemas.openxmlformats.org/presentationml/2006/main">
  <p:tag name="NUM" val="45"/>
</p:tagLst>
</file>

<file path=ppt/tags/tag27.xml><?xml version="1.0" encoding="utf-8"?>
<p:tagLst xmlns:a="http://schemas.openxmlformats.org/drawingml/2006/main" xmlns:r="http://schemas.openxmlformats.org/officeDocument/2006/relationships" xmlns:p="http://schemas.openxmlformats.org/presentationml/2006/main">
  <p:tag name="NUM" val="27"/>
</p:tagLst>
</file>

<file path=ppt/tags/tag28.xml><?xml version="1.0" encoding="utf-8"?>
<p:tagLst xmlns:a="http://schemas.openxmlformats.org/drawingml/2006/main" xmlns:r="http://schemas.openxmlformats.org/officeDocument/2006/relationships" xmlns:p="http://schemas.openxmlformats.org/presentationml/2006/main">
  <p:tag name="NUM" val="19"/>
</p:tagLst>
</file>

<file path=ppt/tags/tag29.xml><?xml version="1.0" encoding="utf-8"?>
<p:tagLst xmlns:a="http://schemas.openxmlformats.org/drawingml/2006/main" xmlns:r="http://schemas.openxmlformats.org/officeDocument/2006/relationships" xmlns:p="http://schemas.openxmlformats.org/presentationml/2006/main">
  <p:tag name="NUM" val="24"/>
</p:tagLst>
</file>

<file path=ppt/tags/tag30.xml><?xml version="1.0" encoding="utf-8"?>
<p:tagLst xmlns:a="http://schemas.openxmlformats.org/drawingml/2006/main" xmlns:r="http://schemas.openxmlformats.org/officeDocument/2006/relationships" xmlns:p="http://schemas.openxmlformats.org/presentationml/2006/main">
  <p:tag name="NUM" val="7"/>
</p:tagLst>
</file>

<file path=ppt/tags/tag31.xml><?xml version="1.0" encoding="utf-8"?>
<p:tagLst xmlns:a="http://schemas.openxmlformats.org/drawingml/2006/main" xmlns:r="http://schemas.openxmlformats.org/officeDocument/2006/relationships" xmlns:p="http://schemas.openxmlformats.org/presentationml/2006/main">
  <p:tag name="NUM" val="26"/>
</p:tagLst>
</file>

<file path=ppt/tags/tag32.xml><?xml version="1.0" encoding="utf-8"?>
<p:tagLst xmlns:a="http://schemas.openxmlformats.org/drawingml/2006/main" xmlns:r="http://schemas.openxmlformats.org/officeDocument/2006/relationships" xmlns:p="http://schemas.openxmlformats.org/presentationml/2006/main">
  <p:tag name="NUM" val="17"/>
</p:tagLst>
</file>

<file path=ppt/tags/tag33.xml><?xml version="1.0" encoding="utf-8"?>
<p:tagLst xmlns:a="http://schemas.openxmlformats.org/drawingml/2006/main" xmlns:r="http://schemas.openxmlformats.org/officeDocument/2006/relationships" xmlns:p="http://schemas.openxmlformats.org/presentationml/2006/main">
  <p:tag name="NUM" val="19"/>
</p:tagLst>
</file>

<file path=ppt/tags/tag34.xml><?xml version="1.0" encoding="utf-8"?>
<p:tagLst xmlns:a="http://schemas.openxmlformats.org/drawingml/2006/main" xmlns:r="http://schemas.openxmlformats.org/officeDocument/2006/relationships" xmlns:p="http://schemas.openxmlformats.org/presentationml/2006/main">
  <p:tag name="NUM" val="24"/>
</p:tagLst>
</file>

<file path=ppt/tags/tag35.xml><?xml version="1.0" encoding="utf-8"?>
<p:tagLst xmlns:a="http://schemas.openxmlformats.org/drawingml/2006/main" xmlns:r="http://schemas.openxmlformats.org/officeDocument/2006/relationships" xmlns:p="http://schemas.openxmlformats.org/presentationml/2006/main">
  <p:tag name="NUM" val="7"/>
</p:tagLst>
</file>

<file path=ppt/tags/tag36.xml><?xml version="1.0" encoding="utf-8"?>
<p:tagLst xmlns:a="http://schemas.openxmlformats.org/drawingml/2006/main" xmlns:r="http://schemas.openxmlformats.org/officeDocument/2006/relationships" xmlns:p="http://schemas.openxmlformats.org/presentationml/2006/main">
  <p:tag name="NUM" val="20"/>
</p:tagLst>
</file>

<file path=ppt/tags/tag37.xml><?xml version="1.0" encoding="utf-8"?>
<p:tagLst xmlns:a="http://schemas.openxmlformats.org/drawingml/2006/main" xmlns:r="http://schemas.openxmlformats.org/officeDocument/2006/relationships" xmlns:p="http://schemas.openxmlformats.org/presentationml/2006/main">
  <p:tag name="NUM" val="8"/>
</p:tagLst>
</file>

<file path=ppt/tags/tag38.xml><?xml version="1.0" encoding="utf-8"?>
<p:tagLst xmlns:a="http://schemas.openxmlformats.org/drawingml/2006/main" xmlns:r="http://schemas.openxmlformats.org/officeDocument/2006/relationships" xmlns:p="http://schemas.openxmlformats.org/presentationml/2006/main">
  <p:tag name="NUM" val="2"/>
</p:tagLst>
</file>

<file path=ppt/tags/tag39.xml><?xml version="1.0" encoding="utf-8"?>
<p:tagLst xmlns:a="http://schemas.openxmlformats.org/drawingml/2006/main" xmlns:r="http://schemas.openxmlformats.org/officeDocument/2006/relationships" xmlns:p="http://schemas.openxmlformats.org/presentationml/2006/main">
  <p:tag name="NUM" val="1"/>
</p:tagLst>
</file>

<file path=ppt/tags/tag40.xml><?xml version="1.0" encoding="utf-8"?>
<p:tagLst xmlns:a="http://schemas.openxmlformats.org/drawingml/2006/main" xmlns:r="http://schemas.openxmlformats.org/officeDocument/2006/relationships" xmlns:p="http://schemas.openxmlformats.org/presentationml/2006/main">
  <p:tag name="NUM" val="2"/>
</p:tagLst>
</file>

<file path=ppt/tags/tag41.xml><?xml version="1.0" encoding="utf-8"?>
<p:tagLst xmlns:a="http://schemas.openxmlformats.org/drawingml/2006/main" xmlns:r="http://schemas.openxmlformats.org/officeDocument/2006/relationships" xmlns:p="http://schemas.openxmlformats.org/presentationml/2006/main">
  <p:tag name="NUM" val="9"/>
</p:tagLst>
</file>

<file path=ppt/tags/tag42.xml><?xml version="1.0" encoding="utf-8"?>
<p:tagLst xmlns:a="http://schemas.openxmlformats.org/drawingml/2006/main" xmlns:r="http://schemas.openxmlformats.org/officeDocument/2006/relationships" xmlns:p="http://schemas.openxmlformats.org/presentationml/2006/main">
  <p:tag name="NUM" val="10"/>
</p:tagLst>
</file>

<file path=ppt/tags/tag43.xml><?xml version="1.0" encoding="utf-8"?>
<p:tagLst xmlns:a="http://schemas.openxmlformats.org/drawingml/2006/main" xmlns:r="http://schemas.openxmlformats.org/officeDocument/2006/relationships" xmlns:p="http://schemas.openxmlformats.org/presentationml/2006/main">
  <p:tag name="NUM" val="19"/>
</p:tagLst>
</file>

<file path=ppt/tags/tag44.xml><?xml version="1.0" encoding="utf-8"?>
<p:tagLst xmlns:a="http://schemas.openxmlformats.org/drawingml/2006/main" xmlns:r="http://schemas.openxmlformats.org/officeDocument/2006/relationships" xmlns:p="http://schemas.openxmlformats.org/presentationml/2006/main">
  <p:tag name="NUM" val="6"/>
</p:tagLst>
</file>

<file path=ppt/tags/tag45.xml><?xml version="1.0" encoding="utf-8"?>
<p:tagLst xmlns:a="http://schemas.openxmlformats.org/drawingml/2006/main" xmlns:r="http://schemas.openxmlformats.org/officeDocument/2006/relationships" xmlns:p="http://schemas.openxmlformats.org/presentationml/2006/main">
  <p:tag name="NUM" val="3"/>
</p:tagLst>
</file>

<file path=ppt/tags/tag46.xml><?xml version="1.0" encoding="utf-8"?>
<p:tagLst xmlns:a="http://schemas.openxmlformats.org/drawingml/2006/main" xmlns:r="http://schemas.openxmlformats.org/officeDocument/2006/relationships" xmlns:p="http://schemas.openxmlformats.org/presentationml/2006/main">
  <p:tag name="NUM" val="19"/>
</p:tagLst>
</file>

<file path=ppt/tags/tag47.xml><?xml version="1.0" encoding="utf-8"?>
<p:tagLst xmlns:a="http://schemas.openxmlformats.org/drawingml/2006/main" xmlns:r="http://schemas.openxmlformats.org/officeDocument/2006/relationships" xmlns:p="http://schemas.openxmlformats.org/presentationml/2006/main">
  <p:tag name="NUM" val="6"/>
</p:tagLst>
</file>

<file path=ppt/tags/tag48.xml><?xml version="1.0" encoding="utf-8"?>
<p:tagLst xmlns:a="http://schemas.openxmlformats.org/drawingml/2006/main" xmlns:r="http://schemas.openxmlformats.org/officeDocument/2006/relationships" xmlns:p="http://schemas.openxmlformats.org/presentationml/2006/main">
  <p:tag name="NUM" val="4"/>
</p:tagLst>
</file>

<file path=ppt/tags/tag49.xml><?xml version="1.0" encoding="utf-8"?>
<p:tagLst xmlns:a="http://schemas.openxmlformats.org/drawingml/2006/main" xmlns:r="http://schemas.openxmlformats.org/officeDocument/2006/relationships" xmlns:p="http://schemas.openxmlformats.org/presentationml/2006/main">
  <p:tag name="NUM" val="19"/>
</p:tagLst>
</file>

<file path=ppt/tags/tag50.xml><?xml version="1.0" encoding="utf-8"?>
<p:tagLst xmlns:a="http://schemas.openxmlformats.org/drawingml/2006/main" xmlns:r="http://schemas.openxmlformats.org/officeDocument/2006/relationships" xmlns:p="http://schemas.openxmlformats.org/presentationml/2006/main">
  <p:tag name="NUM" val="4"/>
</p:tagLst>
</file>

<file path=ppt/tags/tag51.xml><?xml version="1.0" encoding="utf-8"?>
<p:tagLst xmlns:a="http://schemas.openxmlformats.org/drawingml/2006/main" xmlns:r="http://schemas.openxmlformats.org/officeDocument/2006/relationships" xmlns:p="http://schemas.openxmlformats.org/presentationml/2006/main">
  <p:tag name="NUM" val="7"/>
</p:tagLst>
</file>

<file path=ppt/tags/tag52.xml><?xml version="1.0" encoding="utf-8"?>
<p:tagLst xmlns:a="http://schemas.openxmlformats.org/drawingml/2006/main" xmlns:r="http://schemas.openxmlformats.org/officeDocument/2006/relationships" xmlns:p="http://schemas.openxmlformats.org/presentationml/2006/main">
  <p:tag name="NUM" val="19"/>
</p:tagLst>
</file>

<file path=ppt/tags/tag53.xml><?xml version="1.0" encoding="utf-8"?>
<p:tagLst xmlns:a="http://schemas.openxmlformats.org/drawingml/2006/main" xmlns:r="http://schemas.openxmlformats.org/officeDocument/2006/relationships" xmlns:p="http://schemas.openxmlformats.org/presentationml/2006/main">
  <p:tag name="NUM" val="5"/>
</p:tagLst>
</file>

<file path=ppt/tags/tag54.xml><?xml version="1.0" encoding="utf-8"?>
<p:tagLst xmlns:a="http://schemas.openxmlformats.org/drawingml/2006/main" xmlns:r="http://schemas.openxmlformats.org/officeDocument/2006/relationships" xmlns:p="http://schemas.openxmlformats.org/presentationml/2006/main">
  <p:tag name="NUM" val="3"/>
</p:tagLst>
</file>

<file path=ppt/tags/tag55.xml><?xml version="1.0" encoding="utf-8"?>
<p:tagLst xmlns:a="http://schemas.openxmlformats.org/drawingml/2006/main" xmlns:r="http://schemas.openxmlformats.org/officeDocument/2006/relationships" xmlns:p="http://schemas.openxmlformats.org/presentationml/2006/main">
  <p:tag name="NUM" val="19"/>
</p:tagLst>
</file>

<file path=ppt/tags/tag56.xml><?xml version="1.0" encoding="utf-8"?>
<p:tagLst xmlns:a="http://schemas.openxmlformats.org/drawingml/2006/main" xmlns:r="http://schemas.openxmlformats.org/officeDocument/2006/relationships" xmlns:p="http://schemas.openxmlformats.org/presentationml/2006/main">
  <p:tag name="NUM" val="5"/>
</p:tagLst>
</file>

<file path=ppt/tags/tag57.xml><?xml version="1.0" encoding="utf-8"?>
<p:tagLst xmlns:a="http://schemas.openxmlformats.org/drawingml/2006/main" xmlns:r="http://schemas.openxmlformats.org/officeDocument/2006/relationships" xmlns:p="http://schemas.openxmlformats.org/presentationml/2006/main">
  <p:tag name="NUM" val="8"/>
</p:tagLst>
</file>

<file path=ppt/tags/tag58.xml><?xml version="1.0" encoding="utf-8"?>
<p:tagLst xmlns:a="http://schemas.openxmlformats.org/drawingml/2006/main" xmlns:r="http://schemas.openxmlformats.org/officeDocument/2006/relationships" xmlns:p="http://schemas.openxmlformats.org/presentationml/2006/main">
  <p:tag name="NUM" val="19"/>
</p:tagLst>
</file>

<file path=ppt/tags/tag59.xml><?xml version="1.0" encoding="utf-8"?>
<p:tagLst xmlns:a="http://schemas.openxmlformats.org/drawingml/2006/main" xmlns:r="http://schemas.openxmlformats.org/officeDocument/2006/relationships" xmlns:p="http://schemas.openxmlformats.org/presentationml/2006/main">
  <p:tag name="NUM" val="5"/>
</p:tagLst>
</file>

<file path=ppt/tags/tag60.xml><?xml version="1.0" encoding="utf-8"?>
<p:tagLst xmlns:a="http://schemas.openxmlformats.org/drawingml/2006/main" xmlns:r="http://schemas.openxmlformats.org/officeDocument/2006/relationships" xmlns:p="http://schemas.openxmlformats.org/presentationml/2006/main">
  <p:tag name="NUM" val="7"/>
</p:tagLst>
</file>

<file path=ppt/tags/tag61.xml><?xml version="1.0" encoding="utf-8"?>
<p:tagLst xmlns:a="http://schemas.openxmlformats.org/drawingml/2006/main" xmlns:r="http://schemas.openxmlformats.org/officeDocument/2006/relationships" xmlns:p="http://schemas.openxmlformats.org/presentationml/2006/main">
  <p:tag name="NUM" val="3"/>
</p:tagLst>
</file>

<file path=ppt/tags/tag62.xml><?xml version="1.0" encoding="utf-8"?>
<p:tagLst xmlns:a="http://schemas.openxmlformats.org/drawingml/2006/main" xmlns:r="http://schemas.openxmlformats.org/officeDocument/2006/relationships" xmlns:p="http://schemas.openxmlformats.org/presentationml/2006/main">
  <p:tag name="NUM" val="1"/>
</p:tagLst>
</file>

<file path=ppt/tags/tag63.xml><?xml version="1.0" encoding="utf-8"?>
<p:tagLst xmlns:a="http://schemas.openxmlformats.org/drawingml/2006/main" xmlns:r="http://schemas.openxmlformats.org/officeDocument/2006/relationships" xmlns:p="http://schemas.openxmlformats.org/presentationml/2006/main">
  <p:tag name="NUM" val="2"/>
</p:tagLst>
</file>

<file path=ppt/tags/tag64.xml><?xml version="1.0" encoding="utf-8"?>
<p:tagLst xmlns:a="http://schemas.openxmlformats.org/drawingml/2006/main" xmlns:r="http://schemas.openxmlformats.org/officeDocument/2006/relationships" xmlns:p="http://schemas.openxmlformats.org/presentationml/2006/main">
  <p:tag name="NUM" val="4"/>
</p:tagLst>
</file>

<file path=ppt/tags/tag65.xml><?xml version="1.0" encoding="utf-8"?>
<p:tagLst xmlns:a="http://schemas.openxmlformats.org/drawingml/2006/main" xmlns:r="http://schemas.openxmlformats.org/officeDocument/2006/relationships" xmlns:p="http://schemas.openxmlformats.org/presentationml/2006/main">
  <p:tag name="NUM" val="7"/>
</p:tagLst>
</file>

<file path=ppt/tags/tag66.xml><?xml version="1.0" encoding="utf-8"?>
<p:tagLst xmlns:a="http://schemas.openxmlformats.org/drawingml/2006/main" xmlns:r="http://schemas.openxmlformats.org/officeDocument/2006/relationships" xmlns:p="http://schemas.openxmlformats.org/presentationml/2006/main">
  <p:tag name="NUM" val="8"/>
</p:tagLst>
</file>

<file path=ppt/tags/tag67.xml><?xml version="1.0" encoding="utf-8"?>
<p:tagLst xmlns:a="http://schemas.openxmlformats.org/drawingml/2006/main" xmlns:r="http://schemas.openxmlformats.org/officeDocument/2006/relationships" xmlns:p="http://schemas.openxmlformats.org/presentationml/2006/main">
  <p:tag name="NUM" val="13"/>
</p:tagLst>
</file>

<file path=ppt/tags/tag68.xml><?xml version="1.0" encoding="utf-8"?>
<p:tagLst xmlns:a="http://schemas.openxmlformats.org/drawingml/2006/main" xmlns:r="http://schemas.openxmlformats.org/officeDocument/2006/relationships" xmlns:p="http://schemas.openxmlformats.org/presentationml/2006/main">
  <p:tag name="NUM" val="14"/>
</p:tagLst>
</file>

<file path=ppt/tags/tag69.xml><?xml version="1.0" encoding="utf-8"?>
<p:tagLst xmlns:a="http://schemas.openxmlformats.org/drawingml/2006/main" xmlns:r="http://schemas.openxmlformats.org/officeDocument/2006/relationships" xmlns:p="http://schemas.openxmlformats.org/presentationml/2006/main">
  <p:tag name="NUM" val="16"/>
</p:tagLst>
</file>

<file path=ppt/tags/tag70.xml><?xml version="1.0" encoding="utf-8"?>
<p:tagLst xmlns:a="http://schemas.openxmlformats.org/drawingml/2006/main" xmlns:r="http://schemas.openxmlformats.org/officeDocument/2006/relationships" xmlns:p="http://schemas.openxmlformats.org/presentationml/2006/main">
  <p:tag name="NUM" val="17"/>
</p:tagLst>
</file>

<file path=ppt/tags/tag71.xml><?xml version="1.0" encoding="utf-8"?>
<p:tagLst xmlns:a="http://schemas.openxmlformats.org/drawingml/2006/main" xmlns:r="http://schemas.openxmlformats.org/officeDocument/2006/relationships" xmlns:p="http://schemas.openxmlformats.org/presentationml/2006/main">
  <p:tag name="NUM" val="19"/>
</p:tagLst>
</file>

<file path=ppt/tags/tag72.xml><?xml version="1.0" encoding="utf-8"?>
<p:tagLst xmlns:a="http://schemas.openxmlformats.org/drawingml/2006/main" xmlns:r="http://schemas.openxmlformats.org/officeDocument/2006/relationships" xmlns:p="http://schemas.openxmlformats.org/presentationml/2006/main">
  <p:tag name="NUM" val="20"/>
</p:tagLst>
</file>

<file path=ppt/tags/tag73.xml><?xml version="1.0" encoding="utf-8"?>
<p:tagLst xmlns:a="http://schemas.openxmlformats.org/drawingml/2006/main" xmlns:r="http://schemas.openxmlformats.org/officeDocument/2006/relationships" xmlns:p="http://schemas.openxmlformats.org/presentationml/2006/main">
  <p:tag name="NUM" val="22"/>
</p:tagLst>
</file>

<file path=ppt/tags/tag74.xml><?xml version="1.0" encoding="utf-8"?>
<p:tagLst xmlns:a="http://schemas.openxmlformats.org/drawingml/2006/main" xmlns:r="http://schemas.openxmlformats.org/officeDocument/2006/relationships" xmlns:p="http://schemas.openxmlformats.org/presentationml/2006/main">
  <p:tag name="NUM" val="25"/>
</p:tagLst>
</file>

<file path=ppt/tags/tag75.xml><?xml version="1.0" encoding="utf-8"?>
<p:tagLst xmlns:a="http://schemas.openxmlformats.org/drawingml/2006/main" xmlns:r="http://schemas.openxmlformats.org/officeDocument/2006/relationships" xmlns:p="http://schemas.openxmlformats.org/presentationml/2006/main">
  <p:tag name="NUM" val="28"/>
</p:tagLst>
</file>

<file path=ppt/tags/tag76.xml><?xml version="1.0" encoding="utf-8"?>
<p:tagLst xmlns:a="http://schemas.openxmlformats.org/drawingml/2006/main" xmlns:r="http://schemas.openxmlformats.org/officeDocument/2006/relationships" xmlns:p="http://schemas.openxmlformats.org/presentationml/2006/main">
  <p:tag name="NUM" val="11"/>
</p:tagLst>
</file>

<file path=ppt/tags/tag77.xml><?xml version="1.0" encoding="utf-8"?>
<p:tagLst xmlns:a="http://schemas.openxmlformats.org/drawingml/2006/main" xmlns:r="http://schemas.openxmlformats.org/officeDocument/2006/relationships" xmlns:p="http://schemas.openxmlformats.org/presentationml/2006/main">
  <p:tag name="NUM" val="3"/>
</p:tagLst>
</file>

<file path=ppt/tags/tag78.xml><?xml version="1.0" encoding="utf-8"?>
<p:tagLst xmlns:a="http://schemas.openxmlformats.org/drawingml/2006/main" xmlns:r="http://schemas.openxmlformats.org/officeDocument/2006/relationships" xmlns:p="http://schemas.openxmlformats.org/presentationml/2006/main">
  <p:tag name="NUM" val="1"/>
</p:tagLst>
</file>

<file path=ppt/tags/tag79.xml><?xml version="1.0" encoding="utf-8"?>
<p:tagLst xmlns:a="http://schemas.openxmlformats.org/drawingml/2006/main" xmlns:r="http://schemas.openxmlformats.org/officeDocument/2006/relationships" xmlns:p="http://schemas.openxmlformats.org/presentationml/2006/main">
  <p:tag name="NUM" val="2"/>
</p:tagLst>
</file>

<file path=ppt/tags/tag80.xml><?xml version="1.0" encoding="utf-8"?>
<p:tagLst xmlns:a="http://schemas.openxmlformats.org/drawingml/2006/main" xmlns:r="http://schemas.openxmlformats.org/officeDocument/2006/relationships" xmlns:p="http://schemas.openxmlformats.org/presentationml/2006/main">
  <p:tag name="NUM" val="4"/>
</p:tagLst>
</file>

<file path=ppt/tags/tag81.xml><?xml version="1.0" encoding="utf-8"?>
<p:tagLst xmlns:a="http://schemas.openxmlformats.org/drawingml/2006/main" xmlns:r="http://schemas.openxmlformats.org/officeDocument/2006/relationships" xmlns:p="http://schemas.openxmlformats.org/presentationml/2006/main">
  <p:tag name="NUM" val="4"/>
</p:tagLst>
</file>

<file path=ppt/tags/tag82.xml><?xml version="1.0" encoding="utf-8"?>
<p:tagLst xmlns:a="http://schemas.openxmlformats.org/drawingml/2006/main" xmlns:r="http://schemas.openxmlformats.org/officeDocument/2006/relationships" xmlns:p="http://schemas.openxmlformats.org/presentationml/2006/main">
  <p:tag name="NUM" val="3"/>
</p:tagLst>
</file>

<file path=ppt/tags/tag83.xml><?xml version="1.0" encoding="utf-8"?>
<p:tagLst xmlns:a="http://schemas.openxmlformats.org/drawingml/2006/main" xmlns:r="http://schemas.openxmlformats.org/officeDocument/2006/relationships" xmlns:p="http://schemas.openxmlformats.org/presentationml/2006/main">
  <p:tag name="NUM" val="2"/>
</p:tagLst>
</file>

<file path=ppt/tags/tag84.xml><?xml version="1.0" encoding="utf-8"?>
<p:tagLst xmlns:a="http://schemas.openxmlformats.org/drawingml/2006/main" xmlns:r="http://schemas.openxmlformats.org/officeDocument/2006/relationships" xmlns:p="http://schemas.openxmlformats.org/presentationml/2006/main">
  <p:tag name="NUM" val="7"/>
</p:tagLst>
</file>

<file path=ppt/tags/tag85.xml><?xml version="1.0" encoding="utf-8"?>
<p:tagLst xmlns:a="http://schemas.openxmlformats.org/drawingml/2006/main" xmlns:r="http://schemas.openxmlformats.org/officeDocument/2006/relationships" xmlns:p="http://schemas.openxmlformats.org/presentationml/2006/main">
  <p:tag name="NUM" val="61"/>
</p:tagLst>
</file>

<file path=ppt/tags/tag86.xml><?xml version="1.0" encoding="utf-8"?>
<p:tagLst xmlns:a="http://schemas.openxmlformats.org/drawingml/2006/main" xmlns:r="http://schemas.openxmlformats.org/officeDocument/2006/relationships" xmlns:p="http://schemas.openxmlformats.org/presentationml/2006/main">
  <p:tag name="NUM" val="10"/>
</p:tagLst>
</file>

<file path=ppt/tags/tag87.xml><?xml version="1.0" encoding="utf-8"?>
<p:tagLst xmlns:a="http://schemas.openxmlformats.org/drawingml/2006/main" xmlns:r="http://schemas.openxmlformats.org/officeDocument/2006/relationships" xmlns:p="http://schemas.openxmlformats.org/presentationml/2006/main">
  <p:tag name="NUM" val="61"/>
</p:tagLst>
</file>

<file path=ppt/tags/tag88.xml><?xml version="1.0" encoding="utf-8"?>
<p:tagLst xmlns:a="http://schemas.openxmlformats.org/drawingml/2006/main" xmlns:r="http://schemas.openxmlformats.org/officeDocument/2006/relationships" xmlns:p="http://schemas.openxmlformats.org/presentationml/2006/main">
  <p:tag name="NUM" val="61"/>
</p:tagLst>
</file>

<file path=ppt/tags/tag89.xml><?xml version="1.0" encoding="utf-8"?>
<p:tagLst xmlns:a="http://schemas.openxmlformats.org/drawingml/2006/main" xmlns:r="http://schemas.openxmlformats.org/officeDocument/2006/relationships" xmlns:p="http://schemas.openxmlformats.org/presentationml/2006/main">
  <p:tag name="NUM" val="61"/>
</p:tagLst>
</file>

<file path=ppt/tags/tag90.xml><?xml version="1.0" encoding="utf-8"?>
<p:tagLst xmlns:a="http://schemas.openxmlformats.org/drawingml/2006/main" xmlns:r="http://schemas.openxmlformats.org/officeDocument/2006/relationships" xmlns:p="http://schemas.openxmlformats.org/presentationml/2006/main">
  <p:tag name="NUM" val="61"/>
</p:tagLst>
</file>

<file path=ppt/tags/tag91.xml><?xml version="1.0" encoding="utf-8"?>
<p:tagLst xmlns:a="http://schemas.openxmlformats.org/drawingml/2006/main" xmlns:r="http://schemas.openxmlformats.org/officeDocument/2006/relationships" xmlns:p="http://schemas.openxmlformats.org/presentationml/2006/main">
  <p:tag name="NUM" val="61"/>
</p:tagLst>
</file>

<file path=ppt/tags/tag92.xml><?xml version="1.0" encoding="utf-8"?>
<p:tagLst xmlns:a="http://schemas.openxmlformats.org/drawingml/2006/main" xmlns:r="http://schemas.openxmlformats.org/officeDocument/2006/relationships" xmlns:p="http://schemas.openxmlformats.org/presentationml/2006/main">
  <p:tag name="NUM" val="61"/>
</p:tagLst>
</file>

<file path=ppt/tags/tag93.xml><?xml version="1.0" encoding="utf-8"?>
<p:tagLst xmlns:a="http://schemas.openxmlformats.org/drawingml/2006/main" xmlns:r="http://schemas.openxmlformats.org/officeDocument/2006/relationships" xmlns:p="http://schemas.openxmlformats.org/presentationml/2006/main">
  <p:tag name="NUM" val="61"/>
</p:tagLst>
</file>

<file path=ppt/tags/tag94.xml><?xml version="1.0" encoding="utf-8"?>
<p:tagLst xmlns:a="http://schemas.openxmlformats.org/drawingml/2006/main" xmlns:r="http://schemas.openxmlformats.org/officeDocument/2006/relationships" xmlns:p="http://schemas.openxmlformats.org/presentationml/2006/main">
  <p:tag name="NUM" val="61"/>
</p:tagLst>
</file>

<file path=ppt/tags/tag95.xml><?xml version="1.0" encoding="utf-8"?>
<p:tagLst xmlns:a="http://schemas.openxmlformats.org/drawingml/2006/main" xmlns:r="http://schemas.openxmlformats.org/officeDocument/2006/relationships" xmlns:p="http://schemas.openxmlformats.org/presentationml/2006/main">
  <p:tag name="NUM" val="61"/>
</p:tagLst>
</file>

<file path=ppt/tags/tag96.xml><?xml version="1.0" encoding="utf-8"?>
<p:tagLst xmlns:a="http://schemas.openxmlformats.org/drawingml/2006/main" xmlns:r="http://schemas.openxmlformats.org/officeDocument/2006/relationships" xmlns:p="http://schemas.openxmlformats.org/presentationml/2006/main">
  <p:tag name="NUM" val="61"/>
</p:tagLst>
</file>

<file path=ppt/tags/tag97.xml><?xml version="1.0" encoding="utf-8"?>
<p:tagLst xmlns:a="http://schemas.openxmlformats.org/drawingml/2006/main" xmlns:r="http://schemas.openxmlformats.org/officeDocument/2006/relationships" xmlns:p="http://schemas.openxmlformats.org/presentationml/2006/main">
  <p:tag name="NUM" val="61"/>
</p:tagLst>
</file>

<file path=ppt/tags/tag98.xml><?xml version="1.0" encoding="utf-8"?>
<p:tagLst xmlns:a="http://schemas.openxmlformats.org/drawingml/2006/main" xmlns:r="http://schemas.openxmlformats.org/officeDocument/2006/relationships" xmlns:p="http://schemas.openxmlformats.org/presentationml/2006/main">
  <p:tag name="NUM" val="61"/>
</p:tagLst>
</file>

<file path=ppt/tags/tag99.xml><?xml version="1.0" encoding="utf-8"?>
<p:tagLst xmlns:a="http://schemas.openxmlformats.org/drawingml/2006/main" xmlns:r="http://schemas.openxmlformats.org/officeDocument/2006/relationships" xmlns:p="http://schemas.openxmlformats.org/presentationml/2006/main">
  <p:tag name="NUM" val="61"/>
</p:tagLst>
</file>

<file path=ppt/tags/tag100.xml><?xml version="1.0" encoding="utf-8"?>
<p:tagLst xmlns:a="http://schemas.openxmlformats.org/drawingml/2006/main" xmlns:r="http://schemas.openxmlformats.org/officeDocument/2006/relationships" xmlns:p="http://schemas.openxmlformats.org/presentationml/2006/main">
  <p:tag name="NUM" val="61"/>
</p:tagLst>
</file>

<file path=ppt/theme/theme1.xml><?xml version="1.0" encoding="utf-8"?>
<a:theme xmlns:a="http://schemas.openxmlformats.org/drawingml/2006/main" name="Présentation bureautique">
  <a:themeElements>
    <a:clrScheme name="Bouygues_colors">
      <a:dk1>
        <a:srgbClr val="102031"/>
      </a:dk1>
      <a:lt1>
        <a:srgbClr val="FFFFFF"/>
      </a:lt1>
      <a:dk2>
        <a:srgbClr val="FACA00"/>
      </a:dk2>
      <a:lt2>
        <a:srgbClr val="FACA00"/>
      </a:lt2>
      <a:accent1>
        <a:srgbClr val="00A885"/>
      </a:accent1>
      <a:accent2>
        <a:srgbClr val="F1A500"/>
      </a:accent2>
      <a:accent3>
        <a:srgbClr val="E65012"/>
      </a:accent3>
      <a:accent4>
        <a:srgbClr val="00B7B5"/>
      </a:accent4>
      <a:accent5>
        <a:srgbClr val="93C52A"/>
      </a:accent5>
      <a:accent6>
        <a:srgbClr val="4A4A49"/>
      </a:accent6>
      <a:hlink>
        <a:srgbClr val="102031"/>
      </a:hlink>
      <a:folHlink>
        <a:srgbClr val="1C2959"/>
      </a:folHlink>
    </a:clrScheme>
    <a:fontScheme name="Personnalisé Calibri">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C2959"/>
        </a:solidFill>
        <a:ln w="12660" cap="flat">
          <a:noFill/>
          <a:prstDash val="solid"/>
          <a:miter/>
        </a:ln>
      </a:spPr>
      <a:bodyPr rtlCol="0" anchor="ctr"/>
      <a:lstStyle>
        <a:defPPr algn="l">
          <a:defRPr/>
        </a:defPPr>
      </a:lstStyle>
    </a:spDef>
  </a:objectDefaults>
  <a:extraClrSchemeLst/>
  <a:extLst>
    <a:ext uri="{05A4C25C-085E-4340-85A3-A5531E510DB2}">
      <thm15:themeFamily xmlns:thm15="http://schemas.microsoft.com/office/thememl/2012/main" name="Présentation1" id="{0A38A2D6-6E90-4A21-8F80-28C6C580E71B}" vid="{D4FBEBBA-6767-4A20-BFF9-9EB14473DDF6}"/>
    </a:ext>
  </a:extLst>
</a:theme>
</file>

<file path=ppt/theme/theme2.xml><?xml version="1.0" encoding="utf-8"?>
<a:theme xmlns:a="http://schemas.openxmlformats.org/drawingml/2006/main" name="Architecture_masque">
  <a:themeElements>
    <a:clrScheme name="Personnalisé 5">
      <a:dk1>
        <a:srgbClr val="102031"/>
      </a:dk1>
      <a:lt1>
        <a:srgbClr val="FFFFFF"/>
      </a:lt1>
      <a:dk2>
        <a:srgbClr val="FACA00"/>
      </a:dk2>
      <a:lt2>
        <a:srgbClr val="FACA00"/>
      </a:lt2>
      <a:accent1>
        <a:srgbClr val="00A885"/>
      </a:accent1>
      <a:accent2>
        <a:srgbClr val="F1A500"/>
      </a:accent2>
      <a:accent3>
        <a:srgbClr val="E65012"/>
      </a:accent3>
      <a:accent4>
        <a:srgbClr val="00B7B5"/>
      </a:accent4>
      <a:accent5>
        <a:srgbClr val="93C52A"/>
      </a:accent5>
      <a:accent6>
        <a:srgbClr val="4A4A49"/>
      </a:accent6>
      <a:hlink>
        <a:srgbClr val="102031"/>
      </a:hlink>
      <a:folHlink>
        <a:srgbClr val="1C2959"/>
      </a:folHlink>
    </a:clrScheme>
    <a:fontScheme name="Personnalisé 1">
      <a:majorFont>
        <a:latin typeface="Avenir Book"/>
        <a:ea typeface=""/>
        <a:cs typeface=""/>
      </a:majorFont>
      <a:minorFont>
        <a:latin typeface="Avenir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defRPr sz="1200" dirty="0" smtClean="0">
            <a:ln w="9525">
              <a:solidFill>
                <a:srgbClr val="FF5A28">
                  <a:alpha val="50000"/>
                </a:srgbClr>
              </a:solidFill>
            </a:ln>
            <a:solidFill>
              <a:srgbClr val="E65012">
                <a:alpha val="50000"/>
              </a:srgbClr>
            </a:solidFill>
            <a:latin typeface="+mj-lt"/>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Architecture_Section">
  <a:themeElements>
    <a:clrScheme name="Personnalisé 5">
      <a:dk1>
        <a:srgbClr val="102031"/>
      </a:dk1>
      <a:lt1>
        <a:srgbClr val="FFFFFF"/>
      </a:lt1>
      <a:dk2>
        <a:srgbClr val="FACA00"/>
      </a:dk2>
      <a:lt2>
        <a:srgbClr val="FACA00"/>
      </a:lt2>
      <a:accent1>
        <a:srgbClr val="00A885"/>
      </a:accent1>
      <a:accent2>
        <a:srgbClr val="F1A500"/>
      </a:accent2>
      <a:accent3>
        <a:srgbClr val="E65012"/>
      </a:accent3>
      <a:accent4>
        <a:srgbClr val="00B7B5"/>
      </a:accent4>
      <a:accent5>
        <a:srgbClr val="93C52A"/>
      </a:accent5>
      <a:accent6>
        <a:srgbClr val="4A4A49"/>
      </a:accent6>
      <a:hlink>
        <a:srgbClr val="102031"/>
      </a:hlink>
      <a:folHlink>
        <a:srgbClr val="1C2959"/>
      </a:folHlink>
    </a:clrScheme>
    <a:fontScheme name="Personnalisé 1">
      <a:majorFont>
        <a:latin typeface="Avenir Book"/>
        <a:ea typeface=""/>
        <a:cs typeface=""/>
      </a:majorFont>
      <a:minorFont>
        <a:latin typeface="Avenir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n052ae6ce5fe48d585b4ce219bb73d0e xmlns="95235cfd-2d18-42eb-8ffc-01f090d3b392">
      <Terms xmlns="http://schemas.microsoft.com/office/infopath/2007/PartnerControls"/>
    </n052ae6ce5fe48d585b4ce219bb73d0e>
    <b7665f99c0fe44919cb3218cc8e5302c xmlns="95235cfd-2d18-42eb-8ffc-01f090d3b392">
      <Terms xmlns="http://schemas.microsoft.com/office/infopath/2007/PartnerControls">
        <TermInfo xmlns="http://schemas.microsoft.com/office/infopath/2007/PartnerControls">
          <TermName xmlns="http://schemas.microsoft.com/office/infopath/2007/PartnerControls">00 00 A classer</TermName>
          <TermId xmlns="http://schemas.microsoft.com/office/infopath/2007/PartnerControls">06ef1ee2-e7bf-4474-9d1e-c5fbf4f3b42b</TermId>
        </TermInfo>
      </Terms>
    </b7665f99c0fe44919cb3218cc8e5302c>
    <TaxCatchAll xmlns="95235cfd-2d18-42eb-8ffc-01f090d3b392">
      <Value>1</Value>
    </TaxCatchAll>
    <ComUnityFolder xmlns="95235cfd-2d18-42eb-8ffc-01f090d3b392">
      <Url xsi:nil="true"/>
      <Description xsi:nil="true"/>
    </ComUnityFolder>
    <b1c94e71d43e47329629adb2299a7407 xmlns="95235cfd-2d18-42eb-8ffc-01f090d3b392">
      <Terms xmlns="http://schemas.microsoft.com/office/infopath/2007/PartnerControls"/>
    </b1c94e71d43e47329629adb2299a7407>
    <aa574486944c4b4183531de588537b4d xmlns="95235cfd-2d18-42eb-8ffc-01f090d3b392">
      <Terms xmlns="http://schemas.microsoft.com/office/infopath/2007/PartnerControls"/>
    </aa574486944c4b4183531de588537b4d>
    <bc25f8494e694b549ba275b5de656855 xmlns="95235cfd-2d18-42eb-8ffc-01f090d3b392">
      <Terms xmlns="http://schemas.microsoft.com/office/infopath/2007/PartnerControls"/>
    </bc25f8494e694b549ba275b5de656855>
    <_dlc_DocId xmlns="55b30ecb-2f58-4ebc-8d15-16073e63dc56">CWKSP-501984039-26671</_dlc_DocId>
    <_dlc_DocIdUrl xmlns="55b30ecb-2f58-4ebc-8d15-16073e63dc56">
      <Url>https://bouyguesconstruction.sharepoint.com/sites/bycnitarchitecture/_layouts/15/DocIdRedir.aspx?ID=CWKSP-501984039-26671</Url>
      <Description>CWKSP-501984039-26671</Description>
    </_dlc_DocIdUrl>
  </documentManagement>
</p:properties>
</file>

<file path=customXml/item3.xml><?xml version="1.0" encoding="utf-8"?>
<ct:contentTypeSchema xmlns:ct="http://schemas.microsoft.com/office/2006/metadata/contentType" xmlns:ma="http://schemas.microsoft.com/office/2006/metadata/properties/metaAttributes" ct:_="" ma:_="" ma:contentTypeName="Word BYCN" ma:contentTypeID="0x01010004BBCBFDEBB3864BA0EFED7044CA4B2801004C8FE6902124594285FC1C1285DCF30B" ma:contentTypeVersion="2" ma:contentTypeDescription="Create a new document." ma:contentTypeScope="" ma:versionID="fd14c3e0d22c58c23ac04c57ff2f828a">
  <xsd:schema xmlns:xsd="http://www.w3.org/2001/XMLSchema" xmlns:xs="http://www.w3.org/2001/XMLSchema" xmlns:p="http://schemas.microsoft.com/office/2006/metadata/properties" xmlns:ns2="95235cfd-2d18-42eb-8ffc-01f090d3b392" xmlns:ns3="55b30ecb-2f58-4ebc-8d15-16073e63dc56" targetNamespace="http://schemas.microsoft.com/office/2006/metadata/properties" ma:root="true" ma:fieldsID="3244a9b4a5729db8bab5b77e93dd427c" ns2:_="" ns3:_="">
    <xsd:import namespace="95235cfd-2d18-42eb-8ffc-01f090d3b392"/>
    <xsd:import namespace="55b30ecb-2f58-4ebc-8d15-16073e63dc56"/>
    <xsd:element name="properties">
      <xsd:complexType>
        <xsd:sequence>
          <xsd:element name="documentManagement">
            <xsd:complexType>
              <xsd:all>
                <xsd:element ref="ns2:b7665f99c0fe44919cb3218cc8e5302c" minOccurs="0"/>
                <xsd:element ref="ns2:TaxCatchAll" minOccurs="0"/>
                <xsd:element ref="ns2:TaxCatchAllLabel" minOccurs="0"/>
                <xsd:element ref="ns2:ComUnityFolder" minOccurs="0"/>
                <xsd:element ref="ns2:bc25f8494e694b549ba275b5de656855" minOccurs="0"/>
                <xsd:element ref="ns2:b1c94e71d43e47329629adb2299a7407" minOccurs="0"/>
                <xsd:element ref="ns2:n052ae6ce5fe48d585b4ce219bb73d0e" minOccurs="0"/>
                <xsd:element ref="ns2:aa574486944c4b4183531de588537b4d"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235cfd-2d18-42eb-8ffc-01f090d3b392" elementFormDefault="qualified">
    <xsd:import namespace="http://schemas.microsoft.com/office/2006/documentManagement/types"/>
    <xsd:import namespace="http://schemas.microsoft.com/office/infopath/2007/PartnerControls"/>
    <xsd:element name="b7665f99c0fe44919cb3218cc8e5302c" ma:index="8" nillable="true" ma:taxonomy="true" ma:internalName="b7665f99c0fe44919cb3218cc8e5302c" ma:taxonomyFieldName="ArchiveClassificationPlan" ma:displayName="Archive Classification Plan" ma:default="1;#00 00 A classer|06ef1ee2-e7bf-4474-9d1e-c5fbf4f3b42b" ma:fieldId="{b7665f99-c0fe-4491-9cb3-218cc8e5302c}" ma:sspId="18ace0e7-60a4-4acf-87da-1c47a991bb86" ma:termSetId="26353664-7461-4f07-87dd-daa2874ea87e"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e85c52b0-9dc1-4b7d-8333-5b994c516a88}" ma:internalName="TaxCatchAll" ma:showField="CatchAllData" ma:web="55b30ecb-2f58-4ebc-8d15-16073e63dc56">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e85c52b0-9dc1-4b7d-8333-5b994c516a88}" ma:internalName="TaxCatchAllLabel" ma:readOnly="true" ma:showField="CatchAllDataLabel" ma:web="55b30ecb-2f58-4ebc-8d15-16073e63dc56">
      <xsd:complexType>
        <xsd:complexContent>
          <xsd:extension base="dms:MultiChoiceLookup">
            <xsd:sequence>
              <xsd:element name="Value" type="dms:Lookup" maxOccurs="unbounded" minOccurs="0" nillable="true"/>
            </xsd:sequence>
          </xsd:extension>
        </xsd:complexContent>
      </xsd:complexType>
    </xsd:element>
    <xsd:element name="ComUnityFolder" ma:index="12" nillable="true" ma:displayName="Folder" ma:internalName="ComUnityFolder">
      <xsd:complexType>
        <xsd:complexContent>
          <xsd:extension base="dms:URL">
            <xsd:sequence>
              <xsd:element name="Url" type="dms:ValidUrl" minOccurs="0" nillable="true"/>
              <xsd:element name="Description" type="xsd:string" nillable="true"/>
            </xsd:sequence>
          </xsd:extension>
        </xsd:complexContent>
      </xsd:complexType>
    </xsd:element>
    <xsd:element name="bc25f8494e694b549ba275b5de656855" ma:index="13" nillable="true" ma:taxonomy="true" ma:internalName="bc25f8494e694b549ba275b5de656855" ma:taxonomyFieldName="Organisation" ma:displayName="Organisation" ma:fieldId="{bc25f849-4e69-4b54-9ba2-75b5de656855}" ma:sspId="18ace0e7-60a4-4acf-87da-1c47a991bb86" ma:termSetId="45cd4057-b767-4ebf-98f6-4028b8e5bef9" ma:anchorId="00000000-0000-0000-0000-000000000000" ma:open="false" ma:isKeyword="false">
      <xsd:complexType>
        <xsd:sequence>
          <xsd:element ref="pc:Terms" minOccurs="0" maxOccurs="1"/>
        </xsd:sequence>
      </xsd:complexType>
    </xsd:element>
    <xsd:element name="b1c94e71d43e47329629adb2299a7407" ma:index="15" nillable="true" ma:taxonomy="true" ma:internalName="b1c94e71d43e47329629adb2299a7407" ma:taxonomyFieldName="WorkspaceClassification" ma:displayName="Workspace classification" ma:fieldId="{b1c94e71-d43e-4732-9629-adb2299a7407}" ma:sspId="18ace0e7-60a4-4acf-87da-1c47a991bb86" ma:termSetId="22f1860e-f59a-4db1-b21a-a41c5c8ed1ec" ma:anchorId="00000000-0000-0000-0000-000000000000" ma:open="false" ma:isKeyword="false">
      <xsd:complexType>
        <xsd:sequence>
          <xsd:element ref="pc:Terms" minOccurs="0" maxOccurs="1"/>
        </xsd:sequence>
      </xsd:complexType>
    </xsd:element>
    <xsd:element name="n052ae6ce5fe48d585b4ce219bb73d0e" ma:index="17" nillable="true" ma:taxonomy="true" ma:internalName="n052ae6ce5fe48d585b4ce219bb73d0e" ma:taxonomyFieldName="SupportServices" ma:displayName="Support services" ma:fieldId="{7052ae6c-e5fe-48d5-85b4-ce219bb73d0e}" ma:sspId="18ace0e7-60a4-4acf-87da-1c47a991bb86" ma:termSetId="813098a9-32ee-4127-b4ec-488cb7a25468" ma:anchorId="00000000-0000-0000-0000-000000000000" ma:open="false" ma:isKeyword="false">
      <xsd:complexType>
        <xsd:sequence>
          <xsd:element ref="pc:Terms" minOccurs="0" maxOccurs="1"/>
        </xsd:sequence>
      </xsd:complexType>
    </xsd:element>
    <xsd:element name="aa574486944c4b4183531de588537b4d" ma:index="19" nillable="true" ma:taxonomy="true" ma:internalName="aa574486944c4b4183531de588537b4d" ma:taxonomyFieldName="ClassificationLevel" ma:displayName="Classification level" ma:fieldId="{aa574486-944c-4b41-8353-1de588537b4d}" ma:sspId="18ace0e7-60a4-4acf-87da-1c47a991bb86" ma:termSetId="b84a82df-7dfe-42a8-9650-82042eeb9fd0"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5b30ecb-2f58-4ebc-8d15-16073e63dc56" elementFormDefault="qualified">
    <xsd:import namespace="http://schemas.microsoft.com/office/2006/documentManagement/types"/>
    <xsd:import namespace="http://schemas.microsoft.com/office/infopath/2007/PartnerControls"/>
    <xsd:element name="_dlc_DocId" ma:index="21" nillable="true" ma:displayName="Document ID Value" ma:description="The value of the document ID assigned to this item." ma:indexed="true" ma:internalName="_dlc_DocId" ma:readOnly="true">
      <xsd:simpleType>
        <xsd:restriction base="dms:Text"/>
      </xsd:simpleType>
    </xsd:element>
    <xsd:element name="_dlc_DocIdUrl" ma:index="22"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3"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haredContentType xmlns="Microsoft.SharePoint.Taxonomy.ContentTypeSync" SourceId="18ace0e7-60a4-4acf-87da-1c47a991bb86" ContentTypeId="0x01010004BBCBFDEBB3864BA0EFED7044CA4B2801" PreviousValue="false" LastSyncTimeStamp="2019-08-12T06:53:30.573Z"/>
</file>

<file path=customXml/item5.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8B94D24F-5CAD-425E-BED8-874C8780952A}">
  <ds:schemaRefs>
    <ds:schemaRef ds:uri="http://schemas.microsoft.com/sharepoint/v3/contenttype/forms"/>
  </ds:schemaRefs>
</ds:datastoreItem>
</file>

<file path=customXml/itemProps2.xml><?xml version="1.0" encoding="utf-8"?>
<ds:datastoreItem xmlns:ds="http://schemas.openxmlformats.org/officeDocument/2006/customXml" ds:itemID="{5A26F58D-9022-4CC1-86B8-F3575418F088}">
  <ds:schemaRefs>
    <ds:schemaRef ds:uri="http://schemas.openxmlformats.org/package/2006/metadata/core-properties"/>
    <ds:schemaRef ds:uri="http://purl.org/dc/elements/1.1/"/>
    <ds:schemaRef ds:uri="http://schemas.microsoft.com/office/infopath/2007/PartnerControls"/>
    <ds:schemaRef ds:uri="http://www.w3.org/XML/1998/namespace"/>
    <ds:schemaRef ds:uri="http://schemas.microsoft.com/office/2006/metadata/properties"/>
    <ds:schemaRef ds:uri="http://schemas.microsoft.com/office/2006/documentManagement/types"/>
    <ds:schemaRef ds:uri="http://purl.org/dc/dcmitype/"/>
    <ds:schemaRef ds:uri="88c7bd85-e539-4c8b-a853-68a5ab2ab45d"/>
    <ds:schemaRef ds:uri="http://purl.org/dc/terms/"/>
  </ds:schemaRefs>
</ds:datastoreItem>
</file>

<file path=customXml/itemProps3.xml><?xml version="1.0" encoding="utf-8"?>
<ds:datastoreItem xmlns:ds="http://schemas.openxmlformats.org/officeDocument/2006/customXml" ds:itemID="{EDB0DDB0-4D48-448A-AF36-B2D91964CC0E}"/>
</file>

<file path=customXml/itemProps4.xml><?xml version="1.0" encoding="utf-8"?>
<ds:datastoreItem xmlns:ds="http://schemas.openxmlformats.org/officeDocument/2006/customXml" ds:itemID="{02CBA0D0-63D9-46B1-AF34-4E519D1AD4C3}"/>
</file>

<file path=customXml/itemProps5.xml><?xml version="1.0" encoding="utf-8"?>
<ds:datastoreItem xmlns:ds="http://schemas.openxmlformats.org/officeDocument/2006/customXml" ds:itemID="{8CE83EF3-D45D-48F7-A979-4EF513C29D3F}"/>
</file>

<file path=docMetadata/LabelInfo.xml><?xml version="1.0" encoding="utf-8"?>
<clbl:labelList xmlns:clbl="http://schemas.microsoft.com/office/2020/mipLabelMetadata">
  <clbl:label id="{30bf8dd8-0e1a-4c8f-b6c1-bc28bc4c2a10}" enabled="0" method="" siteId="{30bf8dd8-0e1a-4c8f-b6c1-bc28bc4c2a10}" removed="1"/>
  <clbl:label id="{4a3d9983-e936-4837-9552-9d9126a92eb0}" enabled="0" method="" siteId="{4a3d9983-e936-4837-9552-9d9126a92eb0}" removed="1"/>
  <clbl:label id="{af3cd2ba-39fc-428b-a333-80f7eb18b18d}" enabled="1" method="Standard" siteId="{e8b88f3d-222b-4ce5-b9d1-46b0ff9466a0}" removed="0"/>
</clbl:labelList>
</file>

<file path=docProps/app.xml><?xml version="1.0" encoding="utf-8"?>
<Properties xmlns="http://schemas.openxmlformats.org/officeDocument/2006/extended-properties" xmlns:vt="http://schemas.openxmlformats.org/officeDocument/2006/docPropsVTypes">
  <Template/>
  <TotalTime>6232</TotalTime>
  <Words>3337</Words>
  <Application>Microsoft Office PowerPoint</Application>
  <PresentationFormat>Grand écran</PresentationFormat>
  <Paragraphs>567</Paragraphs>
  <Slides>22</Slides>
  <Notes>2</Notes>
  <HiddenSlides>0</HiddenSlides>
  <MMClips>0</MMClips>
  <ScaleCrop>false</ScaleCrop>
  <HeadingPairs>
    <vt:vector size="6" baseType="variant">
      <vt:variant>
        <vt:lpstr>Polices utilisées</vt:lpstr>
      </vt:variant>
      <vt:variant>
        <vt:i4>13</vt:i4>
      </vt:variant>
      <vt:variant>
        <vt:lpstr>Thème</vt:lpstr>
      </vt:variant>
      <vt:variant>
        <vt:i4>3</vt:i4>
      </vt:variant>
      <vt:variant>
        <vt:lpstr>Titres des diapositives</vt:lpstr>
      </vt:variant>
      <vt:variant>
        <vt:i4>22</vt:i4>
      </vt:variant>
    </vt:vector>
  </HeadingPairs>
  <TitlesOfParts>
    <vt:vector size="38" baseType="lpstr">
      <vt:lpstr>Calibri Light</vt:lpstr>
      <vt:lpstr>Avenir Light</vt:lpstr>
      <vt:lpstr>Avenir Book (Corps)</vt:lpstr>
      <vt:lpstr>Arial</vt:lpstr>
      <vt:lpstr>Avenir Next LT Pro</vt:lpstr>
      <vt:lpstr>Impact</vt:lpstr>
      <vt:lpstr>Avenir Black</vt:lpstr>
      <vt:lpstr>Barlow Black</vt:lpstr>
      <vt:lpstr>Verdana (Corps)</vt:lpstr>
      <vt:lpstr>Avenir LT 45 Book</vt:lpstr>
      <vt:lpstr>Wingdings</vt:lpstr>
      <vt:lpstr>Avenir Book</vt:lpstr>
      <vt:lpstr>Calibri</vt:lpstr>
      <vt:lpstr>Présentation bureautique</vt:lpstr>
      <vt:lpstr>Architecture_masque</vt:lpstr>
      <vt:lpstr>Architecture_Section</vt:lpstr>
      <vt:lpstr>Présentation PowerPoint</vt:lpstr>
      <vt:lpstr>I Activités de la communauté des architectes</vt:lpstr>
      <vt:lpstr>I PROPOSITION : La cinématique cible d’un projet</vt:lpstr>
      <vt:lpstr>L’architecture et les instructions projets</vt:lpstr>
      <vt:lpstr>Synthèse de l’étude d’architecture</vt:lpstr>
      <vt:lpstr>Introduction &amp; objectifs</vt:lpstr>
      <vt:lpstr>Introduction &amp; objectifs</vt:lpstr>
      <vt:lpstr>Introduction &amp; objectifs</vt:lpstr>
      <vt:lpstr>Introduction &amp; objectifs</vt:lpstr>
      <vt:lpstr>Introduction &amp; objectifs</vt:lpstr>
      <vt:lpstr>Détail du positionnement fonctionnel</vt:lpstr>
      <vt:lpstr>Détail du positionnement fonctionnel</vt:lpstr>
      <vt:lpstr>Détail du positionnement fonctionnel</vt:lpstr>
      <vt:lpstr>Détail du positionnement applicatif</vt:lpstr>
      <vt:lpstr>Identité</vt:lpstr>
      <vt:lpstr>Identité</vt:lpstr>
      <vt:lpstr>identité </vt:lpstr>
      <vt:lpstr>POPULATIONS </vt:lpstr>
      <vt:lpstr>POPULATIONS </vt:lpstr>
      <vt:lpstr>POPULATIONS </vt:lpstr>
      <vt:lpstr>Prochaines étapes</vt:lpstr>
      <vt:lpstr>ANNEXES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thibaut willemant</dc:creator>
  <cp:lastModifiedBy>GIRAUD, Gilles (ONEPOINT)</cp:lastModifiedBy>
  <cp:revision>5</cp:revision>
  <dcterms:created xsi:type="dcterms:W3CDTF">2023-02-07T08:31:07Z</dcterms:created>
  <dcterms:modified xsi:type="dcterms:W3CDTF">2025-03-10T14:55:33Z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0x01010004BBCBFDEBB3864BA0EFED7044CA4B2801004C8FE6902124594285FC1C1285DCF30B</vt:lpwstr>
  </property>
  <property fmtid="{D5CDD505-2E9C-101B-9397-08002B2CF9AE}" pid="4" name="ClassificationLevel">
    <vt:lpwstr/>
  </property>
  <property fmtid="{D5CDD505-2E9C-101B-9397-08002B2CF9AE}" pid="5" name="SupportServices">
    <vt:lpwstr/>
  </property>
  <property fmtid="{D5CDD505-2E9C-101B-9397-08002B2CF9AE}" pid="6" name="Organisation">
    <vt:lpwstr/>
  </property>
  <property fmtid="{D5CDD505-2E9C-101B-9397-08002B2CF9AE}" pid="7" name="WorkspaceClassification">
    <vt:lpwstr/>
  </property>
  <property fmtid="{D5CDD505-2E9C-101B-9397-08002B2CF9AE}" pid="8" name="ArchiveClassificationPlan">
    <vt:lpwstr>1;#00 00 A classer|06ef1ee2-e7bf-4474-9d1e-c5fbf4f3b42b</vt:lpwstr>
  </property>
  <property fmtid="{D5CDD505-2E9C-101B-9397-08002B2CF9AE}" pid="9" name="lcf76f155ced4ddcb4097134ff3c332f">
    <vt:lpwstr/>
  </property>
  <property fmtid="{D5CDD505-2E9C-101B-9397-08002B2CF9AE}" pid="10" name="_dlc_DocIdItemGuid">
    <vt:lpwstr>5ef28bc0-9430-4ac8-a3ab-438a4e9b94f0</vt:lpwstr>
  </property>
  <property fmtid="{D5CDD505-2E9C-101B-9397-08002B2CF9AE}" pid="11" name="xd_ProgID">
    <vt:lpwstr/>
  </property>
  <property fmtid="{D5CDD505-2E9C-101B-9397-08002B2CF9AE}" pid="12" name="_dlc_DocId">
    <vt:lpwstr>CWKSP-1572697757-1451</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_dlc_DocIdUrl">
    <vt:lpwstr>https://bouyguesconstruction.sharepoint.com/sites/bycnitbycnitdacdsarchitecture/_layouts/15/DocIdRedir.aspx?ID=CWKSP-1572697757-1451, CWKSP-1572697757-1451</vt:lpwstr>
  </property>
  <property fmtid="{D5CDD505-2E9C-101B-9397-08002B2CF9AE}" pid="18" name="ComUnityFolder">
    <vt:lpwstr>, </vt:lpwstr>
  </property>
  <property fmtid="{D5CDD505-2E9C-101B-9397-08002B2CF9AE}" pid="19" name="xd_Signature">
    <vt:lpwstr/>
  </property>
  <property fmtid="{D5CDD505-2E9C-101B-9397-08002B2CF9AE}" pid="20" name="b7665f99c0fe44919cb3218cc8e5302c">
    <vt:lpwstr>00 00 A classer|06ef1ee2-e7bf-4474-9d1e-c5fbf4f3b42b</vt:lpwstr>
  </property>
  <property fmtid="{D5CDD505-2E9C-101B-9397-08002B2CF9AE}" pid="21" name="_SourceUrl">
    <vt:lpwstr/>
  </property>
  <property fmtid="{D5CDD505-2E9C-101B-9397-08002B2CF9AE}" pid="22" name="_SharedFileIndex">
    <vt:lpwstr/>
  </property>
</Properties>
</file>