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6"/>
  </p:sldMasterIdLst>
  <p:notesMasterIdLst>
    <p:notesMasterId r:id="rId18"/>
  </p:notesMasterIdLst>
  <p:handoutMasterIdLst>
    <p:handoutMasterId r:id="rId19"/>
  </p:handoutMasterIdLst>
  <p:sldIdLst>
    <p:sldId id="490" r:id="rId7"/>
    <p:sldId id="455" r:id="rId8"/>
    <p:sldId id="502" r:id="rId9"/>
    <p:sldId id="402" r:id="rId10"/>
    <p:sldId id="462" r:id="rId11"/>
    <p:sldId id="503" r:id="rId12"/>
    <p:sldId id="500" r:id="rId13"/>
    <p:sldId id="505" r:id="rId14"/>
    <p:sldId id="504" r:id="rId15"/>
    <p:sldId id="501" r:id="rId16"/>
    <p:sldId id="506" r:id="rId17"/>
  </p:sldIdLst>
  <p:sldSz cx="12192000" cy="6858000"/>
  <p:notesSz cx="6858000" cy="9144000"/>
  <p:embeddedFontLst>
    <p:embeddedFont>
      <p:font typeface="Avenir Next LT Pro" panose="020B0504020202020204" pitchFamily="34" charset="0"/>
      <p:regular r:id="rId20"/>
      <p:bold r:id="rId21"/>
      <p:italic r:id="rId22"/>
      <p:boldItalic r:id="rId23"/>
    </p:embeddedFont>
    <p:embeddedFont>
      <p:font typeface="Avenir Next LT Pro Demi" panose="020B0704020202020204" pitchFamily="34" charset="0"/>
      <p:bold r:id="rId24"/>
      <p:boldItalic r:id="rId2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75113"/>
    <a:srgbClr val="000000"/>
    <a:srgbClr val="FF917B"/>
    <a:srgbClr val="102031"/>
    <a:srgbClr val="F3F2F1"/>
    <a:srgbClr val="E6E6E6"/>
    <a:srgbClr val="F2F2F2"/>
    <a:srgbClr val="C98132"/>
    <a:srgbClr val="ECF4FB"/>
    <a:srgbClr val="FFF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5DFA0-6396-4429-BB1E-177D0252FDFD}" v="18" dt="2024-10-21T15:08:38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6.fntdata"/><Relationship Id="rId33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font" Target="fonts/font5.fntdata"/><Relationship Id="rId32" Type="http://schemas.openxmlformats.org/officeDocument/2006/relationships/customXml" Target="../customXml/item6.xml"/><Relationship Id="rId28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font" Target="fonts/font4.fntdata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31" Type="http://schemas.microsoft.com/office/2015/10/relationships/revisionInfo" Target="revisionInfo.xml"/><Relationship Id="rId30" Type="http://schemas.microsoft.com/office/2016/11/relationships/changesInfo" Target="changesInfos/changesInfo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T, Charles" userId="9229ecd9-fc4a-45f9-89f9-b0c625efed60" providerId="ADAL" clId="{E795628C-ADAE-4F4F-9DD4-8477BC45B0A9}"/>
    <pc:docChg chg="custSel modSld">
      <pc:chgData name="ORIOT, Charles" userId="9229ecd9-fc4a-45f9-89f9-b0c625efed60" providerId="ADAL" clId="{E795628C-ADAE-4F4F-9DD4-8477BC45B0A9}" dt="2024-09-06T13:59:34.678" v="116"/>
      <pc:docMkLst>
        <pc:docMk/>
      </pc:docMkLst>
      <pc:sldChg chg="modSp mod">
        <pc:chgData name="ORIOT, Charles" userId="9229ecd9-fc4a-45f9-89f9-b0c625efed60" providerId="ADAL" clId="{E795628C-ADAE-4F4F-9DD4-8477BC45B0A9}" dt="2024-09-05T08:13:28.631" v="83" actId="20577"/>
        <pc:sldMkLst>
          <pc:docMk/>
          <pc:sldMk cId="3220498705" sldId="455"/>
        </pc:sldMkLst>
        <pc:spChg chg="mod">
          <ac:chgData name="ORIOT, Charles" userId="9229ecd9-fc4a-45f9-89f9-b0c625efed60" providerId="ADAL" clId="{E795628C-ADAE-4F4F-9DD4-8477BC45B0A9}" dt="2024-09-05T08:13:28.631" v="83" actId="20577"/>
          <ac:spMkLst>
            <pc:docMk/>
            <pc:sldMk cId="3220498705" sldId="455"/>
            <ac:spMk id="4" creationId="{BF2355DD-09C3-D78F-7BBA-985BCF59A07C}"/>
          </ac:spMkLst>
        </pc:spChg>
      </pc:sldChg>
      <pc:sldChg chg="modSp mod">
        <pc:chgData name="ORIOT, Charles" userId="9229ecd9-fc4a-45f9-89f9-b0c625efed60" providerId="ADAL" clId="{E795628C-ADAE-4F4F-9DD4-8477BC45B0A9}" dt="2024-09-06T13:59:29.495" v="115"/>
        <pc:sldMkLst>
          <pc:docMk/>
          <pc:sldMk cId="3687638683" sldId="500"/>
        </pc:sldMkLst>
        <pc:spChg chg="mod">
          <ac:chgData name="ORIOT, Charles" userId="9229ecd9-fc4a-45f9-89f9-b0c625efed60" providerId="ADAL" clId="{E795628C-ADAE-4F4F-9DD4-8477BC45B0A9}" dt="2024-09-06T13:59:29.495" v="115"/>
          <ac:spMkLst>
            <pc:docMk/>
            <pc:sldMk cId="3687638683" sldId="500"/>
            <ac:spMk id="4" creationId="{BF2355DD-09C3-D78F-7BBA-985BCF59A07C}"/>
          </ac:spMkLst>
        </pc:spChg>
      </pc:sldChg>
      <pc:sldChg chg="modSp mod">
        <pc:chgData name="ORIOT, Charles" userId="9229ecd9-fc4a-45f9-89f9-b0c625efed60" providerId="ADAL" clId="{E795628C-ADAE-4F4F-9DD4-8477BC45B0A9}" dt="2024-09-06T13:59:34.678" v="116"/>
        <pc:sldMkLst>
          <pc:docMk/>
          <pc:sldMk cId="3446965937" sldId="501"/>
        </pc:sldMkLst>
        <pc:spChg chg="mod">
          <ac:chgData name="ORIOT, Charles" userId="9229ecd9-fc4a-45f9-89f9-b0c625efed60" providerId="ADAL" clId="{E795628C-ADAE-4F4F-9DD4-8477BC45B0A9}" dt="2024-09-06T13:59:34.678" v="116"/>
          <ac:spMkLst>
            <pc:docMk/>
            <pc:sldMk cId="3446965937" sldId="501"/>
            <ac:spMk id="4" creationId="{BF2355DD-09C3-D78F-7BBA-985BCF59A07C}"/>
          </ac:spMkLst>
        </pc:spChg>
      </pc:sldChg>
    </pc:docChg>
  </pc:docChgLst>
  <pc:docChgLst>
    <pc:chgData name="ORIOT, Charles" userId="9229ecd9-fc4a-45f9-89f9-b0c625efed60" providerId="ADAL" clId="{2DD15492-63E4-45BC-ADB3-1E330A346C6B}"/>
    <pc:docChg chg="modSld">
      <pc:chgData name="ORIOT, Charles" userId="9229ecd9-fc4a-45f9-89f9-b0c625efed60" providerId="ADAL" clId="{2DD15492-63E4-45BC-ADB3-1E330A346C6B}" dt="2024-09-17T10:52:33.189" v="0" actId="20577"/>
      <pc:docMkLst>
        <pc:docMk/>
      </pc:docMkLst>
      <pc:sldChg chg="modSp mod">
        <pc:chgData name="ORIOT, Charles" userId="9229ecd9-fc4a-45f9-89f9-b0c625efed60" providerId="ADAL" clId="{2DD15492-63E4-45BC-ADB3-1E330A346C6B}" dt="2024-09-17T10:52:33.189" v="0" actId="20577"/>
        <pc:sldMkLst>
          <pc:docMk/>
          <pc:sldMk cId="3446965937" sldId="501"/>
        </pc:sldMkLst>
        <pc:spChg chg="mod">
          <ac:chgData name="ORIOT, Charles" userId="9229ecd9-fc4a-45f9-89f9-b0c625efed60" providerId="ADAL" clId="{2DD15492-63E4-45BC-ADB3-1E330A346C6B}" dt="2024-09-17T10:52:33.189" v="0" actId="20577"/>
          <ac:spMkLst>
            <pc:docMk/>
            <pc:sldMk cId="3446965937" sldId="501"/>
            <ac:spMk id="4" creationId="{BF2355DD-09C3-D78F-7BBA-985BCF59A07C}"/>
          </ac:spMkLst>
        </pc:spChg>
      </pc:sldChg>
    </pc:docChg>
  </pc:docChgLst>
  <pc:docChgLst>
    <pc:chgData name="ORIOT, Charles" userId="9229ecd9-fc4a-45f9-89f9-b0c625efed60" providerId="ADAL" clId="{5C85DFA0-6396-4429-BB1E-177D0252FDFD}"/>
    <pc:docChg chg="custSel addSld delSld modSld sldOrd">
      <pc:chgData name="ORIOT, Charles" userId="9229ecd9-fc4a-45f9-89f9-b0c625efed60" providerId="ADAL" clId="{5C85DFA0-6396-4429-BB1E-177D0252FDFD}" dt="2024-11-04T17:54:51.429" v="3399" actId="6549"/>
      <pc:docMkLst>
        <pc:docMk/>
      </pc:docMkLst>
      <pc:sldChg chg="delSp modSp add del mod modTransition">
        <pc:chgData name="ORIOT, Charles" userId="9229ecd9-fc4a-45f9-89f9-b0c625efed60" providerId="ADAL" clId="{5C85DFA0-6396-4429-BB1E-177D0252FDFD}" dt="2024-10-04T15:07:19.023" v="391" actId="1076"/>
        <pc:sldMkLst>
          <pc:docMk/>
          <pc:sldMk cId="3003740019" sldId="402"/>
        </pc:sldMkLst>
        <pc:spChg chg="del mod">
          <ac:chgData name="ORIOT, Charles" userId="9229ecd9-fc4a-45f9-89f9-b0c625efed60" providerId="ADAL" clId="{5C85DFA0-6396-4429-BB1E-177D0252FDFD}" dt="2024-10-04T15:06:51.999" v="388" actId="478"/>
          <ac:spMkLst>
            <pc:docMk/>
            <pc:sldMk cId="3003740019" sldId="402"/>
            <ac:spMk id="2" creationId="{C8271E35-F700-3F26-9ECC-8FB0D446A11B}"/>
          </ac:spMkLst>
        </pc:spChg>
        <pc:spChg chg="del mod">
          <ac:chgData name="ORIOT, Charles" userId="9229ecd9-fc4a-45f9-89f9-b0c625efed60" providerId="ADAL" clId="{5C85DFA0-6396-4429-BB1E-177D0252FDFD}" dt="2024-10-04T15:07:04.605" v="389" actId="478"/>
          <ac:spMkLst>
            <pc:docMk/>
            <pc:sldMk cId="3003740019" sldId="402"/>
            <ac:spMk id="3" creationId="{E1A0182C-3229-6423-3C0B-F1216D5714C9}"/>
          </ac:spMkLst>
        </pc:spChg>
        <pc:spChg chg="mod">
          <ac:chgData name="ORIOT, Charles" userId="9229ecd9-fc4a-45f9-89f9-b0c625efed60" providerId="ADAL" clId="{5C85DFA0-6396-4429-BB1E-177D0252FDFD}" dt="2024-10-04T15:03:30.557" v="374"/>
          <ac:spMkLst>
            <pc:docMk/>
            <pc:sldMk cId="3003740019" sldId="402"/>
            <ac:spMk id="4" creationId="{0BBA473B-A092-3680-A5B8-76A0A43CB305}"/>
          </ac:spMkLst>
        </pc:spChg>
        <pc:spChg chg="mod">
          <ac:chgData name="ORIOT, Charles" userId="9229ecd9-fc4a-45f9-89f9-b0c625efed60" providerId="ADAL" clId="{5C85DFA0-6396-4429-BB1E-177D0252FDFD}" dt="2024-10-04T15:05:18.034" v="385" actId="404"/>
          <ac:spMkLst>
            <pc:docMk/>
            <pc:sldMk cId="3003740019" sldId="402"/>
            <ac:spMk id="10" creationId="{0A976B17-C1A9-9696-2FC0-EC24325B3D9A}"/>
          </ac:spMkLst>
        </pc:spChg>
        <pc:spChg chg="mod">
          <ac:chgData name="ORIOT, Charles" userId="9229ecd9-fc4a-45f9-89f9-b0c625efed60" providerId="ADAL" clId="{5C85DFA0-6396-4429-BB1E-177D0252FDFD}" dt="2024-10-04T15:05:04.979" v="381" actId="255"/>
          <ac:spMkLst>
            <pc:docMk/>
            <pc:sldMk cId="3003740019" sldId="402"/>
            <ac:spMk id="11" creationId="{BC7B3665-E28A-7C87-9045-574594DA06CA}"/>
          </ac:spMkLst>
        </pc:spChg>
        <pc:spChg chg="mod">
          <ac:chgData name="ORIOT, Charles" userId="9229ecd9-fc4a-45f9-89f9-b0c625efed60" providerId="ADAL" clId="{5C85DFA0-6396-4429-BB1E-177D0252FDFD}" dt="2024-10-04T15:04:48.757" v="380" actId="404"/>
          <ac:spMkLst>
            <pc:docMk/>
            <pc:sldMk cId="3003740019" sldId="402"/>
            <ac:spMk id="12" creationId="{1FD5AC0D-4E20-3CCD-24F2-D4522D582513}"/>
          </ac:spMkLst>
        </pc:spChg>
        <pc:spChg chg="mod">
          <ac:chgData name="ORIOT, Charles" userId="9229ecd9-fc4a-45f9-89f9-b0c625efed60" providerId="ADAL" clId="{5C85DFA0-6396-4429-BB1E-177D0252FDFD}" dt="2024-10-04T15:04:17.490" v="378" actId="14100"/>
          <ac:spMkLst>
            <pc:docMk/>
            <pc:sldMk cId="3003740019" sldId="402"/>
            <ac:spMk id="21" creationId="{52321A92-BC3C-E52C-D5D1-D7AA547EEFCB}"/>
          </ac:spMkLst>
        </pc:spChg>
        <pc:spChg chg="mod">
          <ac:chgData name="ORIOT, Charles" userId="9229ecd9-fc4a-45f9-89f9-b0c625efed60" providerId="ADAL" clId="{5C85DFA0-6396-4429-BB1E-177D0252FDFD}" dt="2024-10-04T15:05:30.694" v="387" actId="404"/>
          <ac:spMkLst>
            <pc:docMk/>
            <pc:sldMk cId="3003740019" sldId="402"/>
            <ac:spMk id="22" creationId="{C954922E-B326-456C-0413-62B06E0C8F9B}"/>
          </ac:spMkLst>
        </pc:spChg>
        <pc:spChg chg="mod">
          <ac:chgData name="ORIOT, Charles" userId="9229ecd9-fc4a-45f9-89f9-b0c625efed60" providerId="ADAL" clId="{5C85DFA0-6396-4429-BB1E-177D0252FDFD}" dt="2024-10-04T15:05:12.078" v="383" actId="404"/>
          <ac:spMkLst>
            <pc:docMk/>
            <pc:sldMk cId="3003740019" sldId="402"/>
            <ac:spMk id="30" creationId="{68057C20-F41E-B522-A9EF-B139F96A5B9E}"/>
          </ac:spMkLst>
        </pc:spChg>
        <pc:spChg chg="mod">
          <ac:chgData name="ORIOT, Charles" userId="9229ecd9-fc4a-45f9-89f9-b0c625efed60" providerId="ADAL" clId="{5C85DFA0-6396-4429-BB1E-177D0252FDFD}" dt="2024-10-04T15:07:19.023" v="391" actId="1076"/>
          <ac:spMkLst>
            <pc:docMk/>
            <pc:sldMk cId="3003740019" sldId="402"/>
            <ac:spMk id="34" creationId="{E908F801-5629-D024-E4D4-7EF689D30BA2}"/>
          </ac:spMkLst>
        </pc:spChg>
      </pc:sldChg>
      <pc:sldChg chg="modSp mod">
        <pc:chgData name="ORIOT, Charles" userId="9229ecd9-fc4a-45f9-89f9-b0c625efed60" providerId="ADAL" clId="{5C85DFA0-6396-4429-BB1E-177D0252FDFD}" dt="2024-10-04T14:49:56.869" v="58" actId="20577"/>
        <pc:sldMkLst>
          <pc:docMk/>
          <pc:sldMk cId="3220498705" sldId="455"/>
        </pc:sldMkLst>
        <pc:spChg chg="mod">
          <ac:chgData name="ORIOT, Charles" userId="9229ecd9-fc4a-45f9-89f9-b0c625efed60" providerId="ADAL" clId="{5C85DFA0-6396-4429-BB1E-177D0252FDFD}" dt="2024-10-04T14:49:56.869" v="58" actId="20577"/>
          <ac:spMkLst>
            <pc:docMk/>
            <pc:sldMk cId="3220498705" sldId="455"/>
            <ac:spMk id="4" creationId="{BF2355DD-09C3-D78F-7BBA-985BCF59A07C}"/>
          </ac:spMkLst>
        </pc:spChg>
      </pc:sldChg>
      <pc:sldChg chg="del">
        <pc:chgData name="ORIOT, Charles" userId="9229ecd9-fc4a-45f9-89f9-b0c625efed60" providerId="ADAL" clId="{5C85DFA0-6396-4429-BB1E-177D0252FDFD}" dt="2024-10-21T08:23:08.004" v="1187" actId="47"/>
        <pc:sldMkLst>
          <pc:docMk/>
          <pc:sldMk cId="3866296004" sldId="461"/>
        </pc:sldMkLst>
      </pc:sldChg>
      <pc:sldChg chg="addSp delSp modSp add mod">
        <pc:chgData name="ORIOT, Charles" userId="9229ecd9-fc4a-45f9-89f9-b0c625efed60" providerId="ADAL" clId="{5C85DFA0-6396-4429-BB1E-177D0252FDFD}" dt="2024-10-10T17:05:14.981" v="1083" actId="478"/>
        <pc:sldMkLst>
          <pc:docMk/>
          <pc:sldMk cId="3539265219" sldId="462"/>
        </pc:sldMkLst>
        <pc:spChg chg="mod">
          <ac:chgData name="ORIOT, Charles" userId="9229ecd9-fc4a-45f9-89f9-b0c625efed60" providerId="ADAL" clId="{5C85DFA0-6396-4429-BB1E-177D0252FDFD}" dt="2024-10-04T15:12:13.036" v="594" actId="20577"/>
          <ac:spMkLst>
            <pc:docMk/>
            <pc:sldMk cId="3539265219" sldId="462"/>
            <ac:spMk id="2" creationId="{CEBB80EB-FE87-8175-6269-672C99995080}"/>
          </ac:spMkLst>
        </pc:spChg>
        <pc:spChg chg="mod">
          <ac:chgData name="ORIOT, Charles" userId="9229ecd9-fc4a-45f9-89f9-b0c625efed60" providerId="ADAL" clId="{5C85DFA0-6396-4429-BB1E-177D0252FDFD}" dt="2024-10-07T14:51:05.024" v="918" actId="5793"/>
          <ac:spMkLst>
            <pc:docMk/>
            <pc:sldMk cId="3539265219" sldId="462"/>
            <ac:spMk id="3" creationId="{7D247587-518F-A1EA-D6DA-2554754A96D3}"/>
          </ac:spMkLst>
        </pc:spChg>
        <pc:spChg chg="mod">
          <ac:chgData name="ORIOT, Charles" userId="9229ecd9-fc4a-45f9-89f9-b0c625efed60" providerId="ADAL" clId="{5C85DFA0-6396-4429-BB1E-177D0252FDFD}" dt="2024-10-07T14:50:26.988" v="826" actId="5793"/>
          <ac:spMkLst>
            <pc:docMk/>
            <pc:sldMk cId="3539265219" sldId="462"/>
            <ac:spMk id="4" creationId="{543206C3-635D-E57F-9C22-43156578E0BF}"/>
          </ac:spMkLst>
        </pc:spChg>
        <pc:spChg chg="mod">
          <ac:chgData name="ORIOT, Charles" userId="9229ecd9-fc4a-45f9-89f9-b0c625efed60" providerId="ADAL" clId="{5C85DFA0-6396-4429-BB1E-177D0252FDFD}" dt="2024-10-10T17:05:09.392" v="1082" actId="20577"/>
          <ac:spMkLst>
            <pc:docMk/>
            <pc:sldMk cId="3539265219" sldId="462"/>
            <ac:spMk id="7" creationId="{BD455218-BF9A-34C7-20FD-8DCB22AA9618}"/>
          </ac:spMkLst>
        </pc:spChg>
        <pc:spChg chg="mod">
          <ac:chgData name="ORIOT, Charles" userId="9229ecd9-fc4a-45f9-89f9-b0c625efed60" providerId="ADAL" clId="{5C85DFA0-6396-4429-BB1E-177D0252FDFD}" dt="2024-10-10T17:04:54.710" v="1052" actId="20577"/>
          <ac:spMkLst>
            <pc:docMk/>
            <pc:sldMk cId="3539265219" sldId="462"/>
            <ac:spMk id="8" creationId="{F4AA9950-798A-8942-3791-EAB4A5CC7B42}"/>
          </ac:spMkLst>
        </pc:spChg>
        <pc:spChg chg="mod">
          <ac:chgData name="ORIOT, Charles" userId="9229ecd9-fc4a-45f9-89f9-b0c625efed60" providerId="ADAL" clId="{5C85DFA0-6396-4429-BB1E-177D0252FDFD}" dt="2024-10-04T15:13:58.964" v="627" actId="20577"/>
          <ac:spMkLst>
            <pc:docMk/>
            <pc:sldMk cId="3539265219" sldId="462"/>
            <ac:spMk id="10" creationId="{D4952B01-9825-861E-7F20-274DFFD8BE58}"/>
          </ac:spMkLst>
        </pc:spChg>
        <pc:spChg chg="add del mod">
          <ac:chgData name="ORIOT, Charles" userId="9229ecd9-fc4a-45f9-89f9-b0c625efed60" providerId="ADAL" clId="{5C85DFA0-6396-4429-BB1E-177D0252FDFD}" dt="2024-10-07T14:04:29.698" v="712" actId="478"/>
          <ac:spMkLst>
            <pc:docMk/>
            <pc:sldMk cId="3539265219" sldId="462"/>
            <ac:spMk id="11" creationId="{9C994EE9-3A07-A3B7-1FB5-955D97E724EE}"/>
          </ac:spMkLst>
        </pc:spChg>
        <pc:spChg chg="add del mod">
          <ac:chgData name="ORIOT, Charles" userId="9229ecd9-fc4a-45f9-89f9-b0c625efed60" providerId="ADAL" clId="{5C85DFA0-6396-4429-BB1E-177D0252FDFD}" dt="2024-10-10T17:05:14.981" v="1083" actId="478"/>
          <ac:spMkLst>
            <pc:docMk/>
            <pc:sldMk cId="3539265219" sldId="462"/>
            <ac:spMk id="12" creationId="{08EBC5AB-8AFB-E376-3E03-F2CD36DE7F0F}"/>
          </ac:spMkLst>
        </pc:spChg>
        <pc:spChg chg="mod">
          <ac:chgData name="ORIOT, Charles" userId="9229ecd9-fc4a-45f9-89f9-b0c625efed60" providerId="ADAL" clId="{5C85DFA0-6396-4429-BB1E-177D0252FDFD}" dt="2024-10-04T15:13:53.131" v="621" actId="404"/>
          <ac:spMkLst>
            <pc:docMk/>
            <pc:sldMk cId="3539265219" sldId="462"/>
            <ac:spMk id="21" creationId="{F71E7DB6-A3D2-32C7-6089-C69E9D5B6C4F}"/>
          </ac:spMkLst>
        </pc:spChg>
      </pc:sldChg>
      <pc:sldChg chg="addSp delSp modSp new mod modClrScheme chgLayout">
        <pc:chgData name="ORIOT, Charles" userId="9229ecd9-fc4a-45f9-89f9-b0c625efed60" providerId="ADAL" clId="{5C85DFA0-6396-4429-BB1E-177D0252FDFD}" dt="2024-10-21T08:21:45.487" v="1180" actId="313"/>
        <pc:sldMkLst>
          <pc:docMk/>
          <pc:sldMk cId="3036018742" sldId="502"/>
        </pc:sldMkLst>
        <pc:spChg chg="del">
          <ac:chgData name="ORIOT, Charles" userId="9229ecd9-fc4a-45f9-89f9-b0c625efed60" providerId="ADAL" clId="{5C85DFA0-6396-4429-BB1E-177D0252FDFD}" dt="2024-10-04T14:50:45.918" v="93" actId="478"/>
          <ac:spMkLst>
            <pc:docMk/>
            <pc:sldMk cId="3036018742" sldId="502"/>
            <ac:spMk id="2" creationId="{CB7540BD-A705-D2D3-FE83-917FBE4CD34E}"/>
          </ac:spMkLst>
        </pc:spChg>
        <pc:spChg chg="del">
          <ac:chgData name="ORIOT, Charles" userId="9229ecd9-fc4a-45f9-89f9-b0c625efed60" providerId="ADAL" clId="{5C85DFA0-6396-4429-BB1E-177D0252FDFD}" dt="2024-10-04T14:50:51.578" v="96" actId="478"/>
          <ac:spMkLst>
            <pc:docMk/>
            <pc:sldMk cId="3036018742" sldId="502"/>
            <ac:spMk id="3" creationId="{A2EFB087-3202-27DF-B404-26DFCBC90087}"/>
          </ac:spMkLst>
        </pc:spChg>
        <pc:spChg chg="del mod ord">
          <ac:chgData name="ORIOT, Charles" userId="9229ecd9-fc4a-45f9-89f9-b0c625efed60" providerId="ADAL" clId="{5C85DFA0-6396-4429-BB1E-177D0252FDFD}" dt="2024-10-04T14:51:07.733" v="97" actId="700"/>
          <ac:spMkLst>
            <pc:docMk/>
            <pc:sldMk cId="3036018742" sldId="502"/>
            <ac:spMk id="4" creationId="{EA0FFBA6-A939-F6E1-CA74-A02E6BFBCFEE}"/>
          </ac:spMkLst>
        </pc:spChg>
        <pc:spChg chg="add del mod">
          <ac:chgData name="ORIOT, Charles" userId="9229ecd9-fc4a-45f9-89f9-b0c625efed60" providerId="ADAL" clId="{5C85DFA0-6396-4429-BB1E-177D0252FDFD}" dt="2024-10-11T14:16:04.873" v="1086" actId="478"/>
          <ac:spMkLst>
            <pc:docMk/>
            <pc:sldMk cId="3036018742" sldId="502"/>
            <ac:spMk id="4" creationId="{ED11FD9C-E2B8-A998-39D1-77D3431560CB}"/>
          </ac:spMkLst>
        </pc:spChg>
        <pc:spChg chg="mod ord">
          <ac:chgData name="ORIOT, Charles" userId="9229ecd9-fc4a-45f9-89f9-b0c625efed60" providerId="ADAL" clId="{5C85DFA0-6396-4429-BB1E-177D0252FDFD}" dt="2024-10-04T14:51:07.733" v="97" actId="700"/>
          <ac:spMkLst>
            <pc:docMk/>
            <pc:sldMk cId="3036018742" sldId="502"/>
            <ac:spMk id="5" creationId="{C224BDA2-34EA-EF9B-E6D4-D22067286C3C}"/>
          </ac:spMkLst>
        </pc:spChg>
        <pc:spChg chg="mod ord">
          <ac:chgData name="ORIOT, Charles" userId="9229ecd9-fc4a-45f9-89f9-b0c625efed60" providerId="ADAL" clId="{5C85DFA0-6396-4429-BB1E-177D0252FDFD}" dt="2024-10-04T14:51:07.733" v="97" actId="700"/>
          <ac:spMkLst>
            <pc:docMk/>
            <pc:sldMk cId="3036018742" sldId="502"/>
            <ac:spMk id="6" creationId="{F6376984-85BE-9400-BCA4-7A4F38625A2D}"/>
          </ac:spMkLst>
        </pc:spChg>
        <pc:spChg chg="add mod ord">
          <ac:chgData name="ORIOT, Charles" userId="9229ecd9-fc4a-45f9-89f9-b0c625efed60" providerId="ADAL" clId="{5C85DFA0-6396-4429-BB1E-177D0252FDFD}" dt="2024-10-04T14:51:07.733" v="97" actId="700"/>
          <ac:spMkLst>
            <pc:docMk/>
            <pc:sldMk cId="3036018742" sldId="502"/>
            <ac:spMk id="7" creationId="{18F8DE6F-AF33-A5E0-D76D-70C4C4788CC1}"/>
          </ac:spMkLst>
        </pc:spChg>
        <pc:spChg chg="add mod ord">
          <ac:chgData name="ORIOT, Charles" userId="9229ecd9-fc4a-45f9-89f9-b0c625efed60" providerId="ADAL" clId="{5C85DFA0-6396-4429-BB1E-177D0252FDFD}" dt="2024-10-04T14:51:07.733" v="97" actId="700"/>
          <ac:spMkLst>
            <pc:docMk/>
            <pc:sldMk cId="3036018742" sldId="502"/>
            <ac:spMk id="8" creationId="{753C65D0-7DE0-1CE1-0E7F-A1C33A50B6EA}"/>
          </ac:spMkLst>
        </pc:spChg>
        <pc:spChg chg="add mod ord">
          <ac:chgData name="ORIOT, Charles" userId="9229ecd9-fc4a-45f9-89f9-b0c625efed60" providerId="ADAL" clId="{5C85DFA0-6396-4429-BB1E-177D0252FDFD}" dt="2024-10-04T14:51:33.269" v="160" actId="5793"/>
          <ac:spMkLst>
            <pc:docMk/>
            <pc:sldMk cId="3036018742" sldId="502"/>
            <ac:spMk id="9" creationId="{0130E78C-7E11-6A72-B370-73E3C10ED9B1}"/>
          </ac:spMkLst>
        </pc:spChg>
        <pc:spChg chg="add mod ord">
          <ac:chgData name="ORIOT, Charles" userId="9229ecd9-fc4a-45f9-89f9-b0c625efed60" providerId="ADAL" clId="{5C85DFA0-6396-4429-BB1E-177D0252FDFD}" dt="2024-10-07T07:23:49.004" v="674" actId="20577"/>
          <ac:spMkLst>
            <pc:docMk/>
            <pc:sldMk cId="3036018742" sldId="502"/>
            <ac:spMk id="10" creationId="{77A48497-8F63-2AE7-B927-F1B4261C8071}"/>
          </ac:spMkLst>
        </pc:spChg>
        <pc:spChg chg="add mod ord">
          <ac:chgData name="ORIOT, Charles" userId="9229ecd9-fc4a-45f9-89f9-b0c625efed60" providerId="ADAL" clId="{5C85DFA0-6396-4429-BB1E-177D0252FDFD}" dt="2024-10-04T14:53:03.226" v="316" actId="20577"/>
          <ac:spMkLst>
            <pc:docMk/>
            <pc:sldMk cId="3036018742" sldId="502"/>
            <ac:spMk id="11" creationId="{1DFFC973-CD74-A92F-269F-80B9E5D25360}"/>
          </ac:spMkLst>
        </pc:spChg>
        <pc:spChg chg="add mod ord">
          <ac:chgData name="ORIOT, Charles" userId="9229ecd9-fc4a-45f9-89f9-b0c625efed60" providerId="ADAL" clId="{5C85DFA0-6396-4429-BB1E-177D0252FDFD}" dt="2024-10-04T14:51:37.982" v="168" actId="20577"/>
          <ac:spMkLst>
            <pc:docMk/>
            <pc:sldMk cId="3036018742" sldId="502"/>
            <ac:spMk id="12" creationId="{DB7A850E-124D-D280-CC2B-9FBE1B97DCBE}"/>
          </ac:spMkLst>
        </pc:spChg>
        <pc:spChg chg="add mod ord">
          <ac:chgData name="ORIOT, Charles" userId="9229ecd9-fc4a-45f9-89f9-b0c625efed60" providerId="ADAL" clId="{5C85DFA0-6396-4429-BB1E-177D0252FDFD}" dt="2024-10-04T14:52:52.474" v="286" actId="20577"/>
          <ac:spMkLst>
            <pc:docMk/>
            <pc:sldMk cId="3036018742" sldId="502"/>
            <ac:spMk id="13" creationId="{A230A4E8-6FD6-39FD-8A65-E752D95E9FB9}"/>
          </ac:spMkLst>
        </pc:spChg>
        <pc:spChg chg="add mod">
          <ac:chgData name="ORIOT, Charles" userId="9229ecd9-fc4a-45f9-89f9-b0c625efed60" providerId="ADAL" clId="{5C85DFA0-6396-4429-BB1E-177D0252FDFD}" dt="2024-10-21T08:21:45.487" v="1180" actId="313"/>
          <ac:spMkLst>
            <pc:docMk/>
            <pc:sldMk cId="3036018742" sldId="502"/>
            <ac:spMk id="14" creationId="{856E9F1C-E9CF-DDD9-A8C6-524FE3B5A44D}"/>
          </ac:spMkLst>
        </pc:spChg>
        <pc:spChg chg="add del mod ord">
          <ac:chgData name="ORIOT, Charles" userId="9229ecd9-fc4a-45f9-89f9-b0c625efed60" providerId="ADAL" clId="{5C85DFA0-6396-4429-BB1E-177D0252FDFD}" dt="2024-10-04T14:54:05.132" v="363" actId="478"/>
          <ac:spMkLst>
            <pc:docMk/>
            <pc:sldMk cId="3036018742" sldId="502"/>
            <ac:spMk id="14" creationId="{DCDBE08D-41D8-B96D-0892-4A52EDE76A95}"/>
          </ac:spMkLst>
        </pc:spChg>
        <pc:spChg chg="add del mod ord">
          <ac:chgData name="ORIOT, Charles" userId="9229ecd9-fc4a-45f9-89f9-b0c625efed60" providerId="ADAL" clId="{5C85DFA0-6396-4429-BB1E-177D0252FDFD}" dt="2024-10-04T14:54:05.132" v="363" actId="478"/>
          <ac:spMkLst>
            <pc:docMk/>
            <pc:sldMk cId="3036018742" sldId="502"/>
            <ac:spMk id="15" creationId="{F38E84F2-4EC4-BBED-99B2-D536A67DCBFD}"/>
          </ac:spMkLst>
        </pc:spChg>
        <pc:spChg chg="add mod ord">
          <ac:chgData name="ORIOT, Charles" userId="9229ecd9-fc4a-45f9-89f9-b0c625efed60" providerId="ADAL" clId="{5C85DFA0-6396-4429-BB1E-177D0252FDFD}" dt="2024-10-07T07:23:12.774" v="672" actId="20577"/>
          <ac:spMkLst>
            <pc:docMk/>
            <pc:sldMk cId="3036018742" sldId="502"/>
            <ac:spMk id="16" creationId="{733E5901-607A-324B-3A48-6E814E9C11D9}"/>
          </ac:spMkLst>
        </pc:spChg>
        <pc:spChg chg="add mod ord">
          <ac:chgData name="ORIOT, Charles" userId="9229ecd9-fc4a-45f9-89f9-b0c625efed60" providerId="ADAL" clId="{5C85DFA0-6396-4429-BB1E-177D0252FDFD}" dt="2024-10-04T14:51:16.609" v="118" actId="20577"/>
          <ac:spMkLst>
            <pc:docMk/>
            <pc:sldMk cId="3036018742" sldId="502"/>
            <ac:spMk id="17" creationId="{A1EEAC18-D29C-F9ED-6374-E617FCD9CF20}"/>
          </ac:spMkLst>
        </pc:spChg>
        <pc:spChg chg="add mod ord">
          <ac:chgData name="ORIOT, Charles" userId="9229ecd9-fc4a-45f9-89f9-b0c625efed60" providerId="ADAL" clId="{5C85DFA0-6396-4429-BB1E-177D0252FDFD}" dt="2024-10-04T14:53:20.388" v="322" actId="20577"/>
          <ac:spMkLst>
            <pc:docMk/>
            <pc:sldMk cId="3036018742" sldId="502"/>
            <ac:spMk id="18" creationId="{CAC04210-61BB-6A59-823E-1781923EE4B8}"/>
          </ac:spMkLst>
        </pc:spChg>
        <pc:spChg chg="add mod ord">
          <ac:chgData name="ORIOT, Charles" userId="9229ecd9-fc4a-45f9-89f9-b0c625efed60" providerId="ADAL" clId="{5C85DFA0-6396-4429-BB1E-177D0252FDFD}" dt="2024-10-04T14:51:07.733" v="97" actId="700"/>
          <ac:spMkLst>
            <pc:docMk/>
            <pc:sldMk cId="3036018742" sldId="502"/>
            <ac:spMk id="19" creationId="{8F04870E-C31F-5AD4-59C5-4EF454FB215E}"/>
          </ac:spMkLst>
        </pc:spChg>
        <pc:spChg chg="add mod ord">
          <ac:chgData name="ORIOT, Charles" userId="9229ecd9-fc4a-45f9-89f9-b0c625efed60" providerId="ADAL" clId="{5C85DFA0-6396-4429-BB1E-177D0252FDFD}" dt="2024-10-04T14:51:07.733" v="97" actId="700"/>
          <ac:spMkLst>
            <pc:docMk/>
            <pc:sldMk cId="3036018742" sldId="502"/>
            <ac:spMk id="20" creationId="{99BF82CB-A4EC-1FDC-7E73-D07A370A2355}"/>
          </ac:spMkLst>
        </pc:spChg>
        <pc:spChg chg="add mod ord">
          <ac:chgData name="ORIOT, Charles" userId="9229ecd9-fc4a-45f9-89f9-b0c625efed60" providerId="ADAL" clId="{5C85DFA0-6396-4429-BB1E-177D0252FDFD}" dt="2024-10-04T14:51:07.733" v="97" actId="700"/>
          <ac:spMkLst>
            <pc:docMk/>
            <pc:sldMk cId="3036018742" sldId="502"/>
            <ac:spMk id="21" creationId="{84DD8600-8DC2-FE32-F0FB-C1174D637247}"/>
          </ac:spMkLst>
        </pc:spChg>
        <pc:spChg chg="add mod">
          <ac:chgData name="ORIOT, Charles" userId="9229ecd9-fc4a-45f9-89f9-b0c625efed60" providerId="ADAL" clId="{5C85DFA0-6396-4429-BB1E-177D0252FDFD}" dt="2024-10-11T14:22:13.495" v="1166" actId="1076"/>
          <ac:spMkLst>
            <pc:docMk/>
            <pc:sldMk cId="3036018742" sldId="502"/>
            <ac:spMk id="22" creationId="{36452386-FA7E-F6A1-C2F4-94AA94FF407E}"/>
          </ac:spMkLst>
        </pc:spChg>
        <pc:spChg chg="add del mod ord">
          <ac:chgData name="ORIOT, Charles" userId="9229ecd9-fc4a-45f9-89f9-b0c625efed60" providerId="ADAL" clId="{5C85DFA0-6396-4429-BB1E-177D0252FDFD}" dt="2024-10-04T14:54:05.132" v="363" actId="478"/>
          <ac:spMkLst>
            <pc:docMk/>
            <pc:sldMk cId="3036018742" sldId="502"/>
            <ac:spMk id="22" creationId="{437DE844-55DC-B4CA-CF61-33AB40B1FBA6}"/>
          </ac:spMkLst>
        </pc:spChg>
        <pc:spChg chg="add mod ord">
          <ac:chgData name="ORIOT, Charles" userId="9229ecd9-fc4a-45f9-89f9-b0c625efed60" providerId="ADAL" clId="{5C85DFA0-6396-4429-BB1E-177D0252FDFD}" dt="2024-10-04T14:51:07.749" v="98" actId="27636"/>
          <ac:spMkLst>
            <pc:docMk/>
            <pc:sldMk cId="3036018742" sldId="502"/>
            <ac:spMk id="23" creationId="{25C5E40A-14B5-86B9-F888-4ED8B9DCDC9F}"/>
          </ac:spMkLst>
        </pc:spChg>
        <pc:spChg chg="add mod ord">
          <ac:chgData name="ORIOT, Charles" userId="9229ecd9-fc4a-45f9-89f9-b0c625efed60" providerId="ADAL" clId="{5C85DFA0-6396-4429-BB1E-177D0252FDFD}" dt="2024-10-04T14:51:07.749" v="99" actId="27636"/>
          <ac:spMkLst>
            <pc:docMk/>
            <pc:sldMk cId="3036018742" sldId="502"/>
            <ac:spMk id="24" creationId="{4AE6B9BC-0C6E-5C9E-AA91-1659A5980D91}"/>
          </ac:spMkLst>
        </pc:spChg>
        <pc:spChg chg="add mod ord">
          <ac:chgData name="ORIOT, Charles" userId="9229ecd9-fc4a-45f9-89f9-b0c625efed60" providerId="ADAL" clId="{5C85DFA0-6396-4429-BB1E-177D0252FDFD}" dt="2024-10-04T14:51:07.749" v="100" actId="27636"/>
          <ac:spMkLst>
            <pc:docMk/>
            <pc:sldMk cId="3036018742" sldId="502"/>
            <ac:spMk id="25" creationId="{00C45974-21AE-9E36-701B-D2A04FEB0BC0}"/>
          </ac:spMkLst>
        </pc:spChg>
        <pc:spChg chg="add del mod ord">
          <ac:chgData name="ORIOT, Charles" userId="9229ecd9-fc4a-45f9-89f9-b0c625efed60" providerId="ADAL" clId="{5C85DFA0-6396-4429-BB1E-177D0252FDFD}" dt="2024-10-04T14:54:05.132" v="363" actId="478"/>
          <ac:spMkLst>
            <pc:docMk/>
            <pc:sldMk cId="3036018742" sldId="502"/>
            <ac:spMk id="26" creationId="{91FB7789-2228-3E99-0676-5CC829E8960E}"/>
          </ac:spMkLst>
        </pc:spChg>
        <pc:spChg chg="add mod">
          <ac:chgData name="ORIOT, Charles" userId="9229ecd9-fc4a-45f9-89f9-b0c625efed60" providerId="ADAL" clId="{5C85DFA0-6396-4429-BB1E-177D0252FDFD}" dt="2024-10-04T14:55:27.868" v="371" actId="1076"/>
          <ac:spMkLst>
            <pc:docMk/>
            <pc:sldMk cId="3036018742" sldId="502"/>
            <ac:spMk id="27" creationId="{12F227C4-500C-D6A9-5A87-312AE51EF3D1}"/>
          </ac:spMkLst>
        </pc:spChg>
        <pc:cxnChg chg="add mod">
          <ac:chgData name="ORIOT, Charles" userId="9229ecd9-fc4a-45f9-89f9-b0c625efed60" providerId="ADAL" clId="{5C85DFA0-6396-4429-BB1E-177D0252FDFD}" dt="2024-10-11T14:16:08.478" v="1087" actId="1076"/>
          <ac:cxnSpMkLst>
            <pc:docMk/>
            <pc:sldMk cId="3036018742" sldId="502"/>
            <ac:cxnSpMk id="3" creationId="{5F40658A-DB8F-CEED-78DA-201836CF1E1C}"/>
          </ac:cxnSpMkLst>
        </pc:cxnChg>
        <pc:cxnChg chg="add mod">
          <ac:chgData name="ORIOT, Charles" userId="9229ecd9-fc4a-45f9-89f9-b0c625efed60" providerId="ADAL" clId="{5C85DFA0-6396-4429-BB1E-177D0252FDFD}" dt="2024-10-11T14:21:52.660" v="1145" actId="1076"/>
          <ac:cxnSpMkLst>
            <pc:docMk/>
            <pc:sldMk cId="3036018742" sldId="502"/>
            <ac:cxnSpMk id="15" creationId="{C4C9AD3D-D7BB-0A43-8F3B-DE73D66B4974}"/>
          </ac:cxnSpMkLst>
        </pc:cxnChg>
        <pc:cxnChg chg="add mod">
          <ac:chgData name="ORIOT, Charles" userId="9229ecd9-fc4a-45f9-89f9-b0c625efed60" providerId="ADAL" clId="{5C85DFA0-6396-4429-BB1E-177D0252FDFD}" dt="2024-10-04T14:55:27.868" v="371" actId="1076"/>
          <ac:cxnSpMkLst>
            <pc:docMk/>
            <pc:sldMk cId="3036018742" sldId="502"/>
            <ac:cxnSpMk id="29" creationId="{A3C950FE-675A-31A3-392D-282789CE1076}"/>
          </ac:cxnSpMkLst>
        </pc:cxnChg>
      </pc:sldChg>
      <pc:sldChg chg="addSp modSp mod">
        <pc:chgData name="ORIOT, Charles" userId="9229ecd9-fc4a-45f9-89f9-b0c625efed60" providerId="ADAL" clId="{5C85DFA0-6396-4429-BB1E-177D0252FDFD}" dt="2024-10-07T07:29:46.440" v="709" actId="14100"/>
        <pc:sldMkLst>
          <pc:docMk/>
          <pc:sldMk cId="1710316872" sldId="503"/>
        </pc:sldMkLst>
        <pc:spChg chg="mod">
          <ac:chgData name="ORIOT, Charles" userId="9229ecd9-fc4a-45f9-89f9-b0c625efed60" providerId="ADAL" clId="{5C85DFA0-6396-4429-BB1E-177D0252FDFD}" dt="2024-10-07T07:25:24.655" v="700" actId="20577"/>
          <ac:spMkLst>
            <pc:docMk/>
            <pc:sldMk cId="1710316872" sldId="503"/>
            <ac:spMk id="2" creationId="{77346400-31C3-7D73-6C45-7B4CCA33FFC3}"/>
          </ac:spMkLst>
        </pc:spChg>
        <pc:spChg chg="mod">
          <ac:chgData name="ORIOT, Charles" userId="9229ecd9-fc4a-45f9-89f9-b0c625efed60" providerId="ADAL" clId="{5C85DFA0-6396-4429-BB1E-177D0252FDFD}" dt="2024-10-07T07:28:57.014" v="706"/>
          <ac:spMkLst>
            <pc:docMk/>
            <pc:sldMk cId="1710316872" sldId="503"/>
            <ac:spMk id="4" creationId="{BF2355DD-09C3-D78F-7BBA-985BCF59A07C}"/>
          </ac:spMkLst>
        </pc:spChg>
        <pc:picChg chg="add mod">
          <ac:chgData name="ORIOT, Charles" userId="9229ecd9-fc4a-45f9-89f9-b0c625efed60" providerId="ADAL" clId="{5C85DFA0-6396-4429-BB1E-177D0252FDFD}" dt="2024-10-07T07:29:46.440" v="709" actId="14100"/>
          <ac:picMkLst>
            <pc:docMk/>
            <pc:sldMk cId="1710316872" sldId="503"/>
            <ac:picMk id="3" creationId="{867D0625-94EA-F21E-7BE8-D675D2E72DF5}"/>
          </ac:picMkLst>
        </pc:picChg>
      </pc:sldChg>
      <pc:sldChg chg="delSp modSp add mod">
        <pc:chgData name="ORIOT, Charles" userId="9229ecd9-fc4a-45f9-89f9-b0c625efed60" providerId="ADAL" clId="{5C85DFA0-6396-4429-BB1E-177D0252FDFD}" dt="2024-10-21T13:48:12.777" v="3296" actId="313"/>
        <pc:sldMkLst>
          <pc:docMk/>
          <pc:sldMk cId="2326820875" sldId="504"/>
        </pc:sldMkLst>
        <pc:spChg chg="mod">
          <ac:chgData name="ORIOT, Charles" userId="9229ecd9-fc4a-45f9-89f9-b0c625efed60" providerId="ADAL" clId="{5C85DFA0-6396-4429-BB1E-177D0252FDFD}" dt="2024-10-21T09:43:02.955" v="3214" actId="20577"/>
          <ac:spMkLst>
            <pc:docMk/>
            <pc:sldMk cId="2326820875" sldId="504"/>
            <ac:spMk id="2" creationId="{77346400-31C3-7D73-6C45-7B4CCA33FFC3}"/>
          </ac:spMkLst>
        </pc:spChg>
        <pc:spChg chg="mod">
          <ac:chgData name="ORIOT, Charles" userId="9229ecd9-fc4a-45f9-89f9-b0c625efed60" providerId="ADAL" clId="{5C85DFA0-6396-4429-BB1E-177D0252FDFD}" dt="2024-10-21T13:48:12.777" v="3296" actId="313"/>
          <ac:spMkLst>
            <pc:docMk/>
            <pc:sldMk cId="2326820875" sldId="504"/>
            <ac:spMk id="4" creationId="{BF2355DD-09C3-D78F-7BBA-985BCF59A07C}"/>
          </ac:spMkLst>
        </pc:spChg>
        <pc:picChg chg="del">
          <ac:chgData name="ORIOT, Charles" userId="9229ecd9-fc4a-45f9-89f9-b0c625efed60" providerId="ADAL" clId="{5C85DFA0-6396-4429-BB1E-177D0252FDFD}" dt="2024-10-10T17:03:51.122" v="1025" actId="478"/>
          <ac:picMkLst>
            <pc:docMk/>
            <pc:sldMk cId="2326820875" sldId="504"/>
            <ac:picMk id="3" creationId="{867D0625-94EA-F21E-7BE8-D675D2E72DF5}"/>
          </ac:picMkLst>
        </pc:picChg>
      </pc:sldChg>
      <pc:sldChg chg="addSp delSp modSp add mod ord chgLayout">
        <pc:chgData name="ORIOT, Charles" userId="9229ecd9-fc4a-45f9-89f9-b0c625efed60" providerId="ADAL" clId="{5C85DFA0-6396-4429-BB1E-177D0252FDFD}" dt="2024-10-21T13:39:03.758" v="3231" actId="14100"/>
        <pc:sldMkLst>
          <pc:docMk/>
          <pc:sldMk cId="2026206887" sldId="505"/>
        </pc:sldMkLst>
        <pc:spChg chg="add 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2" creationId="{CCFD45E0-2590-15C5-4701-959A7EF8CEC4}"/>
          </ac:spMkLst>
        </pc:spChg>
        <pc:spChg chg="add 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4" creationId="{33427B58-BF5A-0017-6FFF-ABA1590160C0}"/>
          </ac:spMkLst>
        </pc:spChg>
        <pc:spChg chg="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5" creationId="{C224BDA2-34EA-EF9B-E6D4-D22067286C3C}"/>
          </ac:spMkLst>
        </pc:spChg>
        <pc:spChg chg="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6" creationId="{F6376984-85BE-9400-BCA4-7A4F38625A2D}"/>
          </ac:spMkLst>
        </pc:spChg>
        <pc:spChg chg="del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7" creationId="{18F8DE6F-AF33-A5E0-D76D-70C4C4788CC1}"/>
          </ac:spMkLst>
        </pc:spChg>
        <pc:spChg chg="del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8" creationId="{753C65D0-7DE0-1CE1-0E7F-A1C33A50B6EA}"/>
          </ac:spMkLst>
        </pc:spChg>
        <pc:spChg chg="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9" creationId="{0130E78C-7E11-6A72-B370-73E3C10ED9B1}"/>
          </ac:spMkLst>
        </pc:spChg>
        <pc:spChg chg="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10" creationId="{77A48497-8F63-2AE7-B927-F1B4261C8071}"/>
          </ac:spMkLst>
        </pc:spChg>
        <pc:spChg chg="mod ord">
          <ac:chgData name="ORIOT, Charles" userId="9229ecd9-fc4a-45f9-89f9-b0c625efed60" providerId="ADAL" clId="{5C85DFA0-6396-4429-BB1E-177D0252FDFD}" dt="2024-10-21T08:33:24.586" v="1705" actId="6549"/>
          <ac:spMkLst>
            <pc:docMk/>
            <pc:sldMk cId="2026206887" sldId="505"/>
            <ac:spMk id="11" creationId="{1DFFC973-CD74-A92F-269F-80B9E5D25360}"/>
          </ac:spMkLst>
        </pc:spChg>
        <pc:spChg chg="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12" creationId="{DB7A850E-124D-D280-CC2B-9FBE1B97DCBE}"/>
          </ac:spMkLst>
        </pc:spChg>
        <pc:spChg chg="mod ord">
          <ac:chgData name="ORIOT, Charles" userId="9229ecd9-fc4a-45f9-89f9-b0c625efed60" providerId="ADAL" clId="{5C85DFA0-6396-4429-BB1E-177D0252FDFD}" dt="2024-10-21T08:23:45.331" v="1196" actId="20577"/>
          <ac:spMkLst>
            <pc:docMk/>
            <pc:sldMk cId="2026206887" sldId="505"/>
            <ac:spMk id="13" creationId="{A230A4E8-6FD6-39FD-8A65-E752D95E9FB9}"/>
          </ac:spMkLst>
        </pc:spChg>
        <pc:spChg chg="del">
          <ac:chgData name="ORIOT, Charles" userId="9229ecd9-fc4a-45f9-89f9-b0c625efed60" providerId="ADAL" clId="{5C85DFA0-6396-4429-BB1E-177D0252FDFD}" dt="2024-10-21T08:24:49.683" v="1350" actId="478"/>
          <ac:spMkLst>
            <pc:docMk/>
            <pc:sldMk cId="2026206887" sldId="505"/>
            <ac:spMk id="14" creationId="{856E9F1C-E9CF-DDD9-A8C6-524FE3B5A44D}"/>
          </ac:spMkLst>
        </pc:spChg>
        <pc:spChg chg="mod ord">
          <ac:chgData name="ORIOT, Charles" userId="9229ecd9-fc4a-45f9-89f9-b0c625efed60" providerId="ADAL" clId="{5C85DFA0-6396-4429-BB1E-177D0252FDFD}" dt="2024-10-21T08:23:39.257" v="1192"/>
          <ac:spMkLst>
            <pc:docMk/>
            <pc:sldMk cId="2026206887" sldId="505"/>
            <ac:spMk id="16" creationId="{733E5901-607A-324B-3A48-6E814E9C11D9}"/>
          </ac:spMkLst>
        </pc:spChg>
        <pc:spChg chg="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17" creationId="{A1EEAC18-D29C-F9ED-6374-E617FCD9CF20}"/>
          </ac:spMkLst>
        </pc:spChg>
        <pc:spChg chg="mod ord">
          <ac:chgData name="ORIOT, Charles" userId="9229ecd9-fc4a-45f9-89f9-b0c625efed60" providerId="ADAL" clId="{5C85DFA0-6396-4429-BB1E-177D0252FDFD}" dt="2024-10-21T08:23:33.199" v="1191"/>
          <ac:spMkLst>
            <pc:docMk/>
            <pc:sldMk cId="2026206887" sldId="505"/>
            <ac:spMk id="18" creationId="{CAC04210-61BB-6A59-823E-1781923EE4B8}"/>
          </ac:spMkLst>
        </pc:spChg>
        <pc:spChg chg="del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19" creationId="{8F04870E-C31F-5AD4-59C5-4EF454FB215E}"/>
          </ac:spMkLst>
        </pc:spChg>
        <pc:spChg chg="del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20" creationId="{99BF82CB-A4EC-1FDC-7E73-D07A370A2355}"/>
          </ac:spMkLst>
        </pc:spChg>
        <pc:spChg chg="del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21" creationId="{84DD8600-8DC2-FE32-F0FB-C1174D637247}"/>
          </ac:spMkLst>
        </pc:spChg>
        <pc:spChg chg="mod">
          <ac:chgData name="ORIOT, Charles" userId="9229ecd9-fc4a-45f9-89f9-b0c625efed60" providerId="ADAL" clId="{5C85DFA0-6396-4429-BB1E-177D0252FDFD}" dt="2024-10-21T13:38:59.583" v="3230" actId="1076"/>
          <ac:spMkLst>
            <pc:docMk/>
            <pc:sldMk cId="2026206887" sldId="505"/>
            <ac:spMk id="22" creationId="{36452386-FA7E-F6A1-C2F4-94AA94FF407E}"/>
          </ac:spMkLst>
        </pc:spChg>
        <pc:spChg chg="del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23" creationId="{25C5E40A-14B5-86B9-F888-4ED8B9DCDC9F}"/>
          </ac:spMkLst>
        </pc:spChg>
        <pc:spChg chg="del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24" creationId="{4AE6B9BC-0C6E-5C9E-AA91-1659A5980D91}"/>
          </ac:spMkLst>
        </pc:spChg>
        <pc:spChg chg="del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25" creationId="{00C45974-21AE-9E36-701B-D2A04FEB0BC0}"/>
          </ac:spMkLst>
        </pc:spChg>
        <pc:spChg chg="add mod ord">
          <ac:chgData name="ORIOT, Charles" userId="9229ecd9-fc4a-45f9-89f9-b0c625efed60" providerId="ADAL" clId="{5C85DFA0-6396-4429-BB1E-177D0252FDFD}" dt="2024-10-21T08:23:24.733" v="1190"/>
          <ac:spMkLst>
            <pc:docMk/>
            <pc:sldMk cId="2026206887" sldId="505"/>
            <ac:spMk id="26" creationId="{2153A962-4275-11A6-8AD1-85C6C1F6CB0E}"/>
          </ac:spMkLst>
        </pc:spChg>
        <pc:spChg chg="mod">
          <ac:chgData name="ORIOT, Charles" userId="9229ecd9-fc4a-45f9-89f9-b0c625efed60" providerId="ADAL" clId="{5C85DFA0-6396-4429-BB1E-177D0252FDFD}" dt="2024-10-21T08:27:47.001" v="1661" actId="1076"/>
          <ac:spMkLst>
            <pc:docMk/>
            <pc:sldMk cId="2026206887" sldId="505"/>
            <ac:spMk id="27" creationId="{12F227C4-500C-D6A9-5A87-312AE51EF3D1}"/>
          </ac:spMkLst>
        </pc:spChg>
        <pc:spChg chg="add mod ord">
          <ac:chgData name="ORIOT, Charles" userId="9229ecd9-fc4a-45f9-89f9-b0c625efed60" providerId="ADAL" clId="{5C85DFA0-6396-4429-BB1E-177D0252FDFD}" dt="2024-10-21T08:23:17.281" v="1189" actId="20577"/>
          <ac:spMkLst>
            <pc:docMk/>
            <pc:sldMk cId="2026206887" sldId="505"/>
            <ac:spMk id="28" creationId="{31EAE1EE-EC1B-5B40-A91D-76A471B41E82}"/>
          </ac:spMkLst>
        </pc:spChg>
        <pc:spChg chg="add 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30" creationId="{5BE0F63A-006E-B3A7-1F01-7ED4B2BA2D5C}"/>
          </ac:spMkLst>
        </pc:spChg>
        <pc:spChg chg="add 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31" creationId="{CEBE8939-9C26-364A-DEDA-CDFE6117DCFB}"/>
          </ac:spMkLst>
        </pc:spChg>
        <pc:spChg chg="add 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32" creationId="{5607B876-C03F-2808-AA18-D86B168C4CA6}"/>
          </ac:spMkLst>
        </pc:spChg>
        <pc:spChg chg="add mod ord">
          <ac:chgData name="ORIOT, Charles" userId="9229ecd9-fc4a-45f9-89f9-b0c625efed60" providerId="ADAL" clId="{5C85DFA0-6396-4429-BB1E-177D0252FDFD}" dt="2024-10-21T08:23:04.502" v="1182" actId="700"/>
          <ac:spMkLst>
            <pc:docMk/>
            <pc:sldMk cId="2026206887" sldId="505"/>
            <ac:spMk id="33" creationId="{085F5C0C-F705-73EF-071C-272518934324}"/>
          </ac:spMkLst>
        </pc:spChg>
        <pc:spChg chg="add mod ord">
          <ac:chgData name="ORIOT, Charles" userId="9229ecd9-fc4a-45f9-89f9-b0c625efed60" providerId="ADAL" clId="{5C85DFA0-6396-4429-BB1E-177D0252FDFD}" dt="2024-10-21T08:23:04.516" v="1186" actId="27636"/>
          <ac:spMkLst>
            <pc:docMk/>
            <pc:sldMk cId="2026206887" sldId="505"/>
            <ac:spMk id="34" creationId="{B359D5BE-FFA7-E1EF-6005-7F2C09485CB0}"/>
          </ac:spMkLst>
        </pc:spChg>
        <pc:spChg chg="add mod ord">
          <ac:chgData name="ORIOT, Charles" userId="9229ecd9-fc4a-45f9-89f9-b0c625efed60" providerId="ADAL" clId="{5C85DFA0-6396-4429-BB1E-177D0252FDFD}" dt="2024-10-21T08:23:04.516" v="1183" actId="27636"/>
          <ac:spMkLst>
            <pc:docMk/>
            <pc:sldMk cId="2026206887" sldId="505"/>
            <ac:spMk id="35" creationId="{736F0FB4-3366-A501-9AC6-686BACCE6C4D}"/>
          </ac:spMkLst>
        </pc:spChg>
        <pc:spChg chg="add mod ord">
          <ac:chgData name="ORIOT, Charles" userId="9229ecd9-fc4a-45f9-89f9-b0c625efed60" providerId="ADAL" clId="{5C85DFA0-6396-4429-BB1E-177D0252FDFD}" dt="2024-10-21T08:23:04.516" v="1184" actId="27636"/>
          <ac:spMkLst>
            <pc:docMk/>
            <pc:sldMk cId="2026206887" sldId="505"/>
            <ac:spMk id="36" creationId="{32E72978-5144-918C-0C29-08BA69618C0F}"/>
          </ac:spMkLst>
        </pc:spChg>
        <pc:spChg chg="add mod ord">
          <ac:chgData name="ORIOT, Charles" userId="9229ecd9-fc4a-45f9-89f9-b0c625efed60" providerId="ADAL" clId="{5C85DFA0-6396-4429-BB1E-177D0252FDFD}" dt="2024-10-21T08:23:04.516" v="1185" actId="27636"/>
          <ac:spMkLst>
            <pc:docMk/>
            <pc:sldMk cId="2026206887" sldId="505"/>
            <ac:spMk id="37" creationId="{C9D1E110-B6B8-AF70-D3CE-2EFF6C18D370}"/>
          </ac:spMkLst>
        </pc:spChg>
        <pc:spChg chg="add mod">
          <ac:chgData name="ORIOT, Charles" userId="9229ecd9-fc4a-45f9-89f9-b0c625efed60" providerId="ADAL" clId="{5C85DFA0-6396-4429-BB1E-177D0252FDFD}" dt="2024-10-21T08:32:30.128" v="1675" actId="1076"/>
          <ac:spMkLst>
            <pc:docMk/>
            <pc:sldMk cId="2026206887" sldId="505"/>
            <ac:spMk id="43" creationId="{F5A8E570-A80C-92E9-FE2A-4196D5544541}"/>
          </ac:spMkLst>
        </pc:spChg>
        <pc:spChg chg="add del mod">
          <ac:chgData name="ORIOT, Charles" userId="9229ecd9-fc4a-45f9-89f9-b0c625efed60" providerId="ADAL" clId="{5C85DFA0-6396-4429-BB1E-177D0252FDFD}" dt="2024-10-21T08:32:39.957" v="1678" actId="478"/>
          <ac:spMkLst>
            <pc:docMk/>
            <pc:sldMk cId="2026206887" sldId="505"/>
            <ac:spMk id="44" creationId="{9FA0BACE-B828-FE33-5D4C-4D76EF85CBE2}"/>
          </ac:spMkLst>
        </pc:spChg>
        <pc:cxnChg chg="del">
          <ac:chgData name="ORIOT, Charles" userId="9229ecd9-fc4a-45f9-89f9-b0c625efed60" providerId="ADAL" clId="{5C85DFA0-6396-4429-BB1E-177D0252FDFD}" dt="2024-10-21T08:24:52.054" v="1351" actId="478"/>
          <ac:cxnSpMkLst>
            <pc:docMk/>
            <pc:sldMk cId="2026206887" sldId="505"/>
            <ac:cxnSpMk id="3" creationId="{5F40658A-DB8F-CEED-78DA-201836CF1E1C}"/>
          </ac:cxnSpMkLst>
        </pc:cxnChg>
        <pc:cxnChg chg="mod">
          <ac:chgData name="ORIOT, Charles" userId="9229ecd9-fc4a-45f9-89f9-b0c625efed60" providerId="ADAL" clId="{5C85DFA0-6396-4429-BB1E-177D0252FDFD}" dt="2024-10-21T13:39:03.758" v="3231" actId="14100"/>
          <ac:cxnSpMkLst>
            <pc:docMk/>
            <pc:sldMk cId="2026206887" sldId="505"/>
            <ac:cxnSpMk id="15" creationId="{C4C9AD3D-D7BB-0A43-8F3B-DE73D66B4974}"/>
          </ac:cxnSpMkLst>
        </pc:cxnChg>
        <pc:cxnChg chg="mod">
          <ac:chgData name="ORIOT, Charles" userId="9229ecd9-fc4a-45f9-89f9-b0c625efed60" providerId="ADAL" clId="{5C85DFA0-6396-4429-BB1E-177D0252FDFD}" dt="2024-10-21T08:27:47.001" v="1661" actId="1076"/>
          <ac:cxnSpMkLst>
            <pc:docMk/>
            <pc:sldMk cId="2026206887" sldId="505"/>
            <ac:cxnSpMk id="29" creationId="{A3C950FE-675A-31A3-392D-282789CE1076}"/>
          </ac:cxnSpMkLst>
        </pc:cxnChg>
      </pc:sldChg>
      <pc:sldChg chg="modSp add mod">
        <pc:chgData name="ORIOT, Charles" userId="9229ecd9-fc4a-45f9-89f9-b0c625efed60" providerId="ADAL" clId="{5C85DFA0-6396-4429-BB1E-177D0252FDFD}" dt="2024-11-04T17:54:51.429" v="3399" actId="6549"/>
        <pc:sldMkLst>
          <pc:docMk/>
          <pc:sldMk cId="158304734" sldId="506"/>
        </pc:sldMkLst>
        <pc:spChg chg="mod">
          <ac:chgData name="ORIOT, Charles" userId="9229ecd9-fc4a-45f9-89f9-b0c625efed60" providerId="ADAL" clId="{5C85DFA0-6396-4429-BB1E-177D0252FDFD}" dt="2024-11-04T17:54:51.429" v="3399" actId="6549"/>
          <ac:spMkLst>
            <pc:docMk/>
            <pc:sldMk cId="158304734" sldId="506"/>
            <ac:spMk id="4" creationId="{BF2355DD-09C3-D78F-7BBA-985BCF59A07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6E623A0-41FE-A7CC-F733-AEDE3E201C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0C3B0CD-2CAF-3788-50EA-CCFFD3588D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27BE8-1E7E-4E9C-B312-7C2A59FBE088}" type="datetimeFigureOut">
              <a:rPr lang="fr-FR" smtClean="0"/>
              <a:t>04/11/2024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5E0A8C-93D0-0165-8CDA-93A5536511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C2405B2-923B-679A-5F48-B16201F1CD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F6F478-8A96-497A-8630-DE9167B0B55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59130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5ADA7-0BF9-496A-91B4-7CB2D3CC3CBE}" type="datetimeFigureOut">
              <a:rPr lang="fr-FR" smtClean="0"/>
              <a:t>04/11/2024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1936E-841E-49F8-9EC6-23F8255FFB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23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Bouygues_C?fbclid=IwAR0rLDPzJxhRTdTUJog0sdblFGyK1gIxCbZG0TU6ZKPMIp6vl7gQbAHjMS8" TargetMode="External"/><Relationship Id="rId3" Type="http://schemas.openxmlformats.org/officeDocument/2006/relationships/image" Target="../media/image9.svg"/><Relationship Id="rId7" Type="http://schemas.openxmlformats.org/officeDocument/2006/relationships/hyperlink" Target="https://www.linkedin.com/company/bouygues-construction/mycompany/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hyperlink" Target="https://www.instagram.com/bouygues_construction/" TargetMode="Externa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photo bloc-marq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531918-07F1-BC91-3432-2940B0D40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9971" y="2325910"/>
            <a:ext cx="4752000" cy="1231106"/>
          </a:xfrm>
        </p:spPr>
        <p:txBody>
          <a:bodyPr anchor="b" anchorCtr="0">
            <a:spAutoFit/>
          </a:bodyPr>
          <a:lstStyle>
            <a:lvl1pPr>
              <a:defRPr sz="4000"/>
            </a:lvl1pPr>
          </a:lstStyle>
          <a:p>
            <a:r>
              <a:rPr lang="fr-FR" noProof="0"/>
              <a:t>Titre de</a:t>
            </a:r>
            <a:br>
              <a:rPr lang="fr-FR" noProof="0"/>
            </a:br>
            <a:r>
              <a:rPr lang="fr-FR" noProof="0"/>
              <a:t>la présentation</a:t>
            </a:r>
          </a:p>
        </p:txBody>
      </p:sp>
      <p:sp>
        <p:nvSpPr>
          <p:cNvPr id="8" name="Text Placeholder 105">
            <a:extLst>
              <a:ext uri="{FF2B5EF4-FFF2-40B4-BE49-F238E27FC236}">
                <a16:creationId xmlns:a16="http://schemas.microsoft.com/office/drawing/2014/main" id="{70B1F2F0-543D-7D8E-D1E8-F05431C367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971" y="3762693"/>
            <a:ext cx="4752000" cy="755400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ysClr val="windowText" lastClr="000000"/>
                </a:solidFill>
                <a:effectLst/>
                <a:latin typeface="+mn-lt"/>
              </a:defRPr>
            </a:lvl1pPr>
          </a:lstStyle>
          <a:p>
            <a:pPr lvl="0"/>
            <a:r>
              <a:rPr lang="fr-FR" noProof="0"/>
              <a:t>Sous-titre de la présentation sur plusieurs lignes.</a:t>
            </a:r>
          </a:p>
          <a:p>
            <a:pPr lvl="0"/>
            <a:endParaRPr lang="fr-FR" noProof="0"/>
          </a:p>
          <a:p>
            <a:pPr lvl="0"/>
            <a:endParaRPr lang="fr-FR" noProof="0"/>
          </a:p>
        </p:txBody>
      </p:sp>
      <p:sp>
        <p:nvSpPr>
          <p:cNvPr id="10" name="Text Placeholder 105">
            <a:extLst>
              <a:ext uri="{FF2B5EF4-FFF2-40B4-BE49-F238E27FC236}">
                <a16:creationId xmlns:a16="http://schemas.microsoft.com/office/drawing/2014/main" id="{205C7125-AC03-63EC-941F-C440F54E79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4675" y="4606986"/>
            <a:ext cx="4752000" cy="237373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0430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phot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531918-07F1-BC91-3432-2940B0D40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9971" y="2325910"/>
            <a:ext cx="4752000" cy="1231106"/>
          </a:xfrm>
        </p:spPr>
        <p:txBody>
          <a:bodyPr anchor="b" anchorCtr="0">
            <a:spAutoFit/>
          </a:bodyPr>
          <a:lstStyle>
            <a:lvl1pPr>
              <a:defRPr sz="4000"/>
            </a:lvl1pPr>
          </a:lstStyle>
          <a:p>
            <a:r>
              <a:rPr lang="fr-FR" noProof="0"/>
              <a:t>Titre de</a:t>
            </a:r>
            <a:br>
              <a:rPr lang="fr-FR" noProof="0"/>
            </a:br>
            <a:r>
              <a:rPr lang="fr-FR" noProof="0"/>
              <a:t>la présentation</a:t>
            </a:r>
          </a:p>
        </p:txBody>
      </p:sp>
      <p:sp>
        <p:nvSpPr>
          <p:cNvPr id="8" name="Text Placeholder 105">
            <a:extLst>
              <a:ext uri="{FF2B5EF4-FFF2-40B4-BE49-F238E27FC236}">
                <a16:creationId xmlns:a16="http://schemas.microsoft.com/office/drawing/2014/main" id="{70B1F2F0-543D-7D8E-D1E8-F05431C367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971" y="3762693"/>
            <a:ext cx="4752000" cy="755400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ysClr val="windowText" lastClr="000000"/>
                </a:solidFill>
                <a:effectLst/>
                <a:latin typeface="+mn-lt"/>
              </a:defRPr>
            </a:lvl1pPr>
          </a:lstStyle>
          <a:p>
            <a:pPr lvl="0"/>
            <a:r>
              <a:rPr lang="fr-FR" noProof="0"/>
              <a:t>Sous-titre de la présentation sur plusieurs lignes.</a:t>
            </a:r>
          </a:p>
          <a:p>
            <a:pPr lvl="0"/>
            <a:endParaRPr lang="fr-FR" noProof="0"/>
          </a:p>
          <a:p>
            <a:pPr lvl="0"/>
            <a:endParaRPr lang="fr-FR" noProof="0"/>
          </a:p>
        </p:txBody>
      </p:sp>
      <p:sp>
        <p:nvSpPr>
          <p:cNvPr id="10" name="Text Placeholder 105">
            <a:extLst>
              <a:ext uri="{FF2B5EF4-FFF2-40B4-BE49-F238E27FC236}">
                <a16:creationId xmlns:a16="http://schemas.microsoft.com/office/drawing/2014/main" id="{205C7125-AC03-63EC-941F-C440F54E79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4675" y="4606986"/>
            <a:ext cx="4752000" cy="237373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6185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ph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812-45D7-2F72-7FBF-6324DFA78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9971" y="2325910"/>
            <a:ext cx="4752000" cy="1231106"/>
          </a:xfrm>
        </p:spPr>
        <p:txBody>
          <a:bodyPr anchor="b" anchorCtr="0">
            <a:spAutoFit/>
          </a:bodyPr>
          <a:lstStyle>
            <a:lvl1pPr>
              <a:defRPr sz="4000"/>
            </a:lvl1pPr>
          </a:lstStyle>
          <a:p>
            <a:r>
              <a:rPr lang="fr-FR" noProof="0"/>
              <a:t>Titre de</a:t>
            </a:r>
            <a:br>
              <a:rPr lang="fr-FR" noProof="0"/>
            </a:br>
            <a:r>
              <a:rPr lang="fr-FR" noProof="0"/>
              <a:t>la présentation</a:t>
            </a:r>
          </a:p>
        </p:txBody>
      </p:sp>
      <p:sp>
        <p:nvSpPr>
          <p:cNvPr id="8" name="Text Placeholder 105">
            <a:extLst>
              <a:ext uri="{FF2B5EF4-FFF2-40B4-BE49-F238E27FC236}">
                <a16:creationId xmlns:a16="http://schemas.microsoft.com/office/drawing/2014/main" id="{E678098D-D95C-08B0-079A-3018B8BF6C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971" y="3762693"/>
            <a:ext cx="4752000" cy="755400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ysClr val="windowText" lastClr="000000"/>
                </a:solidFill>
                <a:effectLst/>
                <a:latin typeface="+mn-lt"/>
              </a:defRPr>
            </a:lvl1pPr>
          </a:lstStyle>
          <a:p>
            <a:pPr lvl="0"/>
            <a:r>
              <a:rPr lang="fr-FR" noProof="0"/>
              <a:t>Sous-titre de la présentation sur plusieurs lignes.</a:t>
            </a:r>
          </a:p>
          <a:p>
            <a:pPr lvl="0"/>
            <a:endParaRPr lang="fr-FR" noProof="0"/>
          </a:p>
          <a:p>
            <a:pPr lvl="0"/>
            <a:endParaRPr lang="fr-FR" noProof="0"/>
          </a:p>
        </p:txBody>
      </p:sp>
      <p:sp>
        <p:nvSpPr>
          <p:cNvPr id="9" name="Text Placeholder 105">
            <a:extLst>
              <a:ext uri="{FF2B5EF4-FFF2-40B4-BE49-F238E27FC236}">
                <a16:creationId xmlns:a16="http://schemas.microsoft.com/office/drawing/2014/main" id="{BF17F469-E716-3B12-018F-FE8B82CF75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4675" y="4606986"/>
            <a:ext cx="4752000" cy="237373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832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pho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D312585-F3A0-D6F3-18E4-D7A268E3B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9971" y="2325910"/>
            <a:ext cx="4752000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ysClr val="windowText" lastClr="000000"/>
                </a:solidFill>
                <a:effectLst/>
              </a:defRPr>
            </a:lvl1pPr>
          </a:lstStyle>
          <a:p>
            <a:r>
              <a:rPr lang="fr-FR" noProof="0"/>
              <a:t>Titre de</a:t>
            </a:r>
            <a:br>
              <a:rPr lang="fr-FR" noProof="0"/>
            </a:br>
            <a:r>
              <a:rPr lang="fr-FR" noProof="0"/>
              <a:t>la présentation</a:t>
            </a:r>
          </a:p>
        </p:txBody>
      </p:sp>
      <p:sp>
        <p:nvSpPr>
          <p:cNvPr id="14" name="Text Placeholder 105">
            <a:extLst>
              <a:ext uri="{FF2B5EF4-FFF2-40B4-BE49-F238E27FC236}">
                <a16:creationId xmlns:a16="http://schemas.microsoft.com/office/drawing/2014/main" id="{087C727A-8FD2-3373-9687-8B8142E2A2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971" y="3762693"/>
            <a:ext cx="4752000" cy="755400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ysClr val="windowText" lastClr="000000"/>
                </a:solidFill>
                <a:effectLst/>
                <a:latin typeface="+mn-lt"/>
              </a:defRPr>
            </a:lvl1pPr>
          </a:lstStyle>
          <a:p>
            <a:pPr lvl="0"/>
            <a:r>
              <a:rPr lang="fr-FR" noProof="0"/>
              <a:t>Sous-titre de la présentation sur plusieurs lignes.</a:t>
            </a:r>
          </a:p>
          <a:p>
            <a:pPr lvl="0"/>
            <a:endParaRPr lang="fr-FR" noProof="0"/>
          </a:p>
          <a:p>
            <a:pPr lvl="0"/>
            <a:endParaRPr lang="fr-FR" noProof="0"/>
          </a:p>
        </p:txBody>
      </p:sp>
      <p:sp>
        <p:nvSpPr>
          <p:cNvPr id="4" name="Text Placeholder 105">
            <a:extLst>
              <a:ext uri="{FF2B5EF4-FFF2-40B4-BE49-F238E27FC236}">
                <a16:creationId xmlns:a16="http://schemas.microsoft.com/office/drawing/2014/main" id="{159E6B4D-F0CE-9A69-E885-5056A165D2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4675" y="4606986"/>
            <a:ext cx="4752000" cy="237373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00156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blan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F601-B2AF-C152-3F15-88DD00FDB9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9971" y="2325910"/>
            <a:ext cx="4752000" cy="1231106"/>
          </a:xfrm>
        </p:spPr>
        <p:txBody>
          <a:bodyPr anchor="b" anchorCtr="0">
            <a:spAutoFit/>
          </a:bodyPr>
          <a:lstStyle>
            <a:lvl1pPr>
              <a:defRPr sz="4000"/>
            </a:lvl1pPr>
          </a:lstStyle>
          <a:p>
            <a:r>
              <a:rPr lang="fr-FR" noProof="0"/>
              <a:t>Titre de</a:t>
            </a:r>
            <a:br>
              <a:rPr lang="fr-FR" noProof="0"/>
            </a:br>
            <a:r>
              <a:rPr lang="fr-FR" noProof="0"/>
              <a:t>la présentation</a:t>
            </a: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5FA9D06A-4C6B-3CE0-FDEF-CC0B75D3DAD7}"/>
              </a:ext>
            </a:extLst>
          </p:cNvPr>
          <p:cNvSpPr/>
          <p:nvPr userDrawn="1"/>
        </p:nvSpPr>
        <p:spPr>
          <a:xfrm rot="10800000">
            <a:off x="-180965" y="868731"/>
            <a:ext cx="6285252" cy="5120537"/>
          </a:xfrm>
          <a:custGeom>
            <a:avLst/>
            <a:gdLst>
              <a:gd name="connsiteX0" fmla="*/ 2519243 w 6210300"/>
              <a:gd name="connsiteY0" fmla="*/ 0 h 5059474"/>
              <a:gd name="connsiteX1" fmla="*/ 6210300 w 6210300"/>
              <a:gd name="connsiteY1" fmla="*/ 0 h 5059474"/>
              <a:gd name="connsiteX2" fmla="*/ 6210300 w 6210300"/>
              <a:gd name="connsiteY2" fmla="*/ 1766943 h 5059474"/>
              <a:gd name="connsiteX3" fmla="*/ 2474520 w 6210300"/>
              <a:gd name="connsiteY3" fmla="*/ 1766943 h 5059474"/>
              <a:gd name="connsiteX4" fmla="*/ 1714849 w 6210300"/>
              <a:gd name="connsiteY4" fmla="*/ 2529738 h 5059474"/>
              <a:gd name="connsiteX5" fmla="*/ 2474520 w 6210300"/>
              <a:gd name="connsiteY5" fmla="*/ 3292531 h 5059474"/>
              <a:gd name="connsiteX6" fmla="*/ 6210300 w 6210300"/>
              <a:gd name="connsiteY6" fmla="*/ 3292531 h 5059474"/>
              <a:gd name="connsiteX7" fmla="*/ 6210300 w 6210300"/>
              <a:gd name="connsiteY7" fmla="*/ 5059474 h 5059474"/>
              <a:gd name="connsiteX8" fmla="*/ 2519243 w 6210300"/>
              <a:gd name="connsiteY8" fmla="*/ 5059474 h 5059474"/>
              <a:gd name="connsiteX9" fmla="*/ 0 w 6210300"/>
              <a:gd name="connsiteY9" fmla="*/ 2529738 h 5059474"/>
              <a:gd name="connsiteX10" fmla="*/ 2519243 w 6210300"/>
              <a:gd name="connsiteY10" fmla="*/ 0 h 505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10300" h="5059474">
                <a:moveTo>
                  <a:pt x="2519243" y="0"/>
                </a:moveTo>
                <a:lnTo>
                  <a:pt x="6210300" y="0"/>
                </a:lnTo>
                <a:lnTo>
                  <a:pt x="6210300" y="1766943"/>
                </a:lnTo>
                <a:lnTo>
                  <a:pt x="2474520" y="1766943"/>
                </a:lnTo>
                <a:cubicBezTo>
                  <a:pt x="2055022" y="1766943"/>
                  <a:pt x="1714849" y="2108490"/>
                  <a:pt x="1714849" y="2529738"/>
                </a:cubicBezTo>
                <a:cubicBezTo>
                  <a:pt x="1714849" y="2950986"/>
                  <a:pt x="2055022" y="3292531"/>
                  <a:pt x="2474520" y="3292531"/>
                </a:cubicBezTo>
                <a:lnTo>
                  <a:pt x="6210300" y="3292531"/>
                </a:lnTo>
                <a:lnTo>
                  <a:pt x="6210300" y="5059474"/>
                </a:lnTo>
                <a:lnTo>
                  <a:pt x="2519243" y="5059474"/>
                </a:lnTo>
                <a:cubicBezTo>
                  <a:pt x="1127826" y="5059474"/>
                  <a:pt x="0" y="3926902"/>
                  <a:pt x="0" y="2529738"/>
                </a:cubicBezTo>
                <a:cubicBezTo>
                  <a:pt x="0" y="1132573"/>
                  <a:pt x="1127950" y="0"/>
                  <a:pt x="2519243" y="0"/>
                </a:cubicBezTo>
                <a:close/>
              </a:path>
            </a:pathLst>
          </a:custGeom>
          <a:noFill/>
          <a:ln w="50800" cap="flat">
            <a:solidFill>
              <a:srgbClr val="E75113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5" name="Text Placeholder 105">
            <a:extLst>
              <a:ext uri="{FF2B5EF4-FFF2-40B4-BE49-F238E27FC236}">
                <a16:creationId xmlns:a16="http://schemas.microsoft.com/office/drawing/2014/main" id="{79605CA2-D117-F281-CB8B-0F2A869C05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971" y="3762693"/>
            <a:ext cx="4752000" cy="755400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ysClr val="windowText" lastClr="000000"/>
                </a:solidFill>
                <a:effectLst/>
                <a:latin typeface="+mn-lt"/>
              </a:defRPr>
            </a:lvl1pPr>
          </a:lstStyle>
          <a:p>
            <a:pPr lvl="0"/>
            <a:r>
              <a:rPr lang="fr-FR" noProof="0"/>
              <a:t>Sous-titre de la présentation sur plusieurs lignes.</a:t>
            </a:r>
          </a:p>
          <a:p>
            <a:pPr lvl="0"/>
            <a:endParaRPr lang="fr-FR" noProof="0"/>
          </a:p>
          <a:p>
            <a:pPr lvl="0"/>
            <a:endParaRPr lang="fr-FR" noProof="0"/>
          </a:p>
        </p:txBody>
      </p:sp>
      <p:sp>
        <p:nvSpPr>
          <p:cNvPr id="6" name="Text Placeholder 105">
            <a:extLst>
              <a:ext uri="{FF2B5EF4-FFF2-40B4-BE49-F238E27FC236}">
                <a16:creationId xmlns:a16="http://schemas.microsoft.com/office/drawing/2014/main" id="{312380C1-CDEE-95D7-EC0F-7FF374D8D5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4675" y="4606986"/>
            <a:ext cx="4752000" cy="237373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0315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bleu nui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-form: Shape 6">
            <a:extLst>
              <a:ext uri="{FF2B5EF4-FFF2-40B4-BE49-F238E27FC236}">
                <a16:creationId xmlns:a16="http://schemas.microsoft.com/office/drawing/2014/main" id="{3661AC45-148B-5427-ADA9-1FAA31DE9B9D}"/>
              </a:ext>
            </a:extLst>
          </p:cNvPr>
          <p:cNvSpPr/>
          <p:nvPr userDrawn="1"/>
        </p:nvSpPr>
        <p:spPr>
          <a:xfrm rot="10800000">
            <a:off x="-180965" y="868731"/>
            <a:ext cx="6285252" cy="5120537"/>
          </a:xfrm>
          <a:custGeom>
            <a:avLst/>
            <a:gdLst>
              <a:gd name="connsiteX0" fmla="*/ 2519243 w 6210300"/>
              <a:gd name="connsiteY0" fmla="*/ 0 h 5059474"/>
              <a:gd name="connsiteX1" fmla="*/ 6210300 w 6210300"/>
              <a:gd name="connsiteY1" fmla="*/ 0 h 5059474"/>
              <a:gd name="connsiteX2" fmla="*/ 6210300 w 6210300"/>
              <a:gd name="connsiteY2" fmla="*/ 1766943 h 5059474"/>
              <a:gd name="connsiteX3" fmla="*/ 2474520 w 6210300"/>
              <a:gd name="connsiteY3" fmla="*/ 1766943 h 5059474"/>
              <a:gd name="connsiteX4" fmla="*/ 1714849 w 6210300"/>
              <a:gd name="connsiteY4" fmla="*/ 2529738 h 5059474"/>
              <a:gd name="connsiteX5" fmla="*/ 2474520 w 6210300"/>
              <a:gd name="connsiteY5" fmla="*/ 3292531 h 5059474"/>
              <a:gd name="connsiteX6" fmla="*/ 6210300 w 6210300"/>
              <a:gd name="connsiteY6" fmla="*/ 3292531 h 5059474"/>
              <a:gd name="connsiteX7" fmla="*/ 6210300 w 6210300"/>
              <a:gd name="connsiteY7" fmla="*/ 5059474 h 5059474"/>
              <a:gd name="connsiteX8" fmla="*/ 2519243 w 6210300"/>
              <a:gd name="connsiteY8" fmla="*/ 5059474 h 5059474"/>
              <a:gd name="connsiteX9" fmla="*/ 0 w 6210300"/>
              <a:gd name="connsiteY9" fmla="*/ 2529738 h 5059474"/>
              <a:gd name="connsiteX10" fmla="*/ 2519243 w 6210300"/>
              <a:gd name="connsiteY10" fmla="*/ 0 h 505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10300" h="5059474">
                <a:moveTo>
                  <a:pt x="2519243" y="0"/>
                </a:moveTo>
                <a:lnTo>
                  <a:pt x="6210300" y="0"/>
                </a:lnTo>
                <a:lnTo>
                  <a:pt x="6210300" y="1766943"/>
                </a:lnTo>
                <a:lnTo>
                  <a:pt x="2474520" y="1766943"/>
                </a:lnTo>
                <a:cubicBezTo>
                  <a:pt x="2055022" y="1766943"/>
                  <a:pt x="1714849" y="2108490"/>
                  <a:pt x="1714849" y="2529738"/>
                </a:cubicBezTo>
                <a:cubicBezTo>
                  <a:pt x="1714849" y="2950986"/>
                  <a:pt x="2055022" y="3292531"/>
                  <a:pt x="2474520" y="3292531"/>
                </a:cubicBezTo>
                <a:lnTo>
                  <a:pt x="6210300" y="3292531"/>
                </a:lnTo>
                <a:lnTo>
                  <a:pt x="6210300" y="5059474"/>
                </a:lnTo>
                <a:lnTo>
                  <a:pt x="2519243" y="5059474"/>
                </a:lnTo>
                <a:cubicBezTo>
                  <a:pt x="1127826" y="5059474"/>
                  <a:pt x="0" y="3926902"/>
                  <a:pt x="0" y="2529738"/>
                </a:cubicBezTo>
                <a:cubicBezTo>
                  <a:pt x="0" y="1132573"/>
                  <a:pt x="1127950" y="0"/>
                  <a:pt x="2519243" y="0"/>
                </a:cubicBezTo>
                <a:close/>
              </a:path>
            </a:pathLst>
          </a:custGeom>
          <a:noFill/>
          <a:ln w="50800" cap="flat">
            <a:solidFill>
              <a:srgbClr val="E75113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B4A079-CB1E-8376-56AF-07CAA2E84D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9971" y="2325910"/>
            <a:ext cx="4752000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Titre de</a:t>
            </a:r>
            <a:br>
              <a:rPr lang="fr-FR" noProof="0"/>
            </a:br>
            <a:r>
              <a:rPr lang="fr-FR" noProof="0"/>
              <a:t>la présentation</a:t>
            </a:r>
          </a:p>
        </p:txBody>
      </p:sp>
      <p:sp>
        <p:nvSpPr>
          <p:cNvPr id="3" name="Text Placeholder 105">
            <a:extLst>
              <a:ext uri="{FF2B5EF4-FFF2-40B4-BE49-F238E27FC236}">
                <a16:creationId xmlns:a16="http://schemas.microsoft.com/office/drawing/2014/main" id="{C9600B55-A9EF-92EC-9B6C-7667C44D8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971" y="3762693"/>
            <a:ext cx="4752000" cy="755400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fr-FR" noProof="0"/>
              <a:t>Sous-titre de la présentation sur plusieurs lignes.</a:t>
            </a:r>
          </a:p>
          <a:p>
            <a:pPr lvl="0"/>
            <a:endParaRPr lang="fr-FR" noProof="0"/>
          </a:p>
          <a:p>
            <a:pPr lvl="0"/>
            <a:endParaRPr lang="fr-FR" noProof="0"/>
          </a:p>
        </p:txBody>
      </p:sp>
      <p:sp>
        <p:nvSpPr>
          <p:cNvPr id="6" name="Text Placeholder 105">
            <a:extLst>
              <a:ext uri="{FF2B5EF4-FFF2-40B4-BE49-F238E27FC236}">
                <a16:creationId xmlns:a16="http://schemas.microsoft.com/office/drawing/2014/main" id="{C12E856E-C323-39ED-8B60-8E8EE240F9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4675" y="4606986"/>
            <a:ext cx="4752000" cy="237373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5579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641BCD3-5463-DE39-9320-85C153DCF74C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5267AE56-AA55-F3F6-7EA4-AA43E37F3E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4526" y="1626269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99" name="Text Placeholder 97">
            <a:extLst>
              <a:ext uri="{FF2B5EF4-FFF2-40B4-BE49-F238E27FC236}">
                <a16:creationId xmlns:a16="http://schemas.microsoft.com/office/drawing/2014/main" id="{BD752421-6AAE-CA1A-CC8E-81B81826AB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4526" y="2047627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0" name="Text Placeholder 97">
            <a:extLst>
              <a:ext uri="{FF2B5EF4-FFF2-40B4-BE49-F238E27FC236}">
                <a16:creationId xmlns:a16="http://schemas.microsoft.com/office/drawing/2014/main" id="{FE3EB4F7-1817-4369-F4C2-654BFB18F6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4526" y="2468985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1" name="Text Placeholder 97">
            <a:extLst>
              <a:ext uri="{FF2B5EF4-FFF2-40B4-BE49-F238E27FC236}">
                <a16:creationId xmlns:a16="http://schemas.microsoft.com/office/drawing/2014/main" id="{6C6402C2-3210-33D3-5465-51AD157F65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4526" y="2890343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2" name="Text Placeholder 97">
            <a:extLst>
              <a:ext uri="{FF2B5EF4-FFF2-40B4-BE49-F238E27FC236}">
                <a16:creationId xmlns:a16="http://schemas.microsoft.com/office/drawing/2014/main" id="{CC11692D-043C-67CE-D8D7-D25093CE76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4526" y="3311701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3" name="Text Placeholder 97">
            <a:extLst>
              <a:ext uri="{FF2B5EF4-FFF2-40B4-BE49-F238E27FC236}">
                <a16:creationId xmlns:a16="http://schemas.microsoft.com/office/drawing/2014/main" id="{748902D8-374D-C8F1-70B4-E357A5C3EC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44526" y="3733059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4" name="Text Placeholder 97">
            <a:extLst>
              <a:ext uri="{FF2B5EF4-FFF2-40B4-BE49-F238E27FC236}">
                <a16:creationId xmlns:a16="http://schemas.microsoft.com/office/drawing/2014/main" id="{007283C2-4692-3ED8-CBF5-8184450BFD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4526" y="4154417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5" name="Text Placeholder 97">
            <a:extLst>
              <a:ext uri="{FF2B5EF4-FFF2-40B4-BE49-F238E27FC236}">
                <a16:creationId xmlns:a16="http://schemas.microsoft.com/office/drawing/2014/main" id="{18EAEFCC-F046-C4DA-E991-A945927227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4526" y="4575775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8" name="Text Placeholder 97">
            <a:extLst>
              <a:ext uri="{FF2B5EF4-FFF2-40B4-BE49-F238E27FC236}">
                <a16:creationId xmlns:a16="http://schemas.microsoft.com/office/drawing/2014/main" id="{B604AE94-F1F1-B435-3917-A46F23ACE4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4526" y="4997133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09" name="Text Placeholder 97">
            <a:extLst>
              <a:ext uri="{FF2B5EF4-FFF2-40B4-BE49-F238E27FC236}">
                <a16:creationId xmlns:a16="http://schemas.microsoft.com/office/drawing/2014/main" id="{73DEA589-A950-EB16-4E60-0F7301DE80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44526" y="5418489"/>
            <a:ext cx="4747260" cy="339067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fr-FR" noProof="0"/>
              <a:t>Nom du chapitre</a:t>
            </a:r>
          </a:p>
        </p:txBody>
      </p:sp>
      <p:sp>
        <p:nvSpPr>
          <p:cNvPr id="110" name="Text Placeholder 97">
            <a:extLst>
              <a:ext uri="{FF2B5EF4-FFF2-40B4-BE49-F238E27FC236}">
                <a16:creationId xmlns:a16="http://schemas.microsoft.com/office/drawing/2014/main" id="{56B7A35D-0F40-5325-A43F-DE65318009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304" y="1626269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1</a:t>
            </a:r>
            <a:endParaRPr lang="fr-FR"/>
          </a:p>
        </p:txBody>
      </p:sp>
      <p:sp>
        <p:nvSpPr>
          <p:cNvPr id="111" name="Text Placeholder 97">
            <a:extLst>
              <a:ext uri="{FF2B5EF4-FFF2-40B4-BE49-F238E27FC236}">
                <a16:creationId xmlns:a16="http://schemas.microsoft.com/office/drawing/2014/main" id="{01E6DD36-04BC-90C7-564E-F79319AED6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304" y="2047627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2</a:t>
            </a:r>
            <a:endParaRPr lang="fr-FR"/>
          </a:p>
        </p:txBody>
      </p:sp>
      <p:sp>
        <p:nvSpPr>
          <p:cNvPr id="112" name="Text Placeholder 97">
            <a:extLst>
              <a:ext uri="{FF2B5EF4-FFF2-40B4-BE49-F238E27FC236}">
                <a16:creationId xmlns:a16="http://schemas.microsoft.com/office/drawing/2014/main" id="{67B3A34E-880D-46AE-C313-7EECC2BA27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304" y="2468985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3</a:t>
            </a:r>
            <a:endParaRPr lang="fr-FR"/>
          </a:p>
        </p:txBody>
      </p:sp>
      <p:sp>
        <p:nvSpPr>
          <p:cNvPr id="113" name="Text Placeholder 97">
            <a:extLst>
              <a:ext uri="{FF2B5EF4-FFF2-40B4-BE49-F238E27FC236}">
                <a16:creationId xmlns:a16="http://schemas.microsoft.com/office/drawing/2014/main" id="{6245B8F5-9B58-E8E9-0133-75C690AA15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304" y="2890343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4</a:t>
            </a:r>
            <a:endParaRPr lang="fr-FR"/>
          </a:p>
        </p:txBody>
      </p:sp>
      <p:sp>
        <p:nvSpPr>
          <p:cNvPr id="114" name="Text Placeholder 97">
            <a:extLst>
              <a:ext uri="{FF2B5EF4-FFF2-40B4-BE49-F238E27FC236}">
                <a16:creationId xmlns:a16="http://schemas.microsoft.com/office/drawing/2014/main" id="{398DB406-6282-928F-3C1C-BC4E2DA126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7304" y="3311701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5</a:t>
            </a:r>
            <a:endParaRPr lang="fr-FR"/>
          </a:p>
        </p:txBody>
      </p:sp>
      <p:sp>
        <p:nvSpPr>
          <p:cNvPr id="115" name="Text Placeholder 97">
            <a:extLst>
              <a:ext uri="{FF2B5EF4-FFF2-40B4-BE49-F238E27FC236}">
                <a16:creationId xmlns:a16="http://schemas.microsoft.com/office/drawing/2014/main" id="{5D344982-E87E-AF5A-FF08-9F8D51916D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304" y="3733059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6</a:t>
            </a:r>
            <a:endParaRPr lang="fr-FR"/>
          </a:p>
        </p:txBody>
      </p:sp>
      <p:sp>
        <p:nvSpPr>
          <p:cNvPr id="116" name="Text Placeholder 97">
            <a:extLst>
              <a:ext uri="{FF2B5EF4-FFF2-40B4-BE49-F238E27FC236}">
                <a16:creationId xmlns:a16="http://schemas.microsoft.com/office/drawing/2014/main" id="{B59F3AB3-EE3F-AC75-38DA-23DA5AC73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304" y="4154417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7</a:t>
            </a:r>
            <a:endParaRPr lang="fr-FR"/>
          </a:p>
        </p:txBody>
      </p:sp>
      <p:sp>
        <p:nvSpPr>
          <p:cNvPr id="117" name="Text Placeholder 97">
            <a:extLst>
              <a:ext uri="{FF2B5EF4-FFF2-40B4-BE49-F238E27FC236}">
                <a16:creationId xmlns:a16="http://schemas.microsoft.com/office/drawing/2014/main" id="{2795D215-81C1-D51C-7C4F-739DB4913A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7304" y="4575775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8</a:t>
            </a:r>
            <a:endParaRPr lang="fr-FR"/>
          </a:p>
        </p:txBody>
      </p:sp>
      <p:sp>
        <p:nvSpPr>
          <p:cNvPr id="118" name="Text Placeholder 97">
            <a:extLst>
              <a:ext uri="{FF2B5EF4-FFF2-40B4-BE49-F238E27FC236}">
                <a16:creationId xmlns:a16="http://schemas.microsoft.com/office/drawing/2014/main" id="{668358FF-50ED-02BE-F416-CC333337D5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7304" y="4997133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9</a:t>
            </a:r>
            <a:endParaRPr lang="fr-FR"/>
          </a:p>
        </p:txBody>
      </p:sp>
      <p:sp>
        <p:nvSpPr>
          <p:cNvPr id="119" name="Text Placeholder 97">
            <a:extLst>
              <a:ext uri="{FF2B5EF4-FFF2-40B4-BE49-F238E27FC236}">
                <a16:creationId xmlns:a16="http://schemas.microsoft.com/office/drawing/2014/main" id="{F4C52187-CBB0-5097-0328-4F234BA70B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7304" y="5418489"/>
            <a:ext cx="504000" cy="340414"/>
          </a:xfrm>
        </p:spPr>
        <p:txBody>
          <a:bodyPr>
            <a:spAutoFit/>
          </a:bodyPr>
          <a:lstStyle>
            <a:lvl1pPr marL="0" indent="0" algn="l">
              <a:buFontTx/>
              <a:buNone/>
              <a:defRPr sz="2000" spc="-300">
                <a:latin typeface="+mj-lt"/>
              </a:defRPr>
            </a:lvl1pPr>
          </a:lstStyle>
          <a:p>
            <a:pPr lvl="0"/>
            <a:r>
              <a:rPr lang="en-GB"/>
              <a:t>10</a:t>
            </a:r>
            <a:endParaRPr lang="fr-FR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438C387F-8214-D374-E6AE-77666546987B}"/>
              </a:ext>
            </a:extLst>
          </p:cNvPr>
          <p:cNvSpPr/>
          <p:nvPr userDrawn="1"/>
        </p:nvSpPr>
        <p:spPr>
          <a:xfrm>
            <a:off x="6134100" y="866775"/>
            <a:ext cx="6285252" cy="5120537"/>
          </a:xfrm>
          <a:custGeom>
            <a:avLst/>
            <a:gdLst>
              <a:gd name="connsiteX0" fmla="*/ 2519243 w 6210300"/>
              <a:gd name="connsiteY0" fmla="*/ 0 h 5059474"/>
              <a:gd name="connsiteX1" fmla="*/ 6210300 w 6210300"/>
              <a:gd name="connsiteY1" fmla="*/ 0 h 5059474"/>
              <a:gd name="connsiteX2" fmla="*/ 6210300 w 6210300"/>
              <a:gd name="connsiteY2" fmla="*/ 1766943 h 5059474"/>
              <a:gd name="connsiteX3" fmla="*/ 2474520 w 6210300"/>
              <a:gd name="connsiteY3" fmla="*/ 1766943 h 5059474"/>
              <a:gd name="connsiteX4" fmla="*/ 1714849 w 6210300"/>
              <a:gd name="connsiteY4" fmla="*/ 2529738 h 5059474"/>
              <a:gd name="connsiteX5" fmla="*/ 2474520 w 6210300"/>
              <a:gd name="connsiteY5" fmla="*/ 3292531 h 5059474"/>
              <a:gd name="connsiteX6" fmla="*/ 6210300 w 6210300"/>
              <a:gd name="connsiteY6" fmla="*/ 3292531 h 5059474"/>
              <a:gd name="connsiteX7" fmla="*/ 6210300 w 6210300"/>
              <a:gd name="connsiteY7" fmla="*/ 5059474 h 5059474"/>
              <a:gd name="connsiteX8" fmla="*/ 2519243 w 6210300"/>
              <a:gd name="connsiteY8" fmla="*/ 5059474 h 5059474"/>
              <a:gd name="connsiteX9" fmla="*/ 0 w 6210300"/>
              <a:gd name="connsiteY9" fmla="*/ 2529738 h 5059474"/>
              <a:gd name="connsiteX10" fmla="*/ 2519243 w 6210300"/>
              <a:gd name="connsiteY10" fmla="*/ 0 h 505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10300" h="5059474">
                <a:moveTo>
                  <a:pt x="2519243" y="0"/>
                </a:moveTo>
                <a:lnTo>
                  <a:pt x="6210300" y="0"/>
                </a:lnTo>
                <a:lnTo>
                  <a:pt x="6210300" y="1766943"/>
                </a:lnTo>
                <a:lnTo>
                  <a:pt x="2474520" y="1766943"/>
                </a:lnTo>
                <a:cubicBezTo>
                  <a:pt x="2055022" y="1766943"/>
                  <a:pt x="1714849" y="2108490"/>
                  <a:pt x="1714849" y="2529738"/>
                </a:cubicBezTo>
                <a:cubicBezTo>
                  <a:pt x="1714849" y="2950986"/>
                  <a:pt x="2055022" y="3292531"/>
                  <a:pt x="2474520" y="3292531"/>
                </a:cubicBezTo>
                <a:lnTo>
                  <a:pt x="6210300" y="3292531"/>
                </a:lnTo>
                <a:lnTo>
                  <a:pt x="6210300" y="5059474"/>
                </a:lnTo>
                <a:lnTo>
                  <a:pt x="2519243" y="5059474"/>
                </a:lnTo>
                <a:cubicBezTo>
                  <a:pt x="1127826" y="5059474"/>
                  <a:pt x="0" y="3926902"/>
                  <a:pt x="0" y="2529738"/>
                </a:cubicBezTo>
                <a:cubicBezTo>
                  <a:pt x="0" y="1132573"/>
                  <a:pt x="1127950" y="0"/>
                  <a:pt x="2519243" y="0"/>
                </a:cubicBezTo>
                <a:close/>
              </a:path>
            </a:pathLst>
          </a:custGeom>
          <a:noFill/>
          <a:ln w="50800" cap="flat">
            <a:solidFill>
              <a:schemeClr val="bg1">
                <a:lumMod val="9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2" name="Rectangle: Rounded Corners 4">
            <a:extLst>
              <a:ext uri="{FF2B5EF4-FFF2-40B4-BE49-F238E27FC236}">
                <a16:creationId xmlns:a16="http://schemas.microsoft.com/office/drawing/2014/main" id="{5582EDF8-B98D-A7C0-48AE-8BB847CBDC00}"/>
              </a:ext>
            </a:extLst>
          </p:cNvPr>
          <p:cNvSpPr/>
          <p:nvPr userDrawn="1"/>
        </p:nvSpPr>
        <p:spPr>
          <a:xfrm>
            <a:off x="695325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088044-B513-FB00-787F-E7F9BAACCF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AE6AE13B-AC96-0946-987F-EEF93E9F0863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3">
            <a:extLst>
              <a:ext uri="{FF2B5EF4-FFF2-40B4-BE49-F238E27FC236}">
                <a16:creationId xmlns:a16="http://schemas.microsoft.com/office/drawing/2014/main" id="{87FA8158-545F-31FD-F19E-83F27BCDE1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4861"/>
            <a:ext cx="10515600" cy="470804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9D7BDEA-110E-10DF-AC97-16CEEC5B0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538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7A4C6F3-05C2-5C1A-78EF-0BD1431B2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7498"/>
            <a:ext cx="3659822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Agenda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641BCD3-5463-DE39-9320-85C153DCF74C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438C387F-8214-D374-E6AE-77666546987B}"/>
              </a:ext>
            </a:extLst>
          </p:cNvPr>
          <p:cNvSpPr/>
          <p:nvPr userDrawn="1"/>
        </p:nvSpPr>
        <p:spPr>
          <a:xfrm>
            <a:off x="6134100" y="866775"/>
            <a:ext cx="6285252" cy="5120537"/>
          </a:xfrm>
          <a:custGeom>
            <a:avLst/>
            <a:gdLst>
              <a:gd name="connsiteX0" fmla="*/ 2519243 w 6210300"/>
              <a:gd name="connsiteY0" fmla="*/ 0 h 5059474"/>
              <a:gd name="connsiteX1" fmla="*/ 6210300 w 6210300"/>
              <a:gd name="connsiteY1" fmla="*/ 0 h 5059474"/>
              <a:gd name="connsiteX2" fmla="*/ 6210300 w 6210300"/>
              <a:gd name="connsiteY2" fmla="*/ 1766943 h 5059474"/>
              <a:gd name="connsiteX3" fmla="*/ 2474520 w 6210300"/>
              <a:gd name="connsiteY3" fmla="*/ 1766943 h 5059474"/>
              <a:gd name="connsiteX4" fmla="*/ 1714849 w 6210300"/>
              <a:gd name="connsiteY4" fmla="*/ 2529738 h 5059474"/>
              <a:gd name="connsiteX5" fmla="*/ 2474520 w 6210300"/>
              <a:gd name="connsiteY5" fmla="*/ 3292531 h 5059474"/>
              <a:gd name="connsiteX6" fmla="*/ 6210300 w 6210300"/>
              <a:gd name="connsiteY6" fmla="*/ 3292531 h 5059474"/>
              <a:gd name="connsiteX7" fmla="*/ 6210300 w 6210300"/>
              <a:gd name="connsiteY7" fmla="*/ 5059474 h 5059474"/>
              <a:gd name="connsiteX8" fmla="*/ 2519243 w 6210300"/>
              <a:gd name="connsiteY8" fmla="*/ 5059474 h 5059474"/>
              <a:gd name="connsiteX9" fmla="*/ 0 w 6210300"/>
              <a:gd name="connsiteY9" fmla="*/ 2529738 h 5059474"/>
              <a:gd name="connsiteX10" fmla="*/ 2519243 w 6210300"/>
              <a:gd name="connsiteY10" fmla="*/ 0 h 505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10300" h="5059474">
                <a:moveTo>
                  <a:pt x="2519243" y="0"/>
                </a:moveTo>
                <a:lnTo>
                  <a:pt x="6210300" y="0"/>
                </a:lnTo>
                <a:lnTo>
                  <a:pt x="6210300" y="1766943"/>
                </a:lnTo>
                <a:lnTo>
                  <a:pt x="2474520" y="1766943"/>
                </a:lnTo>
                <a:cubicBezTo>
                  <a:pt x="2055022" y="1766943"/>
                  <a:pt x="1714849" y="2108490"/>
                  <a:pt x="1714849" y="2529738"/>
                </a:cubicBezTo>
                <a:cubicBezTo>
                  <a:pt x="1714849" y="2950986"/>
                  <a:pt x="2055022" y="3292531"/>
                  <a:pt x="2474520" y="3292531"/>
                </a:cubicBezTo>
                <a:lnTo>
                  <a:pt x="6210300" y="3292531"/>
                </a:lnTo>
                <a:lnTo>
                  <a:pt x="6210300" y="5059474"/>
                </a:lnTo>
                <a:lnTo>
                  <a:pt x="2519243" y="5059474"/>
                </a:lnTo>
                <a:cubicBezTo>
                  <a:pt x="1127826" y="5059474"/>
                  <a:pt x="0" y="3926902"/>
                  <a:pt x="0" y="2529738"/>
                </a:cubicBezTo>
                <a:cubicBezTo>
                  <a:pt x="0" y="1132573"/>
                  <a:pt x="1127950" y="0"/>
                  <a:pt x="2519243" y="0"/>
                </a:cubicBezTo>
                <a:close/>
              </a:path>
            </a:pathLst>
          </a:custGeom>
          <a:noFill/>
          <a:ln w="50800" cap="flat">
            <a:solidFill>
              <a:schemeClr val="bg2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4B3ABC2-7060-3A06-5038-76905296A1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945" y="1853587"/>
            <a:ext cx="1563434" cy="23833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C0129711-17BC-333C-EDCA-25A70B201D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0073" y="2718197"/>
            <a:ext cx="1824705" cy="644893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10h30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813707EF-CCC3-9561-D463-C5D1D82390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0073" y="3617631"/>
            <a:ext cx="1824705" cy="644893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10h45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D599100-5770-9684-5C86-A67E38E8AD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0073" y="1827160"/>
            <a:ext cx="1824705" cy="644893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10h00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7BD92B6E-28F8-168C-0F88-0916A4E103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53945" y="2152194"/>
            <a:ext cx="2223436" cy="23833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fr-FR"/>
              <a:t>Porte-parole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EDAD5784-EE22-D23E-2D29-3B16CAA92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3945" y="2744624"/>
            <a:ext cx="1563434" cy="23833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Lorem ipsum</a:t>
            </a:r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2E55C71B-A95A-75AF-B9CC-725AB52C2B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3945" y="3043231"/>
            <a:ext cx="2223436" cy="23833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Porte-parole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0BC5F99C-E5AB-1C9C-295F-23D6F6A1C9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3945" y="3649293"/>
            <a:ext cx="1563434" cy="23833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Lorem ipsum</a:t>
            </a:r>
          </a:p>
        </p:txBody>
      </p:sp>
      <p:sp>
        <p:nvSpPr>
          <p:cNvPr id="13" name="Espace réservé du texte 13">
            <a:extLst>
              <a:ext uri="{FF2B5EF4-FFF2-40B4-BE49-F238E27FC236}">
                <a16:creationId xmlns:a16="http://schemas.microsoft.com/office/drawing/2014/main" id="{C20D36CF-3BC7-0D44-40E1-695FDEFFF8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3945" y="3947900"/>
            <a:ext cx="2223436" cy="23833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Porte-parole</a:t>
            </a:r>
          </a:p>
        </p:txBody>
      </p:sp>
      <p:sp>
        <p:nvSpPr>
          <p:cNvPr id="14" name="Rectangle: Rounded Corners 4">
            <a:extLst>
              <a:ext uri="{FF2B5EF4-FFF2-40B4-BE49-F238E27FC236}">
                <a16:creationId xmlns:a16="http://schemas.microsoft.com/office/drawing/2014/main" id="{D4B9B8D9-6F87-E8E6-6E91-CFF118EE950E}"/>
              </a:ext>
            </a:extLst>
          </p:cNvPr>
          <p:cNvSpPr/>
          <p:nvPr userDrawn="1"/>
        </p:nvSpPr>
        <p:spPr>
          <a:xfrm>
            <a:off x="695325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A76F958-174E-8641-79B5-FD22AEFDDDC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AE9FE634-695B-3EF2-DCFE-2B5F649DA1CF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ADCDEFE-7241-36BF-AC27-BF9710606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35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photo 1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641BCD3-5463-DE39-9320-85C153DCF74C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 Placeholder 97">
            <a:extLst>
              <a:ext uri="{FF2B5EF4-FFF2-40B4-BE49-F238E27FC236}">
                <a16:creationId xmlns:a16="http://schemas.microsoft.com/office/drawing/2014/main" id="{8813F449-AA93-357C-197F-EECD281782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7038" y="2322607"/>
            <a:ext cx="2265362" cy="2212785"/>
          </a:xfrm>
        </p:spPr>
        <p:txBody>
          <a:bodyPr wrap="square">
            <a:spAutoFit/>
          </a:bodyPr>
          <a:lstStyle>
            <a:lvl1pPr marL="0" indent="0" algn="r">
              <a:spcBef>
                <a:spcPts val="0"/>
              </a:spcBef>
              <a:buFontTx/>
              <a:buNone/>
              <a:defRPr sz="13000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1</a:t>
            </a:r>
          </a:p>
        </p:txBody>
      </p:sp>
      <p:sp>
        <p:nvSpPr>
          <p:cNvPr id="7" name="Text Placeholder 97">
            <a:extLst>
              <a:ext uri="{FF2B5EF4-FFF2-40B4-BE49-F238E27FC236}">
                <a16:creationId xmlns:a16="http://schemas.microsoft.com/office/drawing/2014/main" id="{A7700393-5BD5-6B67-D2A1-23E6AD96B9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3530" y="2843675"/>
            <a:ext cx="5175909" cy="1306838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Titre du chapitre sur une ou deux lignes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36017CBB-BADF-4DEF-E242-FC45A5744E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8292C6C-860A-51E3-CDEB-B686A14E7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57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641BCD3-5463-DE39-9320-85C153DCF74C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226117FE-38A6-68C5-EC7B-125D1C07BAE2}"/>
              </a:ext>
            </a:extLst>
          </p:cNvPr>
          <p:cNvSpPr/>
          <p:nvPr userDrawn="1"/>
        </p:nvSpPr>
        <p:spPr>
          <a:xfrm>
            <a:off x="6463520" y="856140"/>
            <a:ext cx="5890405" cy="5145719"/>
          </a:xfrm>
          <a:custGeom>
            <a:avLst/>
            <a:gdLst>
              <a:gd name="connsiteX0" fmla="*/ 2562186 w 5890405"/>
              <a:gd name="connsiteY0" fmla="*/ 0 h 5145719"/>
              <a:gd name="connsiteX1" fmla="*/ 5890405 w 5890405"/>
              <a:gd name="connsiteY1" fmla="*/ 0 h 5145719"/>
              <a:gd name="connsiteX2" fmla="*/ 5890405 w 5890405"/>
              <a:gd name="connsiteY2" fmla="*/ 1797063 h 5145719"/>
              <a:gd name="connsiteX3" fmla="*/ 2516702 w 5890405"/>
              <a:gd name="connsiteY3" fmla="*/ 1797063 h 5145719"/>
              <a:gd name="connsiteX4" fmla="*/ 1744080 w 5890405"/>
              <a:gd name="connsiteY4" fmla="*/ 2572860 h 5145719"/>
              <a:gd name="connsiteX5" fmla="*/ 2516702 w 5890405"/>
              <a:gd name="connsiteY5" fmla="*/ 3348656 h 5145719"/>
              <a:gd name="connsiteX6" fmla="*/ 5890405 w 5890405"/>
              <a:gd name="connsiteY6" fmla="*/ 3348656 h 5145719"/>
              <a:gd name="connsiteX7" fmla="*/ 5890405 w 5890405"/>
              <a:gd name="connsiteY7" fmla="*/ 5145719 h 5145719"/>
              <a:gd name="connsiteX8" fmla="*/ 2562186 w 5890405"/>
              <a:gd name="connsiteY8" fmla="*/ 5145719 h 5145719"/>
              <a:gd name="connsiteX9" fmla="*/ 0 w 5890405"/>
              <a:gd name="connsiteY9" fmla="*/ 2572860 h 5145719"/>
              <a:gd name="connsiteX10" fmla="*/ 2562186 w 5890405"/>
              <a:gd name="connsiteY10" fmla="*/ 0 h 51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90405" h="5145719">
                <a:moveTo>
                  <a:pt x="2562186" y="0"/>
                </a:moveTo>
                <a:lnTo>
                  <a:pt x="5890405" y="0"/>
                </a:lnTo>
                <a:lnTo>
                  <a:pt x="5890405" y="1797063"/>
                </a:lnTo>
                <a:lnTo>
                  <a:pt x="2516702" y="1797063"/>
                </a:lnTo>
                <a:cubicBezTo>
                  <a:pt x="2090052" y="1797063"/>
                  <a:pt x="1744080" y="2144432"/>
                  <a:pt x="1744080" y="2572860"/>
                </a:cubicBezTo>
                <a:cubicBezTo>
                  <a:pt x="1744080" y="3001289"/>
                  <a:pt x="2090052" y="3348656"/>
                  <a:pt x="2516702" y="3348656"/>
                </a:cubicBezTo>
                <a:lnTo>
                  <a:pt x="5890405" y="3348656"/>
                </a:lnTo>
                <a:lnTo>
                  <a:pt x="5890405" y="5145719"/>
                </a:lnTo>
                <a:lnTo>
                  <a:pt x="2562186" y="5145719"/>
                </a:lnTo>
                <a:cubicBezTo>
                  <a:pt x="1147051" y="5145719"/>
                  <a:pt x="0" y="3993841"/>
                  <a:pt x="0" y="2572860"/>
                </a:cubicBezTo>
                <a:cubicBezTo>
                  <a:pt x="0" y="1151880"/>
                  <a:pt x="1147178" y="0"/>
                  <a:pt x="2562186" y="0"/>
                </a:cubicBezTo>
                <a:close/>
              </a:path>
            </a:pathLst>
          </a:custGeom>
          <a:noFill/>
          <a:ln w="50800" cap="flat">
            <a:solidFill>
              <a:schemeClr val="bg1">
                <a:lumMod val="95000"/>
              </a:scheme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2" name="Text Placeholder 97">
            <a:extLst>
              <a:ext uri="{FF2B5EF4-FFF2-40B4-BE49-F238E27FC236}">
                <a16:creationId xmlns:a16="http://schemas.microsoft.com/office/drawing/2014/main" id="{46E57D8B-8BFA-42B8-357C-05D2A6F386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3530" y="2843675"/>
            <a:ext cx="5175909" cy="1306838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Titre du chapitre sur une ou deux lignes</a:t>
            </a:r>
          </a:p>
        </p:txBody>
      </p:sp>
      <p:sp>
        <p:nvSpPr>
          <p:cNvPr id="5" name="Text Placeholder 97">
            <a:extLst>
              <a:ext uri="{FF2B5EF4-FFF2-40B4-BE49-F238E27FC236}">
                <a16:creationId xmlns:a16="http://schemas.microsoft.com/office/drawing/2014/main" id="{8813F449-AA93-357C-197F-EECD281782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7038" y="2322607"/>
            <a:ext cx="2265362" cy="2212785"/>
          </a:xfrm>
        </p:spPr>
        <p:txBody>
          <a:bodyPr wrap="square">
            <a:spAutoFit/>
          </a:bodyPr>
          <a:lstStyle>
            <a:lvl1pPr marL="0" indent="0" algn="r">
              <a:spcBef>
                <a:spcPts val="0"/>
              </a:spcBef>
              <a:buFontTx/>
              <a:buNone/>
              <a:defRPr sz="13000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1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482AD90-2F4F-B0A0-1A95-E3EE4CF45A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BF4AF477-6612-99C0-B25A-569B7272F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14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bleu nui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641BCD3-5463-DE39-9320-85C153DCF74C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23F7A896-46C3-7A8A-5478-2EB115F37869}"/>
              </a:ext>
            </a:extLst>
          </p:cNvPr>
          <p:cNvSpPr/>
          <p:nvPr userDrawn="1"/>
        </p:nvSpPr>
        <p:spPr>
          <a:xfrm>
            <a:off x="6463520" y="856141"/>
            <a:ext cx="5804680" cy="5145719"/>
          </a:xfrm>
          <a:custGeom>
            <a:avLst/>
            <a:gdLst>
              <a:gd name="connsiteX0" fmla="*/ 2562186 w 5804680"/>
              <a:gd name="connsiteY0" fmla="*/ 0 h 5145719"/>
              <a:gd name="connsiteX1" fmla="*/ 5804680 w 5804680"/>
              <a:gd name="connsiteY1" fmla="*/ 0 h 5145719"/>
              <a:gd name="connsiteX2" fmla="*/ 5804680 w 5804680"/>
              <a:gd name="connsiteY2" fmla="*/ 1797063 h 5145719"/>
              <a:gd name="connsiteX3" fmla="*/ 2516702 w 5804680"/>
              <a:gd name="connsiteY3" fmla="*/ 1797063 h 5145719"/>
              <a:gd name="connsiteX4" fmla="*/ 1744080 w 5804680"/>
              <a:gd name="connsiteY4" fmla="*/ 2572860 h 5145719"/>
              <a:gd name="connsiteX5" fmla="*/ 2516702 w 5804680"/>
              <a:gd name="connsiteY5" fmla="*/ 3348656 h 5145719"/>
              <a:gd name="connsiteX6" fmla="*/ 5804680 w 5804680"/>
              <a:gd name="connsiteY6" fmla="*/ 3348656 h 5145719"/>
              <a:gd name="connsiteX7" fmla="*/ 5804680 w 5804680"/>
              <a:gd name="connsiteY7" fmla="*/ 5145719 h 5145719"/>
              <a:gd name="connsiteX8" fmla="*/ 2562186 w 5804680"/>
              <a:gd name="connsiteY8" fmla="*/ 5145719 h 5145719"/>
              <a:gd name="connsiteX9" fmla="*/ 0 w 5804680"/>
              <a:gd name="connsiteY9" fmla="*/ 2572860 h 5145719"/>
              <a:gd name="connsiteX10" fmla="*/ 2562186 w 5804680"/>
              <a:gd name="connsiteY10" fmla="*/ 0 h 51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04680" h="5145719">
                <a:moveTo>
                  <a:pt x="2562186" y="0"/>
                </a:moveTo>
                <a:lnTo>
                  <a:pt x="5804680" y="0"/>
                </a:lnTo>
                <a:lnTo>
                  <a:pt x="5804680" y="1797063"/>
                </a:lnTo>
                <a:lnTo>
                  <a:pt x="2516702" y="1797063"/>
                </a:lnTo>
                <a:cubicBezTo>
                  <a:pt x="2090052" y="1797063"/>
                  <a:pt x="1744080" y="2144432"/>
                  <a:pt x="1744080" y="2572860"/>
                </a:cubicBezTo>
                <a:cubicBezTo>
                  <a:pt x="1744080" y="3001289"/>
                  <a:pt x="2090052" y="3348656"/>
                  <a:pt x="2516702" y="3348656"/>
                </a:cubicBezTo>
                <a:lnTo>
                  <a:pt x="5804680" y="3348656"/>
                </a:lnTo>
                <a:lnTo>
                  <a:pt x="5804680" y="5145719"/>
                </a:lnTo>
                <a:lnTo>
                  <a:pt x="2562186" y="5145719"/>
                </a:lnTo>
                <a:cubicBezTo>
                  <a:pt x="1147051" y="5145719"/>
                  <a:pt x="0" y="3993841"/>
                  <a:pt x="0" y="2572860"/>
                </a:cubicBezTo>
                <a:cubicBezTo>
                  <a:pt x="0" y="1151879"/>
                  <a:pt x="1147178" y="0"/>
                  <a:pt x="2562186" y="0"/>
                </a:cubicBezTo>
                <a:close/>
              </a:path>
            </a:pathLst>
          </a:custGeom>
          <a:noFill/>
          <a:ln w="50800" cap="flat">
            <a:solidFill>
              <a:srgbClr val="E6E6E6">
                <a:alpha val="10000"/>
              </a:srgbClr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5" name="Text Placeholder 97">
            <a:extLst>
              <a:ext uri="{FF2B5EF4-FFF2-40B4-BE49-F238E27FC236}">
                <a16:creationId xmlns:a16="http://schemas.microsoft.com/office/drawing/2014/main" id="{8813F449-AA93-357C-197F-EECD281782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7038" y="2322607"/>
            <a:ext cx="2265362" cy="2212785"/>
          </a:xfrm>
        </p:spPr>
        <p:txBody>
          <a:bodyPr wrap="square">
            <a:spAutoFit/>
          </a:bodyPr>
          <a:lstStyle>
            <a:lvl1pPr marL="0" indent="0" algn="r">
              <a:spcBef>
                <a:spcPts val="0"/>
              </a:spcBef>
              <a:buFontTx/>
              <a:buNone/>
              <a:defRPr sz="13000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1</a:t>
            </a:r>
          </a:p>
        </p:txBody>
      </p:sp>
      <p:sp>
        <p:nvSpPr>
          <p:cNvPr id="7" name="Text Placeholder 97">
            <a:extLst>
              <a:ext uri="{FF2B5EF4-FFF2-40B4-BE49-F238E27FC236}">
                <a16:creationId xmlns:a16="http://schemas.microsoft.com/office/drawing/2014/main" id="{A7700393-5BD5-6B67-D2A1-23E6AD96B9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3530" y="2843675"/>
            <a:ext cx="5175909" cy="1306838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Titre du chapitre sur une ou deux lignes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476C1BB1-15A1-3AF2-0724-0D2760CD5A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8BD439D-AC1B-CCEF-521F-10AF46661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3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34696-D0B0-3774-27AE-CDC742F032A7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B3275CA2-5FA4-124C-3A2C-27FE33F0C22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3DC6F04-2315-F5DA-879E-0F7BB6A1FC12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B3C55AC-AD82-8BC3-4793-1EF3CB356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290" y="512641"/>
            <a:ext cx="1080135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51F502C4-5554-2A73-8D29-E4A5592A9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59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s text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34696-D0B0-3774-27AE-CDC742F032A7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 Placeholder 105">
            <a:extLst>
              <a:ext uri="{FF2B5EF4-FFF2-40B4-BE49-F238E27FC236}">
                <a16:creationId xmlns:a16="http://schemas.microsoft.com/office/drawing/2014/main" id="{C3AF592A-0ADA-65BA-B233-1CD7F1ED85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0073" y="1599687"/>
            <a:ext cx="10809910" cy="496867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</a:t>
            </a:r>
            <a:r>
              <a:rPr lang="fr-FR" err="1"/>
              <a:t>uterci</a:t>
            </a:r>
            <a:r>
              <a:rPr lang="fr-FR"/>
              <a:t> </a:t>
            </a:r>
            <a:r>
              <a:rPr lang="fr-FR" err="1"/>
              <a:t>tation</a:t>
            </a:r>
            <a:r>
              <a:rPr lang="fr-FR"/>
              <a:t> </a:t>
            </a:r>
            <a:r>
              <a:rPr lang="fr-FR" err="1"/>
              <a:t>ullamcorper</a:t>
            </a:r>
            <a:r>
              <a:rPr lang="fr-FR"/>
              <a:t> </a:t>
            </a:r>
            <a:r>
              <a:rPr lang="fr-FR" err="1"/>
              <a:t>suscipit</a:t>
            </a:r>
            <a:r>
              <a:rPr lang="fr-FR"/>
              <a:t> </a:t>
            </a:r>
            <a:r>
              <a:rPr lang="fr-FR" err="1"/>
              <a:t>lobortis</a:t>
            </a:r>
            <a:r>
              <a:rPr lang="fr-FR"/>
              <a:t> </a:t>
            </a:r>
            <a:r>
              <a:rPr lang="fr-FR" err="1"/>
              <a:t>nisl</a:t>
            </a:r>
            <a:r>
              <a:rPr lang="fr-FR"/>
              <a:t> ut </a:t>
            </a:r>
            <a:r>
              <a:rPr lang="fr-FR" err="1"/>
              <a:t>aliquip</a:t>
            </a:r>
            <a:r>
              <a:rPr lang="fr-FR"/>
              <a:t> ex </a:t>
            </a:r>
            <a:r>
              <a:rPr lang="fr-FR" err="1"/>
              <a:t>ea</a:t>
            </a:r>
            <a:r>
              <a:rPr lang="fr-FR"/>
              <a:t> commodo </a:t>
            </a:r>
            <a:r>
              <a:rPr lang="fr-FR" err="1"/>
              <a:t>consequat</a:t>
            </a:r>
            <a:r>
              <a:rPr lang="fr-FR"/>
              <a:t>. 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7AACDD4-C1C2-D364-811D-2BED4A30F5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0073" y="2379540"/>
            <a:ext cx="10809910" cy="238335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fr-FR" noProof="0"/>
              <a:t>Cliquer pour éditer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9F15FCC-599F-C5AD-5BE8-B27BB0E1FEB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F3ED555-F715-539C-6AE9-48305185D455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EEE81046-426C-8D92-4324-5D0CE8D1D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290" y="512641"/>
            <a:ext cx="1080135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F2BE02B3-8312-0107-E947-C736D1859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28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s + 1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F19D60E6-D69C-3AB7-589B-60AA1F73B7E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23383" y="0"/>
            <a:ext cx="3868616" cy="6858000"/>
          </a:xfrm>
          <a:custGeom>
            <a:avLst/>
            <a:gdLst>
              <a:gd name="connsiteX0" fmla="*/ 0 w 3868616"/>
              <a:gd name="connsiteY0" fmla="*/ 0 h 6858000"/>
              <a:gd name="connsiteX1" fmla="*/ 3868616 w 3868616"/>
              <a:gd name="connsiteY1" fmla="*/ 0 h 6858000"/>
              <a:gd name="connsiteX2" fmla="*/ 3868616 w 3868616"/>
              <a:gd name="connsiteY2" fmla="*/ 6858000 h 6858000"/>
              <a:gd name="connsiteX3" fmla="*/ 0 w 3868616"/>
              <a:gd name="connsiteY3" fmla="*/ 6858000 h 6858000"/>
              <a:gd name="connsiteX4" fmla="*/ 0 w 3868616"/>
              <a:gd name="connsiteY4" fmla="*/ 6702254 h 6858000"/>
              <a:gd name="connsiteX5" fmla="*/ 3276690 w 3868616"/>
              <a:gd name="connsiteY5" fmla="*/ 6702254 h 6858000"/>
              <a:gd name="connsiteX6" fmla="*/ 3467104 w 3868616"/>
              <a:gd name="connsiteY6" fmla="*/ 6511840 h 6858000"/>
              <a:gd name="connsiteX7" fmla="*/ 3276690 w 3868616"/>
              <a:gd name="connsiteY7" fmla="*/ 6321426 h 6858000"/>
              <a:gd name="connsiteX8" fmla="*/ 0 w 3868616"/>
              <a:gd name="connsiteY8" fmla="*/ 6321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8616" h="6858000">
                <a:moveTo>
                  <a:pt x="0" y="0"/>
                </a:moveTo>
                <a:lnTo>
                  <a:pt x="3868616" y="0"/>
                </a:lnTo>
                <a:lnTo>
                  <a:pt x="3868616" y="6858000"/>
                </a:lnTo>
                <a:lnTo>
                  <a:pt x="0" y="6858000"/>
                </a:lnTo>
                <a:lnTo>
                  <a:pt x="0" y="6702254"/>
                </a:lnTo>
                <a:lnTo>
                  <a:pt x="3276690" y="6702254"/>
                </a:lnTo>
                <a:cubicBezTo>
                  <a:pt x="3381854" y="6702254"/>
                  <a:pt x="3467104" y="6617003"/>
                  <a:pt x="3467104" y="6511840"/>
                </a:cubicBezTo>
                <a:cubicBezTo>
                  <a:pt x="3467104" y="6406677"/>
                  <a:pt x="3381854" y="6321426"/>
                  <a:pt x="3276690" y="6321426"/>
                </a:cubicBezTo>
                <a:lnTo>
                  <a:pt x="0" y="632142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0" bIns="1332000" anchor="ctr" anchorCtr="0">
            <a:noAutofit/>
          </a:bodyPr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39AA6-ED48-691F-9A38-B7CE397855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290" y="512641"/>
            <a:ext cx="6797938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34696-D0B0-3774-27AE-CDC742F032A7}"/>
              </a:ext>
            </a:extLst>
          </p:cNvPr>
          <p:cNvSpPr/>
          <p:nvPr userDrawn="1"/>
        </p:nvSpPr>
        <p:spPr>
          <a:xfrm>
            <a:off x="695325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 Placeholder 105">
            <a:extLst>
              <a:ext uri="{FF2B5EF4-FFF2-40B4-BE49-F238E27FC236}">
                <a16:creationId xmlns:a16="http://schemas.microsoft.com/office/drawing/2014/main" id="{C3AF592A-0ADA-65BA-B233-1CD7F1ED85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6" y="1599687"/>
            <a:ext cx="6797938" cy="506292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</a:t>
            </a:r>
            <a:r>
              <a:rPr lang="fr-FR" err="1"/>
              <a:t>uterci</a:t>
            </a:r>
            <a:r>
              <a:rPr lang="fr-FR"/>
              <a:t> </a:t>
            </a:r>
            <a:r>
              <a:rPr lang="fr-FR" err="1"/>
              <a:t>tation</a:t>
            </a:r>
            <a:r>
              <a:rPr lang="fr-FR"/>
              <a:t>.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7AACDD4-C1C2-D364-811D-2BED4A30F5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325" y="2379541"/>
            <a:ext cx="6797938" cy="3521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 noProof="0"/>
              <a:t>Cliquer pour éditer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1A7FA209-074F-6E28-FB72-0D4248BB4A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4C59837-8E00-1E26-2814-88FB3A581D15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9DC48C2-F051-8CD8-2E51-9D2C830FB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295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s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920B5BD-CB03-F521-2AEF-ACC3932049A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096000" y="3429000"/>
            <a:ext cx="6096000" cy="3429000"/>
          </a:xfrm>
          <a:custGeom>
            <a:avLst/>
            <a:gdLst>
              <a:gd name="connsiteX0" fmla="*/ 0 w 6096000"/>
              <a:gd name="connsiteY0" fmla="*/ 0 h 3429000"/>
              <a:gd name="connsiteX1" fmla="*/ 6096000 w 6096000"/>
              <a:gd name="connsiteY1" fmla="*/ 0 h 3429000"/>
              <a:gd name="connsiteX2" fmla="*/ 6096000 w 6096000"/>
              <a:gd name="connsiteY2" fmla="*/ 3429000 h 3429000"/>
              <a:gd name="connsiteX3" fmla="*/ 0 w 6096000"/>
              <a:gd name="connsiteY3" fmla="*/ 3429000 h 3429000"/>
              <a:gd name="connsiteX4" fmla="*/ 0 w 6096000"/>
              <a:gd name="connsiteY4" fmla="*/ 3273254 h 3429000"/>
              <a:gd name="connsiteX5" fmla="*/ 5504074 w 6096000"/>
              <a:gd name="connsiteY5" fmla="*/ 3273254 h 3429000"/>
              <a:gd name="connsiteX6" fmla="*/ 5694488 w 6096000"/>
              <a:gd name="connsiteY6" fmla="*/ 3082840 h 3429000"/>
              <a:gd name="connsiteX7" fmla="*/ 5504074 w 6096000"/>
              <a:gd name="connsiteY7" fmla="*/ 2892426 h 3429000"/>
              <a:gd name="connsiteX8" fmla="*/ 0 w 6096000"/>
              <a:gd name="connsiteY8" fmla="*/ 2892426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lnTo>
                  <a:pt x="0" y="3273254"/>
                </a:lnTo>
                <a:lnTo>
                  <a:pt x="5504074" y="3273254"/>
                </a:lnTo>
                <a:cubicBezTo>
                  <a:pt x="5609238" y="3273254"/>
                  <a:pt x="5694488" y="3188003"/>
                  <a:pt x="5694488" y="3082840"/>
                </a:cubicBezTo>
                <a:cubicBezTo>
                  <a:pt x="5694488" y="2977677"/>
                  <a:pt x="5609238" y="2892426"/>
                  <a:pt x="5504074" y="2892426"/>
                </a:cubicBezTo>
                <a:lnTo>
                  <a:pt x="0" y="289242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bIns="1044000" anchor="ctr" anchorCtr="0">
            <a:noAutofit/>
          </a:bodyPr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02B46EC-BEDF-9E58-7D74-6629FDC134E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96000" y="0"/>
            <a:ext cx="6096000" cy="3429000"/>
          </a:xfrm>
          <a:solidFill>
            <a:schemeClr val="bg1">
              <a:lumMod val="85000"/>
            </a:schemeClr>
          </a:solidFill>
        </p:spPr>
        <p:txBody>
          <a:bodyPr bIns="1044000" anchor="ctr" anchorCtr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89D4C0-039A-426C-19B4-C2EC6463C5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290" y="512641"/>
            <a:ext cx="5400675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B92FEFA4-F8C6-3ED4-3BF8-EEC60FB4D906}"/>
              </a:ext>
            </a:extLst>
          </p:cNvPr>
          <p:cNvSpPr/>
          <p:nvPr userDrawn="1"/>
        </p:nvSpPr>
        <p:spPr>
          <a:xfrm>
            <a:off x="695325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B006B732-ECB7-D769-DCE7-BBB48C079FA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6" name="Text Placeholder 105">
            <a:extLst>
              <a:ext uri="{FF2B5EF4-FFF2-40B4-BE49-F238E27FC236}">
                <a16:creationId xmlns:a16="http://schemas.microsoft.com/office/drawing/2014/main" id="{8C2F0B53-78C9-1C81-5E1E-07CB7BBA62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6" y="1599687"/>
            <a:ext cx="5210175" cy="496867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</a:t>
            </a:r>
            <a:r>
              <a:rPr lang="fr-FR" err="1"/>
              <a:t>uterci</a:t>
            </a:r>
            <a:r>
              <a:rPr lang="fr-FR"/>
              <a:t> </a:t>
            </a:r>
            <a:r>
              <a:rPr lang="fr-FR" err="1"/>
              <a:t>tation</a:t>
            </a:r>
            <a:r>
              <a:rPr lang="fr-FR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7AE9B94-7237-4D4A-D25E-0DF7A6E13E0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325" y="2379541"/>
            <a:ext cx="5210175" cy="3521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 noProof="0"/>
              <a:t>Cliquer pour éditer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3147F58-5137-239B-A2D2-1BEE75AB9F40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457CA-3311-D2C8-4AC2-024FE8127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28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02B46EC-BEDF-9E58-7D74-6629FDC134E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96000" y="1389259"/>
            <a:ext cx="5364000" cy="2412000"/>
          </a:xfrm>
          <a:solidFill>
            <a:schemeClr val="bg1">
              <a:lumMod val="95000"/>
            </a:schemeClr>
          </a:solidFill>
        </p:spPr>
        <p:txBody>
          <a:bodyPr bIns="1044000" anchor="ctr" anchorCtr="0"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89D4C0-039A-426C-19B4-C2EC6463C5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290" y="512641"/>
            <a:ext cx="1080135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B92FEFA4-F8C6-3ED4-3BF8-EEC60FB4D906}"/>
              </a:ext>
            </a:extLst>
          </p:cNvPr>
          <p:cNvSpPr/>
          <p:nvPr userDrawn="1"/>
        </p:nvSpPr>
        <p:spPr>
          <a:xfrm>
            <a:off x="695325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B006B732-ECB7-D769-DCE7-BBB48C079FA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8F3C14C9-D4F9-2EB4-BD97-E0CC42A4793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132675" y="1389259"/>
            <a:ext cx="5364000" cy="2412000"/>
          </a:xfrm>
          <a:solidFill>
            <a:schemeClr val="bg1">
              <a:lumMod val="85000"/>
            </a:schemeClr>
          </a:solidFill>
        </p:spPr>
        <p:txBody>
          <a:bodyPr bIns="1044000" anchor="ctr" anchorCtr="0"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C6A96386-77FE-F1E0-0F7F-E30411064D0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96000" y="3842584"/>
            <a:ext cx="5364000" cy="2412000"/>
          </a:xfrm>
          <a:solidFill>
            <a:schemeClr val="bg1">
              <a:lumMod val="85000"/>
            </a:schemeClr>
          </a:solidFill>
        </p:spPr>
        <p:txBody>
          <a:bodyPr bIns="1044000" anchor="ctr" anchorCtr="0"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F5B4301D-E0B3-6B1B-D543-BCF0A0EEB97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132675" y="3842584"/>
            <a:ext cx="5364000" cy="2412000"/>
          </a:xfrm>
          <a:solidFill>
            <a:schemeClr val="bg1">
              <a:lumMod val="95000"/>
            </a:schemeClr>
          </a:solidFill>
        </p:spPr>
        <p:txBody>
          <a:bodyPr bIns="1044000" anchor="ctr" anchorCtr="0"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4399C9C4-1B22-790B-3EDF-7C0BC5453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36338" y="2582584"/>
            <a:ext cx="2520000" cy="2520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Légende</a:t>
            </a:r>
          </a:p>
          <a:p>
            <a:pPr lvl="0"/>
            <a:r>
              <a:rPr lang="fr-FR"/>
              <a:t>Légende</a:t>
            </a:r>
          </a:p>
          <a:p>
            <a:pPr lvl="0"/>
            <a:r>
              <a:rPr lang="fr-FR"/>
              <a:t>Légende</a:t>
            </a:r>
          </a:p>
          <a:p>
            <a:pPr lvl="0"/>
            <a:r>
              <a:rPr lang="fr-FR"/>
              <a:t>Légende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207740ED-BC5A-E7BD-6661-A3BD544B7315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00B07-C346-D370-B958-2B39B5A5A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20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9CE909-7633-2FFA-6FDB-213E1B0051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14490" y="3429000"/>
            <a:ext cx="1819376" cy="380829"/>
          </a:xfrm>
        </p:spPr>
        <p:txBody>
          <a:bodyPr anchor="ctr"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Légende 1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8AECF081-A8F4-99D6-530A-EE61699DB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14490" y="3983637"/>
            <a:ext cx="1819376" cy="380829"/>
          </a:xfrm>
        </p:spPr>
        <p:txBody>
          <a:bodyPr anchor="ctr"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Légende 2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4A0C032F-275F-3D49-77B3-7F5E8FEDAD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06977" y="4543459"/>
            <a:ext cx="1819376" cy="380829"/>
          </a:xfrm>
        </p:spPr>
        <p:txBody>
          <a:bodyPr anchor="ctr"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Légende 3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F1FD3F7C-78D3-6BFE-1A6C-D7075AD683C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2575" y="3423815"/>
            <a:ext cx="824940" cy="380829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.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CA6313CC-0479-A7EF-A019-4949DD4F315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0073" y="3983636"/>
            <a:ext cx="824940" cy="3808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.</a:t>
            </a:r>
          </a:p>
        </p:txBody>
      </p:sp>
      <p:sp>
        <p:nvSpPr>
          <p:cNvPr id="16" name="Espace réservé du texte 3" descr="Texte">
            <a:extLst>
              <a:ext uri="{FF2B5EF4-FFF2-40B4-BE49-F238E27FC236}">
                <a16:creationId xmlns:a16="http://schemas.microsoft.com/office/drawing/2014/main" id="{1F80D4CB-27B9-0D45-25AC-4143EF5349A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0073" y="4543457"/>
            <a:ext cx="824940" cy="380829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.</a:t>
            </a:r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C05A9AE9-79D1-E5D9-739A-AB52F28BAECE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654550" y="2090738"/>
            <a:ext cx="5521325" cy="28336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Cliquer pour éditer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03D0B6-D156-B16D-A818-15D9A7B5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290" y="512641"/>
            <a:ext cx="1080135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485A74-9B72-3894-F261-D3BEE20556EA}"/>
              </a:ext>
            </a:extLst>
          </p:cNvPr>
          <p:cNvSpPr/>
          <p:nvPr userDrawn="1"/>
        </p:nvSpPr>
        <p:spPr>
          <a:xfrm>
            <a:off x="695325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CA473B2E-5D04-2830-3880-EB38A56ED8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391E7F1-E081-E11B-CA35-E23CA198DD30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9A60003-B626-B75B-B334-649E77C9C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3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F7850959-D619-6CC2-6EEA-E9BCB9749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1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</a:p>
        </p:txBody>
      </p:sp>
      <p:sp>
        <p:nvSpPr>
          <p:cNvPr id="31" name="Rectangle: Rounded Corners 4">
            <a:extLst>
              <a:ext uri="{FF2B5EF4-FFF2-40B4-BE49-F238E27FC236}">
                <a16:creationId xmlns:a16="http://schemas.microsoft.com/office/drawing/2014/main" id="{D6A093AF-61B4-8713-3A02-A4DADDF4531F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: Top Corners Rounded 9">
            <a:extLst>
              <a:ext uri="{FF2B5EF4-FFF2-40B4-BE49-F238E27FC236}">
                <a16:creationId xmlns:a16="http://schemas.microsoft.com/office/drawing/2014/main" id="{943E506C-4EB6-2D49-C9D6-E494278522CF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C79D4016-62A3-22EC-800E-4BF11B27E3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325" y="2266309"/>
            <a:ext cx="1173232" cy="49523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03D5CF3-1A91-2102-66AF-52DD567A14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39837" y="2266309"/>
            <a:ext cx="1173232" cy="49523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9EC3F5AB-54EC-3893-60C5-BEE309988D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84350" y="2266309"/>
            <a:ext cx="1173232" cy="49523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6BBE5665-111A-FF53-F09A-F05BB7CDCF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28863" y="2266309"/>
            <a:ext cx="1173232" cy="49523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A7B7E6E5-3BA8-230B-490C-F43AD96F398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73375" y="2266309"/>
            <a:ext cx="1173232" cy="49523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82837B8-E3F0-0367-2B5C-15B250D5B7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324" y="3090994"/>
            <a:ext cx="1836000" cy="2592000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/>
            </a:lvl1pPr>
          </a:lstStyle>
          <a:p>
            <a:pPr lvl="0"/>
            <a:r>
              <a:rPr lang="fr-FR"/>
              <a:t>Ajouter le texte de cette colonne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B2F3D95-DF05-D284-A681-C1E6275E41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39837" y="3090994"/>
            <a:ext cx="1836000" cy="2592000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/>
            </a:lvl1pPr>
          </a:lstStyle>
          <a:p>
            <a:pPr lvl="0"/>
            <a:r>
              <a:rPr lang="fr-FR"/>
              <a:t>Ajouter le texte de cette colonne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05C1CD2F-C632-0A7C-BDF7-DEDD50F6AC7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84350" y="3090994"/>
            <a:ext cx="1836000" cy="2592000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/>
            </a:lvl1pPr>
          </a:lstStyle>
          <a:p>
            <a:pPr lvl="0"/>
            <a:r>
              <a:rPr lang="fr-FR"/>
              <a:t>Ajouter le texte de cette colonne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42F391D6-F8F5-5867-7E6F-0A557037C53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8863" y="3090994"/>
            <a:ext cx="1836000" cy="2592000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/>
            </a:lvl1pPr>
          </a:lstStyle>
          <a:p>
            <a:pPr lvl="0"/>
            <a:r>
              <a:rPr lang="fr-FR"/>
              <a:t>Ajouter le texte de cette colonne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E50DA521-B4DD-D452-CB2B-617698819D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73375" y="3090994"/>
            <a:ext cx="1836000" cy="2592000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/>
            </a:lvl1pPr>
          </a:lstStyle>
          <a:p>
            <a:pPr lvl="0"/>
            <a:r>
              <a:rPr lang="fr-FR"/>
              <a:t>Ajouter le texte de cette colonne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A390E24D-36BF-439D-7536-24F8D6C5D3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795A0A9-817C-398A-CB66-63F7C0E737C9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28AF43B-523D-2333-DFC6-3E3483389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64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7">
            <a:extLst>
              <a:ext uri="{FF2B5EF4-FFF2-40B4-BE49-F238E27FC236}">
                <a16:creationId xmlns:a16="http://schemas.microsoft.com/office/drawing/2014/main" id="{1B4EB026-B7F6-170A-AFEC-00BD1C04023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1708" y="2378385"/>
            <a:ext cx="2232000" cy="2340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53881218-D64B-95DA-699C-0FD023A54A4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665706" y="2378385"/>
            <a:ext cx="2232000" cy="2340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58987ED8-C13F-28C8-01AB-6DBD168D3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979704" y="2378385"/>
            <a:ext cx="2232000" cy="2340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texte 17">
            <a:extLst>
              <a:ext uri="{FF2B5EF4-FFF2-40B4-BE49-F238E27FC236}">
                <a16:creationId xmlns:a16="http://schemas.microsoft.com/office/drawing/2014/main" id="{66F241E2-427E-F7E5-E156-D89E05044B5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293702" y="2378385"/>
            <a:ext cx="2232000" cy="2340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.</a:t>
            </a:r>
          </a:p>
        </p:txBody>
      </p:sp>
      <p:sp>
        <p:nvSpPr>
          <p:cNvPr id="22" name="Espace réservé du texte 17">
            <a:extLst>
              <a:ext uri="{FF2B5EF4-FFF2-40B4-BE49-F238E27FC236}">
                <a16:creationId xmlns:a16="http://schemas.microsoft.com/office/drawing/2014/main" id="{CC9CFA1D-9894-8EF7-E29C-DFD2B36800A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607700" y="2378385"/>
            <a:ext cx="2232000" cy="23400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2CFD66C-4957-D014-65EC-BDEF35C0393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41622" y="3429000"/>
            <a:ext cx="1836000" cy="861774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3B7863-2329-4A69-8F54-987EABACBC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59811" y="3429000"/>
            <a:ext cx="1836000" cy="861774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591680D-BBEA-EE86-6F2E-D0469275595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78000" y="3429000"/>
            <a:ext cx="1836000" cy="861774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7A49D1B2-ECF3-4DC7-50DB-CE3C439E5A1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9811" y="2866666"/>
            <a:ext cx="1836000" cy="253916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F9DD0ED-F84E-0B6D-676A-7343CCF6F22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78000" y="2866666"/>
            <a:ext cx="1836000" cy="253916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00C532B-9499-CA64-ADA1-31471D6F78F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14378" y="3429000"/>
            <a:ext cx="1836000" cy="861774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0D7D4F5-E20E-1986-23EF-BCFB54E4CF4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14378" y="2866666"/>
            <a:ext cx="1836000" cy="253916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DCBD121-1586-0301-36FC-DE2C4DB8686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96189" y="3429000"/>
            <a:ext cx="1836000" cy="861774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66CA81A-5E04-AF6F-95F5-C885FF219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15" name="Rectangle: Rounded Corners 4">
            <a:extLst>
              <a:ext uri="{FF2B5EF4-FFF2-40B4-BE49-F238E27FC236}">
                <a16:creationId xmlns:a16="http://schemas.microsoft.com/office/drawing/2014/main" id="{47CB6C0F-71EA-7640-6E16-75A12382DF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Top Corners Rounded 9">
            <a:extLst>
              <a:ext uri="{FF2B5EF4-FFF2-40B4-BE49-F238E27FC236}">
                <a16:creationId xmlns:a16="http://schemas.microsoft.com/office/drawing/2014/main" id="{982E6520-F64E-0FEA-3FEA-C7246FB743C2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49E92F6-2E11-10AA-7A33-A038BCC5C6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41622" y="2866666"/>
            <a:ext cx="1836000" cy="253916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5CF5705-D05A-D710-A45D-7AFCD764525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96189" y="2861427"/>
            <a:ext cx="1836000" cy="253916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3" name="Espace réservé du texte 17">
            <a:extLst>
              <a:ext uri="{FF2B5EF4-FFF2-40B4-BE49-F238E27FC236}">
                <a16:creationId xmlns:a16="http://schemas.microsoft.com/office/drawing/2014/main" id="{7A78D411-112E-AC1B-3B7A-100E377776F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 rot="13500000">
            <a:off x="2437269" y="3400890"/>
            <a:ext cx="288000" cy="288000"/>
          </a:xfrm>
          <a:prstGeom prst="rtTriangle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24" name="Espace réservé du texte 17">
            <a:extLst>
              <a:ext uri="{FF2B5EF4-FFF2-40B4-BE49-F238E27FC236}">
                <a16:creationId xmlns:a16="http://schemas.microsoft.com/office/drawing/2014/main" id="{9CE5362D-6A45-42EA-6C19-22A23D5A3FB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 rot="13500000">
            <a:off x="4755458" y="3400890"/>
            <a:ext cx="288000" cy="288000"/>
          </a:xfrm>
          <a:prstGeom prst="rtTriangl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5" name="Espace réservé du texte 17">
            <a:extLst>
              <a:ext uri="{FF2B5EF4-FFF2-40B4-BE49-F238E27FC236}">
                <a16:creationId xmlns:a16="http://schemas.microsoft.com/office/drawing/2014/main" id="{4D18E0A9-422D-4372-5D5A-F07ECD4E3B4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 rot="13500000">
            <a:off x="7061554" y="3404382"/>
            <a:ext cx="288000" cy="288000"/>
          </a:xfrm>
          <a:prstGeom prst="rtTriangl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.</a:t>
            </a:r>
          </a:p>
        </p:txBody>
      </p:sp>
      <p:sp>
        <p:nvSpPr>
          <p:cNvPr id="26" name="Espace réservé du texte 17">
            <a:extLst>
              <a:ext uri="{FF2B5EF4-FFF2-40B4-BE49-F238E27FC236}">
                <a16:creationId xmlns:a16="http://schemas.microsoft.com/office/drawing/2014/main" id="{E4869FC8-1D1F-1E1F-6FD5-6627C362F4F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 rot="13500000">
            <a:off x="9378627" y="3404382"/>
            <a:ext cx="288000" cy="288000"/>
          </a:xfrm>
          <a:prstGeom prst="rtTriangle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F9D6EA78-E5C8-9833-A34D-CDEF350AB0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B897234F-9D1D-EE09-AC1D-EFD59F0EBFB3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1C4B7B3-2FD4-CA3F-33C0-F7D3C693F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56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66CA81A-5E04-AF6F-95F5-C885FF219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15" name="Rectangle: Rounded Corners 4">
            <a:extLst>
              <a:ext uri="{FF2B5EF4-FFF2-40B4-BE49-F238E27FC236}">
                <a16:creationId xmlns:a16="http://schemas.microsoft.com/office/drawing/2014/main" id="{47CB6C0F-71EA-7640-6E16-75A12382DF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Top Corners Rounded 9">
            <a:extLst>
              <a:ext uri="{FF2B5EF4-FFF2-40B4-BE49-F238E27FC236}">
                <a16:creationId xmlns:a16="http://schemas.microsoft.com/office/drawing/2014/main" id="{982E6520-F64E-0FEA-3FEA-C7246FB743C2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F9D6EA78-E5C8-9833-A34D-CDEF350AB0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19441A1C-21E1-C842-82A7-0B561E60AC6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09076" y="2587430"/>
            <a:ext cx="612000" cy="272382"/>
          </a:xfrm>
          <a:solidFill>
            <a:schemeClr val="bg1"/>
          </a:solidFill>
        </p:spPr>
        <p:txBody>
          <a:bodyPr anchor="ctr">
            <a:sp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</a:defRPr>
            </a:lvl1pPr>
          </a:lstStyle>
          <a:p>
            <a:r>
              <a:rPr lang="fr-FR"/>
              <a:t>1952</a:t>
            </a:r>
          </a:p>
        </p:txBody>
      </p:sp>
      <p:sp>
        <p:nvSpPr>
          <p:cNvPr id="30" name="Espace réservé du texte 17">
            <a:extLst>
              <a:ext uri="{FF2B5EF4-FFF2-40B4-BE49-F238E27FC236}">
                <a16:creationId xmlns:a16="http://schemas.microsoft.com/office/drawing/2014/main" id="{D42E5ACE-3E71-5447-B5F5-9D24C018086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09076" y="2952404"/>
            <a:ext cx="1513053" cy="204287"/>
          </a:xfrm>
        </p:spPr>
        <p:txBody>
          <a:bodyPr anchor="ctr">
            <a:spAutoFit/>
          </a:bodyPr>
          <a:lstStyle>
            <a:lvl1pPr marL="0" indent="0" algn="l">
              <a:buNone/>
              <a:defRPr sz="1200" b="0"/>
            </a:lvl1pPr>
          </a:lstStyle>
          <a:p>
            <a:r>
              <a:rPr lang="fr-FR"/>
              <a:t>Ajouter du texte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6B4B9EFA-FE3B-2D41-5218-BB19CFBE798E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4BEAB07-77BF-917C-3F99-03D4AC1D6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29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ri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F7850959-D619-6CC2-6EEA-E9BCB9749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1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31" name="Rectangle: Rounded Corners 4">
            <a:extLst>
              <a:ext uri="{FF2B5EF4-FFF2-40B4-BE49-F238E27FC236}">
                <a16:creationId xmlns:a16="http://schemas.microsoft.com/office/drawing/2014/main" id="{D6A093AF-61B4-8713-3A02-A4DADDF4531F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: Top Corners Rounded 9">
            <a:extLst>
              <a:ext uri="{FF2B5EF4-FFF2-40B4-BE49-F238E27FC236}">
                <a16:creationId xmlns:a16="http://schemas.microsoft.com/office/drawing/2014/main" id="{943E506C-4EB6-2D49-C9D6-E494278522CF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C79D4016-62A3-22EC-800E-4BF11B27E3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0073" y="3090994"/>
            <a:ext cx="1800000" cy="540000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03D5CF3-1A91-2102-66AF-52DD567A14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0073" y="3728324"/>
            <a:ext cx="1800000" cy="540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9EC3F5AB-54EC-3893-60C5-BEE309988D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73" y="4365654"/>
            <a:ext cx="1800000" cy="540000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837942C-C179-FB27-95B7-EA0F021CAC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00073" y="5002984"/>
            <a:ext cx="1800000" cy="540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A85DABF-DE82-1D69-7675-17CF3A52FE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35089" y="2138423"/>
            <a:ext cx="1836000" cy="253916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6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3BA5E41-3CF1-4CA6-CF24-149BD7A127A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84350" y="2138423"/>
            <a:ext cx="1836000" cy="253916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6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5CAF227-9B87-C2C4-FD2A-FE99BA53E57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433611" y="2138423"/>
            <a:ext cx="1836000" cy="253916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6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F191293-C284-A373-C84C-7E404F145B3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682872" y="2138423"/>
            <a:ext cx="1836000" cy="253916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6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2F08C91A-89E6-25D9-66B1-AAC2EBFE67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27E7D5B-C92D-DC6E-6069-881C421DEB7B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8F60E4-6C98-11CB-AACC-3629F28B6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24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A8E4B5-9B83-4B4E-937C-622D4C0C0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1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E02033-B4FE-4D95-2E32-A4979F92B44B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Top Corners Rounded 9">
            <a:extLst>
              <a:ext uri="{FF2B5EF4-FFF2-40B4-BE49-F238E27FC236}">
                <a16:creationId xmlns:a16="http://schemas.microsoft.com/office/drawing/2014/main" id="{318E1BF9-6EC4-0AC2-1032-DDEDC16B4CC8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874D0BFC-856B-6161-E5FB-C4C9086C0179}"/>
              </a:ext>
            </a:extLst>
          </p:cNvPr>
          <p:cNvSpPr>
            <a:spLocks noGrp="1"/>
          </p:cNvSpPr>
          <p:nvPr>
            <p:ph type="tbl" sz="quarter" idx="33" hasCustomPrompt="1"/>
          </p:nvPr>
        </p:nvSpPr>
        <p:spPr>
          <a:xfrm>
            <a:off x="700088" y="2198248"/>
            <a:ext cx="10809287" cy="321989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Tableau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F1138DB-1A42-84D2-92C4-5F784ED3DC7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0088" y="1381125"/>
            <a:ext cx="5395912" cy="6857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Cliquer pour éditer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7C95BEE2-F57F-61C9-6214-FDC1F3C489F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8001734E-18CC-A555-D5DF-7E0038948FA7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5F71D86-9742-92CF-CFB5-7F105F176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20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E02033-B4FE-4D95-2E32-A4979F92B44B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Top Corners Rounded 9">
            <a:extLst>
              <a:ext uri="{FF2B5EF4-FFF2-40B4-BE49-F238E27FC236}">
                <a16:creationId xmlns:a16="http://schemas.microsoft.com/office/drawing/2014/main" id="{318E1BF9-6EC4-0AC2-1032-DDEDC16B4CC8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874D0BFC-856B-6161-E5FB-C4C9086C0179}"/>
              </a:ext>
            </a:extLst>
          </p:cNvPr>
          <p:cNvSpPr>
            <a:spLocks noGrp="1"/>
          </p:cNvSpPr>
          <p:nvPr>
            <p:ph type="tbl" sz="quarter" idx="33" hasCustomPrompt="1"/>
          </p:nvPr>
        </p:nvSpPr>
        <p:spPr>
          <a:xfrm>
            <a:off x="700089" y="1731963"/>
            <a:ext cx="7276592" cy="36861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Tableau</a:t>
            </a:r>
          </a:p>
        </p:txBody>
      </p:sp>
      <p:sp>
        <p:nvSpPr>
          <p:cNvPr id="2" name="Picture Placeholder 31">
            <a:extLst>
              <a:ext uri="{FF2B5EF4-FFF2-40B4-BE49-F238E27FC236}">
                <a16:creationId xmlns:a16="http://schemas.microsoft.com/office/drawing/2014/main" id="{45B8F4DF-DD5C-ABA1-8542-137BC80BFDC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23383" y="0"/>
            <a:ext cx="3868616" cy="6858000"/>
          </a:xfrm>
          <a:custGeom>
            <a:avLst/>
            <a:gdLst>
              <a:gd name="connsiteX0" fmla="*/ 0 w 3868616"/>
              <a:gd name="connsiteY0" fmla="*/ 0 h 6858000"/>
              <a:gd name="connsiteX1" fmla="*/ 3868616 w 3868616"/>
              <a:gd name="connsiteY1" fmla="*/ 0 h 6858000"/>
              <a:gd name="connsiteX2" fmla="*/ 3868616 w 3868616"/>
              <a:gd name="connsiteY2" fmla="*/ 6858000 h 6858000"/>
              <a:gd name="connsiteX3" fmla="*/ 0 w 3868616"/>
              <a:gd name="connsiteY3" fmla="*/ 6858000 h 6858000"/>
              <a:gd name="connsiteX4" fmla="*/ 0 w 3868616"/>
              <a:gd name="connsiteY4" fmla="*/ 6702254 h 6858000"/>
              <a:gd name="connsiteX5" fmla="*/ 3276690 w 3868616"/>
              <a:gd name="connsiteY5" fmla="*/ 6702254 h 6858000"/>
              <a:gd name="connsiteX6" fmla="*/ 3467104 w 3868616"/>
              <a:gd name="connsiteY6" fmla="*/ 6511840 h 6858000"/>
              <a:gd name="connsiteX7" fmla="*/ 3276690 w 3868616"/>
              <a:gd name="connsiteY7" fmla="*/ 6321426 h 6858000"/>
              <a:gd name="connsiteX8" fmla="*/ 0 w 3868616"/>
              <a:gd name="connsiteY8" fmla="*/ 6321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8616" h="6858000">
                <a:moveTo>
                  <a:pt x="0" y="0"/>
                </a:moveTo>
                <a:lnTo>
                  <a:pt x="3868616" y="0"/>
                </a:lnTo>
                <a:lnTo>
                  <a:pt x="3868616" y="6858000"/>
                </a:lnTo>
                <a:lnTo>
                  <a:pt x="0" y="6858000"/>
                </a:lnTo>
                <a:lnTo>
                  <a:pt x="0" y="6702254"/>
                </a:lnTo>
                <a:lnTo>
                  <a:pt x="3276690" y="6702254"/>
                </a:lnTo>
                <a:cubicBezTo>
                  <a:pt x="3381854" y="6702254"/>
                  <a:pt x="3467104" y="6617003"/>
                  <a:pt x="3467104" y="6511840"/>
                </a:cubicBezTo>
                <a:cubicBezTo>
                  <a:pt x="3467104" y="6406677"/>
                  <a:pt x="3381854" y="6321426"/>
                  <a:pt x="3276690" y="6321426"/>
                </a:cubicBezTo>
                <a:lnTo>
                  <a:pt x="0" y="632142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0" bIns="1332000" anchor="ctr" anchorCtr="0">
            <a:noAutofit/>
          </a:bodyPr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19F3D05-C32B-D368-4E4D-917B4D1E4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290" y="512641"/>
            <a:ext cx="6797938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56800A28-E276-8616-6025-E26AA3AE3F6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0F30D20-2596-CCB3-889D-4A022070A67D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B72A312-91E0-F297-67EF-8A4C46809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0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orient="horz" pos="323" userDrawn="1">
          <p15:clr>
            <a:srgbClr val="FBAE40"/>
          </p15:clr>
        </p15:guide>
        <p15:guide id="3" orient="horz" pos="388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ais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9AA6-ED48-691F-9A38-B7CE397855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1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34696-D0B0-3774-27AE-CDC742F032A7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8C41A03-F7F3-EE25-455C-58CE2C663D8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324" y="2100614"/>
            <a:ext cx="2617497" cy="1104865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5F743-0CC6-7E1D-C7E9-BD4DB854EA3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0479" y="2100615"/>
            <a:ext cx="2617497" cy="1104865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FEC5377-6D6A-A113-3D2B-873DE166286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324" y="3365314"/>
            <a:ext cx="5112000" cy="2376000"/>
          </a:xfr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</a:lstStyle>
          <a:p>
            <a:pPr lvl="0"/>
            <a:r>
              <a:rPr lang="fr-FR"/>
              <a:t>Ajouter le texte de cette colonne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AA3A2B-D6DF-8C28-776B-07DDF6A9FC5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80479" y="3365314"/>
            <a:ext cx="5112000" cy="2376000"/>
          </a:xfr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</a:lstStyle>
          <a:p>
            <a:pPr lvl="0"/>
            <a:r>
              <a:rPr lang="fr-FR"/>
              <a:t>Ajouter le texte de cette colonne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9D5F15BD-371A-5C96-F0BE-1E4630297D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742F59C-54A5-8427-26DA-BE8D94877DC9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2882757-654F-4DDB-E8E6-ED6372F89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87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2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9AA6-ED48-691F-9A38-B7CE397855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1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34696-D0B0-3774-27AE-CDC742F032A7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8C41A03-F7F3-EE25-455C-58CE2C663D8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325" y="1579911"/>
            <a:ext cx="5220000" cy="432000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5F743-0CC6-7E1D-C7E9-BD4DB854EA3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78562" y="1579911"/>
            <a:ext cx="5231421" cy="432000"/>
          </a:xfrm>
          <a:prstGeom prst="roundRect">
            <a:avLst>
              <a:gd name="adj" fmla="val 0"/>
            </a:avLst>
          </a:prstGeo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XXX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9D5F15BD-371A-5C96-F0BE-1E4630297D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282A0130-BF78-EC1A-FA79-55A8CD7DB04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95325" y="2210792"/>
            <a:ext cx="5220000" cy="39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Ajouter une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14" name="Espace réservé pour une image  12">
            <a:extLst>
              <a:ext uri="{FF2B5EF4-FFF2-40B4-BE49-F238E27FC236}">
                <a16:creationId xmlns:a16="http://schemas.microsoft.com/office/drawing/2014/main" id="{B5CAF33B-FEBC-DD1F-C673-3B9EB6D2E9D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78562" y="2208975"/>
            <a:ext cx="5220000" cy="39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Ajouter une photo</a:t>
            </a:r>
          </a:p>
          <a:p>
            <a:endParaRPr lang="fr-FR"/>
          </a:p>
          <a:p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52AB31E-512C-FACF-FDAD-6ED117BA6B8B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7B3DECF-E4AE-8553-15F1-9E11D7D59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22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9AA6-ED48-691F-9A38-B7CE397855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1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34696-D0B0-3774-27AE-CDC742F032A7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9D5F15BD-371A-5C96-F0BE-1E4630297D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282A0130-BF78-EC1A-FA79-55A8CD7DB04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95325" y="1843146"/>
            <a:ext cx="3420000" cy="39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Ajouter une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11" name="Espace réservé pour une image  12">
            <a:extLst>
              <a:ext uri="{FF2B5EF4-FFF2-40B4-BE49-F238E27FC236}">
                <a16:creationId xmlns:a16="http://schemas.microsoft.com/office/drawing/2014/main" id="{107F4BA7-0635-DD4E-96D7-E1C70B27493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390758" y="1843146"/>
            <a:ext cx="3420000" cy="39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Ajouter une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12" name="Espace réservé pour une image  12">
            <a:extLst>
              <a:ext uri="{FF2B5EF4-FFF2-40B4-BE49-F238E27FC236}">
                <a16:creationId xmlns:a16="http://schemas.microsoft.com/office/drawing/2014/main" id="{FC943049-0F22-9D42-AB5A-B71FC51C1CD1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077565" y="1838204"/>
            <a:ext cx="3420000" cy="39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Ajouter une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BF0BC3F-7DFF-6142-BCDA-95424986509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95325" y="1375090"/>
            <a:ext cx="1188414" cy="876300"/>
          </a:xfr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fr-FR"/>
              <a:t>01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2A5ECE5-552E-6644-BA72-546A75B40C1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1559" y="1294961"/>
            <a:ext cx="1188414" cy="876300"/>
          </a:xfr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fr-FR"/>
              <a:t>02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0D25823E-7BAC-B34A-A94F-E37FE813050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077565" y="1294961"/>
            <a:ext cx="1188414" cy="876300"/>
          </a:xfr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fr-FR"/>
              <a:t>03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816B65A-AB49-4341-B1E0-32FAD4ADAC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325" y="5895861"/>
            <a:ext cx="3428627" cy="264688"/>
          </a:xfr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endParaRPr lang="fr-FR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983C7C6-A561-A24B-841D-804E7DDD28D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90758" y="5895861"/>
            <a:ext cx="3428627" cy="264688"/>
          </a:xfr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endParaRPr lang="fr-FR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83393A25-A1EC-0F4D-88CB-DEF0B23EF97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068048" y="5895861"/>
            <a:ext cx="3428627" cy="264688"/>
          </a:xfr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endParaRPr lang="fr-FR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C6199C9-3082-4815-748C-83D959C8FD8B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A9AFF0D-1823-C628-07C4-8A4DC0E0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61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ai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9DC240F-67C7-A004-B9C3-94E72FA219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17" name="Rectangle: Rounded Corners 4">
            <a:extLst>
              <a:ext uri="{FF2B5EF4-FFF2-40B4-BE49-F238E27FC236}">
                <a16:creationId xmlns:a16="http://schemas.microsoft.com/office/drawing/2014/main" id="{D2452729-C423-864E-3CBB-AD71A07C0AF0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: Top Corners Rounded 9">
            <a:extLst>
              <a:ext uri="{FF2B5EF4-FFF2-40B4-BE49-F238E27FC236}">
                <a16:creationId xmlns:a16="http://schemas.microsoft.com/office/drawing/2014/main" id="{6555C479-DD6C-D332-7203-D754E1A87285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73A81F7-1289-845C-5C62-B2528A3B15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33601" y="2171059"/>
            <a:ext cx="1260000" cy="1260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,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1EA43D7-D234-2C0C-9B49-02446F2833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72127" y="2171059"/>
            <a:ext cx="1260000" cy="126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,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2EBBA78F-49C0-7CFA-20B1-51FAFE7813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0653" y="2171059"/>
            <a:ext cx="1260000" cy="12600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,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3A1C2A40-C98D-1C2D-BABC-45EF3A5FA09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33600" y="4217061"/>
            <a:ext cx="1836000" cy="861774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/>
            </a:lvl1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FDA94599-DD3C-1E0C-7EF6-A2D3AD3BA2B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2126" y="4217061"/>
            <a:ext cx="1836000" cy="861774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/>
            </a:lvl1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8405A5C6-19BA-B8AA-36CB-5BE80AAF805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10653" y="4217061"/>
            <a:ext cx="1836000" cy="861774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400"/>
            </a:lvl1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66FA26E-B03C-FBE7-F850-0D09B3FB10C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133600" y="3654727"/>
            <a:ext cx="1836000" cy="253916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 sz="1600">
                <a:solidFill>
                  <a:schemeClr val="bg2"/>
                </a:solidFill>
                <a:latin typeface="+mj-lt"/>
              </a:rPr>
              <a:t>Lorem ipsum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910E12D0-A19E-FA0C-FE7C-5BF42B5A699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72126" y="3654727"/>
            <a:ext cx="1836000" cy="253916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20BFD67-6DEC-4D86-FF94-F41B7C0D49A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10652" y="3654727"/>
            <a:ext cx="1836000" cy="253916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6E34B9BD-39F2-CFA6-8957-91C40BA1F0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4BDF0D5-1D9F-7AB8-1042-1890E36C0435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5289988-99AE-A47C-D154-E72CF78B4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180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58987ED8-C13F-28C8-01AB-6DBD168D303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48514" y="2378385"/>
            <a:ext cx="5084674" cy="3240000"/>
          </a:xfrm>
          <a:solidFill>
            <a:schemeClr val="bg1"/>
          </a:solidFill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23" name="Espace réservé du texte 21">
            <a:extLst>
              <a:ext uri="{FF2B5EF4-FFF2-40B4-BE49-F238E27FC236}">
                <a16:creationId xmlns:a16="http://schemas.microsoft.com/office/drawing/2014/main" id="{4F8E7166-DCAF-AFB0-72E3-A5CDFFBD01E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265174" y="1627365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.</a:t>
            </a:r>
          </a:p>
        </p:txBody>
      </p:sp>
      <p:sp>
        <p:nvSpPr>
          <p:cNvPr id="2" name="Espace réservé du texte 17">
            <a:extLst>
              <a:ext uri="{FF2B5EF4-FFF2-40B4-BE49-F238E27FC236}">
                <a16:creationId xmlns:a16="http://schemas.microsoft.com/office/drawing/2014/main" id="{1B4EB026-B7F6-170A-AFEC-00BD1C04023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0072" y="2378385"/>
            <a:ext cx="5061469" cy="324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C73906F1-13A9-ADBC-5CEF-B0A5E0F1EC9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10806" y="1690845"/>
            <a:ext cx="1440000" cy="144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66CA81A-5E04-AF6F-95F5-C885FF219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15" name="Rectangle: Rounded Corners 4">
            <a:extLst>
              <a:ext uri="{FF2B5EF4-FFF2-40B4-BE49-F238E27FC236}">
                <a16:creationId xmlns:a16="http://schemas.microsoft.com/office/drawing/2014/main" id="{47CB6C0F-71EA-7640-6E16-75A12382DF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graphique 7">
            <a:extLst>
              <a:ext uri="{FF2B5EF4-FFF2-40B4-BE49-F238E27FC236}">
                <a16:creationId xmlns:a16="http://schemas.microsoft.com/office/drawing/2014/main" id="{4420923D-3D69-0D33-2DF5-F8E02D3C7422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1147748" y="3302342"/>
            <a:ext cx="4183009" cy="21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5" name="Espace réservé du texte 48">
            <a:extLst>
              <a:ext uri="{FF2B5EF4-FFF2-40B4-BE49-F238E27FC236}">
                <a16:creationId xmlns:a16="http://schemas.microsoft.com/office/drawing/2014/main" id="{48B18A7D-7C94-8B91-69D7-8C8160CD45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8342" y="5729389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0" name="Espace réservé du texte 48">
            <a:extLst>
              <a:ext uri="{FF2B5EF4-FFF2-40B4-BE49-F238E27FC236}">
                <a16:creationId xmlns:a16="http://schemas.microsoft.com/office/drawing/2014/main" id="{4FD8DBA8-3DE7-8BC3-4290-1EFB11DD8CB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10806" y="2158255"/>
            <a:ext cx="1434969" cy="40011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11" name="Espace réservé du graphique 7">
            <a:extLst>
              <a:ext uri="{FF2B5EF4-FFF2-40B4-BE49-F238E27FC236}">
                <a16:creationId xmlns:a16="http://schemas.microsoft.com/office/drawing/2014/main" id="{783556AE-B98E-5899-4191-58D5924043BF}"/>
              </a:ext>
            </a:extLst>
          </p:cNvPr>
          <p:cNvSpPr>
            <a:spLocks noGrp="1"/>
          </p:cNvSpPr>
          <p:nvPr>
            <p:ph type="chart" sz="quarter" idx="54"/>
          </p:nvPr>
        </p:nvSpPr>
        <p:spPr>
          <a:xfrm>
            <a:off x="6926095" y="3302342"/>
            <a:ext cx="4118158" cy="21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12" name="Espace réservé du texte 48">
            <a:extLst>
              <a:ext uri="{FF2B5EF4-FFF2-40B4-BE49-F238E27FC236}">
                <a16:creationId xmlns:a16="http://schemas.microsoft.com/office/drawing/2014/main" id="{E0CEE754-6337-41DC-09AF-B29DB836807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93816" y="5717631"/>
            <a:ext cx="321989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20" name="Espace réservé du texte 48">
            <a:extLst>
              <a:ext uri="{FF2B5EF4-FFF2-40B4-BE49-F238E27FC236}">
                <a16:creationId xmlns:a16="http://schemas.microsoft.com/office/drawing/2014/main" id="{45CAF27B-A0FE-18C9-7D1C-C0C9D5751E0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0205" y="2158255"/>
            <a:ext cx="1434969" cy="40011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024C2CE-F186-C696-D62C-A2F79C3F3F99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Top Corners Rounded 9">
            <a:extLst>
              <a:ext uri="{FF2B5EF4-FFF2-40B4-BE49-F238E27FC236}">
                <a16:creationId xmlns:a16="http://schemas.microsoft.com/office/drawing/2014/main" id="{1F35AA4F-4491-6F00-F077-6052962AE9A3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35194865-4C7E-F89A-2507-5FDAEC3991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92D95F56-21E5-9D31-27A5-AC59B6301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55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65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7">
            <a:extLst>
              <a:ext uri="{FF2B5EF4-FFF2-40B4-BE49-F238E27FC236}">
                <a16:creationId xmlns:a16="http://schemas.microsoft.com/office/drawing/2014/main" id="{1B4EB026-B7F6-170A-AFEC-00BD1C04023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324" y="2378385"/>
            <a:ext cx="3240000" cy="3240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53881218-D64B-95DA-699C-0FD023A54A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71919" y="2378385"/>
            <a:ext cx="3240000" cy="3240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58987ED8-C13F-28C8-01AB-6DBD168D303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248514" y="2378385"/>
            <a:ext cx="3240000" cy="3240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fr-FR"/>
              <a:t>,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591680D-BBEA-EE86-6F2E-D0469275595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19509" y="3454786"/>
            <a:ext cx="2759770" cy="1292662"/>
          </a:xfr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F9DD0ED-F84E-0B6D-676A-7343CCF6F22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19509" y="2892452"/>
            <a:ext cx="1836000" cy="317331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66CA81A-5E04-AF6F-95F5-C885FF219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15" name="Rectangle: Rounded Corners 4">
            <a:extLst>
              <a:ext uri="{FF2B5EF4-FFF2-40B4-BE49-F238E27FC236}">
                <a16:creationId xmlns:a16="http://schemas.microsoft.com/office/drawing/2014/main" id="{47CB6C0F-71EA-7640-6E16-75A12382DF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Top Corners Rounded 9">
            <a:extLst>
              <a:ext uri="{FF2B5EF4-FFF2-40B4-BE49-F238E27FC236}">
                <a16:creationId xmlns:a16="http://schemas.microsoft.com/office/drawing/2014/main" id="{982E6520-F64E-0FEA-3FEA-C7246FB743C2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B0F3588A-62F3-2056-6B09-0055EFF425D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16115" y="3444217"/>
            <a:ext cx="2759770" cy="1292662"/>
          </a:xfr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FAAEED4-688C-79BA-D2DB-C1975B34A68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6115" y="2881883"/>
            <a:ext cx="1836000" cy="317331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1A506F4-1523-7EFE-10DE-A0E58EDC48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12721" y="3454786"/>
            <a:ext cx="2759770" cy="1292662"/>
          </a:xfrm>
        </p:spPr>
        <p:txBody>
          <a:bodyPr wrap="square"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cons </a:t>
            </a:r>
            <a:r>
              <a:rPr lang="fr-FR" err="1"/>
              <a:t>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593AB13B-9767-4A55-BFEB-4BA298BEE75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12721" y="2892452"/>
            <a:ext cx="1836000" cy="317331"/>
          </a:xfr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9CC91EF2-5942-D984-5988-C3EF8A5C52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F053BFF-B5EF-E029-BFD6-AA6CB9278F94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49879-3964-839A-6B03-7120BC256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11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3 blocs panoram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7">
            <a:extLst>
              <a:ext uri="{FF2B5EF4-FFF2-40B4-BE49-F238E27FC236}">
                <a16:creationId xmlns:a16="http://schemas.microsoft.com/office/drawing/2014/main" id="{1B4EB026-B7F6-170A-AFEC-00BD1C04023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3486" y="1430204"/>
            <a:ext cx="3240000" cy="1548000"/>
          </a:xfrm>
          <a:solidFill>
            <a:schemeClr val="bg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53881218-D64B-95DA-699C-0FD023A54A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49531" y="2983054"/>
            <a:ext cx="3240000" cy="1548000"/>
          </a:xfrm>
          <a:solidFill>
            <a:schemeClr val="accent1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66CA81A-5E04-AF6F-95F5-C885FF219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15" name="Rectangle: Rounded Corners 4">
            <a:extLst>
              <a:ext uri="{FF2B5EF4-FFF2-40B4-BE49-F238E27FC236}">
                <a16:creationId xmlns:a16="http://schemas.microsoft.com/office/drawing/2014/main" id="{47CB6C0F-71EA-7640-6E16-75A12382DF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Top Corners Rounded 9">
            <a:extLst>
              <a:ext uri="{FF2B5EF4-FFF2-40B4-BE49-F238E27FC236}">
                <a16:creationId xmlns:a16="http://schemas.microsoft.com/office/drawing/2014/main" id="{982E6520-F64E-0FEA-3FEA-C7246FB743C2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9CC91EF2-5942-D984-5988-C3EF8A5C52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6E300E14-62D3-D4D2-3C03-82870966DE70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943350" y="1430204"/>
            <a:ext cx="7545388" cy="154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30" name="Espace réservé pour une image  28">
            <a:extLst>
              <a:ext uri="{FF2B5EF4-FFF2-40B4-BE49-F238E27FC236}">
                <a16:creationId xmlns:a16="http://schemas.microsoft.com/office/drawing/2014/main" id="{86A643CE-65DE-9566-CA4B-0A8D2104553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702469" y="2983054"/>
            <a:ext cx="7545388" cy="154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31" name="Espace réservé pour une image  28">
            <a:extLst>
              <a:ext uri="{FF2B5EF4-FFF2-40B4-BE49-F238E27FC236}">
                <a16:creationId xmlns:a16="http://schemas.microsoft.com/office/drawing/2014/main" id="{A9616FD8-1483-BA2A-0DDD-EEBF5EFA0F58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943350" y="4531054"/>
            <a:ext cx="7545388" cy="154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6" name="Espace réservé du texte 17">
            <a:extLst>
              <a:ext uri="{FF2B5EF4-FFF2-40B4-BE49-F238E27FC236}">
                <a16:creationId xmlns:a16="http://schemas.microsoft.com/office/drawing/2014/main" id="{75B1615E-0326-5E50-1E63-B62E0184F7FB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10630" y="4531054"/>
            <a:ext cx="3240000" cy="1548000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FFCEDFA-2B40-6EAB-46AF-2DD10AFBD767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3ECF6-6210-616B-691B-E2C54797C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51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êle mê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7">
            <a:extLst>
              <a:ext uri="{FF2B5EF4-FFF2-40B4-BE49-F238E27FC236}">
                <a16:creationId xmlns:a16="http://schemas.microsoft.com/office/drawing/2014/main" id="{1B4EB026-B7F6-170A-AFEC-00BD1C04023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3486" y="1891076"/>
            <a:ext cx="2088000" cy="2088000"/>
          </a:xfrm>
          <a:solidFill>
            <a:schemeClr val="bg1"/>
          </a:solidFill>
          <a:ln w="19050">
            <a:solidFill>
              <a:schemeClr val="bg2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bg2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66CA81A-5E04-AF6F-95F5-C885FF219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15" name="Rectangle: Rounded Corners 4">
            <a:extLst>
              <a:ext uri="{FF2B5EF4-FFF2-40B4-BE49-F238E27FC236}">
                <a16:creationId xmlns:a16="http://schemas.microsoft.com/office/drawing/2014/main" id="{47CB6C0F-71EA-7640-6E16-75A12382DF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Top Corners Rounded 9">
            <a:extLst>
              <a:ext uri="{FF2B5EF4-FFF2-40B4-BE49-F238E27FC236}">
                <a16:creationId xmlns:a16="http://schemas.microsoft.com/office/drawing/2014/main" id="{982E6520-F64E-0FEA-3FEA-C7246FB743C2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9CC91EF2-5942-D984-5988-C3EF8A5C52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6E300E14-62D3-D4D2-3C03-82870966DE70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2877743" y="1891076"/>
            <a:ext cx="2088000" cy="208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FFCEDFA-2B40-6EAB-46AF-2DD10AFBD767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AA1BDB49-23AF-49FF-CE8F-787AB133BF9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873662" y="4077850"/>
            <a:ext cx="2088000" cy="2088000"/>
          </a:xfr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accent2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sp>
        <p:nvSpPr>
          <p:cNvPr id="9" name="Espace réservé pour une image  28">
            <a:extLst>
              <a:ext uri="{FF2B5EF4-FFF2-40B4-BE49-F238E27FC236}">
                <a16:creationId xmlns:a16="http://schemas.microsoft.com/office/drawing/2014/main" id="{7116747B-EDA9-5736-13D5-7A60446F6FCF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695325" y="4077850"/>
            <a:ext cx="2088000" cy="208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10" name="Espace réservé pour une image  28">
            <a:extLst>
              <a:ext uri="{FF2B5EF4-FFF2-40B4-BE49-F238E27FC236}">
                <a16:creationId xmlns:a16="http://schemas.microsoft.com/office/drawing/2014/main" id="{AD08A726-5EF7-65BA-7FAC-EAF53AA99E20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051999" y="4077850"/>
            <a:ext cx="2088000" cy="208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5C030525-7C9C-22FA-9C5C-AD0EFA08A53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230336" y="4077850"/>
            <a:ext cx="2088000" cy="2088000"/>
          </a:xfrm>
          <a:solidFill>
            <a:schemeClr val="bg1"/>
          </a:solidFill>
          <a:ln w="19050">
            <a:solidFill>
              <a:schemeClr val="bg2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bg2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sp>
        <p:nvSpPr>
          <p:cNvPr id="12" name="Espace réservé pour une image  28">
            <a:extLst>
              <a:ext uri="{FF2B5EF4-FFF2-40B4-BE49-F238E27FC236}">
                <a16:creationId xmlns:a16="http://schemas.microsoft.com/office/drawing/2014/main" id="{7FEFE261-B7E7-C38B-AE44-3C76701E61B1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408675" y="4077850"/>
            <a:ext cx="2088000" cy="208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13" name="Espace réservé pour une image  28">
            <a:extLst>
              <a:ext uri="{FF2B5EF4-FFF2-40B4-BE49-F238E27FC236}">
                <a16:creationId xmlns:a16="http://schemas.microsoft.com/office/drawing/2014/main" id="{BD7A68FF-0A55-AFFF-FC80-E9D49BDD7111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226257" y="1891076"/>
            <a:ext cx="2088000" cy="208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17" name="Espace réservé du texte 17">
            <a:extLst>
              <a:ext uri="{FF2B5EF4-FFF2-40B4-BE49-F238E27FC236}">
                <a16:creationId xmlns:a16="http://schemas.microsoft.com/office/drawing/2014/main" id="{66E5E3F2-4359-F4AA-F848-C3934638CF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052000" y="1891076"/>
            <a:ext cx="2088000" cy="2088000"/>
          </a:xfr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accent1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905DC4D9-9408-D22E-C926-C715AAD605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400514" y="1891076"/>
            <a:ext cx="2088000" cy="2088000"/>
          </a:xfr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tx2"/>
                </a:solidFill>
              </a:defRPr>
            </a:lvl1pPr>
          </a:lstStyle>
          <a:p>
            <a:r>
              <a:rPr lang="fr-FR"/>
              <a:t>Lorem ipsum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0BD79D9-F215-018E-4063-9990C2830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10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99F62FE-83F1-F2A7-4BD3-4A78353F6211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791324" y="8044"/>
            <a:ext cx="5400675" cy="6849956"/>
          </a:xfrm>
          <a:custGeom>
            <a:avLst/>
            <a:gdLst>
              <a:gd name="connsiteX0" fmla="*/ 0 w 5400675"/>
              <a:gd name="connsiteY0" fmla="*/ 0 h 6849956"/>
              <a:gd name="connsiteX1" fmla="*/ 5400675 w 5400675"/>
              <a:gd name="connsiteY1" fmla="*/ 0 h 6849956"/>
              <a:gd name="connsiteX2" fmla="*/ 5400675 w 5400675"/>
              <a:gd name="connsiteY2" fmla="*/ 6849956 h 6849956"/>
              <a:gd name="connsiteX3" fmla="*/ 0 w 5400675"/>
              <a:gd name="connsiteY3" fmla="*/ 6849956 h 6849956"/>
              <a:gd name="connsiteX4" fmla="*/ 0 w 5400675"/>
              <a:gd name="connsiteY4" fmla="*/ 6694211 h 6849956"/>
              <a:gd name="connsiteX5" fmla="*/ 4808750 w 5400675"/>
              <a:gd name="connsiteY5" fmla="*/ 6694211 h 6849956"/>
              <a:gd name="connsiteX6" fmla="*/ 4999164 w 5400675"/>
              <a:gd name="connsiteY6" fmla="*/ 6503797 h 6849956"/>
              <a:gd name="connsiteX7" fmla="*/ 4808750 w 5400675"/>
              <a:gd name="connsiteY7" fmla="*/ 6313383 h 6849956"/>
              <a:gd name="connsiteX8" fmla="*/ 0 w 5400675"/>
              <a:gd name="connsiteY8" fmla="*/ 6313383 h 68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00675" h="6849956">
                <a:moveTo>
                  <a:pt x="0" y="0"/>
                </a:moveTo>
                <a:lnTo>
                  <a:pt x="5400675" y="0"/>
                </a:lnTo>
                <a:lnTo>
                  <a:pt x="5400675" y="6849956"/>
                </a:lnTo>
                <a:lnTo>
                  <a:pt x="0" y="6849956"/>
                </a:lnTo>
                <a:lnTo>
                  <a:pt x="0" y="6694211"/>
                </a:lnTo>
                <a:lnTo>
                  <a:pt x="4808750" y="6694211"/>
                </a:lnTo>
                <a:cubicBezTo>
                  <a:pt x="4913914" y="6694211"/>
                  <a:pt x="4999164" y="6608960"/>
                  <a:pt x="4999164" y="6503797"/>
                </a:cubicBezTo>
                <a:cubicBezTo>
                  <a:pt x="4999164" y="6398634"/>
                  <a:pt x="4913914" y="6313383"/>
                  <a:pt x="4808750" y="6313383"/>
                </a:cubicBezTo>
                <a:lnTo>
                  <a:pt x="0" y="63133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8" name="Rectangle: Top Corners Rounded 9">
            <a:extLst>
              <a:ext uri="{FF2B5EF4-FFF2-40B4-BE49-F238E27FC236}">
                <a16:creationId xmlns:a16="http://schemas.microsoft.com/office/drawing/2014/main" id="{6CE10573-8C72-6738-0BE4-A6C496B63279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414BB8-D2B0-8DDE-DC1C-AD0E39A8BC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CB1B4D-B04F-2127-A85A-AFF632145BCE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71611EC-5FB6-0819-A110-C13DC0F214A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73" y="3027081"/>
            <a:ext cx="1783088" cy="238335"/>
          </a:xfr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F8B9AEF2-EFDE-B9FC-F666-E3F30CA6236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11826" y="3048171"/>
            <a:ext cx="1783088" cy="238335"/>
          </a:xfr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9" name="Espace réservé du texte 16">
            <a:extLst>
              <a:ext uri="{FF2B5EF4-FFF2-40B4-BE49-F238E27FC236}">
                <a16:creationId xmlns:a16="http://schemas.microsoft.com/office/drawing/2014/main" id="{F4FC3AC9-1A2C-D3AF-F911-9F5C3AC1202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0854" y="5228332"/>
            <a:ext cx="1783088" cy="238335"/>
          </a:xfr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30990C62-1B17-39CD-5236-855E42BBFD0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0073" y="5227668"/>
            <a:ext cx="1783088" cy="238335"/>
          </a:xfr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1" name="Espace réservé du texte 16">
            <a:extLst>
              <a:ext uri="{FF2B5EF4-FFF2-40B4-BE49-F238E27FC236}">
                <a16:creationId xmlns:a16="http://schemas.microsoft.com/office/drawing/2014/main" id="{85DDE5F6-A5F7-BC80-7C23-7596D2BAA4A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0073" y="2049355"/>
            <a:ext cx="1783088" cy="919162"/>
          </a:xfrm>
        </p:spPr>
        <p:txBody>
          <a:bodyPr>
            <a:spAutoFit/>
          </a:bodyPr>
          <a:lstStyle>
            <a:lvl1pPr marL="0" indent="0" algn="ctr">
              <a:buNone/>
              <a:defRPr sz="5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F20FB23F-827C-3212-7E65-250CE745899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00073" y="4230420"/>
            <a:ext cx="1783088" cy="919162"/>
          </a:xfrm>
        </p:spPr>
        <p:txBody>
          <a:bodyPr>
            <a:spAutoFit/>
          </a:bodyPr>
          <a:lstStyle>
            <a:lvl1pPr marL="0" indent="0" algn="ctr">
              <a:buNone/>
              <a:defRPr sz="5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3" name="Espace réservé du texte 16">
            <a:extLst>
              <a:ext uri="{FF2B5EF4-FFF2-40B4-BE49-F238E27FC236}">
                <a16:creationId xmlns:a16="http://schemas.microsoft.com/office/drawing/2014/main" id="{E3FDC38F-7C59-AEE1-588E-FEA802F07A7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311826" y="2035124"/>
            <a:ext cx="1783088" cy="919162"/>
          </a:xfrm>
        </p:spPr>
        <p:txBody>
          <a:bodyPr>
            <a:spAutoFit/>
          </a:bodyPr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0A514AB8-319A-400A-D218-E9678A92ADD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24202" y="4198658"/>
            <a:ext cx="1783088" cy="919162"/>
          </a:xfrm>
        </p:spPr>
        <p:txBody>
          <a:bodyPr>
            <a:spAutoFit/>
          </a:bodyPr>
          <a:lstStyle>
            <a:lvl1pPr marL="0" indent="0" algn="ctr">
              <a:buNone/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CFAD5B9C-97D6-B36F-0A5E-8A56890F71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EDCA2B3-3324-1245-079E-ADCD25691282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62DF7A9-BF35-EAC2-28CA-35C78FBCA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94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orient="horz" pos="323" userDrawn="1">
          <p15:clr>
            <a:srgbClr val="FBAE40"/>
          </p15:clr>
        </p15:guide>
        <p15:guide id="3" orient="horz" pos="388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C809B0-FA9E-9781-EED6-60BB3CE9D5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6A95E7-B6D3-6BE5-2D70-FFF6073FE8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Top Corners Rounded 9">
            <a:extLst>
              <a:ext uri="{FF2B5EF4-FFF2-40B4-BE49-F238E27FC236}">
                <a16:creationId xmlns:a16="http://schemas.microsoft.com/office/drawing/2014/main" id="{B7FDFA1B-BB34-46D5-699F-FF4D57512962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graphique SmartArt 10">
            <a:extLst>
              <a:ext uri="{FF2B5EF4-FFF2-40B4-BE49-F238E27FC236}">
                <a16:creationId xmlns:a16="http://schemas.microsoft.com/office/drawing/2014/main" id="{66BE2F4E-A1BF-07AF-CBF7-D5602955A0F1}"/>
              </a:ext>
            </a:extLst>
          </p:cNvPr>
          <p:cNvSpPr>
            <a:spLocks noGrp="1"/>
          </p:cNvSpPr>
          <p:nvPr>
            <p:ph type="dgm" sz="quarter" idx="33" hasCustomPrompt="1"/>
          </p:nvPr>
        </p:nvSpPr>
        <p:spPr>
          <a:xfrm>
            <a:off x="699465" y="1974850"/>
            <a:ext cx="10809910" cy="3103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Graphique SmartArt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4838A6EA-7AA0-6BA9-3952-196FF3A6C55D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8CD91637-805E-A8EC-7659-5FA8BA77A4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7519B6B-217C-E42D-7A55-5623D1F45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05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DB336A-B0FE-C8AC-52E9-C907886CE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AC34EB-2751-7BC2-EEEE-867BD6E7C2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Top Corners Rounded 9">
            <a:extLst>
              <a:ext uri="{FF2B5EF4-FFF2-40B4-BE49-F238E27FC236}">
                <a16:creationId xmlns:a16="http://schemas.microsoft.com/office/drawing/2014/main" id="{DA141F8D-CF17-5B9F-B164-DDF82B29C8DA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graphique 10">
            <a:extLst>
              <a:ext uri="{FF2B5EF4-FFF2-40B4-BE49-F238E27FC236}">
                <a16:creationId xmlns:a16="http://schemas.microsoft.com/office/drawing/2014/main" id="{24E3E50F-7956-EE48-ABC4-745680F729EB}"/>
              </a:ext>
            </a:extLst>
          </p:cNvPr>
          <p:cNvSpPr>
            <a:spLocks noGrp="1"/>
          </p:cNvSpPr>
          <p:nvPr>
            <p:ph type="chart" sz="quarter" idx="33" hasCustomPrompt="1"/>
          </p:nvPr>
        </p:nvSpPr>
        <p:spPr>
          <a:xfrm>
            <a:off x="700088" y="1789113"/>
            <a:ext cx="10809287" cy="3746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Graphique 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516E5D8B-8E71-9F11-D237-E76A99DDD51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45F9B21-3DD3-C0E2-51E6-12B8523DE325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41EFC62-9C3A-F679-3166-060D60D85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51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C1F4837-31B2-A260-C990-87477853C15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791324" y="8044"/>
            <a:ext cx="5400675" cy="6849956"/>
          </a:xfrm>
          <a:custGeom>
            <a:avLst/>
            <a:gdLst>
              <a:gd name="connsiteX0" fmla="*/ 0 w 5400675"/>
              <a:gd name="connsiteY0" fmla="*/ 0 h 6849956"/>
              <a:gd name="connsiteX1" fmla="*/ 5400675 w 5400675"/>
              <a:gd name="connsiteY1" fmla="*/ 0 h 6849956"/>
              <a:gd name="connsiteX2" fmla="*/ 5400675 w 5400675"/>
              <a:gd name="connsiteY2" fmla="*/ 6849956 h 6849956"/>
              <a:gd name="connsiteX3" fmla="*/ 0 w 5400675"/>
              <a:gd name="connsiteY3" fmla="*/ 6849956 h 6849956"/>
              <a:gd name="connsiteX4" fmla="*/ 0 w 5400675"/>
              <a:gd name="connsiteY4" fmla="*/ 6694211 h 6849956"/>
              <a:gd name="connsiteX5" fmla="*/ 4808750 w 5400675"/>
              <a:gd name="connsiteY5" fmla="*/ 6694211 h 6849956"/>
              <a:gd name="connsiteX6" fmla="*/ 4999164 w 5400675"/>
              <a:gd name="connsiteY6" fmla="*/ 6503797 h 6849956"/>
              <a:gd name="connsiteX7" fmla="*/ 4808750 w 5400675"/>
              <a:gd name="connsiteY7" fmla="*/ 6313383 h 6849956"/>
              <a:gd name="connsiteX8" fmla="*/ 0 w 5400675"/>
              <a:gd name="connsiteY8" fmla="*/ 6313383 h 68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00675" h="6849956">
                <a:moveTo>
                  <a:pt x="0" y="0"/>
                </a:moveTo>
                <a:lnTo>
                  <a:pt x="5400675" y="0"/>
                </a:lnTo>
                <a:lnTo>
                  <a:pt x="5400675" y="6849956"/>
                </a:lnTo>
                <a:lnTo>
                  <a:pt x="0" y="6849956"/>
                </a:lnTo>
                <a:lnTo>
                  <a:pt x="0" y="6694211"/>
                </a:lnTo>
                <a:lnTo>
                  <a:pt x="4808750" y="6694211"/>
                </a:lnTo>
                <a:cubicBezTo>
                  <a:pt x="4913914" y="6694211"/>
                  <a:pt x="4999164" y="6608960"/>
                  <a:pt x="4999164" y="6503797"/>
                </a:cubicBezTo>
                <a:cubicBezTo>
                  <a:pt x="4999164" y="6398634"/>
                  <a:pt x="4913914" y="6313383"/>
                  <a:pt x="4808750" y="6313383"/>
                </a:cubicBezTo>
                <a:lnTo>
                  <a:pt x="0" y="63133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photo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DB336A-B0FE-C8AC-52E9-C907886CE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2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AC34EB-2751-7BC2-EEEE-867BD6E7C2FF}"/>
              </a:ext>
            </a:extLst>
          </p:cNvPr>
          <p:cNvSpPr/>
          <p:nvPr userDrawn="1"/>
        </p:nvSpPr>
        <p:spPr>
          <a:xfrm>
            <a:off x="700073" y="1152722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Top Corners Rounded 9">
            <a:extLst>
              <a:ext uri="{FF2B5EF4-FFF2-40B4-BE49-F238E27FC236}">
                <a16:creationId xmlns:a16="http://schemas.microsoft.com/office/drawing/2014/main" id="{DA141F8D-CF17-5B9F-B164-DDF82B29C8DA}"/>
              </a:ext>
            </a:extLst>
          </p:cNvPr>
          <p:cNvSpPr/>
          <p:nvPr userDrawn="1"/>
        </p:nvSpPr>
        <p:spPr>
          <a:xfrm rot="5400000">
            <a:off x="5704830" y="616596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graphique 10">
            <a:extLst>
              <a:ext uri="{FF2B5EF4-FFF2-40B4-BE49-F238E27FC236}">
                <a16:creationId xmlns:a16="http://schemas.microsoft.com/office/drawing/2014/main" id="{24E3E50F-7956-EE48-ABC4-745680F729EB}"/>
              </a:ext>
            </a:extLst>
          </p:cNvPr>
          <p:cNvSpPr>
            <a:spLocks noGrp="1"/>
          </p:cNvSpPr>
          <p:nvPr>
            <p:ph type="chart" sz="quarter" idx="33" hasCustomPrompt="1"/>
          </p:nvPr>
        </p:nvSpPr>
        <p:spPr>
          <a:xfrm>
            <a:off x="700089" y="1789113"/>
            <a:ext cx="5395912" cy="3746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Graphique 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516E5D8B-8E71-9F11-D237-E76A99DDD51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45F9B21-3DD3-C0E2-51E6-12B8523DE325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90C401E-D5DC-518A-310B-AD8C86B2B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30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9AA6-ED48-691F-9A38-B7CE397855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1"/>
            <a:ext cx="10809910" cy="545782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34696-D0B0-3774-27AE-CDC742F032A7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4BE913EF-2F2B-9F10-5681-34CF0D710AC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1030605" y="297679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918ED49A-8768-B1BB-C76D-ADBD2D527DC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365116" y="190491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A95616F0-0DA2-E7C7-10EB-B7828D70129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069078" y="190491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55DFD72F-1400-4BB2-D9B9-04DA21F47A9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773040" y="190491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5B37BC1-B158-4323-D103-983D04C82A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477002" y="190491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153248E-5BD0-6B97-D77C-E45AA840BB8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21179" y="2954807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4464E5-261E-9DB7-93E3-4A02FB4E955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21179" y="3180229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F7F0F88-A3B7-DBFB-96E5-12C655F7F7A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5475" y="2932109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C1387DE-CF49-2878-6BF9-93DF89D7A31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25475" y="3157531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14E391C-6BDF-751C-630D-5D1D2E48AE0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29967" y="2928867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ABCD179-6E0F-FF56-BE8C-8BEB569F09D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29967" y="3154289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24AAFC4-B612-6993-2564-5D1ECC69AB8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34577" y="2935353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4218897A-AECC-EB1F-7B2F-97C3F7BC3A8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434577" y="3160775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D2215131-E018-7337-77A2-B9F68E83E10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3366386" y="404867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5A223300-6D1F-9CAE-F1F3-A3AAA2E7CAAE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5070348" y="404867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57" name="Picture Placeholder 15">
            <a:extLst>
              <a:ext uri="{FF2B5EF4-FFF2-40B4-BE49-F238E27FC236}">
                <a16:creationId xmlns:a16="http://schemas.microsoft.com/office/drawing/2014/main" id="{9FB4AA65-0D66-2E19-DF9A-3B5B25C148C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6774310" y="404867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58" name="Picture Placeholder 15">
            <a:extLst>
              <a:ext uri="{FF2B5EF4-FFF2-40B4-BE49-F238E27FC236}">
                <a16:creationId xmlns:a16="http://schemas.microsoft.com/office/drawing/2014/main" id="{323470B8-C995-BA84-F169-6A0840FAB1E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8478272" y="4048675"/>
            <a:ext cx="963207" cy="963207"/>
          </a:xfrm>
          <a:solidFill>
            <a:schemeClr val="bg1">
              <a:lumMod val="85000"/>
            </a:schemeClr>
          </a:solidFill>
        </p:spPr>
        <p:txBody>
          <a:bodyPr bIns="468000" anchor="ctr" anchorCtr="0"/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Portrait</a:t>
            </a:r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CD8FF24E-DD43-C632-684E-77C24EE8C9E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22449" y="5098567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C5608AE4-876E-E1CA-1C47-FDC0C61CB44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22449" y="5323989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77E4D1D4-7E25-B91F-AF77-5AE0BD94835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026745" y="5075869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33529D64-316F-4811-5DC3-9E75D5F705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026745" y="5301291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15FC8FA9-765D-C4DA-9977-875AE4600E1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731237" y="5072627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CB977C35-46AA-EF1B-8941-897D8D55E0B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731237" y="5298049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88AF5C63-7A10-D3E9-EA84-F4F4E9F6AC0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435847" y="5079113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40BDD725-69AC-ABC1-606E-62C18FE1EC0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35847" y="5304535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BE35BFD4-F4AE-9C24-43F4-F28FA235516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85520" y="4036847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81" name="Text Placeholder 14">
            <a:extLst>
              <a:ext uri="{FF2B5EF4-FFF2-40B4-BE49-F238E27FC236}">
                <a16:creationId xmlns:a16="http://schemas.microsoft.com/office/drawing/2014/main" id="{D57BEFAC-1AD1-0623-8E1D-1D9DBA0604F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85520" y="4262269"/>
            <a:ext cx="1051080" cy="190437"/>
          </a:xfrm>
        </p:spPr>
        <p:txBody>
          <a:bodyPr>
            <a:sp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latin typeface="+mn-lt"/>
              </a:defRPr>
            </a:lvl1pPr>
          </a:lstStyle>
          <a:p>
            <a:pPr lvl="0"/>
            <a:r>
              <a:rPr lang="fr-FR"/>
              <a:t>Fonction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317EA713-83D4-12C7-1203-086EA3F2D5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CC6298BA-11BC-F54E-5062-75AB818EE6A2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533C14B-AD65-1023-A84D-8373CC3CE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s + image en fo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EF61D-5E10-ECCA-0B88-CE3DEFD62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73" y="512641"/>
            <a:ext cx="4699635" cy="49244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4" name="Text Placeholder 105">
            <a:extLst>
              <a:ext uri="{FF2B5EF4-FFF2-40B4-BE49-F238E27FC236}">
                <a16:creationId xmlns:a16="http://schemas.microsoft.com/office/drawing/2014/main" id="{22CE2879-19D2-2741-61CA-552DE78050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0073" y="1609212"/>
            <a:ext cx="4697290" cy="496867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.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92D5AA5-2016-BCD4-B79C-47A0287D70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0073" y="2389066"/>
            <a:ext cx="4697290" cy="238335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fr-FR" noProof="0"/>
              <a:t>Cliquer pour éditer</a:t>
            </a:r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8B50F0E6-7C3F-383E-F85F-9D267CB726B2}"/>
              </a:ext>
            </a:extLst>
          </p:cNvPr>
          <p:cNvSpPr/>
          <p:nvPr userDrawn="1"/>
        </p:nvSpPr>
        <p:spPr>
          <a:xfrm>
            <a:off x="700073" y="1152721"/>
            <a:ext cx="528955" cy="1422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F30AE425-85DA-BE8C-1882-B4D186445E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644087C-CC40-A1DA-5E81-85AABF7ED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59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+ image en fond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B2D887-301E-24F6-DB6A-A74B7C3A3276}"/>
              </a:ext>
            </a:extLst>
          </p:cNvPr>
          <p:cNvSpPr/>
          <p:nvPr userDrawn="1"/>
        </p:nvSpPr>
        <p:spPr>
          <a:xfrm>
            <a:off x="1635046" y="1259840"/>
            <a:ext cx="8921908" cy="3820160"/>
          </a:xfrm>
          <a:prstGeom prst="roundRect">
            <a:avLst>
              <a:gd name="adj" fmla="val 50000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 Placeholder 105">
            <a:extLst>
              <a:ext uri="{FF2B5EF4-FFF2-40B4-BE49-F238E27FC236}">
                <a16:creationId xmlns:a16="http://schemas.microsoft.com/office/drawing/2014/main" id="{C0FF4AF2-0222-B143-D01E-F0DB8C81FDC7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2803739" y="2966467"/>
            <a:ext cx="6584523" cy="406906"/>
          </a:xfrm>
        </p:spPr>
        <p:txBody>
          <a:bodyPr wrap="square" anchor="ctr" anchorCtr="0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Ajouter du texte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B376A2-ED21-E230-5B4C-66B8788B1863}"/>
              </a:ext>
            </a:extLst>
          </p:cNvPr>
          <p:cNvGrpSpPr/>
          <p:nvPr userDrawn="1"/>
        </p:nvGrpSpPr>
        <p:grpSpPr>
          <a:xfrm>
            <a:off x="2428875" y="1823720"/>
            <a:ext cx="7334250" cy="2692400"/>
            <a:chOff x="2494915" y="1823720"/>
            <a:chExt cx="7334250" cy="26924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EDC690C-DB0D-8DC1-FC09-4E4B6B83E22D}"/>
                </a:ext>
              </a:extLst>
            </p:cNvPr>
            <p:cNvGrpSpPr/>
            <p:nvPr userDrawn="1"/>
          </p:nvGrpSpPr>
          <p:grpSpPr>
            <a:xfrm>
              <a:off x="2494915" y="1823720"/>
              <a:ext cx="212090" cy="345440"/>
              <a:chOff x="3140710" y="1845310"/>
              <a:chExt cx="212090" cy="345440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327F4DD-32B5-F6D7-FF57-EC9F45C2F1C0}"/>
                  </a:ext>
                </a:extLst>
              </p:cNvPr>
              <p:cNvSpPr/>
              <p:nvPr userDrawn="1"/>
            </p:nvSpPr>
            <p:spPr>
              <a:xfrm>
                <a:off x="3140710" y="1845310"/>
                <a:ext cx="87630" cy="345440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83EEEC4F-B8EC-0D96-197B-02A9C4C1BE26}"/>
                  </a:ext>
                </a:extLst>
              </p:cNvPr>
              <p:cNvSpPr/>
              <p:nvPr userDrawn="1"/>
            </p:nvSpPr>
            <p:spPr>
              <a:xfrm>
                <a:off x="3265170" y="1845310"/>
                <a:ext cx="87630" cy="345440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F3DC82B-8AF1-0E0B-D753-3FE06AD11C01}"/>
                </a:ext>
              </a:extLst>
            </p:cNvPr>
            <p:cNvGrpSpPr/>
            <p:nvPr userDrawn="1"/>
          </p:nvGrpSpPr>
          <p:grpSpPr>
            <a:xfrm>
              <a:off x="9617075" y="4170680"/>
              <a:ext cx="212090" cy="345440"/>
              <a:chOff x="3140710" y="1845310"/>
              <a:chExt cx="212090" cy="34544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45F1924A-72C1-2DA5-B9E2-1A73A18B6E4B}"/>
                  </a:ext>
                </a:extLst>
              </p:cNvPr>
              <p:cNvSpPr/>
              <p:nvPr userDrawn="1"/>
            </p:nvSpPr>
            <p:spPr>
              <a:xfrm>
                <a:off x="3140710" y="1845310"/>
                <a:ext cx="87630" cy="345440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D2506552-5235-B4BB-7851-CA98B640A447}"/>
                  </a:ext>
                </a:extLst>
              </p:cNvPr>
              <p:cNvSpPr/>
              <p:nvPr userDrawn="1"/>
            </p:nvSpPr>
            <p:spPr>
              <a:xfrm>
                <a:off x="3265170" y="1845310"/>
                <a:ext cx="87630" cy="345440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2F24CD6F-C2A6-678F-CDCB-6E3369B3015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C304691-40CF-CEED-E828-7F6419910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39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+ portra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C4B940F-5C0F-36A9-0BD1-C06228202029}"/>
              </a:ext>
            </a:extLst>
          </p:cNvPr>
          <p:cNvSpPr/>
          <p:nvPr userDrawn="1"/>
        </p:nvSpPr>
        <p:spPr>
          <a:xfrm rot="5400000">
            <a:off x="5704830" y="616595"/>
            <a:ext cx="380828" cy="1179048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2BC45D-11D0-7EBA-1D14-A2444ED0F02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823" y="745423"/>
            <a:ext cx="3417570" cy="4830578"/>
          </a:xfrm>
          <a:custGeom>
            <a:avLst/>
            <a:gdLst>
              <a:gd name="connsiteX0" fmla="*/ 1708785 w 3417570"/>
              <a:gd name="connsiteY0" fmla="*/ 0 h 4830578"/>
              <a:gd name="connsiteX1" fmla="*/ 3417570 w 3417570"/>
              <a:gd name="connsiteY1" fmla="*/ 1708785 h 4830578"/>
              <a:gd name="connsiteX2" fmla="*/ 3417570 w 3417570"/>
              <a:gd name="connsiteY2" fmla="*/ 3121793 h 4830578"/>
              <a:gd name="connsiteX3" fmla="*/ 1708785 w 3417570"/>
              <a:gd name="connsiteY3" fmla="*/ 4830578 h 4830578"/>
              <a:gd name="connsiteX4" fmla="*/ 0 w 3417570"/>
              <a:gd name="connsiteY4" fmla="*/ 3121793 h 4830578"/>
              <a:gd name="connsiteX5" fmla="*/ 0 w 3417570"/>
              <a:gd name="connsiteY5" fmla="*/ 1708785 h 4830578"/>
              <a:gd name="connsiteX6" fmla="*/ 1708785 w 3417570"/>
              <a:gd name="connsiteY6" fmla="*/ 0 h 4830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17570" h="4830578">
                <a:moveTo>
                  <a:pt x="1708785" y="0"/>
                </a:moveTo>
                <a:cubicBezTo>
                  <a:pt x="2652521" y="0"/>
                  <a:pt x="3417570" y="765049"/>
                  <a:pt x="3417570" y="1708785"/>
                </a:cubicBezTo>
                <a:lnTo>
                  <a:pt x="3417570" y="3121793"/>
                </a:lnTo>
                <a:cubicBezTo>
                  <a:pt x="3417570" y="4065529"/>
                  <a:pt x="2652521" y="4830578"/>
                  <a:pt x="1708785" y="4830578"/>
                </a:cubicBezTo>
                <a:cubicBezTo>
                  <a:pt x="765049" y="4830578"/>
                  <a:pt x="0" y="4065529"/>
                  <a:pt x="0" y="3121793"/>
                </a:cubicBezTo>
                <a:lnTo>
                  <a:pt x="0" y="1708785"/>
                </a:lnTo>
                <a:cubicBezTo>
                  <a:pt x="0" y="765049"/>
                  <a:pt x="765049" y="0"/>
                  <a:pt x="170878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Ajouter une photo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2CDEF1-2E9C-4FB0-3107-B99266DD9F55}"/>
              </a:ext>
            </a:extLst>
          </p:cNvPr>
          <p:cNvGrpSpPr/>
          <p:nvPr userDrawn="1"/>
        </p:nvGrpSpPr>
        <p:grpSpPr>
          <a:xfrm>
            <a:off x="4724969" y="1332547"/>
            <a:ext cx="6545208" cy="3656330"/>
            <a:chOff x="4908419" y="1378267"/>
            <a:chExt cx="6545208" cy="365633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015D1FC-3B7E-179B-8AB2-EFBA34BBB8F4}"/>
                </a:ext>
              </a:extLst>
            </p:cNvPr>
            <p:cNvGrpSpPr/>
            <p:nvPr userDrawn="1"/>
          </p:nvGrpSpPr>
          <p:grpSpPr>
            <a:xfrm>
              <a:off x="4908419" y="1378267"/>
              <a:ext cx="212090" cy="345440"/>
              <a:chOff x="2340610" y="1845310"/>
              <a:chExt cx="212090" cy="345440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30C37E49-AA78-8580-3E47-733549A9040A}"/>
                  </a:ext>
                </a:extLst>
              </p:cNvPr>
              <p:cNvSpPr/>
              <p:nvPr userDrawn="1"/>
            </p:nvSpPr>
            <p:spPr>
              <a:xfrm>
                <a:off x="2340610" y="1845310"/>
                <a:ext cx="87630" cy="345440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0CFFC6E-D312-CBF5-058B-ADA3D179D044}"/>
                  </a:ext>
                </a:extLst>
              </p:cNvPr>
              <p:cNvSpPr/>
              <p:nvPr userDrawn="1"/>
            </p:nvSpPr>
            <p:spPr>
              <a:xfrm>
                <a:off x="2465070" y="1845310"/>
                <a:ext cx="87630" cy="345440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3300991-5A90-C188-3645-99BAD179EF3D}"/>
                </a:ext>
              </a:extLst>
            </p:cNvPr>
            <p:cNvGrpSpPr/>
            <p:nvPr userDrawn="1"/>
          </p:nvGrpSpPr>
          <p:grpSpPr>
            <a:xfrm>
              <a:off x="11241537" y="4689157"/>
              <a:ext cx="212090" cy="345440"/>
              <a:chOff x="-42545" y="1845310"/>
              <a:chExt cx="212090" cy="345440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982B79D5-3F33-31B1-1793-8645A2B151F7}"/>
                  </a:ext>
                </a:extLst>
              </p:cNvPr>
              <p:cNvSpPr/>
              <p:nvPr userDrawn="1"/>
            </p:nvSpPr>
            <p:spPr>
              <a:xfrm>
                <a:off x="-42545" y="1845310"/>
                <a:ext cx="87630" cy="345440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C7081044-4D86-4703-ECF8-929CA9C60B08}"/>
                  </a:ext>
                </a:extLst>
              </p:cNvPr>
              <p:cNvSpPr/>
              <p:nvPr userDrawn="1"/>
            </p:nvSpPr>
            <p:spPr>
              <a:xfrm>
                <a:off x="81915" y="1845310"/>
                <a:ext cx="87630" cy="345440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23" name="Text Placeholder 105">
            <a:extLst>
              <a:ext uri="{FF2B5EF4-FFF2-40B4-BE49-F238E27FC236}">
                <a16:creationId xmlns:a16="http://schemas.microsoft.com/office/drawing/2014/main" id="{864B8779-9A58-ACA5-89BF-03910783F7B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5717" y="2956457"/>
            <a:ext cx="5276084" cy="408510"/>
          </a:xfrm>
        </p:spPr>
        <p:txBody>
          <a:bodyPr wrap="square" anchor="ctr" anchorCtr="0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Ajouter du texte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8F427EF0-58D0-DE98-141E-9F197E23C78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6378489"/>
            <a:ext cx="5400675" cy="26670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47D5CF4-9182-1D13-BC71-C0B31B1C8327}"/>
              </a:ext>
            </a:extLst>
          </p:cNvPr>
          <p:cNvCxnSpPr/>
          <p:nvPr userDrawn="1"/>
        </p:nvCxnSpPr>
        <p:spPr>
          <a:xfrm>
            <a:off x="-12000" y="14288"/>
            <a:ext cx="12204000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1C0DDB6-832B-E967-6FEC-225375E34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78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6996BA-C9C1-2A4B-B33E-F6B600AE6252}"/>
              </a:ext>
            </a:extLst>
          </p:cNvPr>
          <p:cNvSpPr/>
          <p:nvPr userDrawn="1"/>
        </p:nvSpPr>
        <p:spPr>
          <a:xfrm>
            <a:off x="0" y="5196840"/>
            <a:ext cx="12192000" cy="1661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1BD147-C50B-BDFD-42D3-4A72501906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2146" y="1752675"/>
            <a:ext cx="5327708" cy="1721971"/>
          </a:xfrm>
          <a:prstGeom prst="rect">
            <a:avLst/>
          </a:prstGeom>
        </p:spPr>
      </p:pic>
      <p:pic>
        <p:nvPicPr>
          <p:cNvPr id="12" name="Graphic 11">
            <a:hlinkClick r:id="rId4"/>
            <a:extLst>
              <a:ext uri="{FF2B5EF4-FFF2-40B4-BE49-F238E27FC236}">
                <a16:creationId xmlns:a16="http://schemas.microsoft.com/office/drawing/2014/main" id="{168FD141-A127-A135-F3E9-B0EEFB9A54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74385"/>
          <a:stretch/>
        </p:blipFill>
        <p:spPr>
          <a:xfrm>
            <a:off x="5338445" y="6027420"/>
            <a:ext cx="388100" cy="36655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30C2C88-5DED-4AD1-5328-F6923EC31DFC}"/>
              </a:ext>
            </a:extLst>
          </p:cNvPr>
          <p:cNvSpPr txBox="1"/>
          <p:nvPr userDrawn="1"/>
        </p:nvSpPr>
        <p:spPr>
          <a:xfrm>
            <a:off x="418290" y="6179487"/>
            <a:ext cx="3384000" cy="2373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fr-FR" sz="1400">
                <a:solidFill>
                  <a:schemeClr val="bg2"/>
                </a:solidFill>
                <a:latin typeface="+mj-lt"/>
              </a:rPr>
              <a:t>www.bouygues-construction.com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4024AD6-CC4B-6C60-F404-E85BBF7B9A67}"/>
              </a:ext>
            </a:extLst>
          </p:cNvPr>
          <p:cNvSpPr txBox="1"/>
          <p:nvPr userDrawn="1"/>
        </p:nvSpPr>
        <p:spPr>
          <a:xfrm>
            <a:off x="5338445" y="5637980"/>
            <a:ext cx="1049967" cy="2383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fr-FR" sz="1400">
                <a:latin typeface="+mj-lt"/>
              </a:rPr>
              <a:t>Suivez-nous</a:t>
            </a:r>
          </a:p>
        </p:txBody>
      </p:sp>
      <p:pic>
        <p:nvPicPr>
          <p:cNvPr id="2" name="Graphic 11">
            <a:hlinkClick r:id="rId7"/>
            <a:extLst>
              <a:ext uri="{FF2B5EF4-FFF2-40B4-BE49-F238E27FC236}">
                <a16:creationId xmlns:a16="http://schemas.microsoft.com/office/drawing/2014/main" id="{2256420D-B4D4-E9A3-0D88-2186E3E8A5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74792"/>
          <a:stretch/>
        </p:blipFill>
        <p:spPr>
          <a:xfrm>
            <a:off x="6471629" y="6028107"/>
            <a:ext cx="381926" cy="366559"/>
          </a:xfrm>
          <a:prstGeom prst="rect">
            <a:avLst/>
          </a:prstGeom>
        </p:spPr>
      </p:pic>
      <p:pic>
        <p:nvPicPr>
          <p:cNvPr id="3" name="Graphic 11">
            <a:hlinkClick r:id="rId8"/>
            <a:extLst>
              <a:ext uri="{FF2B5EF4-FFF2-40B4-BE49-F238E27FC236}">
                <a16:creationId xmlns:a16="http://schemas.microsoft.com/office/drawing/2014/main" id="{845564C8-303A-CCB5-6BF9-9CFD9EB20A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733" t="-1300" r="35658" b="-3015"/>
          <a:stretch/>
        </p:blipFill>
        <p:spPr>
          <a:xfrm>
            <a:off x="5903241" y="6011600"/>
            <a:ext cx="418303" cy="382379"/>
          </a:xfrm>
          <a:prstGeom prst="rect">
            <a:avLst/>
          </a:prstGeom>
        </p:spPr>
      </p:pic>
      <p:sp>
        <p:nvSpPr>
          <p:cNvPr id="4" name="Text Placeholder 105">
            <a:extLst>
              <a:ext uri="{FF2B5EF4-FFF2-40B4-BE49-F238E27FC236}">
                <a16:creationId xmlns:a16="http://schemas.microsoft.com/office/drawing/2014/main" id="{2E92C422-0231-9D39-912A-4ED612BF26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90" y="5433693"/>
            <a:ext cx="2652013" cy="204287"/>
          </a:xfr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3346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269E9-683C-5CA9-2382-60A44F77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38" y="744539"/>
            <a:ext cx="10515600" cy="47080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fr-FR" noProof="0"/>
              <a:t>Cliquer pour éditer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0CB3D6F-FABE-4890-F3FD-53488CE80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113" y="1481559"/>
            <a:ext cx="10515600" cy="43405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noProof="0"/>
              <a:t>Cliquer pour éditer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D2410E-F7F9-A83C-3B74-036157872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6321425"/>
            <a:ext cx="508463" cy="38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D22D426-DC0D-4D26-8F7D-5526E00BC4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475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7" r:id="rId2"/>
    <p:sldLayoutId id="2147483698" r:id="rId3"/>
    <p:sldLayoutId id="2147483697" r:id="rId4"/>
    <p:sldLayoutId id="2147483694" r:id="rId5"/>
    <p:sldLayoutId id="2147483695" r:id="rId6"/>
    <p:sldLayoutId id="2147483656" r:id="rId7"/>
    <p:sldLayoutId id="2147483688" r:id="rId8"/>
    <p:sldLayoutId id="2147483690" r:id="rId9"/>
    <p:sldLayoutId id="2147483659" r:id="rId10"/>
    <p:sldLayoutId id="2147483658" r:id="rId11"/>
    <p:sldLayoutId id="2147483664" r:id="rId12"/>
    <p:sldLayoutId id="2147483657" r:id="rId13"/>
    <p:sldLayoutId id="2147483660" r:id="rId14"/>
    <p:sldLayoutId id="2147483661" r:id="rId15"/>
    <p:sldLayoutId id="2147483701" r:id="rId16"/>
    <p:sldLayoutId id="2147483676" r:id="rId17"/>
    <p:sldLayoutId id="2147483677" r:id="rId18"/>
    <p:sldLayoutId id="2147483689" r:id="rId19"/>
    <p:sldLayoutId id="2147483703" r:id="rId20"/>
    <p:sldLayoutId id="2147483681" r:id="rId21"/>
    <p:sldLayoutId id="2147483683" r:id="rId22"/>
    <p:sldLayoutId id="2147483686" r:id="rId23"/>
    <p:sldLayoutId id="2147483668" r:id="rId24"/>
    <p:sldLayoutId id="2147483702" r:id="rId25"/>
    <p:sldLayoutId id="2147483704" r:id="rId26"/>
    <p:sldLayoutId id="2147483680" r:id="rId27"/>
    <p:sldLayoutId id="2147483693" r:id="rId28"/>
    <p:sldLayoutId id="2147483691" r:id="rId29"/>
    <p:sldLayoutId id="2147483700" r:id="rId30"/>
    <p:sldLayoutId id="2147483705" r:id="rId31"/>
    <p:sldLayoutId id="2147483687" r:id="rId32"/>
    <p:sldLayoutId id="2147483685" r:id="rId33"/>
    <p:sldLayoutId id="2147483684" r:id="rId34"/>
    <p:sldLayoutId id="2147483706" r:id="rId35"/>
    <p:sldLayoutId id="2147483678" r:id="rId36"/>
    <p:sldLayoutId id="2147483670" r:id="rId37"/>
    <p:sldLayoutId id="2147483672" r:id="rId38"/>
    <p:sldLayoutId id="2147483679" r:id="rId39"/>
    <p:sldLayoutId id="2147483674" r:id="rId40"/>
    <p:sldLayoutId id="2147483675" r:id="rId4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144000" algn="l" defTabSz="9144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144000" algn="l" defTabSz="9144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548000" indent="-144000" algn="l" defTabSz="9144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980000" indent="-144000" algn="l" defTabSz="9144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hyperlink" Target="https://bouyguesconstruction.sharepoint.com/:x:/r/sites/bycnitbycnitiamproject/Shared%20Documents/General/03.%20Mise%20en%20oeuvre/Persona.xlsx?d=w1f6afc48d04e4fb0ac15366a6c4aff9a&amp;csf=1&amp;web=1&amp;e=Jg7JJ8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ouyguesconstruction.sharepoint.com/:x:/r/sites/bycnitbycnitiamproject/Shared%20Documents/General/03.%20Mise%20en%20oeuvre/Persona.xlsx?d=w1f6afc48d04e4fb0ac15366a6c4aff9a&amp;csf=1&amp;web=1&amp;e=Jg7JJ8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ouyguesconstruction.sharepoint.com/:x:/r/sites/bycnitbycnitiamproject/Shared%20Documents/General/03.%20Mise%20en%20oeuvre/Persona.xlsx?d=w1f6afc48d04e4fb0ac15366a6c4aff9a&amp;csf=1&amp;web=1&amp;e=Jg7JJ8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835B39-BF50-A99E-D8DD-5D032BDC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971" y="2325910"/>
            <a:ext cx="4752000" cy="1231106"/>
          </a:xfrm>
        </p:spPr>
        <p:txBody>
          <a:bodyPr/>
          <a:lstStyle/>
          <a:p>
            <a:r>
              <a:rPr lang="fr-FR"/>
              <a:t>IAM – ateliers de conception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56D2C3-1DE2-9CC4-1943-BCE82AA8C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39971" y="3762693"/>
            <a:ext cx="4752000" cy="238335"/>
          </a:xfrm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A80DEE7-6850-EEC8-7BBC-0CA9FAE187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04/09/2024</a:t>
            </a:r>
          </a:p>
        </p:txBody>
      </p:sp>
      <p:pic>
        <p:nvPicPr>
          <p:cNvPr id="13" name="Image 12" descr="Une image contenant text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241A7247-E30B-AC0E-B3D6-6CF86BE12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71" y="522288"/>
            <a:ext cx="1332000" cy="94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4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2355DD-09C3-D78F-7BBA-985BCF59A0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00073" y="1611793"/>
            <a:ext cx="10809910" cy="4891917"/>
          </a:xfrm>
        </p:spPr>
        <p:txBody>
          <a:bodyPr/>
          <a:lstStyle/>
          <a:p>
            <a:r>
              <a:rPr lang="fr-FR" b="1"/>
              <a:t>Thèmes à aborder</a:t>
            </a:r>
          </a:p>
          <a:p>
            <a:r>
              <a:rPr lang="fr-FR"/>
              <a:t>Quelques sont les populations à modéliser, quelles caractéristiques prendre en compte. Exemple : collaborateur, intérimaire, « partenaire »</a:t>
            </a:r>
          </a:p>
          <a:p>
            <a:r>
              <a:rPr lang="fr-FR"/>
              <a:t>Quels attributs principaux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nom, prénom… Usuels et/ou officiels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Appartenance : société employeur et/ou de remplacement (prêt, expatriation…). Pays.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Informations de contact ? Langue, civilité, téléphone ? Mail ?…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Métier et/ou filière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La notion de périmètres d’action ou d’affectations sera abordée plus tard, lorsque la réflexion aura suffisamment avancé côté MDM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…</a:t>
            </a:r>
          </a:p>
          <a:p>
            <a:endParaRPr lang="fr-FR"/>
          </a:p>
          <a:p>
            <a:r>
              <a:rPr lang="fr-FR" b="1"/>
              <a:t>Démarche</a:t>
            </a:r>
          </a:p>
          <a:p>
            <a:r>
              <a:rPr lang="fr-FR"/>
              <a:t>L’idée est de croiser les modélisations existantes avec les besoins « en bout de chaîne » : au-delà des droits individuels (zéro trust), quelles sont les autorisations « générales » que l’on veut accorder (ou interdire) à ces populations ?</a:t>
            </a:r>
          </a:p>
          <a:p>
            <a:r>
              <a:rPr lang="fr-FR"/>
              <a:t>A quoi sert de modéliser ces populations ?</a:t>
            </a:r>
          </a:p>
          <a:p>
            <a:endParaRPr lang="fr-FR"/>
          </a:p>
          <a:p>
            <a:r>
              <a:rPr lang="fr-FR" b="1"/>
              <a:t>Participants</a:t>
            </a:r>
          </a:p>
          <a:p>
            <a:r>
              <a:rPr lang="fr-FR"/>
              <a:t>MDM (Christelle LECLERC), Architecture (Sylvain BRENNE), Cyber (Samuel TELES), SI RH (Clément COIRET à confirmer), Identité (Vincent GUILLON), Communication (Flavien BAUBY, Wladimir DANILOVIC), accompagnement Architecture (Gilles GIRAUD)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289C6DA-ECEB-4562-2143-F8EBCB4C1F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346400-31C3-7D73-6C45-7B4CCA33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90" y="512641"/>
            <a:ext cx="10801350" cy="545782"/>
          </a:xfrm>
        </p:spPr>
        <p:txBody>
          <a:bodyPr/>
          <a:lstStyle/>
          <a:p>
            <a:r>
              <a:rPr lang="fr-FR"/>
              <a:t>Atelier #1 – Typologie des personnes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0D4C0-7BC7-236B-ABED-1A4AEA676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53C65D0-7DE0-1CE1-0E7F-A1C33A50B6E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F04870E-C31F-5AD4-59C5-4EF454FB215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99BF82CB-A4EC-1FDC-7E73-D07A370A235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84DD8600-8DC2-FE32-F0FB-C1174D63724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130E78C-7E11-6A72-B370-73E3C10ED9B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41622" y="3429000"/>
            <a:ext cx="1836000" cy="696153"/>
          </a:xfrm>
        </p:spPr>
        <p:txBody>
          <a:bodyPr/>
          <a:lstStyle/>
          <a:p>
            <a:r>
              <a:rPr lang="fr-FR"/>
              <a:t>Nom, prénom</a:t>
            </a:r>
          </a:p>
          <a:p>
            <a:r>
              <a:rPr lang="fr-FR"/>
              <a:t>Date de naissance</a:t>
            </a:r>
          </a:p>
          <a:p>
            <a:r>
              <a:rPr lang="fr-FR"/>
              <a:t>…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7A48497-8F63-2AE7-B927-F1B4261C80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859811" y="3429000"/>
            <a:ext cx="1836000" cy="933141"/>
          </a:xfrm>
        </p:spPr>
        <p:txBody>
          <a:bodyPr/>
          <a:lstStyle/>
          <a:p>
            <a:r>
              <a:rPr lang="fr-FR"/>
              <a:t>Début / fin (cycle de vie)</a:t>
            </a:r>
          </a:p>
          <a:p>
            <a:r>
              <a:rPr lang="fr-FR"/>
              <a:t>Gestionnaire de l’identité ?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DFFC973-CD74-A92F-269F-80B9E5D2536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78000" y="3429000"/>
            <a:ext cx="1836000" cy="459165"/>
          </a:xfrm>
        </p:spPr>
        <p:txBody>
          <a:bodyPr/>
          <a:lstStyle/>
          <a:p>
            <a:r>
              <a:rPr lang="fr-FR"/>
              <a:t>Permet d’accéder à un système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B7A850E-124D-D280-CC2B-9FBE1B97DCB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fr-FR"/>
              <a:t>Identité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230A4E8-6FD6-39FD-8A65-E752D95E9FB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fr-FR"/>
              <a:t>Compte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733E5901-607A-324B-3A48-6E814E9C11D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496189" y="3429000"/>
            <a:ext cx="1836000" cy="696153"/>
          </a:xfrm>
        </p:spPr>
        <p:txBody>
          <a:bodyPr/>
          <a:lstStyle/>
          <a:p>
            <a:r>
              <a:rPr lang="fr-FR"/>
              <a:t>CRUD (</a:t>
            </a:r>
            <a:r>
              <a:rPr lang="fr-FR" err="1"/>
              <a:t>Create</a:t>
            </a:r>
            <a:r>
              <a:rPr lang="fr-FR"/>
              <a:t>, Read, Update, </a:t>
            </a:r>
            <a:r>
              <a:rPr lang="fr-FR" err="1"/>
              <a:t>Delete</a:t>
            </a:r>
            <a:r>
              <a:rPr lang="fr-FR"/>
              <a:t>)</a:t>
            </a:r>
          </a:p>
          <a:p>
            <a:r>
              <a:rPr lang="fr-FR"/>
              <a:t>Périmètre, seuils…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224BDA2-34EA-EF9B-E6D4-D2206728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Vocabulaire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1EEAC18-D29C-F9ED-6374-E617FCD9CF2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fr-FR"/>
              <a:t>Personne physique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CAC04210-61BB-6A59-823E-1781923EE4B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fr-FR"/>
              <a:t>Droits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25C5E40A-14B5-86B9-F888-4ED8B9DCDC9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>
            <a:normAutofit fontScale="40000" lnSpcReduction="20000"/>
          </a:bodyPr>
          <a:lstStyle/>
          <a:p>
            <a:endParaRPr lang="fr-FR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4AE6B9BC-0C6E-5C9E-AA91-1659A5980D9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>
            <a:normAutofit fontScale="40000" lnSpcReduction="20000"/>
          </a:bodyPr>
          <a:lstStyle/>
          <a:p>
            <a:endParaRPr lang="fr-FR"/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00C45974-21AE-9E36-701B-D2A04FEB0BC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>
            <a:normAutofit fontScale="40000" lnSpcReduction="20000"/>
          </a:bodyPr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8F8DE6F-AF33-A5E0-D76D-70C4C4788C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376984-85BE-9400-BCA4-7A4F38625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2F227C4-500C-D6A9-5A87-312AE51EF3D1}"/>
              </a:ext>
            </a:extLst>
          </p:cNvPr>
          <p:cNvSpPr txBox="1"/>
          <p:nvPr/>
        </p:nvSpPr>
        <p:spPr>
          <a:xfrm>
            <a:off x="1459622" y="1642254"/>
            <a:ext cx="6684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600"/>
              <a:t>MDM ?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3C950FE-675A-31A3-392D-282789CE1076}"/>
              </a:ext>
            </a:extLst>
          </p:cNvPr>
          <p:cNvCxnSpPr>
            <a:stCxn id="27" idx="2"/>
            <a:endCxn id="8" idx="0"/>
          </p:cNvCxnSpPr>
          <p:nvPr/>
        </p:nvCxnSpPr>
        <p:spPr>
          <a:xfrm flipH="1">
            <a:off x="1467708" y="1888475"/>
            <a:ext cx="326141" cy="48991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5F40658A-DB8F-CEED-78DA-201836CF1E1C}"/>
              </a:ext>
            </a:extLst>
          </p:cNvPr>
          <p:cNvCxnSpPr/>
          <p:nvPr/>
        </p:nvCxnSpPr>
        <p:spPr>
          <a:xfrm>
            <a:off x="4925848" y="1784958"/>
            <a:ext cx="0" cy="48991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856E9F1C-E9CF-DDD9-A8C6-524FE3B5A44D}"/>
              </a:ext>
            </a:extLst>
          </p:cNvPr>
          <p:cNvSpPr txBox="1"/>
          <p:nvPr/>
        </p:nvSpPr>
        <p:spPr>
          <a:xfrm>
            <a:off x="3756685" y="1223733"/>
            <a:ext cx="2372829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600"/>
              <a:t>Notion de rôle :</a:t>
            </a:r>
          </a:p>
          <a:p>
            <a:pPr algn="l"/>
            <a:r>
              <a:rPr lang="fr-FR" sz="1600"/>
              <a:t>Exemple : CFI + Manager</a:t>
            </a:r>
          </a:p>
          <a:p>
            <a:pPr algn="l"/>
            <a:r>
              <a:rPr lang="fr-FR" sz="1600"/>
              <a:t>Filière ?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4C9AD3D-D7BB-0A43-8F3B-DE73D66B4974}"/>
              </a:ext>
            </a:extLst>
          </p:cNvPr>
          <p:cNvCxnSpPr/>
          <p:nvPr/>
        </p:nvCxnSpPr>
        <p:spPr>
          <a:xfrm>
            <a:off x="7211704" y="1843802"/>
            <a:ext cx="0" cy="48991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6452386-FA7E-F6A1-C2F4-94AA94FF407E}"/>
              </a:ext>
            </a:extLst>
          </p:cNvPr>
          <p:cNvSpPr txBox="1"/>
          <p:nvPr/>
        </p:nvSpPr>
        <p:spPr>
          <a:xfrm>
            <a:off x="6464421" y="1394385"/>
            <a:ext cx="14822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600"/>
              <a:t>Notion de profil</a:t>
            </a:r>
          </a:p>
        </p:txBody>
      </p:sp>
    </p:spTree>
    <p:extLst>
      <p:ext uri="{BB962C8B-B14F-4D97-AF65-F5344CB8AC3E}">
        <p14:creationId xmlns:p14="http://schemas.microsoft.com/office/powerpoint/2010/main" val="3036018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BA473B-A092-3680-A5B8-76A0A43CB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908" y="6382485"/>
            <a:ext cx="560986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166EB1-B284-8541-B839-321F682B6B05}" type="slidenum">
              <a:rPr lang="fr-FR" smtClean="0"/>
              <a:pPr/>
              <a:t>4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86B02FAD-994A-3739-68D8-20043E76480E}"/>
              </a:ext>
            </a:extLst>
          </p:cNvPr>
          <p:cNvGrpSpPr/>
          <p:nvPr/>
        </p:nvGrpSpPr>
        <p:grpSpPr>
          <a:xfrm>
            <a:off x="0" y="265341"/>
            <a:ext cx="5860125" cy="375126"/>
            <a:chOff x="-5557295" y="172402"/>
            <a:chExt cx="5860125" cy="375126"/>
          </a:xfrm>
        </p:grpSpPr>
        <p:sp>
          <p:nvSpPr>
            <p:cNvPr id="6" name="Forme libre 8">
              <a:extLst>
                <a:ext uri="{FF2B5EF4-FFF2-40B4-BE49-F238E27FC236}">
                  <a16:creationId xmlns:a16="http://schemas.microsoft.com/office/drawing/2014/main" id="{82BA9937-CED1-0F08-A3FB-F5C55C4DC1FF}"/>
                </a:ext>
              </a:extLst>
            </p:cNvPr>
            <p:cNvSpPr/>
            <p:nvPr userDrawn="1"/>
          </p:nvSpPr>
          <p:spPr>
            <a:xfrm>
              <a:off x="-1040936" y="172403"/>
              <a:ext cx="1343766" cy="375125"/>
            </a:xfrm>
            <a:custGeom>
              <a:avLst/>
              <a:gdLst>
                <a:gd name="connsiteX0" fmla="*/ 0 w 1343766"/>
                <a:gd name="connsiteY0" fmla="*/ 0 h 375125"/>
                <a:gd name="connsiteX1" fmla="*/ 1152348 w 1343766"/>
                <a:gd name="connsiteY1" fmla="*/ 0 h 375125"/>
                <a:gd name="connsiteX2" fmla="*/ 1343766 w 1343766"/>
                <a:gd name="connsiteY2" fmla="*/ 187562 h 375125"/>
                <a:gd name="connsiteX3" fmla="*/ 1152348 w 1343766"/>
                <a:gd name="connsiteY3" fmla="*/ 375125 h 375125"/>
                <a:gd name="connsiteX4" fmla="*/ 0 w 1343766"/>
                <a:gd name="connsiteY4" fmla="*/ 375125 h 375125"/>
                <a:gd name="connsiteX5" fmla="*/ 0 w 1343766"/>
                <a:gd name="connsiteY5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766" h="375125">
                  <a:moveTo>
                    <a:pt x="0" y="0"/>
                  </a:moveTo>
                  <a:lnTo>
                    <a:pt x="1152348" y="0"/>
                  </a:lnTo>
                  <a:cubicBezTo>
                    <a:pt x="1258011" y="0"/>
                    <a:pt x="1343766" y="84028"/>
                    <a:pt x="1343766" y="187562"/>
                  </a:cubicBezTo>
                  <a:cubicBezTo>
                    <a:pt x="1343766" y="291096"/>
                    <a:pt x="1258011" y="375125"/>
                    <a:pt x="1152348" y="375125"/>
                  </a:cubicBez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  <p:sp>
          <p:nvSpPr>
            <p:cNvPr id="7" name="Forme libre 9">
              <a:extLst>
                <a:ext uri="{FF2B5EF4-FFF2-40B4-BE49-F238E27FC236}">
                  <a16:creationId xmlns:a16="http://schemas.microsoft.com/office/drawing/2014/main" id="{DD5A3F15-91D5-D91D-456D-C2AC4E37AE2B}"/>
                </a:ext>
              </a:extLst>
            </p:cNvPr>
            <p:cNvSpPr/>
            <p:nvPr userDrawn="1"/>
          </p:nvSpPr>
          <p:spPr>
            <a:xfrm>
              <a:off x="-5557295" y="172402"/>
              <a:ext cx="4758407" cy="375125"/>
            </a:xfrm>
            <a:custGeom>
              <a:avLst/>
              <a:gdLst>
                <a:gd name="connsiteX0" fmla="*/ 0 w 1319485"/>
                <a:gd name="connsiteY0" fmla="*/ 0 h 375125"/>
                <a:gd name="connsiteX1" fmla="*/ 1319485 w 1319485"/>
                <a:gd name="connsiteY1" fmla="*/ 0 h 375125"/>
                <a:gd name="connsiteX2" fmla="*/ 1319485 w 1319485"/>
                <a:gd name="connsiteY2" fmla="*/ 375125 h 375125"/>
                <a:gd name="connsiteX3" fmla="*/ 0 w 1319485"/>
                <a:gd name="connsiteY3" fmla="*/ 375125 h 375125"/>
                <a:gd name="connsiteX4" fmla="*/ 0 w 1319485"/>
                <a:gd name="connsiteY4" fmla="*/ 0 h 37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9485" h="375125">
                  <a:moveTo>
                    <a:pt x="0" y="0"/>
                  </a:moveTo>
                  <a:lnTo>
                    <a:pt x="1319485" y="0"/>
                  </a:lnTo>
                  <a:lnTo>
                    <a:pt x="1319485" y="375125"/>
                  </a:lnTo>
                  <a:lnTo>
                    <a:pt x="0" y="375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6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fr-FR"/>
            </a:p>
          </p:txBody>
        </p:sp>
      </p:grp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75E3BBB2-107E-BADE-1DA4-8F11B860D1DB}"/>
              </a:ext>
            </a:extLst>
          </p:cNvPr>
          <p:cNvSpPr txBox="1">
            <a:spLocks/>
          </p:cNvSpPr>
          <p:nvPr/>
        </p:nvSpPr>
        <p:spPr>
          <a:xfrm>
            <a:off x="537577" y="263014"/>
            <a:ext cx="338724" cy="3751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</a:t>
            </a:r>
          </a:p>
        </p:txBody>
      </p:sp>
      <p:sp>
        <p:nvSpPr>
          <p:cNvPr id="9" name="Espace réservé du texte 1">
            <a:extLst>
              <a:ext uri="{FF2B5EF4-FFF2-40B4-BE49-F238E27FC236}">
                <a16:creationId xmlns:a16="http://schemas.microsoft.com/office/drawing/2014/main" id="{5DCC5701-42A6-34EE-F8C5-16FA438FBABA}"/>
              </a:ext>
            </a:extLst>
          </p:cNvPr>
          <p:cNvSpPr txBox="1">
            <a:spLocks/>
          </p:cNvSpPr>
          <p:nvPr/>
        </p:nvSpPr>
        <p:spPr>
          <a:xfrm>
            <a:off x="968836" y="263014"/>
            <a:ext cx="4649540" cy="3751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vide à personnaliser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A976B17-C1A9-9696-2FC0-EC24325B3D9A}"/>
              </a:ext>
            </a:extLst>
          </p:cNvPr>
          <p:cNvSpPr/>
          <p:nvPr/>
        </p:nvSpPr>
        <p:spPr>
          <a:xfrm>
            <a:off x="384048" y="1131462"/>
            <a:ext cx="7242048" cy="1240635"/>
          </a:xfrm>
          <a:prstGeom prst="ellipse">
            <a:avLst/>
          </a:prstGeom>
          <a:solidFill>
            <a:srgbClr val="E65012"/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Zone de confiance</a:t>
            </a:r>
          </a:p>
          <a:p>
            <a:pPr algn="ctr"/>
            <a:r>
              <a:rPr lang="fr-FR" sz="1050">
                <a:solidFill>
                  <a:schemeClr val="bg1"/>
                </a:solidFill>
              </a:rPr>
              <a:t>Collaborateurs</a:t>
            </a:r>
          </a:p>
          <a:p>
            <a:pPr algn="ctr"/>
            <a:r>
              <a:rPr lang="fr-FR" sz="1050">
                <a:solidFill>
                  <a:schemeClr val="bg1"/>
                </a:solidFill>
              </a:rPr>
              <a:t>Intérimaires</a:t>
            </a:r>
          </a:p>
          <a:p>
            <a:pPr algn="ctr"/>
            <a:r>
              <a:rPr lang="fr-FR" sz="1050">
                <a:solidFill>
                  <a:schemeClr val="bg1"/>
                </a:solidFill>
              </a:rPr>
              <a:t>Prestataires</a:t>
            </a:r>
          </a:p>
          <a:p>
            <a:pPr algn="ctr"/>
            <a:r>
              <a:rPr lang="fr-FR" sz="1050">
                <a:solidFill>
                  <a:schemeClr val="bg1"/>
                </a:solidFill>
              </a:rPr>
              <a:t>Retraités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C7B3665-E28A-7C87-9045-574594DA06CA}"/>
              </a:ext>
            </a:extLst>
          </p:cNvPr>
          <p:cNvSpPr/>
          <p:nvPr/>
        </p:nvSpPr>
        <p:spPr>
          <a:xfrm>
            <a:off x="6903720" y="1248949"/>
            <a:ext cx="1955608" cy="996696"/>
          </a:xfrm>
          <a:prstGeom prst="ellipse">
            <a:avLst/>
          </a:prstGeom>
          <a:solidFill>
            <a:srgbClr val="0070C0"/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Offre Partenaires</a:t>
            </a:r>
          </a:p>
          <a:p>
            <a:pPr algn="ctr"/>
            <a:r>
              <a:rPr lang="fr-FR" sz="1000">
                <a:solidFill>
                  <a:schemeClr val="bg1"/>
                </a:solidFill>
              </a:rPr>
              <a:t>JV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FD5AC0D-4E20-3CCD-24F2-D4522D582513}"/>
              </a:ext>
            </a:extLst>
          </p:cNvPr>
          <p:cNvSpPr/>
          <p:nvPr/>
        </p:nvSpPr>
        <p:spPr>
          <a:xfrm>
            <a:off x="9697686" y="1248949"/>
            <a:ext cx="1874520" cy="996696"/>
          </a:xfrm>
          <a:prstGeom prst="ellipse">
            <a:avLst/>
          </a:prstGeom>
          <a:solidFill>
            <a:srgbClr val="00B050"/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SI ouvert aux externes</a:t>
            </a:r>
          </a:p>
          <a:p>
            <a:pPr algn="ctr"/>
            <a:r>
              <a:rPr lang="fr-FR" sz="1000">
                <a:solidFill>
                  <a:schemeClr val="bg1"/>
                </a:solidFill>
              </a:rPr>
              <a:t>Prestataires, S/T, fournisseurs, clients</a:t>
            </a:r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13" name="Accolade fermante 12">
            <a:extLst>
              <a:ext uri="{FF2B5EF4-FFF2-40B4-BE49-F238E27FC236}">
                <a16:creationId xmlns:a16="http://schemas.microsoft.com/office/drawing/2014/main" id="{CB9C3538-8FD6-72FD-4142-BC9BB2B636D3}"/>
              </a:ext>
            </a:extLst>
          </p:cNvPr>
          <p:cNvSpPr/>
          <p:nvPr/>
        </p:nvSpPr>
        <p:spPr>
          <a:xfrm rot="16200000">
            <a:off x="4436004" y="-3165235"/>
            <a:ext cx="290280" cy="839419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ccolade fermante 13">
            <a:extLst>
              <a:ext uri="{FF2B5EF4-FFF2-40B4-BE49-F238E27FC236}">
                <a16:creationId xmlns:a16="http://schemas.microsoft.com/office/drawing/2014/main" id="{5324CF7E-FE78-C145-9407-1E0E01BB4A2F}"/>
              </a:ext>
            </a:extLst>
          </p:cNvPr>
          <p:cNvSpPr/>
          <p:nvPr/>
        </p:nvSpPr>
        <p:spPr>
          <a:xfrm rot="16200000">
            <a:off x="10489806" y="94600"/>
            <a:ext cx="290280" cy="18745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033E4EB-FBDF-0A7B-3D55-38DFAE56254C}"/>
              </a:ext>
            </a:extLst>
          </p:cNvPr>
          <p:cNvSpPr txBox="1"/>
          <p:nvPr/>
        </p:nvSpPr>
        <p:spPr>
          <a:xfrm>
            <a:off x="4075236" y="716457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Active Directory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C439634-7A41-72BD-DDBE-23EE20C1723A}"/>
              </a:ext>
            </a:extLst>
          </p:cNvPr>
          <p:cNvSpPr txBox="1"/>
          <p:nvPr/>
        </p:nvSpPr>
        <p:spPr>
          <a:xfrm>
            <a:off x="10068124" y="543820"/>
            <a:ext cx="113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/>
              <a:t>Active Directory + </a:t>
            </a:r>
          </a:p>
          <a:p>
            <a:pPr algn="ctr"/>
            <a:r>
              <a:rPr lang="fr-FR" sz="1000"/>
              <a:t>Azure B2B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FC98078-4F13-3233-30A5-3A1F8D77B873}"/>
              </a:ext>
            </a:extLst>
          </p:cNvPr>
          <p:cNvSpPr txBox="1"/>
          <p:nvPr/>
        </p:nvSpPr>
        <p:spPr>
          <a:xfrm>
            <a:off x="7541058" y="2311033"/>
            <a:ext cx="5806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EDIFICE</a:t>
            </a:r>
          </a:p>
          <a:p>
            <a:r>
              <a:rPr lang="fr-FR" sz="1000"/>
              <a:t>HA Plus</a:t>
            </a:r>
          </a:p>
          <a:p>
            <a:r>
              <a:rPr lang="fr-FR" sz="1000"/>
              <a:t>…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E5DFDEB-4AE9-1245-BC73-959336B06921}"/>
              </a:ext>
            </a:extLst>
          </p:cNvPr>
          <p:cNvSpPr txBox="1"/>
          <p:nvPr/>
        </p:nvSpPr>
        <p:spPr>
          <a:xfrm>
            <a:off x="10293984" y="2268655"/>
            <a:ext cx="8963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err="1"/>
              <a:t>eDoc</a:t>
            </a:r>
            <a:endParaRPr lang="fr-FR" sz="1000"/>
          </a:p>
          <a:p>
            <a:r>
              <a:rPr lang="fr-FR" sz="1000" err="1"/>
              <a:t>eCheckIn</a:t>
            </a:r>
            <a:endParaRPr lang="fr-FR" sz="1000"/>
          </a:p>
          <a:p>
            <a:r>
              <a:rPr lang="fr-FR" sz="1000" err="1"/>
              <a:t>DepotFacture</a:t>
            </a:r>
            <a:endParaRPr lang="fr-FR" sz="1000"/>
          </a:p>
          <a:p>
            <a:r>
              <a:rPr lang="fr-FR" sz="1000"/>
              <a:t>…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AC834F-7082-9987-D22C-C26E5B2FFD0C}"/>
              </a:ext>
            </a:extLst>
          </p:cNvPr>
          <p:cNvSpPr txBox="1"/>
          <p:nvPr/>
        </p:nvSpPr>
        <p:spPr>
          <a:xfrm>
            <a:off x="1803992" y="2260034"/>
            <a:ext cx="11432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Imprimantes</a:t>
            </a:r>
          </a:p>
          <a:p>
            <a:r>
              <a:rPr lang="fr-FR" sz="1000"/>
              <a:t>Wifi</a:t>
            </a:r>
          </a:p>
          <a:p>
            <a:r>
              <a:rPr lang="fr-FR" sz="1000"/>
              <a:t>Accès Internet</a:t>
            </a:r>
          </a:p>
          <a:p>
            <a:r>
              <a:rPr lang="fr-FR" sz="1000"/>
              <a:t>HR4YOU</a:t>
            </a:r>
          </a:p>
          <a:p>
            <a:r>
              <a:rPr lang="fr-FR" sz="1000"/>
              <a:t>OASIS</a:t>
            </a:r>
          </a:p>
          <a:p>
            <a:r>
              <a:rPr lang="fr-FR" sz="1000"/>
              <a:t>SharePoint publics</a:t>
            </a:r>
          </a:p>
          <a:p>
            <a:r>
              <a:rPr lang="fr-FR" sz="1000"/>
              <a:t>Yammer</a:t>
            </a:r>
          </a:p>
          <a:p>
            <a:r>
              <a:rPr lang="fr-FR" sz="1000" err="1"/>
              <a:t>CPeople</a:t>
            </a:r>
            <a:endParaRPr lang="fr-FR" sz="1000"/>
          </a:p>
          <a:p>
            <a:r>
              <a:rPr lang="fr-FR" sz="1000"/>
              <a:t>…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2321A92-BC3C-E52C-D5D1-D7AA547EEFCB}"/>
              </a:ext>
            </a:extLst>
          </p:cNvPr>
          <p:cNvSpPr/>
          <p:nvPr/>
        </p:nvSpPr>
        <p:spPr>
          <a:xfrm>
            <a:off x="6671937" y="4799062"/>
            <a:ext cx="1263092" cy="447373"/>
          </a:xfrm>
          <a:prstGeom prst="ellipse">
            <a:avLst/>
          </a:prstGeom>
          <a:solidFill>
            <a:srgbClr val="0070C0"/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000">
                <a:solidFill>
                  <a:schemeClr val="bg1"/>
                </a:solidFill>
              </a:rPr>
              <a:t>Offre Partenaires</a:t>
            </a:r>
          </a:p>
          <a:p>
            <a:pPr algn="ctr"/>
            <a:r>
              <a:rPr lang="fr-FR" sz="1000">
                <a:solidFill>
                  <a:schemeClr val="bg1"/>
                </a:solidFill>
              </a:rPr>
              <a:t>JV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954922E-B326-456C-0413-62B06E0C8F9B}"/>
              </a:ext>
            </a:extLst>
          </p:cNvPr>
          <p:cNvSpPr/>
          <p:nvPr/>
        </p:nvSpPr>
        <p:spPr>
          <a:xfrm>
            <a:off x="8425981" y="4243602"/>
            <a:ext cx="3146225" cy="1431929"/>
          </a:xfrm>
          <a:prstGeom prst="ellipse">
            <a:avLst/>
          </a:prstGeom>
          <a:solidFill>
            <a:srgbClr val="00B050"/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SI ouvert aux externes</a:t>
            </a:r>
          </a:p>
          <a:p>
            <a:pPr algn="ctr"/>
            <a:r>
              <a:rPr lang="fr-FR" sz="1000">
                <a:solidFill>
                  <a:schemeClr val="bg1"/>
                </a:solidFill>
              </a:rPr>
              <a:t>Prestataires, S/T, fournisseurs, clients</a:t>
            </a:r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23" name="Accolade fermante 22">
            <a:extLst>
              <a:ext uri="{FF2B5EF4-FFF2-40B4-BE49-F238E27FC236}">
                <a16:creationId xmlns:a16="http://schemas.microsoft.com/office/drawing/2014/main" id="{903338BF-3EA5-CA34-BE6D-F6337CCD5177}"/>
              </a:ext>
            </a:extLst>
          </p:cNvPr>
          <p:cNvSpPr/>
          <p:nvPr/>
        </p:nvSpPr>
        <p:spPr>
          <a:xfrm rot="16200000">
            <a:off x="4014400" y="361487"/>
            <a:ext cx="290280" cy="75509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Accolade fermante 23">
            <a:extLst>
              <a:ext uri="{FF2B5EF4-FFF2-40B4-BE49-F238E27FC236}">
                <a16:creationId xmlns:a16="http://schemas.microsoft.com/office/drawing/2014/main" id="{61FEC3A3-ADC0-415D-D17D-137EC4570F82}"/>
              </a:ext>
            </a:extLst>
          </p:cNvPr>
          <p:cNvSpPr/>
          <p:nvPr/>
        </p:nvSpPr>
        <p:spPr>
          <a:xfrm rot="16200000">
            <a:off x="9853955" y="2563866"/>
            <a:ext cx="290280" cy="31462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4E83E41-D216-023D-72C9-A4B9F2D23275}"/>
              </a:ext>
            </a:extLst>
          </p:cNvPr>
          <p:cNvSpPr txBox="1"/>
          <p:nvPr/>
        </p:nvSpPr>
        <p:spPr>
          <a:xfrm>
            <a:off x="3960607" y="3780328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IAM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547FED4-39B9-52C0-621F-F430FB55B1FA}"/>
              </a:ext>
            </a:extLst>
          </p:cNvPr>
          <p:cNvSpPr txBox="1"/>
          <p:nvPr/>
        </p:nvSpPr>
        <p:spPr>
          <a:xfrm>
            <a:off x="9634250" y="3675593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/>
              <a:t>IAM + </a:t>
            </a:r>
          </a:p>
          <a:p>
            <a:pPr algn="ctr"/>
            <a:r>
              <a:rPr lang="fr-FR" sz="1000"/>
              <a:t>Azure B2B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381D285-D10C-8C4E-4DD8-FFA9C3EDF795}"/>
              </a:ext>
            </a:extLst>
          </p:cNvPr>
          <p:cNvSpPr txBox="1"/>
          <p:nvPr/>
        </p:nvSpPr>
        <p:spPr>
          <a:xfrm>
            <a:off x="6671937" y="5294658"/>
            <a:ext cx="157286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EDIFICE (si pas le choix)</a:t>
            </a:r>
          </a:p>
          <a:p>
            <a:r>
              <a:rPr lang="fr-FR" sz="1000" strike="sngStrike"/>
              <a:t>HA Plus</a:t>
            </a:r>
          </a:p>
          <a:p>
            <a:r>
              <a:rPr lang="fr-FR" sz="1000"/>
              <a:t>Services d’infrastructure :</a:t>
            </a:r>
          </a:p>
          <a:p>
            <a:r>
              <a:rPr lang="fr-FR" sz="1000"/>
              <a:t>- Imprimantes partenaire</a:t>
            </a:r>
          </a:p>
          <a:p>
            <a:r>
              <a:rPr lang="fr-FR" sz="1000"/>
              <a:t>- Wifi partenaire</a:t>
            </a:r>
          </a:p>
          <a:p>
            <a:r>
              <a:rPr lang="fr-FR" sz="1000"/>
              <a:t>- Accès Internet partenaire</a:t>
            </a:r>
          </a:p>
          <a:p>
            <a:r>
              <a:rPr lang="fr-FR" sz="1000"/>
              <a:t>…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BA9FB15-62E3-CC1B-70D1-B5CE7A186FDC}"/>
              </a:ext>
            </a:extLst>
          </p:cNvPr>
          <p:cNvSpPr txBox="1"/>
          <p:nvPr/>
        </p:nvSpPr>
        <p:spPr>
          <a:xfrm>
            <a:off x="11299116" y="5240298"/>
            <a:ext cx="8963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err="1"/>
              <a:t>eDoc</a:t>
            </a:r>
            <a:endParaRPr lang="fr-FR" sz="1000"/>
          </a:p>
          <a:p>
            <a:r>
              <a:rPr lang="fr-FR" sz="1000" err="1"/>
              <a:t>eCheckIn</a:t>
            </a:r>
            <a:endParaRPr lang="fr-FR" sz="1000"/>
          </a:p>
          <a:p>
            <a:r>
              <a:rPr lang="fr-FR" sz="1000" err="1"/>
              <a:t>DepotFacture</a:t>
            </a:r>
            <a:endParaRPr lang="fr-FR" sz="1000"/>
          </a:p>
          <a:p>
            <a:r>
              <a:rPr lang="fr-FR" sz="1000"/>
              <a:t>OASIS</a:t>
            </a:r>
          </a:p>
          <a:p>
            <a:r>
              <a:rPr lang="fr-FR" sz="1000"/>
              <a:t>HA Plus</a:t>
            </a:r>
          </a:p>
          <a:p>
            <a:r>
              <a:rPr lang="fr-FR" sz="1000"/>
              <a:t>…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AF4D0E2-3EFE-4754-96BA-557FCB71157C}"/>
              </a:ext>
            </a:extLst>
          </p:cNvPr>
          <p:cNvSpPr txBox="1"/>
          <p:nvPr/>
        </p:nvSpPr>
        <p:spPr>
          <a:xfrm>
            <a:off x="1632419" y="5610631"/>
            <a:ext cx="1314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/>
              <a:t>Imprimantes</a:t>
            </a:r>
          </a:p>
          <a:p>
            <a:r>
              <a:rPr lang="fr-FR" sz="1000"/>
              <a:t>Wifi</a:t>
            </a:r>
          </a:p>
          <a:p>
            <a:r>
              <a:rPr lang="fr-FR" sz="1000"/>
              <a:t>Accès Internet</a:t>
            </a:r>
          </a:p>
          <a:p>
            <a:r>
              <a:rPr lang="fr-FR" sz="1000"/>
              <a:t>HR4YOU</a:t>
            </a:r>
          </a:p>
          <a:p>
            <a:r>
              <a:rPr lang="fr-FR" sz="1000" strike="sngStrike"/>
              <a:t>OASIS</a:t>
            </a:r>
          </a:p>
          <a:p>
            <a:r>
              <a:rPr lang="fr-FR" sz="1000"/>
              <a:t>SharePoint publics</a:t>
            </a:r>
          </a:p>
          <a:p>
            <a:r>
              <a:rPr lang="fr-FR" sz="1000"/>
              <a:t>Yammer</a:t>
            </a:r>
          </a:p>
          <a:p>
            <a:r>
              <a:rPr lang="fr-FR" sz="1000" err="1"/>
              <a:t>CPeople</a:t>
            </a:r>
            <a:endParaRPr lang="fr-FR" sz="1000"/>
          </a:p>
          <a:p>
            <a:r>
              <a:rPr lang="fr-FR" sz="1000"/>
              <a:t>…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68057C20-F41E-B522-A9EF-B139F96A5B9E}"/>
              </a:ext>
            </a:extLst>
          </p:cNvPr>
          <p:cNvSpPr/>
          <p:nvPr/>
        </p:nvSpPr>
        <p:spPr>
          <a:xfrm>
            <a:off x="384048" y="4392505"/>
            <a:ext cx="3733820" cy="1240635"/>
          </a:xfrm>
          <a:prstGeom prst="ellipse">
            <a:avLst/>
          </a:prstGeom>
          <a:solidFill>
            <a:srgbClr val="E65012"/>
          </a:solidFill>
          <a:ln w="1266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Zone de confiance</a:t>
            </a:r>
          </a:p>
          <a:p>
            <a:pPr algn="ctr"/>
            <a:r>
              <a:rPr lang="fr-FR" sz="1050">
                <a:solidFill>
                  <a:schemeClr val="bg1"/>
                </a:solidFill>
              </a:rPr>
              <a:t>Collaborateurs</a:t>
            </a:r>
          </a:p>
          <a:p>
            <a:pPr algn="ctr"/>
            <a:r>
              <a:rPr lang="fr-FR" sz="1050">
                <a:solidFill>
                  <a:schemeClr val="bg1"/>
                </a:solidFill>
              </a:rPr>
              <a:t>Intérimaires ou prestataire « en régie »</a:t>
            </a:r>
          </a:p>
          <a:p>
            <a:pPr algn="ctr"/>
            <a:r>
              <a:rPr lang="fr-FR" sz="1050" strike="sngStrike">
                <a:solidFill>
                  <a:schemeClr val="bg1"/>
                </a:solidFill>
              </a:rPr>
              <a:t>Prestataires (« au forfait »)</a:t>
            </a:r>
          </a:p>
          <a:p>
            <a:pPr algn="ctr"/>
            <a:r>
              <a:rPr lang="fr-FR" sz="1050">
                <a:solidFill>
                  <a:schemeClr val="bg1"/>
                </a:solidFill>
              </a:rPr>
              <a:t>Retraités ?</a:t>
            </a:r>
          </a:p>
        </p:txBody>
      </p:sp>
      <p:sp>
        <p:nvSpPr>
          <p:cNvPr id="32" name="Légende : flèche courbée encadrée à une bordure 31">
            <a:extLst>
              <a:ext uri="{FF2B5EF4-FFF2-40B4-BE49-F238E27FC236}">
                <a16:creationId xmlns:a16="http://schemas.microsoft.com/office/drawing/2014/main" id="{53B9FF4C-888C-3098-DE93-99075C684DC7}"/>
              </a:ext>
            </a:extLst>
          </p:cNvPr>
          <p:cNvSpPr/>
          <p:nvPr/>
        </p:nvSpPr>
        <p:spPr>
          <a:xfrm>
            <a:off x="5066726" y="4482064"/>
            <a:ext cx="1205198" cy="612648"/>
          </a:xfrm>
          <a:prstGeom prst="accentBorderCallout2">
            <a:avLst>
              <a:gd name="adj1" fmla="val 21755"/>
              <a:gd name="adj2" fmla="val 104710"/>
              <a:gd name="adj3" fmla="val 21755"/>
              <a:gd name="adj4" fmla="val 125401"/>
              <a:gd name="adj5" fmla="val 65420"/>
              <a:gd name="adj6" fmla="val 156505"/>
            </a:avLst>
          </a:prstGeom>
          <a:noFill/>
          <a:ln w="1266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l"/>
            <a:r>
              <a:rPr lang="fr-FR" sz="1000"/>
              <a:t>Moins d’applications, plus de services d’infrastructure</a:t>
            </a:r>
          </a:p>
        </p:txBody>
      </p:sp>
      <p:sp>
        <p:nvSpPr>
          <p:cNvPr id="33" name="Légende : flèche courbée encadrée à une bordure 32">
            <a:extLst>
              <a:ext uri="{FF2B5EF4-FFF2-40B4-BE49-F238E27FC236}">
                <a16:creationId xmlns:a16="http://schemas.microsoft.com/office/drawing/2014/main" id="{DC77825E-7106-AFB1-C65E-9D67813F9D74}"/>
              </a:ext>
            </a:extLst>
          </p:cNvPr>
          <p:cNvSpPr/>
          <p:nvPr/>
        </p:nvSpPr>
        <p:spPr>
          <a:xfrm>
            <a:off x="3293606" y="5813461"/>
            <a:ext cx="1205198" cy="828092"/>
          </a:xfrm>
          <a:prstGeom prst="accentBorderCallout2">
            <a:avLst>
              <a:gd name="adj1" fmla="val 15826"/>
              <a:gd name="adj2" fmla="val -3241"/>
              <a:gd name="adj3" fmla="val 15085"/>
              <a:gd name="adj4" fmla="val -18195"/>
              <a:gd name="adj5" fmla="val -25393"/>
              <a:gd name="adj6" fmla="val -27826"/>
            </a:avLst>
          </a:prstGeom>
          <a:noFill/>
          <a:ln w="1266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l"/>
            <a:r>
              <a:rPr lang="fr-FR" sz="1000"/>
              <a:t>Uniquement les applications pour les internes + services d’infrastructure</a:t>
            </a:r>
          </a:p>
        </p:txBody>
      </p:sp>
      <p:sp>
        <p:nvSpPr>
          <p:cNvPr id="34" name="Légende : flèche courbée encadrée à une bordure 33">
            <a:extLst>
              <a:ext uri="{FF2B5EF4-FFF2-40B4-BE49-F238E27FC236}">
                <a16:creationId xmlns:a16="http://schemas.microsoft.com/office/drawing/2014/main" id="{E908F801-5629-D024-E4D4-7EF689D30BA2}"/>
              </a:ext>
            </a:extLst>
          </p:cNvPr>
          <p:cNvSpPr/>
          <p:nvPr/>
        </p:nvSpPr>
        <p:spPr>
          <a:xfrm>
            <a:off x="8566761" y="5767456"/>
            <a:ext cx="1205198" cy="807277"/>
          </a:xfrm>
          <a:prstGeom prst="accentBorderCallout2">
            <a:avLst>
              <a:gd name="adj1" fmla="val 21755"/>
              <a:gd name="adj2" fmla="val 104710"/>
              <a:gd name="adj3" fmla="val 21755"/>
              <a:gd name="adj4" fmla="val 125401"/>
              <a:gd name="adj5" fmla="val -29409"/>
              <a:gd name="adj6" fmla="val 148651"/>
            </a:avLst>
          </a:prstGeom>
          <a:noFill/>
          <a:ln w="1266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l"/>
            <a:r>
              <a:rPr lang="fr-FR" sz="1000"/>
              <a:t>Toutes les applications liées à l’entreprise étendue devraient être ici</a:t>
            </a:r>
          </a:p>
        </p:txBody>
      </p:sp>
    </p:spTree>
    <p:extLst>
      <p:ext uri="{BB962C8B-B14F-4D97-AF65-F5344CB8AC3E}">
        <p14:creationId xmlns:p14="http://schemas.microsoft.com/office/powerpoint/2010/main" val="300374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B80EB-FE87-8175-6269-672C9999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73" y="512641"/>
            <a:ext cx="10809910" cy="545782"/>
          </a:xfrm>
        </p:spPr>
        <p:txBody>
          <a:bodyPr/>
          <a:lstStyle/>
          <a:p>
            <a:r>
              <a:rPr lang="fr-FR"/>
              <a:t>Accès « publics »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247587-518F-A1EA-D6DA-2554754A96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00073" y="3090994"/>
            <a:ext cx="1800000" cy="540000"/>
          </a:xfrm>
        </p:spPr>
        <p:txBody>
          <a:bodyPr>
            <a:normAutofit fontScale="62500" lnSpcReduction="20000"/>
          </a:bodyPr>
          <a:lstStyle/>
          <a:p>
            <a:r>
              <a:rPr lang="fr-FR"/>
              <a:t>Collaborateurs, intérimaires, des prestaires « en régie »…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3206C3-635D-E57F-9C22-43156578E0B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0073" y="3728324"/>
            <a:ext cx="1800000" cy="540000"/>
          </a:xfrm>
        </p:spPr>
        <p:txBody>
          <a:bodyPr>
            <a:normAutofit fontScale="85000" lnSpcReduction="10000"/>
          </a:bodyPr>
          <a:lstStyle/>
          <a:p>
            <a:r>
              <a:rPr lang="fr-FR"/>
              <a:t>Collaborateurs (sans les intérimaires)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D31FCA-9DAD-DCD8-E023-5812D1D0036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0073" y="4365654"/>
            <a:ext cx="1800000" cy="540000"/>
          </a:xfrm>
        </p:spPr>
        <p:txBody>
          <a:bodyPr/>
          <a:lstStyle/>
          <a:p>
            <a:r>
              <a:rPr lang="fr-FR"/>
              <a:t>XX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6168EC2-6B60-7C0C-C6B3-38E8D2113DC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00073" y="5002984"/>
            <a:ext cx="1800000" cy="540000"/>
          </a:xfrm>
        </p:spPr>
        <p:txBody>
          <a:bodyPr/>
          <a:lstStyle/>
          <a:p>
            <a:r>
              <a:rPr lang="fr-FR"/>
              <a:t>XX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D455218-BF9A-34C7-20FD-8DCB22AA961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935089" y="2138423"/>
            <a:ext cx="1836000" cy="1206099"/>
          </a:xfrm>
        </p:spPr>
        <p:txBody>
          <a:bodyPr/>
          <a:lstStyle/>
          <a:p>
            <a:r>
              <a:rPr lang="fr-FR" sz="1200"/>
              <a:t>Procédures de l’entreprise, modes opératoires, formation, consignes de sécurité,</a:t>
            </a:r>
          </a:p>
          <a:p>
            <a:r>
              <a:rPr lang="fr-FR" sz="1200"/>
              <a:t>Annuaire d’entreprise, affichage règlementaire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4AA9950-798A-8942-3791-EAB4A5CC7B4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184350" y="2138423"/>
            <a:ext cx="1836000" cy="596702"/>
          </a:xfrm>
        </p:spPr>
        <p:txBody>
          <a:bodyPr/>
          <a:lstStyle/>
          <a:p>
            <a:r>
              <a:rPr lang="fr-FR" sz="1200"/>
              <a:t>Communication interne, message du président, stratégie d’entreprise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F71E7DB6-A3D2-32C7-6089-C69E9D5B6C4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433611" y="2138423"/>
            <a:ext cx="1836000" cy="190437"/>
          </a:xfrm>
        </p:spPr>
        <p:txBody>
          <a:bodyPr/>
          <a:lstStyle/>
          <a:p>
            <a:r>
              <a:rPr lang="fr-FR" sz="1200"/>
              <a:t>Stratégie d’entreprise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4952B01-9825-861E-7F20-274DFFD8BE5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682872" y="2138423"/>
            <a:ext cx="1836000" cy="190437"/>
          </a:xfrm>
        </p:spPr>
        <p:txBody>
          <a:bodyPr/>
          <a:lstStyle/>
          <a:p>
            <a:r>
              <a:rPr lang="fr-FR" sz="1200"/>
              <a:t>Autres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FBCE9E5D-E996-981A-7362-29C43EBD77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08E244A-CA57-7542-FEE7-70AFD67A9710}"/>
              </a:ext>
            </a:extLst>
          </p:cNvPr>
          <p:cNvCxnSpPr>
            <a:cxnSpLocks/>
          </p:cNvCxnSpPr>
          <p:nvPr/>
        </p:nvCxnSpPr>
        <p:spPr>
          <a:xfrm>
            <a:off x="7217847" y="2141660"/>
            <a:ext cx="0" cy="3404561"/>
          </a:xfrm>
          <a:prstGeom prst="straightConnector1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C6B695A3-98BA-60BD-81CC-A31F1CF3EB1B}"/>
              </a:ext>
            </a:extLst>
          </p:cNvPr>
          <p:cNvCxnSpPr>
            <a:cxnSpLocks/>
          </p:cNvCxnSpPr>
          <p:nvPr/>
        </p:nvCxnSpPr>
        <p:spPr>
          <a:xfrm>
            <a:off x="9417708" y="2144897"/>
            <a:ext cx="0" cy="3404561"/>
          </a:xfrm>
          <a:prstGeom prst="straightConnector1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08907716-9836-2F1A-91F4-FA65E3B4D147}"/>
              </a:ext>
            </a:extLst>
          </p:cNvPr>
          <p:cNvCxnSpPr>
            <a:cxnSpLocks/>
          </p:cNvCxnSpPr>
          <p:nvPr/>
        </p:nvCxnSpPr>
        <p:spPr>
          <a:xfrm>
            <a:off x="5017986" y="2138423"/>
            <a:ext cx="0" cy="3404561"/>
          </a:xfrm>
          <a:prstGeom prst="straightConnector1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DBA7F1C-BC9D-4EAE-E1FA-2A7944E70C47}"/>
              </a:ext>
            </a:extLst>
          </p:cNvPr>
          <p:cNvCxnSpPr>
            <a:cxnSpLocks/>
          </p:cNvCxnSpPr>
          <p:nvPr/>
        </p:nvCxnSpPr>
        <p:spPr>
          <a:xfrm>
            <a:off x="2500073" y="3360994"/>
            <a:ext cx="1396066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00B609E-03D9-103A-D2B2-C633BDC1BD8E}"/>
              </a:ext>
            </a:extLst>
          </p:cNvPr>
          <p:cNvCxnSpPr>
            <a:cxnSpLocks/>
          </p:cNvCxnSpPr>
          <p:nvPr/>
        </p:nvCxnSpPr>
        <p:spPr>
          <a:xfrm>
            <a:off x="2500073" y="3998324"/>
            <a:ext cx="3595927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9A2DEEF-6FA7-663B-0203-5E448D04511E}"/>
              </a:ext>
            </a:extLst>
          </p:cNvPr>
          <p:cNvCxnSpPr>
            <a:cxnSpLocks/>
          </p:cNvCxnSpPr>
          <p:nvPr/>
        </p:nvCxnSpPr>
        <p:spPr>
          <a:xfrm>
            <a:off x="2500073" y="4635654"/>
            <a:ext cx="5908431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AD0752BE-8E3D-2850-5EBD-3783A94F1C7F}"/>
              </a:ext>
            </a:extLst>
          </p:cNvPr>
          <p:cNvCxnSpPr>
            <a:cxnSpLocks/>
          </p:cNvCxnSpPr>
          <p:nvPr/>
        </p:nvCxnSpPr>
        <p:spPr>
          <a:xfrm>
            <a:off x="2500073" y="5272984"/>
            <a:ext cx="8154675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C5993-AB9E-A41B-E05E-55CAC2B4B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26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2355DD-09C3-D78F-7BBA-985BCF59A0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00073" y="1611793"/>
            <a:ext cx="10809910" cy="755400"/>
          </a:xfrm>
        </p:spPr>
        <p:txBody>
          <a:bodyPr/>
          <a:lstStyle/>
          <a:p>
            <a:r>
              <a:rPr lang="fr-FR">
                <a:hlinkClick r:id="rId2"/>
              </a:rPr>
              <a:t>Persona.xlsx</a:t>
            </a:r>
            <a:endParaRPr lang="fr-FR" b="1"/>
          </a:p>
          <a:p>
            <a:endParaRPr lang="fr-FR" b="1"/>
          </a:p>
          <a:p>
            <a:endParaRPr lang="fr-FR" b="1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289C6DA-ECEB-4562-2143-F8EBCB4C1F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346400-31C3-7D73-6C45-7B4CCA33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90" y="512641"/>
            <a:ext cx="10801350" cy="545782"/>
          </a:xfrm>
        </p:spPr>
        <p:txBody>
          <a:bodyPr/>
          <a:lstStyle/>
          <a:p>
            <a:r>
              <a:rPr lang="fr-FR"/>
              <a:t>Suite Personae (27/3/2024)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0D4C0-7BC7-236B-ABED-1A4AEA676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6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67D0625-94EA-F21E-7BE8-D675D2E72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65" y="2367193"/>
            <a:ext cx="12828491" cy="355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1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2355DD-09C3-D78F-7BBA-985BCF59A0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00073" y="1611793"/>
            <a:ext cx="10809910" cy="3082190"/>
          </a:xfrm>
        </p:spPr>
        <p:txBody>
          <a:bodyPr/>
          <a:lstStyle/>
          <a:p>
            <a:r>
              <a:rPr lang="fr-FR" b="1"/>
              <a:t>Thèmes à aborder</a:t>
            </a:r>
          </a:p>
          <a:p>
            <a:r>
              <a:rPr lang="fr-FR"/>
              <a:t>Qu’est-ce qu’une identité ? Une même personne physique peut-être avoir plusieurs identités ? De manière transitoire ?</a:t>
            </a:r>
          </a:p>
          <a:p>
            <a:r>
              <a:rPr lang="fr-FR"/>
              <a:t>Quelles cardinalités entre personne physique, identité, comptes ?</a:t>
            </a:r>
          </a:p>
          <a:p>
            <a:r>
              <a:rPr lang="fr-FR"/>
              <a:t>Quelles transitions entre identités ?</a:t>
            </a:r>
          </a:p>
          <a:p>
            <a:r>
              <a:rPr lang="fr-FR"/>
              <a:t>Comptes : voir l’opportunité de cadrer un projet de compte Windows immuable (= non significatif) et adresses mails modifiables ?</a:t>
            </a:r>
          </a:p>
          <a:p>
            <a:endParaRPr lang="fr-FR"/>
          </a:p>
          <a:p>
            <a:r>
              <a:rPr lang="fr-FR" b="1"/>
              <a:t>Démarche</a:t>
            </a:r>
          </a:p>
          <a:p>
            <a:r>
              <a:rPr lang="fr-FR"/>
              <a:t>Avec les inputs de l’atelier #1, entrer dans le détail des cycles de vie selon les expériences de chacun.</a:t>
            </a:r>
          </a:p>
          <a:p>
            <a:endParaRPr lang="fr-FR"/>
          </a:p>
          <a:p>
            <a:r>
              <a:rPr lang="fr-FR" b="1"/>
              <a:t>Participants</a:t>
            </a:r>
          </a:p>
          <a:p>
            <a:r>
              <a:rPr lang="fr-FR"/>
              <a:t>MDM (Christelle LECLERC), Architecture (Sylvain BRENNE), Cyber (</a:t>
            </a:r>
            <a:r>
              <a:rPr lang="fr-FR" b="1"/>
              <a:t>qui ?</a:t>
            </a:r>
            <a:r>
              <a:rPr lang="fr-FR"/>
              <a:t>), SI RH (Clément COIRET à confirmer), Identité (Vincent GUILLON), Communication (Flavien BAUBY, Wladimir DANILOVIC ?)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289C6DA-ECEB-4562-2143-F8EBCB4C1F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346400-31C3-7D73-6C45-7B4CCA33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90" y="512641"/>
            <a:ext cx="10801350" cy="545782"/>
          </a:xfrm>
        </p:spPr>
        <p:txBody>
          <a:bodyPr/>
          <a:lstStyle/>
          <a:p>
            <a:r>
              <a:rPr lang="fr-FR"/>
              <a:t>Atelier #2 – Cycle de vie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0D4C0-7BC7-236B-ABED-1A4AEA676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63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427B58-BF5A-0017-6FFF-ABA1590160C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5BE0F63A-006E-B3A7-1F01-7ED4B2BA2D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CEBE8939-9C26-364A-DEDA-CDFE6117DCF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5607B876-C03F-2808-AA18-D86B168C4CA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085F5C0C-F705-73EF-071C-272518934324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130E78C-7E11-6A72-B370-73E3C10ED9B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fr-FR"/>
              <a:t>Nom, prénom</a:t>
            </a:r>
          </a:p>
          <a:p>
            <a:r>
              <a:rPr lang="fr-FR"/>
              <a:t>Date de naissance</a:t>
            </a:r>
          </a:p>
          <a:p>
            <a:r>
              <a:rPr lang="fr-FR"/>
              <a:t>…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7A48497-8F63-2AE7-B927-F1B4261C80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fr-FR"/>
              <a:t>Début / fin (cycle de vie)</a:t>
            </a:r>
          </a:p>
          <a:p>
            <a:r>
              <a:rPr lang="fr-FR"/>
              <a:t>Gestionnaire de l’identité ?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DFFC973-CD74-A92F-269F-80B9E5D2536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77999" y="3429000"/>
            <a:ext cx="1910897" cy="1170129"/>
          </a:xfrm>
        </p:spPr>
        <p:txBody>
          <a:bodyPr/>
          <a:lstStyle/>
          <a:p>
            <a:r>
              <a:rPr lang="fr-FR"/>
              <a:t>Permet de définir le ou les rôles de la personne dans l’organisation. Parfois, rôle = filière ?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B7A850E-124D-D280-CC2B-9FBE1B97DCB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fr-FR"/>
              <a:t>Identité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A230A4E8-6FD6-39FD-8A65-E752D95E9FB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fr-FR"/>
              <a:t>Rôle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2153A962-4275-11A6-8AD1-85C6C1F6CB0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814378" y="3429000"/>
            <a:ext cx="1836000" cy="696153"/>
          </a:xfrm>
        </p:spPr>
        <p:txBody>
          <a:bodyPr/>
          <a:lstStyle/>
          <a:p>
            <a:r>
              <a:rPr lang="fr-FR"/>
              <a:t>CRUD (</a:t>
            </a:r>
            <a:r>
              <a:rPr lang="fr-FR" err="1"/>
              <a:t>Create</a:t>
            </a:r>
            <a:r>
              <a:rPr lang="fr-FR"/>
              <a:t>, Read, Update, </a:t>
            </a:r>
            <a:r>
              <a:rPr lang="fr-FR" err="1"/>
              <a:t>Delete</a:t>
            </a:r>
            <a:r>
              <a:rPr lang="fr-FR"/>
              <a:t>)</a:t>
            </a:r>
          </a:p>
          <a:p>
            <a:r>
              <a:rPr lang="fr-FR"/>
              <a:t>Périmètre, seuils…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31EAE1EE-EC1B-5B40-A91D-76A471B41E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814378" y="2866666"/>
            <a:ext cx="1836000" cy="253916"/>
          </a:xfrm>
        </p:spPr>
        <p:txBody>
          <a:bodyPr/>
          <a:lstStyle/>
          <a:p>
            <a:r>
              <a:rPr lang="fr-FR"/>
              <a:t>Droits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733E5901-607A-324B-3A48-6E814E9C11D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496189" y="3429000"/>
            <a:ext cx="1836000" cy="459165"/>
          </a:xfrm>
        </p:spPr>
        <p:txBody>
          <a:bodyPr/>
          <a:lstStyle/>
          <a:p>
            <a:r>
              <a:rPr lang="fr-FR"/>
              <a:t>Permet d’accéder à un système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224BDA2-34EA-EF9B-E6D4-D2206728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Vocabulaire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1EEAC18-D29C-F9ED-6374-E617FCD9CF2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fr-FR"/>
              <a:t>Personne physique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CAC04210-61BB-6A59-823E-1781923EE4B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fr-FR"/>
              <a:t>Compte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B359D5BE-FFA7-E1EF-6005-7F2C09485CB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>
            <a:normAutofit fontScale="40000" lnSpcReduction="20000"/>
          </a:bodyPr>
          <a:lstStyle/>
          <a:p>
            <a:endParaRPr lang="fr-FR"/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736F0FB4-3366-A501-9AC6-686BACCE6C4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>
            <a:normAutofit fontScale="40000" lnSpcReduction="20000"/>
          </a:bodyPr>
          <a:lstStyle/>
          <a:p>
            <a:endParaRPr lang="fr-FR"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32E72978-5144-918C-0C29-08BA69618C0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>
            <a:normAutofit fontScale="40000" lnSpcReduction="20000"/>
          </a:bodyPr>
          <a:lstStyle/>
          <a:p>
            <a:endParaRPr lang="fr-FR"/>
          </a:p>
        </p:txBody>
      </p:sp>
      <p:sp>
        <p:nvSpPr>
          <p:cNvPr id="37" name="Espace réservé du texte 36">
            <a:extLst>
              <a:ext uri="{FF2B5EF4-FFF2-40B4-BE49-F238E27FC236}">
                <a16:creationId xmlns:a16="http://schemas.microsoft.com/office/drawing/2014/main" id="{C9D1E110-B6B8-AF70-D3CE-2EFF6C18D37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>
            <a:normAutofit fontScale="40000" lnSpcReduction="20000"/>
          </a:bodyPr>
          <a:lstStyle/>
          <a:p>
            <a:endParaRPr lang="fr-FR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CFD45E0-2590-15C5-4701-959A7EF8CEC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376984-85BE-9400-BCA4-7A4F38625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2F227C4-500C-D6A9-5A87-312AE51EF3D1}"/>
              </a:ext>
            </a:extLst>
          </p:cNvPr>
          <p:cNvSpPr txBox="1"/>
          <p:nvPr/>
        </p:nvSpPr>
        <p:spPr>
          <a:xfrm>
            <a:off x="994035" y="1642254"/>
            <a:ext cx="9473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600"/>
              <a:t>MDM ?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3C950FE-675A-31A3-392D-282789CE1076}"/>
              </a:ext>
            </a:extLst>
          </p:cNvPr>
          <p:cNvCxnSpPr>
            <a:cxnSpLocks/>
            <a:stCxn id="27" idx="2"/>
            <a:endCxn id="4" idx="0"/>
          </p:cNvCxnSpPr>
          <p:nvPr/>
        </p:nvCxnSpPr>
        <p:spPr>
          <a:xfrm>
            <a:off x="1467708" y="1888475"/>
            <a:ext cx="0" cy="48991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4C9AD3D-D7BB-0A43-8F3B-DE73D66B4974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9558098" y="1710859"/>
            <a:ext cx="8604" cy="66752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6452386-FA7E-F6A1-C2F4-94AA94FF407E}"/>
              </a:ext>
            </a:extLst>
          </p:cNvPr>
          <p:cNvSpPr txBox="1"/>
          <p:nvPr/>
        </p:nvSpPr>
        <p:spPr>
          <a:xfrm>
            <a:off x="7385407" y="972195"/>
            <a:ext cx="436258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600" dirty="0"/>
              <a:t>Notion de profil applicatif : regroupement au sein d’un service de plusieurs droits selon un modèle partagé par plusieurs comptes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5A8E570-A80C-92E9-FE2A-4196D5544541}"/>
              </a:ext>
            </a:extLst>
          </p:cNvPr>
          <p:cNvSpPr txBox="1"/>
          <p:nvPr/>
        </p:nvSpPr>
        <p:spPr>
          <a:xfrm>
            <a:off x="6702725" y="2154232"/>
            <a:ext cx="4039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100" b="1">
                <a:solidFill>
                  <a:srgbClr val="FF0000"/>
                </a:solidFill>
              </a:rPr>
              <a:t>New !</a:t>
            </a:r>
          </a:p>
        </p:txBody>
      </p:sp>
    </p:spTree>
    <p:extLst>
      <p:ext uri="{BB962C8B-B14F-4D97-AF65-F5344CB8AC3E}">
        <p14:creationId xmlns:p14="http://schemas.microsoft.com/office/powerpoint/2010/main" val="202620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2355DD-09C3-D78F-7BBA-985BCF59A0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00073" y="1611793"/>
            <a:ext cx="10809910" cy="4891917"/>
          </a:xfrm>
        </p:spPr>
        <p:txBody>
          <a:bodyPr/>
          <a:lstStyle/>
          <a:p>
            <a:r>
              <a:rPr lang="fr-FR" dirty="0">
                <a:hlinkClick r:id="rId2"/>
              </a:rPr>
              <a:t>Persona.xlsx</a:t>
            </a:r>
            <a:endParaRPr lang="fr-FR" b="1" dirty="0"/>
          </a:p>
          <a:p>
            <a:endParaRPr lang="fr-FR" b="1" dirty="0"/>
          </a:p>
          <a:p>
            <a:r>
              <a:rPr lang="fr-FR" b="1" dirty="0"/>
              <a:t>Décisions</a:t>
            </a:r>
          </a:p>
          <a:p>
            <a:r>
              <a:rPr lang="fr-FR" dirty="0"/>
              <a:t>Collaborateurs BYCN ou anciens collaborateurs BYCN : une seule identité, quel que soit la forme du contrat de travail (stagiaire –&gt; collaborateur –&gt; mutation chez TF1… Si interruption du contrat de travail, l’identité préexistante est réutilisée si l’intervalle est inférieur à 45 jours (durée arbitraire fixée en fonction des contraintes de mise en quarantaine des comptes dans l’AD positionnée à 90 j)</a:t>
            </a:r>
          </a:p>
          <a:p>
            <a:endParaRPr lang="fr-FR" dirty="0"/>
          </a:p>
          <a:p>
            <a:r>
              <a:rPr lang="fr-FR" dirty="0"/>
              <a:t>Les changements entre les statuts « Interne = collaborateur BYCN », « Intérimaire », « Prestataire en régie », « JV/SEP », « Autres externes » donne lieu à la création d’une nouvelle identité, donc des nouveaux comptes, un nouveau mail… </a:t>
            </a:r>
          </a:p>
          <a:p>
            <a:endParaRPr lang="fr-FR" dirty="0"/>
          </a:p>
          <a:p>
            <a:r>
              <a:rPr lang="fr-FR" b="1" dirty="0"/>
              <a:t>Récapitulatif des points non adressés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Doit-on gérer l’identité des externes et si oui, comment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SEP / JV : sera revu spécifiquement dans le programme SEP/JV à organiser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Collaborateur sur « chantier sécurisé » ou administrateur ayant des droits très élevés : faut-il créer une 2</a:t>
            </a:r>
            <a:r>
              <a:rPr lang="fr-FR" baseline="30000" dirty="0"/>
              <a:t>e</a:t>
            </a:r>
            <a:r>
              <a:rPr lang="fr-FR" dirty="0"/>
              <a:t> identités, ou s’agit-il de comptes différents liés à des rôles particulier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un collaborateur standard, a-t-il un compte AD via son identité ou a-t-il un rôle par défaut qui lui crée son compte AD, du genre « Accès au SI BYCN » ? </a:t>
            </a:r>
            <a:r>
              <a:rPr lang="fr-FR" dirty="0">
                <a:sym typeface="Wingdings" panose="05000000000000000000" pitchFamily="2" charset="2"/>
              </a:rPr>
              <a:t> lié a rôle particulier « Accès au SI BYCN »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289C6DA-ECEB-4562-2143-F8EBCB4C1F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346400-31C3-7D73-6C45-7B4CCA33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90" y="512641"/>
            <a:ext cx="10801350" cy="545782"/>
          </a:xfrm>
        </p:spPr>
        <p:txBody>
          <a:bodyPr/>
          <a:lstStyle/>
          <a:p>
            <a:r>
              <a:rPr lang="fr-FR"/>
              <a:t>Cycle de vie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0D4C0-7BC7-236B-ABED-1A4AEA676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82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2355DD-09C3-D78F-7BBA-985BCF59A0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00073" y="1611793"/>
            <a:ext cx="10809910" cy="3340723"/>
          </a:xfrm>
        </p:spPr>
        <p:txBody>
          <a:bodyPr/>
          <a:lstStyle/>
          <a:p>
            <a:r>
              <a:rPr lang="fr-FR" b="1"/>
              <a:t>Thèmes à aborder</a:t>
            </a:r>
          </a:p>
          <a:p>
            <a:r>
              <a:rPr lang="fr-FR"/>
              <a:t>Quelles informations dans quel outil ?</a:t>
            </a:r>
          </a:p>
          <a:p>
            <a:r>
              <a:rPr lang="fr-FR"/>
              <a:t>Liste non exhaustive : SI RH, MDM, IAM, Entra ID, Active Directory, Annuaire Groupe, GALBY… Impact OASIS ?</a:t>
            </a:r>
          </a:p>
          <a:p>
            <a:r>
              <a:rPr lang="fr-FR"/>
              <a:t>Quelles dépendances, capacité de mises à jour. Qui est responsable de quelles informations ?</a:t>
            </a:r>
          </a:p>
          <a:p>
            <a:r>
              <a:rPr lang="fr-FR"/>
              <a:t>Cycle de vie de ces informations.</a:t>
            </a:r>
          </a:p>
          <a:p>
            <a:endParaRPr lang="fr-FR"/>
          </a:p>
          <a:p>
            <a:r>
              <a:rPr lang="fr-FR" b="1"/>
              <a:t>Démarche</a:t>
            </a:r>
          </a:p>
          <a:p>
            <a:r>
              <a:rPr lang="fr-FR"/>
              <a:t>Avoir une approche descendante pour les applications citées ci-dessous, pour analyser la cohérence de l’ensemble.</a:t>
            </a:r>
          </a:p>
          <a:p>
            <a:r>
              <a:rPr lang="fr-FR"/>
              <a:t>Revenir aux cas d’usage de l’atelier #1.</a:t>
            </a:r>
          </a:p>
          <a:p>
            <a:endParaRPr lang="fr-FR"/>
          </a:p>
          <a:p>
            <a:r>
              <a:rPr lang="fr-FR" b="1"/>
              <a:t>Participants</a:t>
            </a:r>
          </a:p>
          <a:p>
            <a:r>
              <a:rPr lang="fr-FR"/>
              <a:t>MDM (Christelle LECLERC), Architecture (Sylvain BRENNE), Cyber (</a:t>
            </a:r>
            <a:r>
              <a:rPr lang="fr-FR" b="1"/>
              <a:t>qui ?</a:t>
            </a:r>
            <a:r>
              <a:rPr lang="fr-FR"/>
              <a:t>), SI RH (Clément COIRET à confirmer), Identité (Vincent GUILLON), Communication (Flavien BAUBY, Wladimir DANILOVIC ?)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289C6DA-ECEB-4562-2143-F8EBCB4C1F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346400-31C3-7D73-6C45-7B4CCA33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90" y="512641"/>
            <a:ext cx="10801350" cy="545782"/>
          </a:xfrm>
        </p:spPr>
        <p:txBody>
          <a:bodyPr/>
          <a:lstStyle/>
          <a:p>
            <a:r>
              <a:rPr lang="fr-FR"/>
              <a:t>Atelier #3 – Représentation dans les outils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0D4C0-7BC7-236B-ABED-1A4AEA676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696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2355DD-09C3-D78F-7BBA-985BCF59A0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00073" y="1611793"/>
            <a:ext cx="10809910" cy="3082190"/>
          </a:xfrm>
        </p:spPr>
        <p:txBody>
          <a:bodyPr/>
          <a:lstStyle/>
          <a:p>
            <a:r>
              <a:rPr lang="fr-FR" dirty="0">
                <a:hlinkClick r:id="rId2"/>
              </a:rPr>
              <a:t>Persona.xlsx</a:t>
            </a:r>
            <a:endParaRPr lang="fr-FR" b="1" dirty="0"/>
          </a:p>
          <a:p>
            <a:endParaRPr lang="fr-FR" b="1" dirty="0"/>
          </a:p>
          <a:p>
            <a:r>
              <a:rPr lang="fr-FR" b="1" dirty="0"/>
              <a:t>Récapitulatif des points non adressés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Doit-on gérer l’identité des externes et si oui, comment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SEP / JV : sera revu spécifiquement dans le programme SEP/JV à organiser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Collaborateur sur « chantier sécurisé » ou administrateur ayant des droits très élevés : faut-il créer une 2</a:t>
            </a:r>
            <a:r>
              <a:rPr lang="fr-FR" baseline="30000" dirty="0"/>
              <a:t>e</a:t>
            </a:r>
            <a:r>
              <a:rPr lang="fr-FR" dirty="0"/>
              <a:t> identités, ou s’agit-il de comptes différents liés à des rôles particulier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un collaborateur standard, a-t-il un compte AD via son identité ou a-t-il un rôle par défaut qui lui crée son compte AD, du genre « Accès au SI BYCN » ? </a:t>
            </a:r>
            <a:r>
              <a:rPr lang="fr-FR" dirty="0">
                <a:sym typeface="Wingdings" panose="05000000000000000000" pitchFamily="2" charset="2"/>
              </a:rPr>
              <a:t> lié à un rôle particulier « Accès au SI BYCN 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Quelle interface pour saisir les quelques informations « à la main » du collaborateur ?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289C6DA-ECEB-4562-2143-F8EBCB4C1FF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346400-31C3-7D73-6C45-7B4CCA33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90" y="512641"/>
            <a:ext cx="10801350" cy="545782"/>
          </a:xfrm>
        </p:spPr>
        <p:txBody>
          <a:bodyPr/>
          <a:lstStyle/>
          <a:p>
            <a:r>
              <a:rPr lang="fr-FR"/>
              <a:t>Cycle de vie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0D4C0-7BC7-236B-ABED-1A4AEA676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22D426-DC0D-4D26-8F7D-5526E00BC4EA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0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Bouygues Construction">
      <a:dk1>
        <a:srgbClr val="000000"/>
      </a:dk1>
      <a:lt1>
        <a:sysClr val="window" lastClr="FFFFFF"/>
      </a:lt1>
      <a:dk2>
        <a:srgbClr val="102031"/>
      </a:dk2>
      <a:lt2>
        <a:srgbClr val="E75113"/>
      </a:lt2>
      <a:accent1>
        <a:srgbClr val="309BB2"/>
      </a:accent1>
      <a:accent2>
        <a:srgbClr val="FAB82F"/>
      </a:accent2>
      <a:accent3>
        <a:srgbClr val="096D6D"/>
      </a:accent3>
      <a:accent4>
        <a:srgbClr val="93C97B"/>
      </a:accent4>
      <a:accent5>
        <a:srgbClr val="878787"/>
      </a:accent5>
      <a:accent6>
        <a:srgbClr val="102031"/>
      </a:accent6>
      <a:hlink>
        <a:srgbClr val="6B8DE7"/>
      </a:hlink>
      <a:folHlink>
        <a:srgbClr val="102031"/>
      </a:folHlink>
    </a:clrScheme>
    <a:fontScheme name="Bouygues Construction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OUYGUES CONSTRUCTION_POWER POINT_FR" id="{50D3EE65-EE44-406A-8392-823A09DE65EF}" vid="{2534BB2A-0248-4BFD-88AA-95054AD028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052ae6ce5fe48d585b4ce219bb73d0e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Information system</TermName>
          <TermId xmlns="http://schemas.microsoft.com/office/infopath/2007/PartnerControls">8b8e0a5c-68c6-49a0-9a87-082189b363f2</TermId>
        </TermInfo>
      </Terms>
    </n052ae6ce5fe48d585b4ce219bb73d0e>
    <b7665f99c0fe44919cb3218cc8e5302c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00 00 A classer</TermName>
          <TermId xmlns="http://schemas.microsoft.com/office/infopath/2007/PartnerControls">06ef1ee2-e7bf-4474-9d1e-c5fbf4f3b42b</TermId>
        </TermInfo>
      </Terms>
    </b7665f99c0fe44919cb3218cc8e5302c>
    <TaxCatchAll xmlns="95235cfd-2d18-42eb-8ffc-01f090d3b392">
      <Value>5</Value>
      <Value>4</Value>
      <Value>3</Value>
      <Value>2</Value>
      <Value>1</Value>
    </TaxCatchAll>
    <ComUnityFolder xmlns="95235cfd-2d18-42eb-8ffc-01f090d3b392">
      <Url xsi:nil="true"/>
      <Description xsi:nil="true"/>
    </ComUnityFolder>
    <b1c94e71d43e47329629adb2299a7407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Projects</TermName>
          <TermId xmlns="http://schemas.microsoft.com/office/infopath/2007/PartnerControls">b7cc1373-d160-4aa3-bf26-3372b93dfcbf</TermId>
        </TermInfo>
      </Terms>
    </b1c94e71d43e47329629adb2299a7407>
    <aa574486944c4b4183531de588537b4d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Internal</TermName>
          <TermId xmlns="http://schemas.microsoft.com/office/infopath/2007/PartnerControls">86d58d27-cc8e-4bfd-a785-ea3ef4347509</TermId>
        </TermInfo>
      </Terms>
    </aa574486944c4b4183531de588537b4d>
    <bc25f8494e694b549ba275b5de656855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BYCNIT</TermName>
          <TermId xmlns="http://schemas.microsoft.com/office/infopath/2007/PartnerControls">5d3357b4-3368-461d-bd54-7eef5bc1db4c</TermId>
        </TermInfo>
      </Terms>
    </bc25f8494e694b549ba275b5de656855>
    <_dlc_DocId xmlns="55b30ecb-2f58-4ebc-8d15-16073e63dc56">CWKSP-501984039-26645</_dlc_DocId>
    <_dlc_DocIdUrl xmlns="55b30ecb-2f58-4ebc-8d15-16073e63dc56">
      <Url>https://bouyguesconstruction.sharepoint.com/sites/bycnitarchitecture/_layouts/15/DocIdRedir.aspx?ID=CWKSP-501984039-26645</Url>
      <Description>CWKSP-501984039-26645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Word BYCN" ma:contentTypeID="0x01010004BBCBFDEBB3864BA0EFED7044CA4B2801004C8FE6902124594285FC1C1285DCF30B" ma:contentTypeVersion="2" ma:contentTypeDescription="Create a new document." ma:contentTypeScope="" ma:versionID="fd14c3e0d22c58c23ac04c57ff2f828a">
  <xsd:schema xmlns:xsd="http://www.w3.org/2001/XMLSchema" xmlns:xs="http://www.w3.org/2001/XMLSchema" xmlns:p="http://schemas.microsoft.com/office/2006/metadata/properties" xmlns:ns2="95235cfd-2d18-42eb-8ffc-01f090d3b392" xmlns:ns3="55b30ecb-2f58-4ebc-8d15-16073e63dc56" targetNamespace="http://schemas.microsoft.com/office/2006/metadata/properties" ma:root="true" ma:fieldsID="3244a9b4a5729db8bab5b77e93dd427c" ns2:_="" ns3:_="">
    <xsd:import namespace="95235cfd-2d18-42eb-8ffc-01f090d3b392"/>
    <xsd:import namespace="55b30ecb-2f58-4ebc-8d15-16073e63dc56"/>
    <xsd:element name="properties">
      <xsd:complexType>
        <xsd:sequence>
          <xsd:element name="documentManagement">
            <xsd:complexType>
              <xsd:all>
                <xsd:element ref="ns2:b7665f99c0fe44919cb3218cc8e5302c" minOccurs="0"/>
                <xsd:element ref="ns2:TaxCatchAll" minOccurs="0"/>
                <xsd:element ref="ns2:TaxCatchAllLabel" minOccurs="0"/>
                <xsd:element ref="ns2:ComUnityFolder" minOccurs="0"/>
                <xsd:element ref="ns2:bc25f8494e694b549ba275b5de656855" minOccurs="0"/>
                <xsd:element ref="ns2:b1c94e71d43e47329629adb2299a7407" minOccurs="0"/>
                <xsd:element ref="ns2:n052ae6ce5fe48d585b4ce219bb73d0e" minOccurs="0"/>
                <xsd:element ref="ns2:aa574486944c4b4183531de588537b4d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35cfd-2d18-42eb-8ffc-01f090d3b392" elementFormDefault="qualified">
    <xsd:import namespace="http://schemas.microsoft.com/office/2006/documentManagement/types"/>
    <xsd:import namespace="http://schemas.microsoft.com/office/infopath/2007/PartnerControls"/>
    <xsd:element name="b7665f99c0fe44919cb3218cc8e5302c" ma:index="8" nillable="true" ma:taxonomy="true" ma:internalName="b7665f99c0fe44919cb3218cc8e5302c" ma:taxonomyFieldName="ArchiveClassificationPlan" ma:displayName="Archive Classification Plan" ma:default="1;#00 00 A classer|06ef1ee2-e7bf-4474-9d1e-c5fbf4f3b42b" ma:fieldId="{b7665f99-c0fe-4491-9cb3-218cc8e5302c}" ma:sspId="18ace0e7-60a4-4acf-87da-1c47a991bb86" ma:termSetId="26353664-7461-4f07-87dd-daa2874ea87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e85c52b0-9dc1-4b7d-8333-5b994c516a88}" ma:internalName="TaxCatchAll" ma:showField="CatchAllData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e85c52b0-9dc1-4b7d-8333-5b994c516a88}" ma:internalName="TaxCatchAllLabel" ma:readOnly="true" ma:showField="CatchAllDataLabel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mUnityFolder" ma:index="12" nillable="true" ma:displayName="Folder" ma:internalName="ComUnityFolder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c25f8494e694b549ba275b5de656855" ma:index="13" nillable="true" ma:taxonomy="true" ma:internalName="bc25f8494e694b549ba275b5de656855" ma:taxonomyFieldName="Organisation" ma:displayName="Organisation" ma:fieldId="{bc25f849-4e69-4b54-9ba2-75b5de656855}" ma:sspId="18ace0e7-60a4-4acf-87da-1c47a991bb86" ma:termSetId="45cd4057-b767-4ebf-98f6-4028b8e5bef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1c94e71d43e47329629adb2299a7407" ma:index="15" nillable="true" ma:taxonomy="true" ma:internalName="b1c94e71d43e47329629adb2299a7407" ma:taxonomyFieldName="WorkspaceClassification" ma:displayName="Workspace classification" ma:fieldId="{b1c94e71-d43e-4732-9629-adb2299a7407}" ma:sspId="18ace0e7-60a4-4acf-87da-1c47a991bb86" ma:termSetId="22f1860e-f59a-4db1-b21a-a41c5c8ed1e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2ae6ce5fe48d585b4ce219bb73d0e" ma:index="17" nillable="true" ma:taxonomy="true" ma:internalName="n052ae6ce5fe48d585b4ce219bb73d0e" ma:taxonomyFieldName="SupportServices" ma:displayName="Support services" ma:fieldId="{7052ae6c-e5fe-48d5-85b4-ce219bb73d0e}" ma:sspId="18ace0e7-60a4-4acf-87da-1c47a991bb86" ma:termSetId="813098a9-32ee-4127-b4ec-488cb7a254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a574486944c4b4183531de588537b4d" ma:index="19" nillable="true" ma:taxonomy="true" ma:internalName="aa574486944c4b4183531de588537b4d" ma:taxonomyFieldName="ClassificationLevel" ma:displayName="Classification level" ma:fieldId="{aa574486-944c-4b41-8353-1de588537b4d}" ma:sspId="18ace0e7-60a4-4acf-87da-1c47a991bb86" ma:termSetId="b84a82df-7dfe-42a8-9650-82042eeb9fd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30ecb-2f58-4ebc-8d15-16073e63dc56" elementFormDefault="qualified">
    <xsd:import namespace="http://schemas.microsoft.com/office/2006/documentManagement/types"/>
    <xsd:import namespace="http://schemas.microsoft.com/office/infopath/2007/PartnerControls"/>
    <xsd:element name="_dlc_DocId" ma:index="21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?mso-contentType ?>
<SharedContentType xmlns="Microsoft.SharePoint.Taxonomy.ContentTypeSync" SourceId="18ace0e7-60a4-4acf-87da-1c47a991bb86" ContentTypeId="0x01010004BBCBFDEBB3864BA0EFED7044CA4B2801" PreviousValue="false" LastSyncTimeStamp="2019-08-12T06:53:30.573Z"/>
</file>

<file path=customXml/item6.xml><?xml version="1.0" encoding="utf-8"?>
<?mso-contentType ?>
<SharedContentType xmlns="Microsoft.SharePoint.Taxonomy.ContentTypeSync" SourceId="18ace0e7-60a4-4acf-87da-1c47a991bb86" ContentTypeId="0x01010004BBCBFDEBB3864BA0EFED7044CA4B2801" PreviousValue="false" LastSyncTimeStamp="2019-08-12T06:53:30.573Z"/>
</file>

<file path=customXml/item7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B8B3A6E-53D4-43B1-9C9B-190F62FB05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32022F-79CB-4A82-AEB2-A4C233DE8FEA}">
  <ds:schemaRefs>
    <ds:schemaRef ds:uri="4c742135-9b41-423f-9f59-be7d99ecb67d"/>
    <ds:schemaRef ds:uri="53c19727-6507-4b5b-8ffa-21b3fdde673d"/>
    <ds:schemaRef ds:uri="95235cfd-2d18-42eb-8ffc-01f090d3b392"/>
    <ds:schemaRef ds:uri="c43f221b-e1ac-49e1-9181-d4e5bc53767c"/>
    <ds:schemaRef ds:uri="e4435c35-33cd-41ac-86d1-e5dd4b01b8c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17390F5-20A7-4B90-A74D-18DFA4A75B88}"/>
</file>

<file path=customXml/itemProps4.xml><?xml version="1.0" encoding="utf-8"?>
<ds:datastoreItem xmlns:ds="http://schemas.openxmlformats.org/officeDocument/2006/customXml" ds:itemID="{C9AD6728-3BB6-4106-971C-AE9DA1E1B9EA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9DAE40F5-609E-402D-B04D-C01C33653283}">
  <ds:schemaRefs>
    <ds:schemaRef ds:uri="Microsoft.SharePoint.Taxonomy.ContentTypeSync"/>
  </ds:schemaRefs>
</ds:datastoreItem>
</file>

<file path=customXml/itemProps6.xml><?xml version="1.0" encoding="utf-8"?>
<ds:datastoreItem xmlns:ds="http://schemas.openxmlformats.org/officeDocument/2006/customXml" ds:itemID="{3B2EF3B0-1E63-4EC0-8F90-CB5DDF7438AC}"/>
</file>

<file path=customXml/itemProps7.xml><?xml version="1.0" encoding="utf-8"?>
<ds:datastoreItem xmlns:ds="http://schemas.openxmlformats.org/officeDocument/2006/customXml" ds:itemID="{3B03E912-2D88-48C9-B98F-0274DA90B25A}"/>
</file>

<file path=docMetadata/LabelInfo.xml><?xml version="1.0" encoding="utf-8"?>
<clbl:labelList xmlns:clbl="http://schemas.microsoft.com/office/2020/mipLabelMetadata">
  <clbl:label id="{dfdd9a14-7b84-416b-97e8-b834b0f98713}" enabled="1" method="Standard" siteId="{4a3d9983-e936-4837-9552-9d9126a92eb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BOUYGUES CONSTRUCTION_POWER POINT_FR</Template>
  <TotalTime>0</TotalTime>
  <Words>1188</Words>
  <Application>Microsoft Office PowerPoint</Application>
  <PresentationFormat>Grand écran</PresentationFormat>
  <Paragraphs>192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Wingdings</vt:lpstr>
      <vt:lpstr>Avenir Next LT Pro Demi</vt:lpstr>
      <vt:lpstr>Arial</vt:lpstr>
      <vt:lpstr>Avenir Next LT Pro</vt:lpstr>
      <vt:lpstr>Calibri</vt:lpstr>
      <vt:lpstr>Thème Office</vt:lpstr>
      <vt:lpstr>IAM – ateliers de conception</vt:lpstr>
      <vt:lpstr>Atelier #1 – Typologie des personnes</vt:lpstr>
      <vt:lpstr>Vocabulaire</vt:lpstr>
      <vt:lpstr>Présentation PowerPoint</vt:lpstr>
      <vt:lpstr>Accès « publics »</vt:lpstr>
      <vt:lpstr>Suite Personae (27/3/2024)</vt:lpstr>
      <vt:lpstr>Atelier #2 – Cycle de vie</vt:lpstr>
      <vt:lpstr>Vocabulaire</vt:lpstr>
      <vt:lpstr>Cycle de vie</vt:lpstr>
      <vt:lpstr>Atelier #3 – Représentation dans les outils</vt:lpstr>
      <vt:lpstr>Cycle de vie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ORIOT, Charles</dc:creator>
  <cp:lastModifiedBy>ORIOT, Charles</cp:lastModifiedBy>
  <cp:revision>1</cp:revision>
  <dcterms:created xsi:type="dcterms:W3CDTF">2024-09-04T16:09:03Z</dcterms:created>
  <dcterms:modified xsi:type="dcterms:W3CDTF">2024-11-04T17:55:00Z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0x01010004BBCBFDEBB3864BA0EFED7044CA4B2801004C8FE6902124594285FC1C1285DCF30B</vt:lpwstr>
  </property>
  <property fmtid="{D5CDD505-2E9C-101B-9397-08002B2CF9AE}" pid="3" name="MediaServiceImageTags">
    <vt:lpwstr/>
  </property>
  <property fmtid="{D5CDD505-2E9C-101B-9397-08002B2CF9AE}" pid="4" name="ClassificationLevel">
    <vt:lpwstr>5;#Internal|86d58d27-cc8e-4bfd-a785-ea3ef4347509</vt:lpwstr>
  </property>
  <property fmtid="{D5CDD505-2E9C-101B-9397-08002B2CF9AE}" pid="5" name="SupportServices">
    <vt:lpwstr>4;#Information system|8b8e0a5c-68c6-49a0-9a87-082189b363f2</vt:lpwstr>
  </property>
  <property fmtid="{D5CDD505-2E9C-101B-9397-08002B2CF9AE}" pid="6" name="lcf76f155ced4ddcb4097134ff3c332f">
    <vt:lpwstr/>
  </property>
  <property fmtid="{D5CDD505-2E9C-101B-9397-08002B2CF9AE}" pid="7" name="_dlc_DocIdItemGuid">
    <vt:lpwstr>2037916d-67d6-4911-a2e4-95bae83ada47</vt:lpwstr>
  </property>
  <property fmtid="{D5CDD505-2E9C-101B-9397-08002B2CF9AE}" pid="8" name="WorkspaceClassification">
    <vt:lpwstr>2;#Projects|b7cc1373-d160-4aa3-bf26-3372b93dfcbf</vt:lpwstr>
  </property>
  <property fmtid="{D5CDD505-2E9C-101B-9397-08002B2CF9AE}" pid="9" name="ArchiveClassificationPlan">
    <vt:lpwstr>1;#00 00 A classer|06ef1ee2-e7bf-4474-9d1e-c5fbf4f3b42b</vt:lpwstr>
  </property>
  <property fmtid="{D5CDD505-2E9C-101B-9397-08002B2CF9AE}" pid="10" name="Organisation">
    <vt:lpwstr>3;#BYCNIT|5d3357b4-3368-461d-bd54-7eef5bc1db4c</vt:lpwstr>
  </property>
  <property fmtid="{D5CDD505-2E9C-101B-9397-08002B2CF9AE}" pid="11" name="aa574486944c4b4183531de588537b4d">
    <vt:lpwstr>Internal|86d58d27-cc8e-4bfd-a785-ea3ef4347509</vt:lpwstr>
  </property>
  <property fmtid="{D5CDD505-2E9C-101B-9397-08002B2CF9AE}" pid="12" name="Order">
    <vt:r8>144600</vt:r8>
  </property>
  <property fmtid="{D5CDD505-2E9C-101B-9397-08002B2CF9AE}" pid="13" name="b1c94e71d43e47329629adb2299a7407">
    <vt:lpwstr>Projects|b7cc1373-d160-4aa3-bf26-3372b93dfcbf</vt:lpwstr>
  </property>
  <property fmtid="{D5CDD505-2E9C-101B-9397-08002B2CF9AE}" pid="14" name="xd_Signature">
    <vt:bool>false</vt:bool>
  </property>
  <property fmtid="{D5CDD505-2E9C-101B-9397-08002B2CF9AE}" pid="15" name="xd_ProgID">
    <vt:lpwstr/>
  </property>
  <property fmtid="{D5CDD505-2E9C-101B-9397-08002B2CF9AE}" pid="16" name="n052ae6ce5fe48d585b4ce219bb73d0e">
    <vt:lpwstr>Information system|8b8e0a5c-68c6-49a0-9a87-082189b363f2</vt:lpwstr>
  </property>
  <property fmtid="{D5CDD505-2E9C-101B-9397-08002B2CF9AE}" pid="17" name="_dlc_DocId">
    <vt:lpwstr>CWKSP-1572697757-1446</vt:lpwstr>
  </property>
  <property fmtid="{D5CDD505-2E9C-101B-9397-08002B2CF9AE}" pid="18" name="_SourceUrl">
    <vt:lpwstr/>
  </property>
  <property fmtid="{D5CDD505-2E9C-101B-9397-08002B2CF9AE}" pid="19" name="_SharedFileIndex">
    <vt:lpwstr/>
  </property>
  <property fmtid="{D5CDD505-2E9C-101B-9397-08002B2CF9AE}" pid="20" name="b7665f99c0fe44919cb3218cc8e5302c">
    <vt:lpwstr>00 00 A classer|06ef1ee2-e7bf-4474-9d1e-c5fbf4f3b42b</vt:lpwstr>
  </property>
  <property fmtid="{D5CDD505-2E9C-101B-9397-08002B2CF9AE}" pid="21" name="ComplianceAssetId">
    <vt:lpwstr/>
  </property>
  <property fmtid="{D5CDD505-2E9C-101B-9397-08002B2CF9AE}" pid="22" name="TemplateUrl">
    <vt:lpwstr/>
  </property>
  <property fmtid="{D5CDD505-2E9C-101B-9397-08002B2CF9AE}" pid="23" name="bc25f8494e694b549ba275b5de656855">
    <vt:lpwstr>BYCNIT|5d3357b4-3368-461d-bd54-7eef5bc1db4c</vt:lpwstr>
  </property>
  <property fmtid="{D5CDD505-2E9C-101B-9397-08002B2CF9AE}" pid="24" name="_ExtendedDescription">
    <vt:lpwstr/>
  </property>
  <property fmtid="{D5CDD505-2E9C-101B-9397-08002B2CF9AE}" pid="25" name="TriggerFlowInfo">
    <vt:lpwstr/>
  </property>
  <property fmtid="{D5CDD505-2E9C-101B-9397-08002B2CF9AE}" pid="26" name="_dlc_DocIdUrl">
    <vt:lpwstr>https://bouyguesconstruction.sharepoint.com/sites/bycnitbycnitdacdsarchitecture/_layouts/15/DocIdRedir.aspx?ID=CWKSP-1572697757-1446, CWKSP-1572697757-1446</vt:lpwstr>
  </property>
  <property fmtid="{D5CDD505-2E9C-101B-9397-08002B2CF9AE}" pid="27" name="ComUnityFolder">
    <vt:lpwstr>, </vt:lpwstr>
  </property>
</Properties>
</file>